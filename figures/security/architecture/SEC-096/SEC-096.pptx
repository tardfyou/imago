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1e5bf13634061" /><Relationship Type="http://schemas.openxmlformats.org/officeDocument/2006/relationships/extended-properties" Target="/docProps/app.xml" Id="Rcbfe022452134362" /><Relationship Type="http://schemas.openxmlformats.org/officeDocument/2006/relationships/officeDocument" Target="/ppt/presentation.xml" Id="Rfc735600d30d47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8abedb161e4b6a"/>
  </p:sldMasterIdLst>
  <p:notesMasterIdLst>
    <p:notesMasterId xmlns:r="http://schemas.openxmlformats.org/officeDocument/2006/relationships" r:id="R55edf02f16464e46"/>
  </p:notesMasterIdLst>
  <p:sldIdLst>
    <p:sldId xmlns:r="http://schemas.openxmlformats.org/officeDocument/2006/relationships" id="256" r:id="R9c32cf21c40141a3"/>
  </p:sldIdLst>
  <p:sldSz cx="6858000" cy="2886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d2788abd594958" /><Relationship Type="http://schemas.openxmlformats.org/officeDocument/2006/relationships/slideMaster" Target="/ppt/slideMasters/slideMaster1.xml" Id="R138abedb161e4b6a" /><Relationship Type="http://schemas.openxmlformats.org/officeDocument/2006/relationships/notesMaster" Target="/ppt/notesMasters/notesMaster1.xml" Id="R55edf02f16464e46" /><Relationship Type="http://schemas.openxmlformats.org/officeDocument/2006/relationships/presProps" Target="/ppt/presProps.xml" Id="Rd2760314583844bf" /><Relationship Type="http://schemas.openxmlformats.org/officeDocument/2006/relationships/tableStyles" Target="/ppt/tableStyles.xml" Id="Rc16cb10ce79841a6" /><Relationship Type="http://schemas.openxmlformats.org/officeDocument/2006/relationships/slide" Target="/ppt/slides/slide1.xml" Id="R9c32cf21c401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fb04e3095a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ed3841e5274eb4" /><Relationship Type="http://schemas.openxmlformats.org/officeDocument/2006/relationships/notesMaster" Target="/ppt/notesMasters/notesMaster1.xml" Id="R3b7e5ae3110f41b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素材ID：SEC-096</ns1:t>
            </ns1:r>
          </ns1:p>
          <ns1:p>
            <ns1:r>
              <ns1:t>论文：Indirector: High-Precision Branch Target Injection Attacks Exploiting the Indirect Branch Predictor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10，PDF第11页</ns1:t>
            </ns1:r>
          </ns1:p>
          <ns1:p>
            <ns1:r>
              <ns1:t>类型：系统架构</ns1:t>
            </ns1:r>
          </ns1:p>
          <ns1:p>
            <ns1:r>
              <ns1:t>借鉴点：不同历史长度索引三个双路表，位范围、表容量、标签比较和多路选择器串联完整，适合硬件查找机制说明。</ns1:t>
            </ns1:r>
          </ns1:p>
          <ns1:p>
            <ns1:r>
              <ns1:t>论文URL：https://www.usenix.org/system/files/usenixsecurity24-li-luyi.pdf</ns1:t>
            </ns1:r>
          </ns1:p>
          <ns1:p>
            <ns1:r>
              <ns1:t>官方获奖URL：https://www.usenix.org/conference/usenixsecurity24/presentation/li-luyi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fbdeb180a46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2a1ab0a8da4c89" /><Relationship Type="http://schemas.openxmlformats.org/officeDocument/2006/relationships/slideLayout" Target="/ppt/slideLayouts/slideLayout1.xml" Id="R23356fd4d9814d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56fd4d9814d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24b5cf6094f21" /><Relationship Type="http://schemas.openxmlformats.org/officeDocument/2006/relationships/notesSlide" Target="/ppt/notesSlides/notesSlide1.xml" Id="R12b2b4885bc5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2E38B-281E-4C91-8F22-7A927FF9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57150"/>
            <a:ext cx="6829425" cy="2828925"/>
          </a:xfrm>
          <a:custGeom xmlns:a="http://schemas.openxmlformats.org/drawingml/2006/main">
            <a:pathLst>
              <a:path w="6829425" h="2828925">
                <a:moveTo>
                  <a:pt x="0" y="0"/>
                </a:moveTo>
                <a:lnTo>
                  <a:pt x="0" y="2828925"/>
                </a:lnTo>
                <a:lnTo>
                  <a:pt x="6829425" y="2828925"/>
                </a:lnTo>
                <a:lnTo>
                  <a:pt x="68294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00929-4169-4E3B-A029-14D016D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57150"/>
            <a:ext cx="6829425" cy="2828925"/>
          </a:xfrm>
          <a:custGeom xmlns:a="http://schemas.openxmlformats.org/drawingml/2006/main">
            <a:pathLst>
              <a:path w="6829425" h="2828925">
                <a:moveTo>
                  <a:pt x="0" y="0"/>
                </a:moveTo>
                <a:lnTo>
                  <a:pt x="0" y="2828925"/>
                </a:lnTo>
                <a:lnTo>
                  <a:pt x="6829425" y="2828925"/>
                </a:lnTo>
                <a:lnTo>
                  <a:pt x="68294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BE01E-D1F4-4D44-9666-ED41E91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73" y="69721"/>
            <a:ext cx="5599557" cy="2082089"/>
          </a:xfrm>
          <a:custGeom xmlns:a="http://schemas.openxmlformats.org/drawingml/2006/main">
            <a:pathLst>
              <a:path w="5599557" h="2082089" fill="none">
                <a:moveTo>
                  <a:pt x="0" y="0"/>
                </a:moveTo>
                <a:lnTo>
                  <a:pt x="5599557" y="0"/>
                </a:lnTo>
                <a:lnTo>
                  <a:pt x="5599557" y="2082089"/>
                </a:lnTo>
                <a:lnTo>
                  <a:pt x="0" y="20820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041" cap="rnd">
            <a:solidFill>
              <a:srgbClr val="666666"/>
            </a:solidFill>
            <a:custDash>
              <a:ds d="571429" sp="571429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D248D-4D65-49C4-A23D-7EF4B1B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013" y="2692885"/>
            <a:ext cx="374618" cy="38866"/>
          </a:xfrm>
          <a:custGeom xmlns:a="http://schemas.openxmlformats.org/drawingml/2006/main">
            <a:pathLst>
              <a:path w="374618" h="38866" fill="none">
                <a:moveTo>
                  <a:pt x="0" y="0"/>
                </a:moveTo>
                <a:lnTo>
                  <a:pt x="0" y="38866"/>
                </a:lnTo>
                <a:lnTo>
                  <a:pt x="374618" y="38866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B1001C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69956-093A-40BC-A24D-43FF4EA8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625" y="2700521"/>
            <a:ext cx="83284" cy="62463"/>
          </a:xfrm>
          <a:custGeom xmlns:a="http://schemas.openxmlformats.org/drawingml/2006/main">
            <a:pathLst>
              <a:path w="83284" h="62463">
                <a:moveTo>
                  <a:pt x="83284" y="31231"/>
                </a:moveTo>
                <a:lnTo>
                  <a:pt x="0" y="0"/>
                </a:lnTo>
                <a:lnTo>
                  <a:pt x="0" y="62463"/>
                </a:lnTo>
                <a:lnTo>
                  <a:pt x="83284" y="31231"/>
                </a:lnTo>
                <a:close/>
                <a:moveTo>
                  <a:pt x="83284" y="31231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EC390-62B0-4FA0-B345-4D97FA1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631" y="2700519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83284" y="31231"/>
                </a:moveTo>
                <a:lnTo>
                  <a:pt x="0" y="0"/>
                </a:lnTo>
                <a:lnTo>
                  <a:pt x="0" y="62463"/>
                </a:lnTo>
                <a:lnTo>
                  <a:pt x="83284" y="31231"/>
                </a:lnTo>
                <a:close/>
                <a:moveTo>
                  <a:pt x="83284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B1001C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E8A3A-0A07-42D8-A3BB-C72E9FF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4" y="2123245"/>
            <a:ext cx="972730" cy="289205"/>
          </a:xfrm>
          <a:custGeom xmlns:a="http://schemas.openxmlformats.org/drawingml/2006/main">
            <a:pathLst>
              <a:path w="972730" h="289205" fill="none">
                <a:moveTo>
                  <a:pt x="0" y="0"/>
                </a:moveTo>
                <a:lnTo>
                  <a:pt x="0" y="136976"/>
                </a:lnTo>
                <a:lnTo>
                  <a:pt x="972730" y="136976"/>
                </a:lnTo>
                <a:lnTo>
                  <a:pt x="972730" y="28920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80BCC-1239-4E67-9A73-B3B77848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59" y="2412449"/>
            <a:ext cx="41642" cy="55522"/>
          </a:xfrm>
          <a:custGeom xmlns:a="http://schemas.openxmlformats.org/drawingml/2006/main">
            <a:pathLst>
              <a:path w="41642" h="55522">
                <a:moveTo>
                  <a:pt x="20821" y="55522"/>
                </a:moveTo>
                <a:lnTo>
                  <a:pt x="41642" y="0"/>
                </a:lnTo>
                <a:lnTo>
                  <a:pt x="0" y="0"/>
                </a:lnTo>
                <a:lnTo>
                  <a:pt x="20821" y="55522"/>
                </a:lnTo>
                <a:close/>
                <a:moveTo>
                  <a:pt x="20821" y="555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50DD2-41F9-447D-B325-434E6E38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63" y="2412450"/>
            <a:ext cx="41642" cy="55522"/>
          </a:xfrm>
          <a:custGeom xmlns:a="http://schemas.openxmlformats.org/drawingml/2006/main">
            <a:pathLst>
              <a:path w="41642" h="55522" fill="none">
                <a:moveTo>
                  <a:pt x="20821" y="55522"/>
                </a:moveTo>
                <a:lnTo>
                  <a:pt x="41642" y="0"/>
                </a:lnTo>
                <a:lnTo>
                  <a:pt x="0" y="0"/>
                </a:lnTo>
                <a:lnTo>
                  <a:pt x="20821" y="55522"/>
                </a:lnTo>
                <a:close/>
                <a:moveTo>
                  <a:pt x="20821" y="55522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FCCD9-5F74-4E2E-826D-F713F98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11" y="2122614"/>
            <a:ext cx="10" cy="261444"/>
          </a:xfrm>
          <a:custGeom xmlns:a="http://schemas.openxmlformats.org/drawingml/2006/main">
            <a:pathLst>
              <a:path w="1" h="261444" fill="none">
                <a:moveTo>
                  <a:pt x="0" y="0"/>
                </a:moveTo>
                <a:lnTo>
                  <a:pt x="0" y="26144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6529A-1038-4313-A034-75BC195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275" y="2384058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559C8-4DA4-461D-8638-7F991247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280" y="2384058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195DA-004A-46A1-872F-354B1C47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689" y="2197048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4" name="Text 48">
            <a:extLst xmlns:a="http://schemas.openxmlformats.org/drawingml/2006/main">
              <a:ext uri="{FF2B5EF4-FFF2-40B4-BE49-F238E27FC236}">
                <a16:creationId xmlns:a16="http://schemas.microsoft.com/office/drawing/2014/main" id="{0996EFE9-55A6-4E44-A853-C1886354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46" y="2188082"/>
            <a:ext cx="177913" cy="130500"/>
          </a:xfrm>
          <a:custGeom xmlns:a="http://schemas.openxmlformats.org/drawingml/2006/main">
            <a:pathLst>
              <a:path w="177913" h="130500">
                <a:moveTo>
                  <a:pt x="0" y="80592"/>
                </a:moveTo>
                <a:lnTo>
                  <a:pt x="59520" y="0"/>
                </a:lnTo>
                <a:lnTo>
                  <a:pt x="70795" y="0"/>
                </a:lnTo>
                <a:lnTo>
                  <a:pt x="70795" y="80592"/>
                </a:lnTo>
                <a:lnTo>
                  <a:pt x="82256" y="80592"/>
                </a:lnTo>
                <a:lnTo>
                  <a:pt x="82256" y="99816"/>
                </a:lnTo>
                <a:lnTo>
                  <a:pt x="70795" y="99816"/>
                </a:lnTo>
                <a:lnTo>
                  <a:pt x="70795" y="127912"/>
                </a:lnTo>
                <a:lnTo>
                  <a:pt x="45379" y="127912"/>
                </a:lnTo>
                <a:lnTo>
                  <a:pt x="45379" y="99816"/>
                </a:lnTo>
                <a:lnTo>
                  <a:pt x="0" y="99816"/>
                </a:lnTo>
                <a:lnTo>
                  <a:pt x="0" y="80592"/>
                </a:lnTo>
                <a:moveTo>
                  <a:pt x="8965" y="80592"/>
                </a:moveTo>
                <a:lnTo>
                  <a:pt x="45379" y="80592"/>
                </a:lnTo>
                <a:lnTo>
                  <a:pt x="45379" y="31288"/>
                </a:lnTo>
                <a:lnTo>
                  <a:pt x="8965" y="80592"/>
                </a:lnTo>
                <a:close/>
                <a:moveTo>
                  <a:pt x="154438" y="57065"/>
                </a:moveTo>
                <a:cubicBezTo>
                  <a:pt x="163249" y="63538"/>
                  <a:pt x="169364" y="69565"/>
                  <a:pt x="172784" y="75145"/>
                </a:cubicBezTo>
                <a:cubicBezTo>
                  <a:pt x="176203" y="80725"/>
                  <a:pt x="177913" y="87122"/>
                  <a:pt x="177913" y="94337"/>
                </a:cubicBezTo>
                <a:cubicBezTo>
                  <a:pt x="177913" y="104450"/>
                  <a:pt x="174108" y="113005"/>
                  <a:pt x="166499" y="120005"/>
                </a:cubicBezTo>
                <a:cubicBezTo>
                  <a:pt x="158890" y="127002"/>
                  <a:pt x="148554" y="130500"/>
                  <a:pt x="135491" y="130500"/>
                </a:cubicBezTo>
                <a:cubicBezTo>
                  <a:pt x="123107" y="130500"/>
                  <a:pt x="113526" y="127445"/>
                  <a:pt x="106748" y="121336"/>
                </a:cubicBezTo>
                <a:cubicBezTo>
                  <a:pt x="99970" y="115225"/>
                  <a:pt x="96582" y="107757"/>
                  <a:pt x="96582" y="98932"/>
                </a:cubicBezTo>
                <a:cubicBezTo>
                  <a:pt x="96582" y="92205"/>
                  <a:pt x="98538" y="86311"/>
                  <a:pt x="102450" y="81251"/>
                </a:cubicBezTo>
                <a:cubicBezTo>
                  <a:pt x="106363" y="76189"/>
                  <a:pt x="112879" y="71559"/>
                  <a:pt x="121998" y="67361"/>
                </a:cubicBezTo>
                <a:cubicBezTo>
                  <a:pt x="112078" y="59819"/>
                  <a:pt x="105716" y="53643"/>
                  <a:pt x="102912" y="48834"/>
                </a:cubicBezTo>
                <a:cubicBezTo>
                  <a:pt x="100109" y="44024"/>
                  <a:pt x="98707" y="38444"/>
                  <a:pt x="98707" y="32094"/>
                </a:cubicBezTo>
                <a:cubicBezTo>
                  <a:pt x="98707" y="23708"/>
                  <a:pt x="102266" y="16325"/>
                  <a:pt x="109382" y="9944"/>
                </a:cubicBezTo>
                <a:cubicBezTo>
                  <a:pt x="116499" y="3561"/>
                  <a:pt x="126249" y="370"/>
                  <a:pt x="138634" y="370"/>
                </a:cubicBezTo>
                <a:cubicBezTo>
                  <a:pt x="150587" y="370"/>
                  <a:pt x="159783" y="3190"/>
                  <a:pt x="166222" y="8832"/>
                </a:cubicBezTo>
                <a:cubicBezTo>
                  <a:pt x="172660" y="14474"/>
                  <a:pt x="175880" y="21241"/>
                  <a:pt x="175880" y="29133"/>
                </a:cubicBezTo>
                <a:cubicBezTo>
                  <a:pt x="175880" y="35052"/>
                  <a:pt x="174139" y="40278"/>
                  <a:pt x="170658" y="44810"/>
                </a:cubicBezTo>
                <a:cubicBezTo>
                  <a:pt x="167177" y="49343"/>
                  <a:pt x="161770" y="53428"/>
                  <a:pt x="154438" y="57065"/>
                </a:cubicBezTo>
                <a:moveTo>
                  <a:pt x="147414" y="52415"/>
                </a:moveTo>
                <a:cubicBezTo>
                  <a:pt x="149694" y="49340"/>
                  <a:pt x="151388" y="45896"/>
                  <a:pt x="152497" y="42084"/>
                </a:cubicBezTo>
                <a:cubicBezTo>
                  <a:pt x="153606" y="38270"/>
                  <a:pt x="154161" y="34086"/>
                  <a:pt x="154161" y="29535"/>
                </a:cubicBezTo>
                <a:cubicBezTo>
                  <a:pt x="154161" y="21538"/>
                  <a:pt x="152435" y="15418"/>
                  <a:pt x="148985" y="11174"/>
                </a:cubicBezTo>
                <a:cubicBezTo>
                  <a:pt x="146397" y="7915"/>
                  <a:pt x="142823" y="6285"/>
                  <a:pt x="138264" y="6285"/>
                </a:cubicBezTo>
                <a:cubicBezTo>
                  <a:pt x="134136" y="6285"/>
                  <a:pt x="130624" y="7773"/>
                  <a:pt x="127728" y="10750"/>
                </a:cubicBezTo>
                <a:cubicBezTo>
                  <a:pt x="124832" y="13727"/>
                  <a:pt x="123384" y="17424"/>
                  <a:pt x="123384" y="21841"/>
                </a:cubicBezTo>
                <a:cubicBezTo>
                  <a:pt x="123384" y="26321"/>
                  <a:pt x="125001" y="30970"/>
                  <a:pt x="128236" y="35788"/>
                </a:cubicBezTo>
                <a:cubicBezTo>
                  <a:pt x="131471" y="40605"/>
                  <a:pt x="137864" y="46148"/>
                  <a:pt x="147414" y="52415"/>
                </a:cubicBezTo>
                <a:moveTo>
                  <a:pt x="128929" y="71766"/>
                </a:moveTo>
                <a:cubicBezTo>
                  <a:pt x="127019" y="73495"/>
                  <a:pt x="125664" y="75070"/>
                  <a:pt x="124863" y="76491"/>
                </a:cubicBezTo>
                <a:cubicBezTo>
                  <a:pt x="123630" y="78653"/>
                  <a:pt x="122521" y="81804"/>
                  <a:pt x="121536" y="85944"/>
                </a:cubicBezTo>
                <a:cubicBezTo>
                  <a:pt x="120550" y="90084"/>
                  <a:pt x="120057" y="94408"/>
                  <a:pt x="120057" y="98918"/>
                </a:cubicBezTo>
                <a:cubicBezTo>
                  <a:pt x="120057" y="104725"/>
                  <a:pt x="120796" y="109590"/>
                  <a:pt x="122275" y="113512"/>
                </a:cubicBezTo>
                <a:cubicBezTo>
                  <a:pt x="123754" y="117434"/>
                  <a:pt x="125864" y="120261"/>
                  <a:pt x="128606" y="121992"/>
                </a:cubicBezTo>
                <a:cubicBezTo>
                  <a:pt x="131348" y="123721"/>
                  <a:pt x="134167" y="124585"/>
                  <a:pt x="137063" y="124585"/>
                </a:cubicBezTo>
                <a:cubicBezTo>
                  <a:pt x="141560" y="124585"/>
                  <a:pt x="145350" y="122934"/>
                  <a:pt x="148430" y="119632"/>
                </a:cubicBezTo>
                <a:cubicBezTo>
                  <a:pt x="151511" y="116328"/>
                  <a:pt x="153052" y="111805"/>
                  <a:pt x="153052" y="106063"/>
                </a:cubicBezTo>
                <a:cubicBezTo>
                  <a:pt x="153052" y="94085"/>
                  <a:pt x="145011" y="82652"/>
                  <a:pt x="128929" y="717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D5402-E809-408C-A39D-4950EDF7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995" y="2508352"/>
            <a:ext cx="618317" cy="172701"/>
          </a:xfrm>
          <a:custGeom xmlns:a="http://schemas.openxmlformats.org/drawingml/2006/main">
            <a:pathLst>
              <a:path w="618317" h="172701">
                <a:moveTo>
                  <a:pt x="0" y="0"/>
                </a:moveTo>
                <a:lnTo>
                  <a:pt x="618317" y="0"/>
                </a:lnTo>
                <a:lnTo>
                  <a:pt x="494654" y="172701"/>
                </a:lnTo>
                <a:lnTo>
                  <a:pt x="123663" y="17270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55406-4292-4F14-AD43-95AD9C79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998" y="2508352"/>
            <a:ext cx="618317" cy="172703"/>
          </a:xfrm>
          <a:custGeom xmlns:a="http://schemas.openxmlformats.org/drawingml/2006/main">
            <a:pathLst>
              <a:path w="618317" h="172703" fill="none">
                <a:moveTo>
                  <a:pt x="0" y="0"/>
                </a:moveTo>
                <a:lnTo>
                  <a:pt x="618317" y="0"/>
                </a:lnTo>
                <a:lnTo>
                  <a:pt x="494654" y="172703"/>
                </a:lnTo>
                <a:lnTo>
                  <a:pt x="123663" y="172703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7" name="Text Mux">
            <a:extLst xmlns:a="http://schemas.openxmlformats.org/drawingml/2006/main">
              <a:ext uri="{FF2B5EF4-FFF2-40B4-BE49-F238E27FC236}">
                <a16:creationId xmlns:a16="http://schemas.microsoft.com/office/drawing/2014/main" id="{2790E2C9-B822-4390-9574-4E07AE3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502" y="2535778"/>
            <a:ext cx="322794" cy="117253"/>
          </a:xfrm>
          <a:custGeom xmlns:a="http://schemas.openxmlformats.org/drawingml/2006/main">
            <a:pathLst>
              <a:path w="322794" h="117253">
                <a:moveTo>
                  <a:pt x="68115" y="114881"/>
                </a:moveTo>
                <a:lnTo>
                  <a:pt x="23722" y="18215"/>
                </a:lnTo>
                <a:lnTo>
                  <a:pt x="23722" y="94887"/>
                </a:lnTo>
                <a:cubicBezTo>
                  <a:pt x="23722" y="101947"/>
                  <a:pt x="24484" y="106352"/>
                  <a:pt x="26009" y="108103"/>
                </a:cubicBezTo>
                <a:cubicBezTo>
                  <a:pt x="28099" y="110475"/>
                  <a:pt x="31403" y="111662"/>
                  <a:pt x="35921" y="111662"/>
                </a:cubicBezTo>
                <a:lnTo>
                  <a:pt x="39988" y="111662"/>
                </a:lnTo>
                <a:lnTo>
                  <a:pt x="39988" y="114881"/>
                </a:lnTo>
                <a:lnTo>
                  <a:pt x="0" y="114881"/>
                </a:lnTo>
                <a:lnTo>
                  <a:pt x="0" y="111662"/>
                </a:lnTo>
                <a:lnTo>
                  <a:pt x="4067" y="111662"/>
                </a:lnTo>
                <a:cubicBezTo>
                  <a:pt x="8924" y="111662"/>
                  <a:pt x="12369" y="110193"/>
                  <a:pt x="14402" y="107256"/>
                </a:cubicBezTo>
                <a:cubicBezTo>
                  <a:pt x="15645" y="105449"/>
                  <a:pt x="16266" y="101326"/>
                  <a:pt x="16266" y="94887"/>
                </a:cubicBezTo>
                <a:lnTo>
                  <a:pt x="16266" y="19994"/>
                </a:lnTo>
                <a:cubicBezTo>
                  <a:pt x="16266" y="14911"/>
                  <a:pt x="15702" y="11240"/>
                  <a:pt x="14572" y="8980"/>
                </a:cubicBezTo>
                <a:cubicBezTo>
                  <a:pt x="13781" y="7342"/>
                  <a:pt x="12327" y="5973"/>
                  <a:pt x="10209" y="4871"/>
                </a:cubicBezTo>
                <a:cubicBezTo>
                  <a:pt x="8091" y="3770"/>
                  <a:pt x="4688" y="3219"/>
                  <a:pt x="0" y="3219"/>
                </a:cubicBezTo>
                <a:lnTo>
                  <a:pt x="0" y="0"/>
                </a:lnTo>
                <a:lnTo>
                  <a:pt x="32533" y="0"/>
                </a:lnTo>
                <a:lnTo>
                  <a:pt x="74215" y="89870"/>
                </a:lnTo>
                <a:lnTo>
                  <a:pt x="115220" y="0"/>
                </a:lnTo>
                <a:lnTo>
                  <a:pt x="147752" y="0"/>
                </a:lnTo>
                <a:lnTo>
                  <a:pt x="147752" y="3219"/>
                </a:lnTo>
                <a:lnTo>
                  <a:pt x="143771" y="3219"/>
                </a:lnTo>
                <a:cubicBezTo>
                  <a:pt x="138857" y="3219"/>
                  <a:pt x="135383" y="4688"/>
                  <a:pt x="133350" y="7625"/>
                </a:cubicBezTo>
                <a:cubicBezTo>
                  <a:pt x="132107" y="9432"/>
                  <a:pt x="131486" y="13555"/>
                  <a:pt x="131486" y="19994"/>
                </a:cubicBezTo>
                <a:lnTo>
                  <a:pt x="131486" y="94887"/>
                </a:lnTo>
                <a:cubicBezTo>
                  <a:pt x="131486" y="101947"/>
                  <a:pt x="132277" y="106352"/>
                  <a:pt x="133858" y="108103"/>
                </a:cubicBezTo>
                <a:cubicBezTo>
                  <a:pt x="135948" y="110475"/>
                  <a:pt x="139252" y="111662"/>
                  <a:pt x="143771" y="111662"/>
                </a:cubicBezTo>
                <a:lnTo>
                  <a:pt x="147752" y="111662"/>
                </a:lnTo>
                <a:lnTo>
                  <a:pt x="147752" y="114881"/>
                </a:lnTo>
                <a:lnTo>
                  <a:pt x="98953" y="114881"/>
                </a:lnTo>
                <a:lnTo>
                  <a:pt x="98953" y="111662"/>
                </a:lnTo>
                <a:lnTo>
                  <a:pt x="103020" y="111662"/>
                </a:lnTo>
                <a:cubicBezTo>
                  <a:pt x="107934" y="111662"/>
                  <a:pt x="111379" y="110193"/>
                  <a:pt x="113356" y="107256"/>
                </a:cubicBezTo>
                <a:cubicBezTo>
                  <a:pt x="114598" y="105449"/>
                  <a:pt x="115220" y="101326"/>
                  <a:pt x="115220" y="94887"/>
                </a:cubicBezTo>
                <a:lnTo>
                  <a:pt x="115220" y="18215"/>
                </a:lnTo>
                <a:lnTo>
                  <a:pt x="70911" y="114881"/>
                </a:lnTo>
                <a:lnTo>
                  <a:pt x="68115" y="114881"/>
                </a:lnTo>
                <a:close/>
                <a:moveTo>
                  <a:pt x="224857" y="37277"/>
                </a:moveTo>
                <a:lnTo>
                  <a:pt x="224857" y="84551"/>
                </a:lnTo>
                <a:cubicBezTo>
                  <a:pt x="224857" y="93420"/>
                  <a:pt x="225069" y="98845"/>
                  <a:pt x="225492" y="100825"/>
                </a:cubicBezTo>
                <a:cubicBezTo>
                  <a:pt x="225916" y="102804"/>
                  <a:pt x="226594" y="104187"/>
                  <a:pt x="227526" y="104974"/>
                </a:cubicBezTo>
                <a:cubicBezTo>
                  <a:pt x="228458" y="105761"/>
                  <a:pt x="229545" y="106155"/>
                  <a:pt x="230788" y="106155"/>
                </a:cubicBezTo>
                <a:cubicBezTo>
                  <a:pt x="232538" y="106155"/>
                  <a:pt x="234515" y="105675"/>
                  <a:pt x="236718" y="104714"/>
                </a:cubicBezTo>
                <a:lnTo>
                  <a:pt x="237904" y="107764"/>
                </a:lnTo>
                <a:lnTo>
                  <a:pt x="214691" y="117253"/>
                </a:lnTo>
                <a:lnTo>
                  <a:pt x="210878" y="117253"/>
                </a:lnTo>
                <a:lnTo>
                  <a:pt x="210878" y="100894"/>
                </a:lnTo>
                <a:cubicBezTo>
                  <a:pt x="204214" y="108090"/>
                  <a:pt x="199130" y="112615"/>
                  <a:pt x="195629" y="114471"/>
                </a:cubicBezTo>
                <a:cubicBezTo>
                  <a:pt x="192127" y="116326"/>
                  <a:pt x="188427" y="117253"/>
                  <a:pt x="184530" y="117253"/>
                </a:cubicBezTo>
                <a:cubicBezTo>
                  <a:pt x="180181" y="117253"/>
                  <a:pt x="176411" y="115996"/>
                  <a:pt x="173220" y="113483"/>
                </a:cubicBezTo>
                <a:cubicBezTo>
                  <a:pt x="170029" y="110970"/>
                  <a:pt x="167812" y="107736"/>
                  <a:pt x="166569" y="103783"/>
                </a:cubicBezTo>
                <a:cubicBezTo>
                  <a:pt x="165327" y="99829"/>
                  <a:pt x="164706" y="94237"/>
                  <a:pt x="164706" y="87008"/>
                </a:cubicBezTo>
                <a:lnTo>
                  <a:pt x="164706" y="52357"/>
                </a:lnTo>
                <a:cubicBezTo>
                  <a:pt x="164706" y="48660"/>
                  <a:pt x="164310" y="46100"/>
                  <a:pt x="163519" y="44679"/>
                </a:cubicBezTo>
                <a:cubicBezTo>
                  <a:pt x="162729" y="43257"/>
                  <a:pt x="161557" y="42162"/>
                  <a:pt x="160004" y="41394"/>
                </a:cubicBezTo>
                <a:cubicBezTo>
                  <a:pt x="158450" y="40626"/>
                  <a:pt x="155640" y="40270"/>
                  <a:pt x="151574" y="40327"/>
                </a:cubicBezTo>
                <a:lnTo>
                  <a:pt x="151574" y="37277"/>
                </a:lnTo>
                <a:lnTo>
                  <a:pt x="178769" y="37277"/>
                </a:lnTo>
                <a:lnTo>
                  <a:pt x="178769" y="89274"/>
                </a:lnTo>
                <a:cubicBezTo>
                  <a:pt x="178769" y="96512"/>
                  <a:pt x="180026" y="101263"/>
                  <a:pt x="182539" y="103526"/>
                </a:cubicBezTo>
                <a:cubicBezTo>
                  <a:pt x="185053" y="105787"/>
                  <a:pt x="188088" y="106917"/>
                  <a:pt x="191647" y="106917"/>
                </a:cubicBezTo>
                <a:cubicBezTo>
                  <a:pt x="194075" y="106917"/>
                  <a:pt x="196829" y="106154"/>
                  <a:pt x="199907" y="104627"/>
                </a:cubicBezTo>
                <a:cubicBezTo>
                  <a:pt x="202985" y="103100"/>
                  <a:pt x="206642" y="100188"/>
                  <a:pt x="210878" y="95890"/>
                </a:cubicBezTo>
                <a:lnTo>
                  <a:pt x="210878" y="52018"/>
                </a:lnTo>
                <a:cubicBezTo>
                  <a:pt x="210878" y="47516"/>
                  <a:pt x="210073" y="44470"/>
                  <a:pt x="208464" y="42882"/>
                </a:cubicBezTo>
                <a:cubicBezTo>
                  <a:pt x="206854" y="41293"/>
                  <a:pt x="203508" y="40442"/>
                  <a:pt x="198424" y="40327"/>
                </a:cubicBezTo>
                <a:lnTo>
                  <a:pt x="198424" y="37277"/>
                </a:lnTo>
                <a:lnTo>
                  <a:pt x="224857" y="37277"/>
                </a:lnTo>
                <a:close/>
                <a:moveTo>
                  <a:pt x="240446" y="37277"/>
                </a:moveTo>
                <a:lnTo>
                  <a:pt x="276960" y="37277"/>
                </a:lnTo>
                <a:lnTo>
                  <a:pt x="276960" y="40327"/>
                </a:lnTo>
                <a:cubicBezTo>
                  <a:pt x="274645" y="40327"/>
                  <a:pt x="273021" y="40727"/>
                  <a:pt x="272089" y="41526"/>
                </a:cubicBezTo>
                <a:cubicBezTo>
                  <a:pt x="271157" y="42324"/>
                  <a:pt x="270691" y="43379"/>
                  <a:pt x="270691" y="44690"/>
                </a:cubicBezTo>
                <a:cubicBezTo>
                  <a:pt x="270691" y="46060"/>
                  <a:pt x="271680" y="48171"/>
                  <a:pt x="273656" y="51023"/>
                </a:cubicBezTo>
                <a:cubicBezTo>
                  <a:pt x="274278" y="51907"/>
                  <a:pt x="275210" y="53290"/>
                  <a:pt x="276452" y="55172"/>
                </a:cubicBezTo>
                <a:lnTo>
                  <a:pt x="281959" y="64014"/>
                </a:lnTo>
                <a:lnTo>
                  <a:pt x="288313" y="55203"/>
                </a:lnTo>
                <a:cubicBezTo>
                  <a:pt x="292380" y="49666"/>
                  <a:pt x="294413" y="46149"/>
                  <a:pt x="294413" y="44650"/>
                </a:cubicBezTo>
                <a:cubicBezTo>
                  <a:pt x="294413" y="43440"/>
                  <a:pt x="293933" y="42417"/>
                  <a:pt x="292973" y="41582"/>
                </a:cubicBezTo>
                <a:cubicBezTo>
                  <a:pt x="292012" y="40745"/>
                  <a:pt x="290459" y="40327"/>
                  <a:pt x="288313" y="40327"/>
                </a:cubicBezTo>
                <a:lnTo>
                  <a:pt x="288313" y="37277"/>
                </a:lnTo>
                <a:lnTo>
                  <a:pt x="314576" y="37277"/>
                </a:lnTo>
                <a:lnTo>
                  <a:pt x="314576" y="40327"/>
                </a:lnTo>
                <a:cubicBezTo>
                  <a:pt x="311809" y="40496"/>
                  <a:pt x="309408" y="41260"/>
                  <a:pt x="307375" y="42617"/>
                </a:cubicBezTo>
                <a:cubicBezTo>
                  <a:pt x="304608" y="44539"/>
                  <a:pt x="300823" y="48722"/>
                  <a:pt x="296023" y="55166"/>
                </a:cubicBezTo>
                <a:lnTo>
                  <a:pt x="285432" y="69299"/>
                </a:lnTo>
                <a:lnTo>
                  <a:pt x="304749" y="97156"/>
                </a:lnTo>
                <a:cubicBezTo>
                  <a:pt x="309493" y="103999"/>
                  <a:pt x="312882" y="108113"/>
                  <a:pt x="314915" y="109498"/>
                </a:cubicBezTo>
                <a:cubicBezTo>
                  <a:pt x="316948" y="110884"/>
                  <a:pt x="319575" y="111662"/>
                  <a:pt x="322794" y="111831"/>
                </a:cubicBezTo>
                <a:lnTo>
                  <a:pt x="322794" y="114881"/>
                </a:lnTo>
                <a:lnTo>
                  <a:pt x="286195" y="114881"/>
                </a:lnTo>
                <a:lnTo>
                  <a:pt x="286195" y="111831"/>
                </a:lnTo>
                <a:cubicBezTo>
                  <a:pt x="288737" y="111831"/>
                  <a:pt x="290713" y="111265"/>
                  <a:pt x="292125" y="110134"/>
                </a:cubicBezTo>
                <a:cubicBezTo>
                  <a:pt x="293199" y="109341"/>
                  <a:pt x="293735" y="108294"/>
                  <a:pt x="293735" y="106991"/>
                </a:cubicBezTo>
                <a:cubicBezTo>
                  <a:pt x="293735" y="105690"/>
                  <a:pt x="291928" y="102408"/>
                  <a:pt x="288313" y="97145"/>
                </a:cubicBezTo>
                <a:lnTo>
                  <a:pt x="276960" y="80545"/>
                </a:lnTo>
                <a:lnTo>
                  <a:pt x="264507" y="97076"/>
                </a:lnTo>
                <a:cubicBezTo>
                  <a:pt x="260666" y="102250"/>
                  <a:pt x="258746" y="105320"/>
                  <a:pt x="258746" y="106287"/>
                </a:cubicBezTo>
                <a:cubicBezTo>
                  <a:pt x="258746" y="107651"/>
                  <a:pt x="259381" y="108889"/>
                  <a:pt x="260652" y="109999"/>
                </a:cubicBezTo>
                <a:cubicBezTo>
                  <a:pt x="261923" y="111107"/>
                  <a:pt x="263829" y="111718"/>
                  <a:pt x="266370" y="111831"/>
                </a:cubicBezTo>
                <a:lnTo>
                  <a:pt x="266370" y="114881"/>
                </a:lnTo>
                <a:lnTo>
                  <a:pt x="241039" y="114881"/>
                </a:lnTo>
                <a:lnTo>
                  <a:pt x="241039" y="111831"/>
                </a:lnTo>
                <a:cubicBezTo>
                  <a:pt x="243072" y="111549"/>
                  <a:pt x="244851" y="110842"/>
                  <a:pt x="246376" y="109710"/>
                </a:cubicBezTo>
                <a:cubicBezTo>
                  <a:pt x="248523" y="108071"/>
                  <a:pt x="252137" y="103886"/>
                  <a:pt x="257221" y="97156"/>
                </a:cubicBezTo>
                <a:lnTo>
                  <a:pt x="273487" y="75507"/>
                </a:lnTo>
                <a:lnTo>
                  <a:pt x="258746" y="54152"/>
                </a:lnTo>
                <a:cubicBezTo>
                  <a:pt x="254566" y="48045"/>
                  <a:pt x="251333" y="44214"/>
                  <a:pt x="249045" y="42659"/>
                </a:cubicBezTo>
                <a:cubicBezTo>
                  <a:pt x="246758" y="41104"/>
                  <a:pt x="243891" y="40327"/>
                  <a:pt x="240446" y="40327"/>
                </a:cubicBezTo>
                <a:lnTo>
                  <a:pt x="240446" y="37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50E44-55BD-4815-B896-CAD2C2A8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41" y="2122614"/>
            <a:ext cx="10" cy="261444"/>
          </a:xfrm>
          <a:custGeom xmlns:a="http://schemas.openxmlformats.org/drawingml/2006/main">
            <a:pathLst>
              <a:path w="1" h="261444" fill="none">
                <a:moveTo>
                  <a:pt x="0" y="0"/>
                </a:moveTo>
                <a:lnTo>
                  <a:pt x="0" y="26144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43493-2A27-42DB-84CC-08CECF79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08" y="2384058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0D65B-7B49-4DA1-B179-6B98C53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10" y="2384058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C62BA-07C7-4E8D-AA41-E8EE112E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19" y="2197048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2" name="Text 48">
            <a:extLst xmlns:a="http://schemas.openxmlformats.org/drawingml/2006/main">
              <a:ext uri="{FF2B5EF4-FFF2-40B4-BE49-F238E27FC236}">
                <a16:creationId xmlns:a16="http://schemas.microsoft.com/office/drawing/2014/main" id="{70EACFB7-AE12-45FB-9EC3-6546E30C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491" y="2188082"/>
            <a:ext cx="177913" cy="130500"/>
          </a:xfrm>
          <a:custGeom xmlns:a="http://schemas.openxmlformats.org/drawingml/2006/main">
            <a:pathLst>
              <a:path w="177913" h="130500">
                <a:moveTo>
                  <a:pt x="0" y="80592"/>
                </a:moveTo>
                <a:lnTo>
                  <a:pt x="59520" y="0"/>
                </a:lnTo>
                <a:lnTo>
                  <a:pt x="70795" y="0"/>
                </a:lnTo>
                <a:lnTo>
                  <a:pt x="70795" y="80592"/>
                </a:lnTo>
                <a:lnTo>
                  <a:pt x="82256" y="80592"/>
                </a:lnTo>
                <a:lnTo>
                  <a:pt x="82256" y="99816"/>
                </a:lnTo>
                <a:lnTo>
                  <a:pt x="70795" y="99816"/>
                </a:lnTo>
                <a:lnTo>
                  <a:pt x="70795" y="127912"/>
                </a:lnTo>
                <a:lnTo>
                  <a:pt x="45379" y="127912"/>
                </a:lnTo>
                <a:lnTo>
                  <a:pt x="45379" y="99816"/>
                </a:lnTo>
                <a:lnTo>
                  <a:pt x="0" y="99816"/>
                </a:lnTo>
                <a:lnTo>
                  <a:pt x="0" y="80592"/>
                </a:lnTo>
                <a:moveTo>
                  <a:pt x="8965" y="80592"/>
                </a:moveTo>
                <a:lnTo>
                  <a:pt x="45379" y="80592"/>
                </a:lnTo>
                <a:lnTo>
                  <a:pt x="45379" y="31288"/>
                </a:lnTo>
                <a:lnTo>
                  <a:pt x="8965" y="80592"/>
                </a:lnTo>
                <a:close/>
                <a:moveTo>
                  <a:pt x="154438" y="57065"/>
                </a:moveTo>
                <a:cubicBezTo>
                  <a:pt x="163249" y="63538"/>
                  <a:pt x="169364" y="69565"/>
                  <a:pt x="172784" y="75145"/>
                </a:cubicBezTo>
                <a:cubicBezTo>
                  <a:pt x="176203" y="80725"/>
                  <a:pt x="177913" y="87122"/>
                  <a:pt x="177913" y="94337"/>
                </a:cubicBezTo>
                <a:cubicBezTo>
                  <a:pt x="177913" y="104450"/>
                  <a:pt x="174108" y="113005"/>
                  <a:pt x="166499" y="120005"/>
                </a:cubicBezTo>
                <a:cubicBezTo>
                  <a:pt x="158890" y="127002"/>
                  <a:pt x="148554" y="130500"/>
                  <a:pt x="135491" y="130500"/>
                </a:cubicBezTo>
                <a:cubicBezTo>
                  <a:pt x="123107" y="130500"/>
                  <a:pt x="113526" y="127445"/>
                  <a:pt x="106748" y="121336"/>
                </a:cubicBezTo>
                <a:cubicBezTo>
                  <a:pt x="99970" y="115225"/>
                  <a:pt x="96582" y="107757"/>
                  <a:pt x="96582" y="98932"/>
                </a:cubicBezTo>
                <a:cubicBezTo>
                  <a:pt x="96582" y="92205"/>
                  <a:pt x="98538" y="86311"/>
                  <a:pt x="102450" y="81251"/>
                </a:cubicBezTo>
                <a:cubicBezTo>
                  <a:pt x="106363" y="76189"/>
                  <a:pt x="112879" y="71559"/>
                  <a:pt x="121998" y="67361"/>
                </a:cubicBezTo>
                <a:cubicBezTo>
                  <a:pt x="112078" y="59819"/>
                  <a:pt x="105716" y="53643"/>
                  <a:pt x="102912" y="48834"/>
                </a:cubicBezTo>
                <a:cubicBezTo>
                  <a:pt x="100109" y="44024"/>
                  <a:pt x="98707" y="38444"/>
                  <a:pt x="98707" y="32094"/>
                </a:cubicBezTo>
                <a:cubicBezTo>
                  <a:pt x="98707" y="23708"/>
                  <a:pt x="102266" y="16325"/>
                  <a:pt x="109382" y="9944"/>
                </a:cubicBezTo>
                <a:cubicBezTo>
                  <a:pt x="116499" y="3561"/>
                  <a:pt x="126249" y="370"/>
                  <a:pt x="138634" y="370"/>
                </a:cubicBezTo>
                <a:cubicBezTo>
                  <a:pt x="150587" y="370"/>
                  <a:pt x="159783" y="3190"/>
                  <a:pt x="166222" y="8832"/>
                </a:cubicBezTo>
                <a:cubicBezTo>
                  <a:pt x="172660" y="14474"/>
                  <a:pt x="175880" y="21241"/>
                  <a:pt x="175880" y="29133"/>
                </a:cubicBezTo>
                <a:cubicBezTo>
                  <a:pt x="175880" y="35052"/>
                  <a:pt x="174139" y="40278"/>
                  <a:pt x="170658" y="44810"/>
                </a:cubicBezTo>
                <a:cubicBezTo>
                  <a:pt x="167177" y="49343"/>
                  <a:pt x="161770" y="53428"/>
                  <a:pt x="154438" y="57065"/>
                </a:cubicBezTo>
                <a:moveTo>
                  <a:pt x="147414" y="52415"/>
                </a:moveTo>
                <a:cubicBezTo>
                  <a:pt x="149694" y="49340"/>
                  <a:pt x="151388" y="45896"/>
                  <a:pt x="152497" y="42084"/>
                </a:cubicBezTo>
                <a:cubicBezTo>
                  <a:pt x="153606" y="38270"/>
                  <a:pt x="154161" y="34086"/>
                  <a:pt x="154161" y="29535"/>
                </a:cubicBezTo>
                <a:cubicBezTo>
                  <a:pt x="154161" y="21538"/>
                  <a:pt x="152435" y="15418"/>
                  <a:pt x="148985" y="11174"/>
                </a:cubicBezTo>
                <a:cubicBezTo>
                  <a:pt x="146397" y="7915"/>
                  <a:pt x="142823" y="6285"/>
                  <a:pt x="138264" y="6285"/>
                </a:cubicBezTo>
                <a:cubicBezTo>
                  <a:pt x="134136" y="6285"/>
                  <a:pt x="130624" y="7773"/>
                  <a:pt x="127728" y="10750"/>
                </a:cubicBezTo>
                <a:cubicBezTo>
                  <a:pt x="124832" y="13727"/>
                  <a:pt x="123384" y="17424"/>
                  <a:pt x="123384" y="21841"/>
                </a:cubicBezTo>
                <a:cubicBezTo>
                  <a:pt x="123384" y="26321"/>
                  <a:pt x="125001" y="30970"/>
                  <a:pt x="128236" y="35788"/>
                </a:cubicBezTo>
                <a:cubicBezTo>
                  <a:pt x="131471" y="40605"/>
                  <a:pt x="137864" y="46148"/>
                  <a:pt x="147414" y="52415"/>
                </a:cubicBezTo>
                <a:moveTo>
                  <a:pt x="128929" y="71766"/>
                </a:moveTo>
                <a:cubicBezTo>
                  <a:pt x="127019" y="73495"/>
                  <a:pt x="125664" y="75070"/>
                  <a:pt x="124863" y="76491"/>
                </a:cubicBezTo>
                <a:cubicBezTo>
                  <a:pt x="123630" y="78653"/>
                  <a:pt x="122521" y="81804"/>
                  <a:pt x="121536" y="85944"/>
                </a:cubicBezTo>
                <a:cubicBezTo>
                  <a:pt x="120550" y="90084"/>
                  <a:pt x="120057" y="94408"/>
                  <a:pt x="120057" y="98918"/>
                </a:cubicBezTo>
                <a:cubicBezTo>
                  <a:pt x="120057" y="104725"/>
                  <a:pt x="120796" y="109590"/>
                  <a:pt x="122275" y="113512"/>
                </a:cubicBezTo>
                <a:cubicBezTo>
                  <a:pt x="123754" y="117434"/>
                  <a:pt x="125864" y="120261"/>
                  <a:pt x="128606" y="121992"/>
                </a:cubicBezTo>
                <a:cubicBezTo>
                  <a:pt x="131348" y="123721"/>
                  <a:pt x="134167" y="124585"/>
                  <a:pt x="137063" y="124585"/>
                </a:cubicBezTo>
                <a:cubicBezTo>
                  <a:pt x="141560" y="124585"/>
                  <a:pt x="145350" y="122934"/>
                  <a:pt x="148430" y="119632"/>
                </a:cubicBezTo>
                <a:cubicBezTo>
                  <a:pt x="151511" y="116328"/>
                  <a:pt x="153052" y="111805"/>
                  <a:pt x="153052" y="106063"/>
                </a:cubicBezTo>
                <a:cubicBezTo>
                  <a:pt x="153052" y="94085"/>
                  <a:pt x="145011" y="82652"/>
                  <a:pt x="128929" y="717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E0A83-C784-4728-BD3A-430FC77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733" y="2122614"/>
            <a:ext cx="10" cy="261444"/>
          </a:xfrm>
          <a:custGeom xmlns:a="http://schemas.openxmlformats.org/drawingml/2006/main">
            <a:pathLst>
              <a:path w="1" h="261444" fill="none">
                <a:moveTo>
                  <a:pt x="0" y="0"/>
                </a:moveTo>
                <a:lnTo>
                  <a:pt x="0" y="26144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A420B-9407-4698-A1F4-B14CE3A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04" y="2384058"/>
            <a:ext cx="62462" cy="83284"/>
          </a:xfrm>
          <a:custGeom xmlns:a="http://schemas.openxmlformats.org/drawingml/2006/main">
            <a:pathLst>
              <a:path w="62462" h="83284">
                <a:moveTo>
                  <a:pt x="31231" y="83284"/>
                </a:moveTo>
                <a:lnTo>
                  <a:pt x="62462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175E0-CE7E-42FA-8D82-D59A83A4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01" y="2384058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30239-B278-4EAE-B021-E4E3AF1E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11" y="2197048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7" name="Text 48">
            <a:extLst xmlns:a="http://schemas.openxmlformats.org/drawingml/2006/main">
              <a:ext uri="{FF2B5EF4-FFF2-40B4-BE49-F238E27FC236}">
                <a16:creationId xmlns:a16="http://schemas.microsoft.com/office/drawing/2014/main" id="{06A50083-3B1F-4441-9A9C-85016F5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083" y="2188082"/>
            <a:ext cx="177911" cy="130500"/>
          </a:xfrm>
          <a:custGeom xmlns:a="http://schemas.openxmlformats.org/drawingml/2006/main">
            <a:pathLst>
              <a:path w="177911" h="130500">
                <a:moveTo>
                  <a:pt x="0" y="80592"/>
                </a:moveTo>
                <a:lnTo>
                  <a:pt x="59520" y="0"/>
                </a:lnTo>
                <a:lnTo>
                  <a:pt x="70795" y="0"/>
                </a:lnTo>
                <a:lnTo>
                  <a:pt x="70795" y="80592"/>
                </a:lnTo>
                <a:lnTo>
                  <a:pt x="82256" y="80592"/>
                </a:lnTo>
                <a:lnTo>
                  <a:pt x="82256" y="99816"/>
                </a:lnTo>
                <a:lnTo>
                  <a:pt x="70795" y="99816"/>
                </a:lnTo>
                <a:lnTo>
                  <a:pt x="70795" y="127912"/>
                </a:lnTo>
                <a:lnTo>
                  <a:pt x="45379" y="127912"/>
                </a:lnTo>
                <a:lnTo>
                  <a:pt x="45379" y="99816"/>
                </a:lnTo>
                <a:lnTo>
                  <a:pt x="0" y="99816"/>
                </a:lnTo>
                <a:lnTo>
                  <a:pt x="0" y="80592"/>
                </a:lnTo>
                <a:moveTo>
                  <a:pt x="8965" y="80592"/>
                </a:moveTo>
                <a:lnTo>
                  <a:pt x="45379" y="80592"/>
                </a:lnTo>
                <a:lnTo>
                  <a:pt x="45379" y="31288"/>
                </a:lnTo>
                <a:lnTo>
                  <a:pt x="8965" y="80592"/>
                </a:lnTo>
                <a:close/>
                <a:moveTo>
                  <a:pt x="154436" y="57065"/>
                </a:moveTo>
                <a:cubicBezTo>
                  <a:pt x="163247" y="63538"/>
                  <a:pt x="169362" y="69565"/>
                  <a:pt x="172782" y="75145"/>
                </a:cubicBezTo>
                <a:cubicBezTo>
                  <a:pt x="176202" y="80725"/>
                  <a:pt x="177911" y="87122"/>
                  <a:pt x="177911" y="94337"/>
                </a:cubicBezTo>
                <a:cubicBezTo>
                  <a:pt x="177911" y="104450"/>
                  <a:pt x="174107" y="113005"/>
                  <a:pt x="166497" y="120005"/>
                </a:cubicBezTo>
                <a:cubicBezTo>
                  <a:pt x="158888" y="127002"/>
                  <a:pt x="148552" y="130500"/>
                  <a:pt x="135490" y="130500"/>
                </a:cubicBezTo>
                <a:cubicBezTo>
                  <a:pt x="123105" y="130500"/>
                  <a:pt x="113524" y="127445"/>
                  <a:pt x="106746" y="121336"/>
                </a:cubicBezTo>
                <a:cubicBezTo>
                  <a:pt x="99969" y="115225"/>
                  <a:pt x="96580" y="107757"/>
                  <a:pt x="96580" y="98932"/>
                </a:cubicBezTo>
                <a:cubicBezTo>
                  <a:pt x="96580" y="92205"/>
                  <a:pt x="98536" y="86311"/>
                  <a:pt x="102449" y="81251"/>
                </a:cubicBezTo>
                <a:cubicBezTo>
                  <a:pt x="106361" y="76189"/>
                  <a:pt x="112877" y="71559"/>
                  <a:pt x="121996" y="67361"/>
                </a:cubicBezTo>
                <a:cubicBezTo>
                  <a:pt x="112076" y="59819"/>
                  <a:pt x="105714" y="53643"/>
                  <a:pt x="102911" y="48834"/>
                </a:cubicBezTo>
                <a:cubicBezTo>
                  <a:pt x="100107" y="44024"/>
                  <a:pt x="98706" y="38444"/>
                  <a:pt x="98706" y="32094"/>
                </a:cubicBezTo>
                <a:cubicBezTo>
                  <a:pt x="98706" y="23708"/>
                  <a:pt x="102264" y="16325"/>
                  <a:pt x="109380" y="9944"/>
                </a:cubicBezTo>
                <a:cubicBezTo>
                  <a:pt x="116497" y="3561"/>
                  <a:pt x="126247" y="370"/>
                  <a:pt x="138632" y="370"/>
                </a:cubicBezTo>
                <a:cubicBezTo>
                  <a:pt x="150585" y="370"/>
                  <a:pt x="159781" y="3190"/>
                  <a:pt x="166220" y="8832"/>
                </a:cubicBezTo>
                <a:cubicBezTo>
                  <a:pt x="172659" y="14474"/>
                  <a:pt x="175878" y="21241"/>
                  <a:pt x="175878" y="29133"/>
                </a:cubicBezTo>
                <a:cubicBezTo>
                  <a:pt x="175878" y="35052"/>
                  <a:pt x="174138" y="40278"/>
                  <a:pt x="170656" y="44810"/>
                </a:cubicBezTo>
                <a:cubicBezTo>
                  <a:pt x="167175" y="49343"/>
                  <a:pt x="161768" y="53428"/>
                  <a:pt x="154436" y="57065"/>
                </a:cubicBezTo>
                <a:moveTo>
                  <a:pt x="147412" y="52415"/>
                </a:moveTo>
                <a:cubicBezTo>
                  <a:pt x="149692" y="49340"/>
                  <a:pt x="151386" y="45896"/>
                  <a:pt x="152495" y="42084"/>
                </a:cubicBezTo>
                <a:cubicBezTo>
                  <a:pt x="153604" y="38270"/>
                  <a:pt x="154159" y="34086"/>
                  <a:pt x="154159" y="29535"/>
                </a:cubicBezTo>
                <a:cubicBezTo>
                  <a:pt x="154159" y="21538"/>
                  <a:pt x="152434" y="15418"/>
                  <a:pt x="148983" y="11174"/>
                </a:cubicBezTo>
                <a:cubicBezTo>
                  <a:pt x="146395" y="7915"/>
                  <a:pt x="142822" y="6285"/>
                  <a:pt x="138262" y="6285"/>
                </a:cubicBezTo>
                <a:cubicBezTo>
                  <a:pt x="134134" y="6285"/>
                  <a:pt x="130622" y="7773"/>
                  <a:pt x="127726" y="10750"/>
                </a:cubicBezTo>
                <a:cubicBezTo>
                  <a:pt x="124830" y="13727"/>
                  <a:pt x="123382" y="17424"/>
                  <a:pt x="123382" y="21841"/>
                </a:cubicBezTo>
                <a:cubicBezTo>
                  <a:pt x="123382" y="26321"/>
                  <a:pt x="125000" y="30970"/>
                  <a:pt x="128234" y="35788"/>
                </a:cubicBezTo>
                <a:cubicBezTo>
                  <a:pt x="131469" y="40605"/>
                  <a:pt x="137862" y="46148"/>
                  <a:pt x="147412" y="52415"/>
                </a:cubicBezTo>
                <a:moveTo>
                  <a:pt x="128928" y="71766"/>
                </a:moveTo>
                <a:cubicBezTo>
                  <a:pt x="127018" y="73495"/>
                  <a:pt x="125662" y="75070"/>
                  <a:pt x="124861" y="76491"/>
                </a:cubicBezTo>
                <a:cubicBezTo>
                  <a:pt x="123629" y="78653"/>
                  <a:pt x="122520" y="81804"/>
                  <a:pt x="121534" y="85944"/>
                </a:cubicBezTo>
                <a:cubicBezTo>
                  <a:pt x="120548" y="90084"/>
                  <a:pt x="120055" y="94408"/>
                  <a:pt x="120055" y="98918"/>
                </a:cubicBezTo>
                <a:cubicBezTo>
                  <a:pt x="120055" y="104725"/>
                  <a:pt x="120794" y="109590"/>
                  <a:pt x="122273" y="113512"/>
                </a:cubicBezTo>
                <a:cubicBezTo>
                  <a:pt x="123752" y="117434"/>
                  <a:pt x="125862" y="120261"/>
                  <a:pt x="128604" y="121992"/>
                </a:cubicBezTo>
                <a:cubicBezTo>
                  <a:pt x="131346" y="123721"/>
                  <a:pt x="134165" y="124585"/>
                  <a:pt x="137061" y="124585"/>
                </a:cubicBezTo>
                <a:cubicBezTo>
                  <a:pt x="141559" y="124585"/>
                  <a:pt x="145348" y="122934"/>
                  <a:pt x="148429" y="119632"/>
                </a:cubicBezTo>
                <a:cubicBezTo>
                  <a:pt x="151509" y="116328"/>
                  <a:pt x="153050" y="111805"/>
                  <a:pt x="153050" y="106063"/>
                </a:cubicBezTo>
                <a:cubicBezTo>
                  <a:pt x="153050" y="94085"/>
                  <a:pt x="145009" y="82652"/>
                  <a:pt x="128928" y="717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AC13A-6C41-4CA6-AF25-3E92F3DC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49" y="2508352"/>
            <a:ext cx="618317" cy="172701"/>
          </a:xfrm>
          <a:custGeom xmlns:a="http://schemas.openxmlformats.org/drawingml/2006/main">
            <a:pathLst>
              <a:path w="618317" h="172701">
                <a:moveTo>
                  <a:pt x="0" y="0"/>
                </a:moveTo>
                <a:lnTo>
                  <a:pt x="618317" y="0"/>
                </a:lnTo>
                <a:lnTo>
                  <a:pt x="494653" y="172701"/>
                </a:lnTo>
                <a:lnTo>
                  <a:pt x="123663" y="17270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B13BA-75B6-445C-8950-E0D80629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46" y="2508352"/>
            <a:ext cx="618317" cy="172703"/>
          </a:xfrm>
          <a:custGeom xmlns:a="http://schemas.openxmlformats.org/drawingml/2006/main">
            <a:pathLst>
              <a:path w="618317" h="172703" fill="none">
                <a:moveTo>
                  <a:pt x="0" y="0"/>
                </a:moveTo>
                <a:lnTo>
                  <a:pt x="618317" y="0"/>
                </a:lnTo>
                <a:lnTo>
                  <a:pt x="494654" y="172703"/>
                </a:lnTo>
                <a:lnTo>
                  <a:pt x="123663" y="172703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30" name="Text Mux">
            <a:extLst xmlns:a="http://schemas.openxmlformats.org/drawingml/2006/main">
              <a:ext uri="{FF2B5EF4-FFF2-40B4-BE49-F238E27FC236}">
                <a16:creationId xmlns:a16="http://schemas.microsoft.com/office/drawing/2014/main" id="{D3CB68FD-6FFB-47FE-AB63-A552C09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66" y="2535778"/>
            <a:ext cx="322792" cy="117253"/>
          </a:xfrm>
          <a:custGeom xmlns:a="http://schemas.openxmlformats.org/drawingml/2006/main">
            <a:pathLst>
              <a:path w="322792" h="117253">
                <a:moveTo>
                  <a:pt x="68115" y="114881"/>
                </a:moveTo>
                <a:lnTo>
                  <a:pt x="23722" y="18215"/>
                </a:lnTo>
                <a:lnTo>
                  <a:pt x="23722" y="94887"/>
                </a:lnTo>
                <a:cubicBezTo>
                  <a:pt x="23722" y="101947"/>
                  <a:pt x="24484" y="106352"/>
                  <a:pt x="26009" y="108103"/>
                </a:cubicBezTo>
                <a:cubicBezTo>
                  <a:pt x="28099" y="110475"/>
                  <a:pt x="31403" y="111662"/>
                  <a:pt x="35921" y="111662"/>
                </a:cubicBezTo>
                <a:lnTo>
                  <a:pt x="39988" y="111662"/>
                </a:lnTo>
                <a:lnTo>
                  <a:pt x="39988" y="114881"/>
                </a:lnTo>
                <a:lnTo>
                  <a:pt x="0" y="114881"/>
                </a:lnTo>
                <a:lnTo>
                  <a:pt x="0" y="111662"/>
                </a:lnTo>
                <a:lnTo>
                  <a:pt x="4067" y="111662"/>
                </a:lnTo>
                <a:cubicBezTo>
                  <a:pt x="8924" y="111662"/>
                  <a:pt x="12369" y="110193"/>
                  <a:pt x="14402" y="107256"/>
                </a:cubicBezTo>
                <a:cubicBezTo>
                  <a:pt x="15645" y="105449"/>
                  <a:pt x="16266" y="101326"/>
                  <a:pt x="16266" y="94887"/>
                </a:cubicBezTo>
                <a:lnTo>
                  <a:pt x="16266" y="19994"/>
                </a:lnTo>
                <a:cubicBezTo>
                  <a:pt x="16266" y="14911"/>
                  <a:pt x="15702" y="11240"/>
                  <a:pt x="14572" y="8980"/>
                </a:cubicBezTo>
                <a:cubicBezTo>
                  <a:pt x="13781" y="7342"/>
                  <a:pt x="12327" y="5973"/>
                  <a:pt x="10209" y="4871"/>
                </a:cubicBezTo>
                <a:cubicBezTo>
                  <a:pt x="8091" y="3770"/>
                  <a:pt x="4688" y="3219"/>
                  <a:pt x="0" y="3219"/>
                </a:cubicBezTo>
                <a:lnTo>
                  <a:pt x="0" y="0"/>
                </a:lnTo>
                <a:lnTo>
                  <a:pt x="32533" y="0"/>
                </a:lnTo>
                <a:lnTo>
                  <a:pt x="74215" y="89870"/>
                </a:lnTo>
                <a:lnTo>
                  <a:pt x="115220" y="0"/>
                </a:lnTo>
                <a:lnTo>
                  <a:pt x="147752" y="0"/>
                </a:lnTo>
                <a:lnTo>
                  <a:pt x="147752" y="3219"/>
                </a:lnTo>
                <a:lnTo>
                  <a:pt x="143771" y="3219"/>
                </a:lnTo>
                <a:cubicBezTo>
                  <a:pt x="138857" y="3219"/>
                  <a:pt x="135383" y="4688"/>
                  <a:pt x="133350" y="7625"/>
                </a:cubicBezTo>
                <a:cubicBezTo>
                  <a:pt x="132107" y="9432"/>
                  <a:pt x="131486" y="13555"/>
                  <a:pt x="131486" y="19994"/>
                </a:cubicBezTo>
                <a:lnTo>
                  <a:pt x="131486" y="94887"/>
                </a:lnTo>
                <a:cubicBezTo>
                  <a:pt x="131486" y="101947"/>
                  <a:pt x="132277" y="106352"/>
                  <a:pt x="133858" y="108103"/>
                </a:cubicBezTo>
                <a:cubicBezTo>
                  <a:pt x="135948" y="110475"/>
                  <a:pt x="139252" y="111662"/>
                  <a:pt x="143771" y="111662"/>
                </a:cubicBezTo>
                <a:lnTo>
                  <a:pt x="147752" y="111662"/>
                </a:lnTo>
                <a:lnTo>
                  <a:pt x="147752" y="114881"/>
                </a:lnTo>
                <a:lnTo>
                  <a:pt x="98953" y="114881"/>
                </a:lnTo>
                <a:lnTo>
                  <a:pt x="98953" y="111662"/>
                </a:lnTo>
                <a:lnTo>
                  <a:pt x="103020" y="111662"/>
                </a:lnTo>
                <a:cubicBezTo>
                  <a:pt x="107934" y="111662"/>
                  <a:pt x="111379" y="110193"/>
                  <a:pt x="113356" y="107256"/>
                </a:cubicBezTo>
                <a:cubicBezTo>
                  <a:pt x="114598" y="105449"/>
                  <a:pt x="115220" y="101326"/>
                  <a:pt x="115220" y="94887"/>
                </a:cubicBezTo>
                <a:lnTo>
                  <a:pt x="115220" y="18215"/>
                </a:lnTo>
                <a:lnTo>
                  <a:pt x="70911" y="114881"/>
                </a:lnTo>
                <a:lnTo>
                  <a:pt x="68115" y="114881"/>
                </a:lnTo>
                <a:close/>
                <a:moveTo>
                  <a:pt x="224857" y="37277"/>
                </a:moveTo>
                <a:lnTo>
                  <a:pt x="224857" y="84551"/>
                </a:lnTo>
                <a:cubicBezTo>
                  <a:pt x="224857" y="93420"/>
                  <a:pt x="225069" y="98845"/>
                  <a:pt x="225492" y="100825"/>
                </a:cubicBezTo>
                <a:cubicBezTo>
                  <a:pt x="225916" y="102804"/>
                  <a:pt x="226594" y="104187"/>
                  <a:pt x="227526" y="104974"/>
                </a:cubicBezTo>
                <a:cubicBezTo>
                  <a:pt x="228457" y="105761"/>
                  <a:pt x="229545" y="106155"/>
                  <a:pt x="230787" y="106155"/>
                </a:cubicBezTo>
                <a:cubicBezTo>
                  <a:pt x="232538" y="106155"/>
                  <a:pt x="234515" y="105675"/>
                  <a:pt x="236718" y="104714"/>
                </a:cubicBezTo>
                <a:lnTo>
                  <a:pt x="237904" y="107764"/>
                </a:lnTo>
                <a:lnTo>
                  <a:pt x="214690" y="117253"/>
                </a:lnTo>
                <a:lnTo>
                  <a:pt x="210878" y="117253"/>
                </a:lnTo>
                <a:lnTo>
                  <a:pt x="210878" y="100894"/>
                </a:lnTo>
                <a:cubicBezTo>
                  <a:pt x="204213" y="108090"/>
                  <a:pt x="199130" y="112615"/>
                  <a:pt x="195628" y="114471"/>
                </a:cubicBezTo>
                <a:cubicBezTo>
                  <a:pt x="192127" y="116326"/>
                  <a:pt x="188427" y="117253"/>
                  <a:pt x="184530" y="117253"/>
                </a:cubicBezTo>
                <a:cubicBezTo>
                  <a:pt x="180181" y="117253"/>
                  <a:pt x="176411" y="115996"/>
                  <a:pt x="173220" y="113483"/>
                </a:cubicBezTo>
                <a:cubicBezTo>
                  <a:pt x="170029" y="110970"/>
                  <a:pt x="167812" y="107736"/>
                  <a:pt x="166569" y="103783"/>
                </a:cubicBezTo>
                <a:cubicBezTo>
                  <a:pt x="165327" y="99829"/>
                  <a:pt x="164705" y="94237"/>
                  <a:pt x="164705" y="87008"/>
                </a:cubicBezTo>
                <a:lnTo>
                  <a:pt x="164705" y="52357"/>
                </a:lnTo>
                <a:cubicBezTo>
                  <a:pt x="164705" y="48660"/>
                  <a:pt x="164310" y="46100"/>
                  <a:pt x="163519" y="44679"/>
                </a:cubicBezTo>
                <a:cubicBezTo>
                  <a:pt x="162729" y="43257"/>
                  <a:pt x="161557" y="42162"/>
                  <a:pt x="160003" y="41394"/>
                </a:cubicBezTo>
                <a:cubicBezTo>
                  <a:pt x="158450" y="40626"/>
                  <a:pt x="155640" y="40270"/>
                  <a:pt x="151574" y="40327"/>
                </a:cubicBezTo>
                <a:lnTo>
                  <a:pt x="151574" y="37277"/>
                </a:lnTo>
                <a:lnTo>
                  <a:pt x="178769" y="37277"/>
                </a:lnTo>
                <a:lnTo>
                  <a:pt x="178769" y="89274"/>
                </a:lnTo>
                <a:cubicBezTo>
                  <a:pt x="178769" y="96512"/>
                  <a:pt x="180026" y="101263"/>
                  <a:pt x="182539" y="103526"/>
                </a:cubicBezTo>
                <a:cubicBezTo>
                  <a:pt x="185052" y="105787"/>
                  <a:pt x="188088" y="106917"/>
                  <a:pt x="191646" y="106917"/>
                </a:cubicBezTo>
                <a:cubicBezTo>
                  <a:pt x="194075" y="106917"/>
                  <a:pt x="196829" y="106154"/>
                  <a:pt x="199907" y="104627"/>
                </a:cubicBezTo>
                <a:cubicBezTo>
                  <a:pt x="202985" y="103100"/>
                  <a:pt x="206642" y="100188"/>
                  <a:pt x="210878" y="95890"/>
                </a:cubicBezTo>
                <a:lnTo>
                  <a:pt x="210878" y="52018"/>
                </a:lnTo>
                <a:cubicBezTo>
                  <a:pt x="210878" y="47516"/>
                  <a:pt x="210073" y="44470"/>
                  <a:pt x="208463" y="42882"/>
                </a:cubicBezTo>
                <a:cubicBezTo>
                  <a:pt x="206854" y="41293"/>
                  <a:pt x="203507" y="40442"/>
                  <a:pt x="198424" y="40327"/>
                </a:cubicBezTo>
                <a:lnTo>
                  <a:pt x="198424" y="37277"/>
                </a:lnTo>
                <a:lnTo>
                  <a:pt x="224857" y="37277"/>
                </a:lnTo>
                <a:close/>
                <a:moveTo>
                  <a:pt x="240444" y="37277"/>
                </a:moveTo>
                <a:lnTo>
                  <a:pt x="276958" y="37277"/>
                </a:lnTo>
                <a:lnTo>
                  <a:pt x="276958" y="40327"/>
                </a:lnTo>
                <a:cubicBezTo>
                  <a:pt x="274643" y="40327"/>
                  <a:pt x="273019" y="40727"/>
                  <a:pt x="272087" y="41526"/>
                </a:cubicBezTo>
                <a:cubicBezTo>
                  <a:pt x="271155" y="42324"/>
                  <a:pt x="270689" y="43379"/>
                  <a:pt x="270689" y="44690"/>
                </a:cubicBezTo>
                <a:cubicBezTo>
                  <a:pt x="270689" y="46060"/>
                  <a:pt x="271678" y="48171"/>
                  <a:pt x="273654" y="51023"/>
                </a:cubicBezTo>
                <a:cubicBezTo>
                  <a:pt x="274276" y="51907"/>
                  <a:pt x="275208" y="53290"/>
                  <a:pt x="276450" y="55172"/>
                </a:cubicBezTo>
                <a:lnTo>
                  <a:pt x="281957" y="64014"/>
                </a:lnTo>
                <a:lnTo>
                  <a:pt x="288311" y="55203"/>
                </a:lnTo>
                <a:cubicBezTo>
                  <a:pt x="292378" y="49666"/>
                  <a:pt x="294411" y="46149"/>
                  <a:pt x="294411" y="44650"/>
                </a:cubicBezTo>
                <a:cubicBezTo>
                  <a:pt x="294411" y="43440"/>
                  <a:pt x="293931" y="42417"/>
                  <a:pt x="292971" y="41582"/>
                </a:cubicBezTo>
                <a:cubicBezTo>
                  <a:pt x="292010" y="40745"/>
                  <a:pt x="290457" y="40327"/>
                  <a:pt x="288311" y="40327"/>
                </a:cubicBezTo>
                <a:lnTo>
                  <a:pt x="288311" y="37277"/>
                </a:lnTo>
                <a:lnTo>
                  <a:pt x="314574" y="37277"/>
                </a:lnTo>
                <a:lnTo>
                  <a:pt x="314574" y="40327"/>
                </a:lnTo>
                <a:cubicBezTo>
                  <a:pt x="311807" y="40496"/>
                  <a:pt x="309406" y="41260"/>
                  <a:pt x="307373" y="42617"/>
                </a:cubicBezTo>
                <a:cubicBezTo>
                  <a:pt x="304606" y="44539"/>
                  <a:pt x="300821" y="48722"/>
                  <a:pt x="296021" y="55166"/>
                </a:cubicBezTo>
                <a:lnTo>
                  <a:pt x="285431" y="69299"/>
                </a:lnTo>
                <a:lnTo>
                  <a:pt x="304747" y="97156"/>
                </a:lnTo>
                <a:cubicBezTo>
                  <a:pt x="309491" y="103999"/>
                  <a:pt x="312880" y="108113"/>
                  <a:pt x="314913" y="109498"/>
                </a:cubicBezTo>
                <a:cubicBezTo>
                  <a:pt x="316947" y="110884"/>
                  <a:pt x="319573" y="111662"/>
                  <a:pt x="322792" y="111831"/>
                </a:cubicBezTo>
                <a:lnTo>
                  <a:pt x="322792" y="114881"/>
                </a:lnTo>
                <a:lnTo>
                  <a:pt x="286193" y="114881"/>
                </a:lnTo>
                <a:lnTo>
                  <a:pt x="286193" y="111831"/>
                </a:lnTo>
                <a:cubicBezTo>
                  <a:pt x="288735" y="111831"/>
                  <a:pt x="290711" y="111265"/>
                  <a:pt x="292123" y="110134"/>
                </a:cubicBezTo>
                <a:cubicBezTo>
                  <a:pt x="293197" y="109341"/>
                  <a:pt x="293733" y="108294"/>
                  <a:pt x="293733" y="106991"/>
                </a:cubicBezTo>
                <a:cubicBezTo>
                  <a:pt x="293733" y="105690"/>
                  <a:pt x="291926" y="102408"/>
                  <a:pt x="288311" y="97145"/>
                </a:cubicBezTo>
                <a:lnTo>
                  <a:pt x="276958" y="80545"/>
                </a:lnTo>
                <a:lnTo>
                  <a:pt x="264505" y="97076"/>
                </a:lnTo>
                <a:cubicBezTo>
                  <a:pt x="260664" y="102250"/>
                  <a:pt x="258744" y="105320"/>
                  <a:pt x="258744" y="106287"/>
                </a:cubicBezTo>
                <a:cubicBezTo>
                  <a:pt x="258744" y="107651"/>
                  <a:pt x="259379" y="108889"/>
                  <a:pt x="260650" y="109999"/>
                </a:cubicBezTo>
                <a:cubicBezTo>
                  <a:pt x="261921" y="111107"/>
                  <a:pt x="263827" y="111718"/>
                  <a:pt x="266368" y="111831"/>
                </a:cubicBezTo>
                <a:lnTo>
                  <a:pt x="266368" y="114881"/>
                </a:lnTo>
                <a:lnTo>
                  <a:pt x="241037" y="114881"/>
                </a:lnTo>
                <a:lnTo>
                  <a:pt x="241037" y="111831"/>
                </a:lnTo>
                <a:cubicBezTo>
                  <a:pt x="243070" y="111549"/>
                  <a:pt x="244849" y="110842"/>
                  <a:pt x="246374" y="109710"/>
                </a:cubicBezTo>
                <a:cubicBezTo>
                  <a:pt x="248521" y="108071"/>
                  <a:pt x="252135" y="103886"/>
                  <a:pt x="257219" y="97156"/>
                </a:cubicBezTo>
                <a:lnTo>
                  <a:pt x="273485" y="75507"/>
                </a:lnTo>
                <a:lnTo>
                  <a:pt x="258744" y="54152"/>
                </a:lnTo>
                <a:cubicBezTo>
                  <a:pt x="254564" y="48045"/>
                  <a:pt x="251331" y="44214"/>
                  <a:pt x="249043" y="42659"/>
                </a:cubicBezTo>
                <a:cubicBezTo>
                  <a:pt x="246756" y="41104"/>
                  <a:pt x="243889" y="40327"/>
                  <a:pt x="240444" y="40327"/>
                </a:cubicBezTo>
                <a:lnTo>
                  <a:pt x="240444" y="37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285D9-0FE1-4F57-A05C-4CB6437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90" y="97925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41040-C65C-4C28-8E22-18650055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89" y="97924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06785-12A6-4364-ABEB-FAE100DF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97925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2B9A2-6EC0-40BF-AA87-C272887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97924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F3C05-9C92-4B3B-9339-0E1F6D25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90" y="126272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6553E-DA60-4680-B0B0-713F072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89" y="126272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DDB58-3CAF-4C4C-BFAE-B04F8E12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126272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B7C22-D0CF-4CB8-9EED-3A699BC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126272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BD1C1-6DCD-472A-B2F3-5B9C8534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90" y="154619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F0AFF-7AB6-424E-A559-EB68436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89" y="1546191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24966-7C97-4D8C-BE74-D147DCF6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154619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B36F2-E17D-4854-8FAB-EB0A21AF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1546191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0C48D-295E-4ACF-BC27-47152D1B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90" y="1829664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101CC-E39A-48C3-A56F-F547FC80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889" y="1829670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39697-810F-469C-87F2-9B86B9D9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1829664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843FC-13A5-4093-B3C3-FBD8B2D9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605" y="1829670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97948-7EB1-46DA-80F1-A42206BC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27" y="1546115"/>
            <a:ext cx="1482695" cy="283471"/>
          </a:xfrm>
          <a:custGeom xmlns:a="http://schemas.openxmlformats.org/drawingml/2006/main">
            <a:pathLst>
              <a:path w="1482695" h="283471">
                <a:moveTo>
                  <a:pt x="0" y="283471"/>
                </a:moveTo>
                <a:lnTo>
                  <a:pt x="1482695" y="283471"/>
                </a:lnTo>
                <a:lnTo>
                  <a:pt x="1482695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BEBE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629F1-16CE-4864-A7FD-E22B2F6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21" y="1546112"/>
            <a:ext cx="1482700" cy="283464"/>
          </a:xfrm>
          <a:custGeom xmlns:a="http://schemas.openxmlformats.org/drawingml/2006/main">
            <a:pathLst>
              <a:path w="1482700" h="283464" fill="none">
                <a:moveTo>
                  <a:pt x="0" y="0"/>
                </a:moveTo>
                <a:lnTo>
                  <a:pt x="1482700" y="0"/>
                </a:lnTo>
                <a:lnTo>
                  <a:pt x="1482700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49" name="Text 2Ways">
            <a:extLst xmlns:a="http://schemas.openxmlformats.org/drawingml/2006/main">
              <a:ext uri="{FF2B5EF4-FFF2-40B4-BE49-F238E27FC236}">
                <a16:creationId xmlns:a16="http://schemas.microsoft.com/office/drawing/2014/main" id="{64156FBF-AD5E-4D7C-94AE-07191D5F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075" y="1619006"/>
            <a:ext cx="568941" cy="168763"/>
          </a:xfrm>
          <a:custGeom xmlns:a="http://schemas.openxmlformats.org/drawingml/2006/main">
            <a:pathLst>
              <a:path w="568941" h="168763">
                <a:moveTo>
                  <a:pt x="73753" y="127912"/>
                </a:moveTo>
                <a:lnTo>
                  <a:pt x="0" y="127912"/>
                </a:lnTo>
                <a:lnTo>
                  <a:pt x="0" y="125879"/>
                </a:lnTo>
                <a:cubicBezTo>
                  <a:pt x="22613" y="98977"/>
                  <a:pt x="36337" y="80878"/>
                  <a:pt x="41174" y="71584"/>
                </a:cubicBezTo>
                <a:cubicBezTo>
                  <a:pt x="46011" y="62288"/>
                  <a:pt x="48429" y="53207"/>
                  <a:pt x="48429" y="44342"/>
                </a:cubicBezTo>
                <a:cubicBezTo>
                  <a:pt x="48429" y="37879"/>
                  <a:pt x="46427" y="32508"/>
                  <a:pt x="42422" y="28229"/>
                </a:cubicBezTo>
                <a:cubicBezTo>
                  <a:pt x="38417" y="23951"/>
                  <a:pt x="33518" y="21812"/>
                  <a:pt x="27727" y="21812"/>
                </a:cubicBezTo>
                <a:cubicBezTo>
                  <a:pt x="18238" y="21812"/>
                  <a:pt x="10875" y="26549"/>
                  <a:pt x="5638" y="36024"/>
                </a:cubicBezTo>
                <a:lnTo>
                  <a:pt x="2218" y="34826"/>
                </a:lnTo>
                <a:cubicBezTo>
                  <a:pt x="5545" y="22971"/>
                  <a:pt x="10598" y="14203"/>
                  <a:pt x="17375" y="8523"/>
                </a:cubicBezTo>
                <a:cubicBezTo>
                  <a:pt x="24153" y="2841"/>
                  <a:pt x="31978" y="0"/>
                  <a:pt x="40851" y="0"/>
                </a:cubicBezTo>
                <a:cubicBezTo>
                  <a:pt x="47197" y="0"/>
                  <a:pt x="52989" y="1479"/>
                  <a:pt x="58226" y="4436"/>
                </a:cubicBezTo>
                <a:cubicBezTo>
                  <a:pt x="63463" y="7394"/>
                  <a:pt x="67561" y="11445"/>
                  <a:pt x="70518" y="16590"/>
                </a:cubicBezTo>
                <a:cubicBezTo>
                  <a:pt x="73476" y="21735"/>
                  <a:pt x="74954" y="26556"/>
                  <a:pt x="74954" y="31054"/>
                </a:cubicBezTo>
                <a:cubicBezTo>
                  <a:pt x="74954" y="39249"/>
                  <a:pt x="72675" y="47567"/>
                  <a:pt x="68115" y="56008"/>
                </a:cubicBezTo>
                <a:cubicBezTo>
                  <a:pt x="61892" y="67407"/>
                  <a:pt x="48306" y="83303"/>
                  <a:pt x="27357" y="103698"/>
                </a:cubicBezTo>
                <a:lnTo>
                  <a:pt x="54437" y="103698"/>
                </a:lnTo>
                <a:cubicBezTo>
                  <a:pt x="61091" y="103698"/>
                  <a:pt x="65420" y="103421"/>
                  <a:pt x="67422" y="102866"/>
                </a:cubicBezTo>
                <a:cubicBezTo>
                  <a:pt x="69425" y="102311"/>
                  <a:pt x="71073" y="101372"/>
                  <a:pt x="72367" y="100047"/>
                </a:cubicBezTo>
                <a:cubicBezTo>
                  <a:pt x="73661" y="98722"/>
                  <a:pt x="75355" y="95934"/>
                  <a:pt x="77450" y="91683"/>
                </a:cubicBezTo>
                <a:lnTo>
                  <a:pt x="80777" y="91683"/>
                </a:lnTo>
                <a:lnTo>
                  <a:pt x="73753" y="127912"/>
                </a:lnTo>
                <a:close/>
                <a:moveTo>
                  <a:pt x="321532" y="2588"/>
                </a:moveTo>
                <a:lnTo>
                  <a:pt x="321532" y="5915"/>
                </a:lnTo>
                <a:cubicBezTo>
                  <a:pt x="319190" y="6102"/>
                  <a:pt x="317219" y="6756"/>
                  <a:pt x="315617" y="7879"/>
                </a:cubicBezTo>
                <a:cubicBezTo>
                  <a:pt x="314015" y="9002"/>
                  <a:pt x="312598" y="10716"/>
                  <a:pt x="311365" y="13023"/>
                </a:cubicBezTo>
                <a:cubicBezTo>
                  <a:pt x="310996" y="13762"/>
                  <a:pt x="309055" y="18540"/>
                  <a:pt x="305543" y="27357"/>
                </a:cubicBezTo>
                <a:lnTo>
                  <a:pt x="266263" y="130685"/>
                </a:lnTo>
                <a:lnTo>
                  <a:pt x="262659" y="130685"/>
                </a:lnTo>
                <a:lnTo>
                  <a:pt x="231605" y="49709"/>
                </a:lnTo>
                <a:lnTo>
                  <a:pt x="197409" y="130685"/>
                </a:lnTo>
                <a:lnTo>
                  <a:pt x="193989" y="130685"/>
                </a:lnTo>
                <a:lnTo>
                  <a:pt x="152769" y="28498"/>
                </a:lnTo>
                <a:cubicBezTo>
                  <a:pt x="148579" y="18150"/>
                  <a:pt x="145652" y="11893"/>
                  <a:pt x="143989" y="9725"/>
                </a:cubicBezTo>
                <a:cubicBezTo>
                  <a:pt x="142325" y="7556"/>
                  <a:pt x="139522" y="6287"/>
                  <a:pt x="135578" y="5915"/>
                </a:cubicBezTo>
                <a:lnTo>
                  <a:pt x="135578" y="2588"/>
                </a:lnTo>
                <a:lnTo>
                  <a:pt x="189923" y="2588"/>
                </a:lnTo>
                <a:lnTo>
                  <a:pt x="189923" y="5915"/>
                </a:lnTo>
                <a:cubicBezTo>
                  <a:pt x="185548" y="6038"/>
                  <a:pt x="182637" y="6704"/>
                  <a:pt x="181189" y="7911"/>
                </a:cubicBezTo>
                <a:cubicBezTo>
                  <a:pt x="179741" y="9116"/>
                  <a:pt x="179017" y="10615"/>
                  <a:pt x="179017" y="12408"/>
                </a:cubicBezTo>
                <a:cubicBezTo>
                  <a:pt x="179017" y="14757"/>
                  <a:pt x="180526" y="19734"/>
                  <a:pt x="183545" y="27340"/>
                </a:cubicBezTo>
                <a:lnTo>
                  <a:pt x="208130" y="88110"/>
                </a:lnTo>
                <a:lnTo>
                  <a:pt x="227816" y="40663"/>
                </a:lnTo>
                <a:lnTo>
                  <a:pt x="222640" y="27328"/>
                </a:lnTo>
                <a:cubicBezTo>
                  <a:pt x="219806" y="20036"/>
                  <a:pt x="217618" y="15170"/>
                  <a:pt x="216078" y="12728"/>
                </a:cubicBezTo>
                <a:cubicBezTo>
                  <a:pt x="214538" y="10287"/>
                  <a:pt x="212766" y="8541"/>
                  <a:pt x="210764" y="7492"/>
                </a:cubicBezTo>
                <a:cubicBezTo>
                  <a:pt x="208761" y="6441"/>
                  <a:pt x="205819" y="5915"/>
                  <a:pt x="201937" y="5915"/>
                </a:cubicBezTo>
                <a:lnTo>
                  <a:pt x="201937" y="2588"/>
                </a:lnTo>
                <a:lnTo>
                  <a:pt x="262659" y="2588"/>
                </a:lnTo>
                <a:lnTo>
                  <a:pt x="262659" y="5915"/>
                </a:lnTo>
                <a:cubicBezTo>
                  <a:pt x="258407" y="5977"/>
                  <a:pt x="255357" y="6316"/>
                  <a:pt x="253509" y="6935"/>
                </a:cubicBezTo>
                <a:cubicBezTo>
                  <a:pt x="252215" y="7368"/>
                  <a:pt x="251198" y="8095"/>
                  <a:pt x="250459" y="9115"/>
                </a:cubicBezTo>
                <a:cubicBezTo>
                  <a:pt x="249720" y="10136"/>
                  <a:pt x="249350" y="11296"/>
                  <a:pt x="249350" y="12595"/>
                </a:cubicBezTo>
                <a:cubicBezTo>
                  <a:pt x="249350" y="14018"/>
                  <a:pt x="250736" y="18379"/>
                  <a:pt x="253509" y="25676"/>
                </a:cubicBezTo>
                <a:lnTo>
                  <a:pt x="276337" y="84968"/>
                </a:lnTo>
                <a:lnTo>
                  <a:pt x="296763" y="31311"/>
                </a:lnTo>
                <a:cubicBezTo>
                  <a:pt x="298919" y="25750"/>
                  <a:pt x="300244" y="21950"/>
                  <a:pt x="300737" y="19911"/>
                </a:cubicBezTo>
                <a:cubicBezTo>
                  <a:pt x="301230" y="17872"/>
                  <a:pt x="301476" y="15987"/>
                  <a:pt x="301476" y="14256"/>
                </a:cubicBezTo>
                <a:cubicBezTo>
                  <a:pt x="301476" y="11722"/>
                  <a:pt x="300614" y="9729"/>
                  <a:pt x="298888" y="8278"/>
                </a:cubicBezTo>
                <a:cubicBezTo>
                  <a:pt x="297163" y="6826"/>
                  <a:pt x="293867" y="6038"/>
                  <a:pt x="288999" y="5915"/>
                </a:cubicBezTo>
                <a:lnTo>
                  <a:pt x="288999" y="2588"/>
                </a:lnTo>
                <a:lnTo>
                  <a:pt x="321532" y="2588"/>
                </a:lnTo>
                <a:close/>
                <a:moveTo>
                  <a:pt x="366814" y="115158"/>
                </a:moveTo>
                <a:cubicBezTo>
                  <a:pt x="356278" y="124524"/>
                  <a:pt x="346820" y="129206"/>
                  <a:pt x="338441" y="129206"/>
                </a:cubicBezTo>
                <a:cubicBezTo>
                  <a:pt x="333511" y="129206"/>
                  <a:pt x="329414" y="127584"/>
                  <a:pt x="326148" y="124340"/>
                </a:cubicBezTo>
                <a:cubicBezTo>
                  <a:pt x="322883" y="121093"/>
                  <a:pt x="321250" y="117029"/>
                  <a:pt x="321250" y="112146"/>
                </a:cubicBezTo>
                <a:cubicBezTo>
                  <a:pt x="321250" y="105530"/>
                  <a:pt x="324084" y="99579"/>
                  <a:pt x="329753" y="94294"/>
                </a:cubicBezTo>
                <a:cubicBezTo>
                  <a:pt x="335422" y="89008"/>
                  <a:pt x="347775" y="81977"/>
                  <a:pt x="366814" y="73198"/>
                </a:cubicBezTo>
                <a:lnTo>
                  <a:pt x="366814" y="64511"/>
                </a:lnTo>
                <a:cubicBezTo>
                  <a:pt x="366814" y="57980"/>
                  <a:pt x="366460" y="53867"/>
                  <a:pt x="365751" y="52172"/>
                </a:cubicBezTo>
                <a:cubicBezTo>
                  <a:pt x="365043" y="50478"/>
                  <a:pt x="363703" y="48999"/>
                  <a:pt x="361731" y="47736"/>
                </a:cubicBezTo>
                <a:cubicBezTo>
                  <a:pt x="359759" y="46473"/>
                  <a:pt x="357541" y="45841"/>
                  <a:pt x="355077" y="45841"/>
                </a:cubicBezTo>
                <a:cubicBezTo>
                  <a:pt x="351072" y="45841"/>
                  <a:pt x="347775" y="46735"/>
                  <a:pt x="345187" y="48522"/>
                </a:cubicBezTo>
                <a:cubicBezTo>
                  <a:pt x="343585" y="49631"/>
                  <a:pt x="342785" y="50925"/>
                  <a:pt x="342785" y="52403"/>
                </a:cubicBezTo>
                <a:cubicBezTo>
                  <a:pt x="342785" y="53697"/>
                  <a:pt x="343647" y="55299"/>
                  <a:pt x="345372" y="57209"/>
                </a:cubicBezTo>
                <a:cubicBezTo>
                  <a:pt x="347714" y="59859"/>
                  <a:pt x="348884" y="62416"/>
                  <a:pt x="348884" y="64880"/>
                </a:cubicBezTo>
                <a:cubicBezTo>
                  <a:pt x="348884" y="67900"/>
                  <a:pt x="347760" y="70472"/>
                  <a:pt x="345511" y="72598"/>
                </a:cubicBezTo>
                <a:cubicBezTo>
                  <a:pt x="343262" y="74723"/>
                  <a:pt x="340320" y="75786"/>
                  <a:pt x="336685" y="75786"/>
                </a:cubicBezTo>
                <a:cubicBezTo>
                  <a:pt x="332803" y="75786"/>
                  <a:pt x="329553" y="74616"/>
                  <a:pt x="326934" y="72274"/>
                </a:cubicBezTo>
                <a:cubicBezTo>
                  <a:pt x="324315" y="69933"/>
                  <a:pt x="323006" y="67191"/>
                  <a:pt x="323006" y="64049"/>
                </a:cubicBezTo>
                <a:cubicBezTo>
                  <a:pt x="323006" y="59612"/>
                  <a:pt x="324762" y="55376"/>
                  <a:pt x="328274" y="51341"/>
                </a:cubicBezTo>
                <a:cubicBezTo>
                  <a:pt x="331786" y="47305"/>
                  <a:pt x="336685" y="44209"/>
                  <a:pt x="342969" y="42052"/>
                </a:cubicBezTo>
                <a:cubicBezTo>
                  <a:pt x="349254" y="39896"/>
                  <a:pt x="355785" y="38817"/>
                  <a:pt x="362563" y="38817"/>
                </a:cubicBezTo>
                <a:cubicBezTo>
                  <a:pt x="370758" y="38817"/>
                  <a:pt x="377243" y="40563"/>
                  <a:pt x="382018" y="44054"/>
                </a:cubicBezTo>
                <a:cubicBezTo>
                  <a:pt x="386793" y="47543"/>
                  <a:pt x="389889" y="51325"/>
                  <a:pt x="391306" y="55401"/>
                </a:cubicBezTo>
                <a:cubicBezTo>
                  <a:pt x="392169" y="57995"/>
                  <a:pt x="392600" y="63954"/>
                  <a:pt x="392600" y="73279"/>
                </a:cubicBezTo>
                <a:lnTo>
                  <a:pt x="392600" y="106907"/>
                </a:lnTo>
                <a:cubicBezTo>
                  <a:pt x="392600" y="110860"/>
                  <a:pt x="392754" y="113346"/>
                  <a:pt x="393062" y="114367"/>
                </a:cubicBezTo>
                <a:cubicBezTo>
                  <a:pt x="393370" y="115385"/>
                  <a:pt x="393832" y="116142"/>
                  <a:pt x="394449" y="116637"/>
                </a:cubicBezTo>
                <a:cubicBezTo>
                  <a:pt x="395065" y="117130"/>
                  <a:pt x="395773" y="117376"/>
                  <a:pt x="396574" y="117376"/>
                </a:cubicBezTo>
                <a:cubicBezTo>
                  <a:pt x="398176" y="117376"/>
                  <a:pt x="399809" y="116236"/>
                  <a:pt x="401473" y="113957"/>
                </a:cubicBezTo>
                <a:lnTo>
                  <a:pt x="404245" y="116175"/>
                </a:lnTo>
                <a:cubicBezTo>
                  <a:pt x="401165" y="120734"/>
                  <a:pt x="397976" y="124046"/>
                  <a:pt x="394680" y="126110"/>
                </a:cubicBezTo>
                <a:cubicBezTo>
                  <a:pt x="391383" y="128174"/>
                  <a:pt x="387640" y="129206"/>
                  <a:pt x="383450" y="129206"/>
                </a:cubicBezTo>
                <a:cubicBezTo>
                  <a:pt x="378521" y="129206"/>
                  <a:pt x="374670" y="128043"/>
                  <a:pt x="371898" y="125717"/>
                </a:cubicBezTo>
                <a:cubicBezTo>
                  <a:pt x="369125" y="123391"/>
                  <a:pt x="367430" y="119872"/>
                  <a:pt x="366814" y="115158"/>
                </a:cubicBezTo>
                <a:moveTo>
                  <a:pt x="366814" y="108319"/>
                </a:moveTo>
                <a:lnTo>
                  <a:pt x="366814" y="79408"/>
                </a:lnTo>
                <a:cubicBezTo>
                  <a:pt x="359359" y="83804"/>
                  <a:pt x="353814" y="88510"/>
                  <a:pt x="350178" y="93526"/>
                </a:cubicBezTo>
                <a:cubicBezTo>
                  <a:pt x="347775" y="96868"/>
                  <a:pt x="346574" y="100243"/>
                  <a:pt x="346574" y="103649"/>
                </a:cubicBezTo>
                <a:cubicBezTo>
                  <a:pt x="346574" y="106496"/>
                  <a:pt x="347590" y="109004"/>
                  <a:pt x="349624" y="111172"/>
                </a:cubicBezTo>
                <a:cubicBezTo>
                  <a:pt x="351164" y="112844"/>
                  <a:pt x="353321" y="113679"/>
                  <a:pt x="356093" y="113679"/>
                </a:cubicBezTo>
                <a:cubicBezTo>
                  <a:pt x="359174" y="113679"/>
                  <a:pt x="362748" y="111893"/>
                  <a:pt x="366814" y="108319"/>
                </a:cubicBezTo>
                <a:close/>
                <a:moveTo>
                  <a:pt x="453414" y="131508"/>
                </a:moveTo>
                <a:lnTo>
                  <a:pt x="425503" y="67309"/>
                </a:lnTo>
                <a:cubicBezTo>
                  <a:pt x="421313" y="57586"/>
                  <a:pt x="418217" y="51609"/>
                  <a:pt x="416214" y="49379"/>
                </a:cubicBezTo>
                <a:cubicBezTo>
                  <a:pt x="414212" y="47148"/>
                  <a:pt x="411793" y="45599"/>
                  <a:pt x="408959" y="44732"/>
                </a:cubicBezTo>
                <a:lnTo>
                  <a:pt x="408959" y="41405"/>
                </a:lnTo>
                <a:lnTo>
                  <a:pt x="454893" y="41405"/>
                </a:lnTo>
                <a:lnTo>
                  <a:pt x="454893" y="44732"/>
                </a:lnTo>
                <a:cubicBezTo>
                  <a:pt x="451874" y="44856"/>
                  <a:pt x="449748" y="45444"/>
                  <a:pt x="448516" y="46497"/>
                </a:cubicBezTo>
                <a:cubicBezTo>
                  <a:pt x="447284" y="47548"/>
                  <a:pt x="446667" y="48817"/>
                  <a:pt x="446667" y="50304"/>
                </a:cubicBezTo>
                <a:cubicBezTo>
                  <a:pt x="446667" y="52655"/>
                  <a:pt x="448208" y="57297"/>
                  <a:pt x="451289" y="64231"/>
                </a:cubicBezTo>
                <a:lnTo>
                  <a:pt x="466076" y="98216"/>
                </a:lnTo>
                <a:lnTo>
                  <a:pt x="476150" y="71954"/>
                </a:lnTo>
                <a:cubicBezTo>
                  <a:pt x="479785" y="62602"/>
                  <a:pt x="481603" y="56098"/>
                  <a:pt x="481603" y="52444"/>
                </a:cubicBezTo>
                <a:cubicBezTo>
                  <a:pt x="481603" y="50153"/>
                  <a:pt x="480848" y="48325"/>
                  <a:pt x="479339" y="46962"/>
                </a:cubicBezTo>
                <a:cubicBezTo>
                  <a:pt x="477829" y="45599"/>
                  <a:pt x="475164" y="44856"/>
                  <a:pt x="471344" y="44732"/>
                </a:cubicBezTo>
                <a:lnTo>
                  <a:pt x="471344" y="41405"/>
                </a:lnTo>
                <a:lnTo>
                  <a:pt x="500272" y="41405"/>
                </a:lnTo>
                <a:lnTo>
                  <a:pt x="500272" y="44732"/>
                </a:lnTo>
                <a:cubicBezTo>
                  <a:pt x="497438" y="45042"/>
                  <a:pt x="495127" y="46142"/>
                  <a:pt x="493341" y="48031"/>
                </a:cubicBezTo>
                <a:cubicBezTo>
                  <a:pt x="491554" y="49920"/>
                  <a:pt x="488566" y="56346"/>
                  <a:pt x="484376" y="67309"/>
                </a:cubicBezTo>
                <a:lnTo>
                  <a:pt x="459699" y="131424"/>
                </a:lnTo>
                <a:cubicBezTo>
                  <a:pt x="453476" y="147444"/>
                  <a:pt x="448855" y="157303"/>
                  <a:pt x="445836" y="161000"/>
                </a:cubicBezTo>
                <a:cubicBezTo>
                  <a:pt x="441584" y="166175"/>
                  <a:pt x="436255" y="168763"/>
                  <a:pt x="429847" y="168763"/>
                </a:cubicBezTo>
                <a:cubicBezTo>
                  <a:pt x="424733" y="168763"/>
                  <a:pt x="420589" y="167300"/>
                  <a:pt x="417416" y="164373"/>
                </a:cubicBezTo>
                <a:cubicBezTo>
                  <a:pt x="414243" y="161446"/>
                  <a:pt x="412656" y="157919"/>
                  <a:pt x="412656" y="153791"/>
                </a:cubicBezTo>
                <a:cubicBezTo>
                  <a:pt x="412656" y="150217"/>
                  <a:pt x="413750" y="147259"/>
                  <a:pt x="415937" y="144918"/>
                </a:cubicBezTo>
                <a:cubicBezTo>
                  <a:pt x="418124" y="142577"/>
                  <a:pt x="420820" y="141406"/>
                  <a:pt x="424024" y="141406"/>
                </a:cubicBezTo>
                <a:cubicBezTo>
                  <a:pt x="427105" y="141406"/>
                  <a:pt x="429585" y="142386"/>
                  <a:pt x="431464" y="144346"/>
                </a:cubicBezTo>
                <a:cubicBezTo>
                  <a:pt x="433343" y="146308"/>
                  <a:pt x="434314" y="149343"/>
                  <a:pt x="434375" y="153450"/>
                </a:cubicBezTo>
                <a:cubicBezTo>
                  <a:pt x="434437" y="155780"/>
                  <a:pt x="434714" y="157282"/>
                  <a:pt x="435207" y="157955"/>
                </a:cubicBezTo>
                <a:cubicBezTo>
                  <a:pt x="435700" y="158629"/>
                  <a:pt x="436409" y="158966"/>
                  <a:pt x="437333" y="158966"/>
                </a:cubicBezTo>
                <a:cubicBezTo>
                  <a:pt x="438812" y="158966"/>
                  <a:pt x="440383" y="158077"/>
                  <a:pt x="442046" y="156298"/>
                </a:cubicBezTo>
                <a:cubicBezTo>
                  <a:pt x="444511" y="153721"/>
                  <a:pt x="447407" y="147833"/>
                  <a:pt x="450734" y="138633"/>
                </a:cubicBezTo>
                <a:lnTo>
                  <a:pt x="453414" y="131508"/>
                </a:lnTo>
                <a:close/>
                <a:moveTo>
                  <a:pt x="563026" y="39187"/>
                </a:moveTo>
                <a:lnTo>
                  <a:pt x="564412" y="68762"/>
                </a:lnTo>
                <a:lnTo>
                  <a:pt x="561270" y="68762"/>
                </a:lnTo>
                <a:cubicBezTo>
                  <a:pt x="557511" y="59942"/>
                  <a:pt x="553614" y="53917"/>
                  <a:pt x="549578" y="50688"/>
                </a:cubicBezTo>
                <a:cubicBezTo>
                  <a:pt x="545542" y="47457"/>
                  <a:pt x="541522" y="45841"/>
                  <a:pt x="537517" y="45841"/>
                </a:cubicBezTo>
                <a:cubicBezTo>
                  <a:pt x="534991" y="45841"/>
                  <a:pt x="532834" y="46689"/>
                  <a:pt x="531048" y="48383"/>
                </a:cubicBezTo>
                <a:cubicBezTo>
                  <a:pt x="529261" y="50077"/>
                  <a:pt x="528367" y="52034"/>
                  <a:pt x="528367" y="54252"/>
                </a:cubicBezTo>
                <a:cubicBezTo>
                  <a:pt x="528367" y="55915"/>
                  <a:pt x="528983" y="57517"/>
                  <a:pt x="530216" y="59058"/>
                </a:cubicBezTo>
                <a:cubicBezTo>
                  <a:pt x="532187" y="61584"/>
                  <a:pt x="537702" y="65912"/>
                  <a:pt x="546759" y="72043"/>
                </a:cubicBezTo>
                <a:cubicBezTo>
                  <a:pt x="555817" y="78174"/>
                  <a:pt x="561778" y="83380"/>
                  <a:pt x="564643" y="87663"/>
                </a:cubicBezTo>
                <a:cubicBezTo>
                  <a:pt x="567508" y="91945"/>
                  <a:pt x="568941" y="96735"/>
                  <a:pt x="568941" y="102034"/>
                </a:cubicBezTo>
                <a:cubicBezTo>
                  <a:pt x="568941" y="106840"/>
                  <a:pt x="567739" y="111554"/>
                  <a:pt x="565336" y="116175"/>
                </a:cubicBezTo>
                <a:cubicBezTo>
                  <a:pt x="562933" y="120796"/>
                  <a:pt x="559544" y="124339"/>
                  <a:pt x="555170" y="126803"/>
                </a:cubicBezTo>
                <a:cubicBezTo>
                  <a:pt x="550795" y="129268"/>
                  <a:pt x="545958" y="130500"/>
                  <a:pt x="540659" y="130500"/>
                </a:cubicBezTo>
                <a:cubicBezTo>
                  <a:pt x="536531" y="130500"/>
                  <a:pt x="531017" y="129182"/>
                  <a:pt x="524116" y="126546"/>
                </a:cubicBezTo>
                <a:cubicBezTo>
                  <a:pt x="522267" y="125855"/>
                  <a:pt x="521004" y="125509"/>
                  <a:pt x="520327" y="125509"/>
                </a:cubicBezTo>
                <a:cubicBezTo>
                  <a:pt x="518293" y="125509"/>
                  <a:pt x="516599" y="127050"/>
                  <a:pt x="515243" y="130131"/>
                </a:cubicBezTo>
                <a:lnTo>
                  <a:pt x="512193" y="130131"/>
                </a:lnTo>
                <a:lnTo>
                  <a:pt x="510715" y="99077"/>
                </a:lnTo>
                <a:lnTo>
                  <a:pt x="513857" y="99077"/>
                </a:lnTo>
                <a:cubicBezTo>
                  <a:pt x="516630" y="107210"/>
                  <a:pt x="520434" y="113310"/>
                  <a:pt x="525271" y="117376"/>
                </a:cubicBezTo>
                <a:cubicBezTo>
                  <a:pt x="530108" y="121443"/>
                  <a:pt x="534683" y="123476"/>
                  <a:pt x="538996" y="123476"/>
                </a:cubicBezTo>
                <a:cubicBezTo>
                  <a:pt x="541953" y="123476"/>
                  <a:pt x="544372" y="122567"/>
                  <a:pt x="546251" y="120750"/>
                </a:cubicBezTo>
                <a:cubicBezTo>
                  <a:pt x="548130" y="118932"/>
                  <a:pt x="549070" y="116729"/>
                  <a:pt x="549070" y="114141"/>
                </a:cubicBezTo>
                <a:cubicBezTo>
                  <a:pt x="549070" y="111184"/>
                  <a:pt x="548146" y="108627"/>
                  <a:pt x="546297" y="106470"/>
                </a:cubicBezTo>
                <a:cubicBezTo>
                  <a:pt x="544449" y="104314"/>
                  <a:pt x="540321" y="101048"/>
                  <a:pt x="533913" y="96674"/>
                </a:cubicBezTo>
                <a:cubicBezTo>
                  <a:pt x="524486" y="90143"/>
                  <a:pt x="518386" y="85152"/>
                  <a:pt x="515613" y="81701"/>
                </a:cubicBezTo>
                <a:cubicBezTo>
                  <a:pt x="511546" y="76649"/>
                  <a:pt x="509513" y="71073"/>
                  <a:pt x="509513" y="64973"/>
                </a:cubicBezTo>
                <a:cubicBezTo>
                  <a:pt x="509513" y="58318"/>
                  <a:pt x="511808" y="52296"/>
                  <a:pt x="516399" y="46904"/>
                </a:cubicBezTo>
                <a:cubicBezTo>
                  <a:pt x="520989" y="41513"/>
                  <a:pt x="527628" y="38817"/>
                  <a:pt x="536316" y="38817"/>
                </a:cubicBezTo>
                <a:cubicBezTo>
                  <a:pt x="540998" y="38817"/>
                  <a:pt x="545527" y="40002"/>
                  <a:pt x="549902" y="42370"/>
                </a:cubicBezTo>
                <a:cubicBezTo>
                  <a:pt x="551565" y="43329"/>
                  <a:pt x="552921" y="43808"/>
                  <a:pt x="553968" y="43808"/>
                </a:cubicBezTo>
                <a:cubicBezTo>
                  <a:pt x="555077" y="43808"/>
                  <a:pt x="555971" y="43577"/>
                  <a:pt x="556648" y="43115"/>
                </a:cubicBezTo>
                <a:cubicBezTo>
                  <a:pt x="557326" y="42653"/>
                  <a:pt x="558405" y="41344"/>
                  <a:pt x="559883" y="39187"/>
                </a:cubicBezTo>
                <a:lnTo>
                  <a:pt x="563026" y="391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BB131-ABF6-4043-806B-DC504E5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640" y="1687851"/>
            <a:ext cx="235386" cy="10"/>
          </a:xfrm>
          <a:custGeom xmlns:a="http://schemas.openxmlformats.org/drawingml/2006/main">
            <a:pathLst>
              <a:path w="235386" h="1" fill="none">
                <a:moveTo>
                  <a:pt x="0" y="0"/>
                </a:moveTo>
                <a:lnTo>
                  <a:pt x="2353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931AE-E6B6-4D39-9775-5E4DC93B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028" y="1656619"/>
            <a:ext cx="83284" cy="62463"/>
          </a:xfrm>
          <a:custGeom xmlns:a="http://schemas.openxmlformats.org/drawingml/2006/main">
            <a:pathLst>
              <a:path w="83284" h="62463">
                <a:moveTo>
                  <a:pt x="83284" y="31231"/>
                </a:moveTo>
                <a:lnTo>
                  <a:pt x="0" y="0"/>
                </a:lnTo>
                <a:lnTo>
                  <a:pt x="0" y="62463"/>
                </a:lnTo>
                <a:lnTo>
                  <a:pt x="83284" y="31231"/>
                </a:lnTo>
                <a:close/>
                <a:moveTo>
                  <a:pt x="83284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1DF7B-454D-402B-90C6-7696835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027" y="1656620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83284" y="31231"/>
                </a:moveTo>
                <a:lnTo>
                  <a:pt x="0" y="0"/>
                </a:lnTo>
                <a:lnTo>
                  <a:pt x="0" y="62463"/>
                </a:lnTo>
                <a:lnTo>
                  <a:pt x="83284" y="31231"/>
                </a:lnTo>
                <a:close/>
                <a:moveTo>
                  <a:pt x="83284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ED0C4-1390-4FE6-A939-7E9E34A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635" y="1687851"/>
            <a:ext cx="258952" cy="10"/>
          </a:xfrm>
          <a:custGeom xmlns:a="http://schemas.openxmlformats.org/drawingml/2006/main">
            <a:pathLst>
              <a:path w="258952" h="1" fill="none">
                <a:moveTo>
                  <a:pt x="25895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4414F-8F91-445F-ABB1-5B1FB781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55" y="1656619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0C2CE-BA3F-48B1-AD8B-2913D2C4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52" y="1656620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461F8-E65C-409E-9814-E8C7E2EA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0" y="97925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0FF25-A3A9-4FA1-9581-16A3A01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3" y="97924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A28B1-A189-4288-9446-7C47469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6" y="97925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B1669-4D6A-48BC-8AB0-4849ADF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9" y="97924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E5FAE-D008-4AC5-8551-26E1819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0" y="126272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E7F3E-2398-43F8-8084-3BEB5F43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3" y="126272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212D8-446D-4261-A2EA-4130A07B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6" y="126272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D11CD-5931-4AA0-ABC6-7925FEF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9" y="126272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94627-70B7-482B-AD6A-B2DE414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0" y="154619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6B3B9-22E2-4949-82B0-3427877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3" y="1546191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A161B-3AE4-474D-8C1F-3D854D8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6" y="154619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0D8B4-87B1-43EC-B67B-AE6BA36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9" y="1546191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84779-6FB3-4298-B7CC-1587F2C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0" y="1829664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24856-A8AE-44A1-B9C1-B821D585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3" y="1829670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C5639-F92B-4F25-BD5F-B6D80362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6" y="1829664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212A2-5BA2-4BF8-A691-7B155415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69" y="1829670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61349-F167-4692-9792-7532ACD9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218" y="984248"/>
            <a:ext cx="744664" cy="1127707"/>
          </a:xfrm>
          <a:custGeom xmlns:a="http://schemas.openxmlformats.org/drawingml/2006/main">
            <a:pathLst>
              <a:path w="744664" h="1127707">
                <a:moveTo>
                  <a:pt x="0" y="1127707"/>
                </a:moveTo>
                <a:lnTo>
                  <a:pt x="744664" y="1127707"/>
                </a:lnTo>
                <a:lnTo>
                  <a:pt x="744664" y="0"/>
                </a:lnTo>
                <a:lnTo>
                  <a:pt x="0" y="0"/>
                </a:lnTo>
                <a:lnTo>
                  <a:pt x="0" y="1127707"/>
                </a:lnTo>
                <a:close/>
              </a:path>
            </a:pathLst>
          </a:custGeom>
          <a:solidFill xmlns:a="http://schemas.openxmlformats.org/drawingml/2006/main">
            <a:srgbClr val="EBEBE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B26F0-CE54-4111-ADB1-1B1117AD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223" y="984247"/>
            <a:ext cx="744662" cy="1127703"/>
          </a:xfrm>
          <a:custGeom xmlns:a="http://schemas.openxmlformats.org/drawingml/2006/main">
            <a:pathLst>
              <a:path w="744662" h="1127703" fill="none">
                <a:moveTo>
                  <a:pt x="0" y="0"/>
                </a:moveTo>
                <a:lnTo>
                  <a:pt x="744662" y="0"/>
                </a:lnTo>
                <a:lnTo>
                  <a:pt x="744662" y="1127703"/>
                </a:lnTo>
                <a:lnTo>
                  <a:pt x="0" y="11277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74" name="Text 5">
            <a:extLst xmlns:a="http://schemas.openxmlformats.org/drawingml/2006/main">
              <a:ext uri="{FF2B5EF4-FFF2-40B4-BE49-F238E27FC236}">
                <a16:creationId xmlns:a16="http://schemas.microsoft.com/office/drawing/2014/main" id="{62242580-6B8B-4495-888D-D3BA598E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80" y="1232713"/>
            <a:ext cx="127912" cy="81147"/>
          </a:xfrm>
          <a:custGeom xmlns:a="http://schemas.openxmlformats.org/drawingml/2006/main">
            <a:pathLst>
              <a:path w="127912" h="81147">
                <a:moveTo>
                  <a:pt x="127912" y="22459"/>
                </a:moveTo>
                <a:lnTo>
                  <a:pt x="127912" y="81147"/>
                </a:lnTo>
                <a:lnTo>
                  <a:pt x="104067" y="71812"/>
                </a:lnTo>
                <a:lnTo>
                  <a:pt x="104067" y="22459"/>
                </a:lnTo>
                <a:lnTo>
                  <a:pt x="91498" y="17745"/>
                </a:lnTo>
                <a:cubicBezTo>
                  <a:pt x="90699" y="39002"/>
                  <a:pt x="85413" y="55361"/>
                  <a:pt x="75639" y="66821"/>
                </a:cubicBezTo>
                <a:cubicBezTo>
                  <a:pt x="67585" y="76248"/>
                  <a:pt x="57564" y="80962"/>
                  <a:pt x="45576" y="80962"/>
                </a:cubicBezTo>
                <a:cubicBezTo>
                  <a:pt x="37893" y="80962"/>
                  <a:pt x="30378" y="78775"/>
                  <a:pt x="23030" y="74400"/>
                </a:cubicBezTo>
                <a:cubicBezTo>
                  <a:pt x="15685" y="70025"/>
                  <a:pt x="10010" y="63864"/>
                  <a:pt x="6005" y="55915"/>
                </a:cubicBezTo>
                <a:cubicBezTo>
                  <a:pt x="2002" y="47967"/>
                  <a:pt x="0" y="39249"/>
                  <a:pt x="0" y="29760"/>
                </a:cubicBezTo>
                <a:cubicBezTo>
                  <a:pt x="0" y="19532"/>
                  <a:pt x="1917" y="11676"/>
                  <a:pt x="5750" y="6192"/>
                </a:cubicBezTo>
                <a:cubicBezTo>
                  <a:pt x="8473" y="2372"/>
                  <a:pt x="11565" y="462"/>
                  <a:pt x="15027" y="462"/>
                </a:cubicBezTo>
                <a:cubicBezTo>
                  <a:pt x="17686" y="462"/>
                  <a:pt x="20036" y="1463"/>
                  <a:pt x="22077" y="3466"/>
                </a:cubicBezTo>
                <a:cubicBezTo>
                  <a:pt x="24118" y="5468"/>
                  <a:pt x="25139" y="7794"/>
                  <a:pt x="25139" y="10444"/>
                </a:cubicBezTo>
                <a:cubicBezTo>
                  <a:pt x="25139" y="12847"/>
                  <a:pt x="24646" y="15280"/>
                  <a:pt x="23660" y="17745"/>
                </a:cubicBezTo>
                <a:cubicBezTo>
                  <a:pt x="22674" y="20210"/>
                  <a:pt x="20086" y="24430"/>
                  <a:pt x="15897" y="30407"/>
                </a:cubicBezTo>
                <a:cubicBezTo>
                  <a:pt x="13309" y="34165"/>
                  <a:pt x="11522" y="37400"/>
                  <a:pt x="10536" y="40111"/>
                </a:cubicBezTo>
                <a:cubicBezTo>
                  <a:pt x="9797" y="42021"/>
                  <a:pt x="9427" y="44178"/>
                  <a:pt x="9427" y="46581"/>
                </a:cubicBezTo>
                <a:cubicBezTo>
                  <a:pt x="9427" y="51633"/>
                  <a:pt x="11274" y="55931"/>
                  <a:pt x="14967" y="59474"/>
                </a:cubicBezTo>
                <a:cubicBezTo>
                  <a:pt x="18662" y="63017"/>
                  <a:pt x="23095" y="64788"/>
                  <a:pt x="28267" y="64788"/>
                </a:cubicBezTo>
                <a:cubicBezTo>
                  <a:pt x="39032" y="64788"/>
                  <a:pt x="47779" y="59366"/>
                  <a:pt x="54509" y="48522"/>
                </a:cubicBezTo>
                <a:cubicBezTo>
                  <a:pt x="61238" y="37677"/>
                  <a:pt x="64603" y="23999"/>
                  <a:pt x="64603" y="7486"/>
                </a:cubicBezTo>
                <a:cubicBezTo>
                  <a:pt x="64603" y="5823"/>
                  <a:pt x="64572" y="3327"/>
                  <a:pt x="64511" y="0"/>
                </a:cubicBezTo>
                <a:lnTo>
                  <a:pt x="127912" y="224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1">
            <a:extLst xmlns:a="http://schemas.openxmlformats.org/drawingml/2006/main">
              <a:ext uri="{FF2B5EF4-FFF2-40B4-BE49-F238E27FC236}">
                <a16:creationId xmlns:a16="http://schemas.microsoft.com/office/drawing/2014/main" id="{BB5C2126-BC41-42C4-BBA5-B0290C7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468" y="1333453"/>
            <a:ext cx="127912" cy="67653"/>
          </a:xfrm>
          <a:custGeom xmlns:a="http://schemas.openxmlformats.org/drawingml/2006/main">
            <a:pathLst>
              <a:path w="127912" h="67653">
                <a:moveTo>
                  <a:pt x="127912" y="49169"/>
                </a:moveTo>
                <a:lnTo>
                  <a:pt x="25509" y="49169"/>
                </a:lnTo>
                <a:cubicBezTo>
                  <a:pt x="17741" y="49169"/>
                  <a:pt x="12786" y="49508"/>
                  <a:pt x="10643" y="50185"/>
                </a:cubicBezTo>
                <a:cubicBezTo>
                  <a:pt x="8500" y="50863"/>
                  <a:pt x="6745" y="52280"/>
                  <a:pt x="5378" y="54437"/>
                </a:cubicBezTo>
                <a:cubicBezTo>
                  <a:pt x="4011" y="56593"/>
                  <a:pt x="3327" y="60044"/>
                  <a:pt x="3327" y="64788"/>
                </a:cubicBezTo>
                <a:lnTo>
                  <a:pt x="3327" y="67653"/>
                </a:lnTo>
                <a:lnTo>
                  <a:pt x="0" y="67653"/>
                </a:lnTo>
                <a:lnTo>
                  <a:pt x="0" y="1664"/>
                </a:lnTo>
                <a:lnTo>
                  <a:pt x="3327" y="1664"/>
                </a:lnTo>
                <a:lnTo>
                  <a:pt x="3327" y="4991"/>
                </a:lnTo>
                <a:cubicBezTo>
                  <a:pt x="3327" y="10351"/>
                  <a:pt x="3948" y="14171"/>
                  <a:pt x="5190" y="16451"/>
                </a:cubicBezTo>
                <a:cubicBezTo>
                  <a:pt x="6434" y="18731"/>
                  <a:pt x="8143" y="20271"/>
                  <a:pt x="10317" y="21072"/>
                </a:cubicBezTo>
                <a:cubicBezTo>
                  <a:pt x="12492" y="21873"/>
                  <a:pt x="17556" y="22274"/>
                  <a:pt x="25509" y="22274"/>
                </a:cubicBezTo>
                <a:lnTo>
                  <a:pt x="90389" y="22274"/>
                </a:lnTo>
                <a:cubicBezTo>
                  <a:pt x="96181" y="22274"/>
                  <a:pt x="99801" y="21996"/>
                  <a:pt x="101249" y="21442"/>
                </a:cubicBezTo>
                <a:cubicBezTo>
                  <a:pt x="102697" y="20887"/>
                  <a:pt x="103929" y="19855"/>
                  <a:pt x="104945" y="18346"/>
                </a:cubicBezTo>
                <a:cubicBezTo>
                  <a:pt x="105962" y="16836"/>
                  <a:pt x="106470" y="15096"/>
                  <a:pt x="106470" y="13124"/>
                </a:cubicBezTo>
                <a:cubicBezTo>
                  <a:pt x="106470" y="9982"/>
                  <a:pt x="105485" y="6161"/>
                  <a:pt x="103513" y="1664"/>
                </a:cubicBezTo>
                <a:lnTo>
                  <a:pt x="106840" y="0"/>
                </a:lnTo>
                <a:lnTo>
                  <a:pt x="127912" y="46119"/>
                </a:lnTo>
                <a:lnTo>
                  <a:pt x="127912" y="49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2">
            <a:extLst xmlns:a="http://schemas.openxmlformats.org/drawingml/2006/main">
              <a:ext uri="{FF2B5EF4-FFF2-40B4-BE49-F238E27FC236}">
                <a16:creationId xmlns:a16="http://schemas.microsoft.com/office/drawing/2014/main" id="{76536FE7-C1A0-4381-B2CD-80EFD147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468" y="1420238"/>
            <a:ext cx="127912" cy="80777"/>
          </a:xfrm>
          <a:custGeom xmlns:a="http://schemas.openxmlformats.org/drawingml/2006/main">
            <a:pathLst>
              <a:path w="127912" h="80777">
                <a:moveTo>
                  <a:pt x="0" y="73753"/>
                </a:moveTo>
                <a:lnTo>
                  <a:pt x="0" y="0"/>
                </a:lnTo>
                <a:lnTo>
                  <a:pt x="2033" y="0"/>
                </a:lnTo>
                <a:cubicBezTo>
                  <a:pt x="28936" y="22613"/>
                  <a:pt x="47034" y="36337"/>
                  <a:pt x="56328" y="41174"/>
                </a:cubicBezTo>
                <a:cubicBezTo>
                  <a:pt x="65625" y="46011"/>
                  <a:pt x="74705" y="48429"/>
                  <a:pt x="83570" y="48429"/>
                </a:cubicBezTo>
                <a:cubicBezTo>
                  <a:pt x="90034" y="48429"/>
                  <a:pt x="95405" y="46427"/>
                  <a:pt x="99683" y="42422"/>
                </a:cubicBezTo>
                <a:cubicBezTo>
                  <a:pt x="103962" y="38417"/>
                  <a:pt x="106101" y="33518"/>
                  <a:pt x="106101" y="27727"/>
                </a:cubicBezTo>
                <a:cubicBezTo>
                  <a:pt x="106101" y="18238"/>
                  <a:pt x="101363" y="10875"/>
                  <a:pt x="91888" y="5638"/>
                </a:cubicBezTo>
                <a:lnTo>
                  <a:pt x="93087" y="2218"/>
                </a:lnTo>
                <a:cubicBezTo>
                  <a:pt x="104942" y="5545"/>
                  <a:pt x="113709" y="10598"/>
                  <a:pt x="119389" y="17375"/>
                </a:cubicBezTo>
                <a:cubicBezTo>
                  <a:pt x="125071" y="24153"/>
                  <a:pt x="127912" y="31978"/>
                  <a:pt x="127912" y="40851"/>
                </a:cubicBezTo>
                <a:cubicBezTo>
                  <a:pt x="127912" y="47197"/>
                  <a:pt x="126434" y="52989"/>
                  <a:pt x="123476" y="58226"/>
                </a:cubicBezTo>
                <a:cubicBezTo>
                  <a:pt x="120519" y="63463"/>
                  <a:pt x="116467" y="67561"/>
                  <a:pt x="111323" y="70518"/>
                </a:cubicBezTo>
                <a:cubicBezTo>
                  <a:pt x="106178" y="73476"/>
                  <a:pt x="101356" y="74954"/>
                  <a:pt x="96859" y="74954"/>
                </a:cubicBezTo>
                <a:cubicBezTo>
                  <a:pt x="88664" y="74954"/>
                  <a:pt x="80346" y="72675"/>
                  <a:pt x="71905" y="68115"/>
                </a:cubicBezTo>
                <a:cubicBezTo>
                  <a:pt x="60506" y="61892"/>
                  <a:pt x="44609" y="48306"/>
                  <a:pt x="24215" y="27357"/>
                </a:cubicBezTo>
                <a:lnTo>
                  <a:pt x="24215" y="54437"/>
                </a:lnTo>
                <a:cubicBezTo>
                  <a:pt x="24215" y="61091"/>
                  <a:pt x="24492" y="65420"/>
                  <a:pt x="25046" y="67422"/>
                </a:cubicBezTo>
                <a:cubicBezTo>
                  <a:pt x="25601" y="69425"/>
                  <a:pt x="26541" y="71073"/>
                  <a:pt x="27865" y="72367"/>
                </a:cubicBezTo>
                <a:cubicBezTo>
                  <a:pt x="29190" y="73661"/>
                  <a:pt x="31978" y="75355"/>
                  <a:pt x="36230" y="77450"/>
                </a:cubicBezTo>
                <a:lnTo>
                  <a:pt x="36230" y="80777"/>
                </a:lnTo>
                <a:lnTo>
                  <a:pt x="0" y="73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S">
            <a:extLst xmlns:a="http://schemas.openxmlformats.org/drawingml/2006/main">
              <a:ext uri="{FF2B5EF4-FFF2-40B4-BE49-F238E27FC236}">
                <a16:creationId xmlns:a16="http://schemas.microsoft.com/office/drawing/2014/main" id="{A408B814-B4BC-456C-BF1D-C601977E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95" y="1567375"/>
            <a:ext cx="130870" cy="87894"/>
          </a:xfrm>
          <a:custGeom xmlns:a="http://schemas.openxmlformats.org/drawingml/2006/main">
            <a:pathLst>
              <a:path w="130870" h="87894">
                <a:moveTo>
                  <a:pt x="130870" y="79113"/>
                </a:moveTo>
                <a:lnTo>
                  <a:pt x="89095" y="80130"/>
                </a:lnTo>
                <a:lnTo>
                  <a:pt x="89095" y="76341"/>
                </a:lnTo>
                <a:cubicBezTo>
                  <a:pt x="99543" y="74554"/>
                  <a:pt x="107946" y="70164"/>
                  <a:pt x="114306" y="63171"/>
                </a:cubicBezTo>
                <a:cubicBezTo>
                  <a:pt x="120666" y="56177"/>
                  <a:pt x="123846" y="48614"/>
                  <a:pt x="123846" y="40481"/>
                </a:cubicBezTo>
                <a:cubicBezTo>
                  <a:pt x="123846" y="34196"/>
                  <a:pt x="122172" y="29221"/>
                  <a:pt x="118823" y="25555"/>
                </a:cubicBezTo>
                <a:cubicBezTo>
                  <a:pt x="115477" y="21889"/>
                  <a:pt x="111623" y="20056"/>
                  <a:pt x="107262" y="20056"/>
                </a:cubicBezTo>
                <a:cubicBezTo>
                  <a:pt x="104499" y="20056"/>
                  <a:pt x="102042" y="20703"/>
                  <a:pt x="99891" y="21996"/>
                </a:cubicBezTo>
                <a:cubicBezTo>
                  <a:pt x="97005" y="23783"/>
                  <a:pt x="94149" y="26648"/>
                  <a:pt x="91325" y="30592"/>
                </a:cubicBezTo>
                <a:cubicBezTo>
                  <a:pt x="89297" y="33488"/>
                  <a:pt x="85703" y="40173"/>
                  <a:pt x="80543" y="50647"/>
                </a:cubicBezTo>
                <a:cubicBezTo>
                  <a:pt x="73357" y="65312"/>
                  <a:pt x="66569" y="75201"/>
                  <a:pt x="60178" y="80315"/>
                </a:cubicBezTo>
                <a:cubicBezTo>
                  <a:pt x="53790" y="85367"/>
                  <a:pt x="46479" y="87894"/>
                  <a:pt x="38245" y="87894"/>
                </a:cubicBezTo>
                <a:cubicBezTo>
                  <a:pt x="27802" y="87894"/>
                  <a:pt x="18817" y="83812"/>
                  <a:pt x="11290" y="75648"/>
                </a:cubicBezTo>
                <a:cubicBezTo>
                  <a:pt x="3763" y="67484"/>
                  <a:pt x="0" y="57117"/>
                  <a:pt x="0" y="44548"/>
                </a:cubicBezTo>
                <a:cubicBezTo>
                  <a:pt x="0" y="40604"/>
                  <a:pt x="400" y="36876"/>
                  <a:pt x="1201" y="33364"/>
                </a:cubicBezTo>
                <a:cubicBezTo>
                  <a:pt x="2002" y="29852"/>
                  <a:pt x="3512" y="25447"/>
                  <a:pt x="5730" y="20148"/>
                </a:cubicBezTo>
                <a:cubicBezTo>
                  <a:pt x="6962" y="17191"/>
                  <a:pt x="7579" y="14757"/>
                  <a:pt x="7579" y="12847"/>
                </a:cubicBezTo>
                <a:cubicBezTo>
                  <a:pt x="7579" y="11245"/>
                  <a:pt x="6955" y="9550"/>
                  <a:pt x="5707" y="7763"/>
                </a:cubicBezTo>
                <a:cubicBezTo>
                  <a:pt x="4459" y="5977"/>
                  <a:pt x="2557" y="4529"/>
                  <a:pt x="0" y="3420"/>
                </a:cubicBezTo>
                <a:lnTo>
                  <a:pt x="0" y="0"/>
                </a:lnTo>
                <a:lnTo>
                  <a:pt x="47320" y="0"/>
                </a:lnTo>
                <a:lnTo>
                  <a:pt x="47320" y="3420"/>
                </a:lnTo>
                <a:cubicBezTo>
                  <a:pt x="34042" y="6131"/>
                  <a:pt x="23914" y="11353"/>
                  <a:pt x="16936" y="19085"/>
                </a:cubicBezTo>
                <a:cubicBezTo>
                  <a:pt x="9958" y="26818"/>
                  <a:pt x="6470" y="35151"/>
                  <a:pt x="6470" y="44085"/>
                </a:cubicBezTo>
                <a:cubicBezTo>
                  <a:pt x="6470" y="50986"/>
                  <a:pt x="8343" y="56485"/>
                  <a:pt x="12090" y="60583"/>
                </a:cubicBezTo>
                <a:cubicBezTo>
                  <a:pt x="15837" y="64680"/>
                  <a:pt x="20198" y="66729"/>
                  <a:pt x="25174" y="66729"/>
                </a:cubicBezTo>
                <a:cubicBezTo>
                  <a:pt x="28121" y="66729"/>
                  <a:pt x="30977" y="65943"/>
                  <a:pt x="33740" y="64372"/>
                </a:cubicBezTo>
                <a:cubicBezTo>
                  <a:pt x="36505" y="62801"/>
                  <a:pt x="39131" y="60413"/>
                  <a:pt x="41619" y="57209"/>
                </a:cubicBezTo>
                <a:cubicBezTo>
                  <a:pt x="44107" y="54005"/>
                  <a:pt x="47346" y="48337"/>
                  <a:pt x="51338" y="40204"/>
                </a:cubicBezTo>
                <a:cubicBezTo>
                  <a:pt x="56927" y="28805"/>
                  <a:pt x="61691" y="20610"/>
                  <a:pt x="65628" y="15619"/>
                </a:cubicBezTo>
                <a:cubicBezTo>
                  <a:pt x="69566" y="10629"/>
                  <a:pt x="73965" y="6793"/>
                  <a:pt x="78825" y="4113"/>
                </a:cubicBezTo>
                <a:cubicBezTo>
                  <a:pt x="83685" y="1433"/>
                  <a:pt x="89036" y="92"/>
                  <a:pt x="94880" y="92"/>
                </a:cubicBezTo>
                <a:cubicBezTo>
                  <a:pt x="104846" y="92"/>
                  <a:pt x="113336" y="3759"/>
                  <a:pt x="120348" y="11091"/>
                </a:cubicBezTo>
                <a:cubicBezTo>
                  <a:pt x="127363" y="18423"/>
                  <a:pt x="130870" y="27665"/>
                  <a:pt x="130870" y="38817"/>
                </a:cubicBezTo>
                <a:cubicBezTo>
                  <a:pt x="130870" y="42884"/>
                  <a:pt x="130371" y="46827"/>
                  <a:pt x="129374" y="50647"/>
                </a:cubicBezTo>
                <a:cubicBezTo>
                  <a:pt x="128627" y="53543"/>
                  <a:pt x="127241" y="57071"/>
                  <a:pt x="125218" y="61230"/>
                </a:cubicBezTo>
                <a:cubicBezTo>
                  <a:pt x="123194" y="65389"/>
                  <a:pt x="122182" y="68300"/>
                  <a:pt x="122182" y="69964"/>
                </a:cubicBezTo>
                <a:cubicBezTo>
                  <a:pt x="122182" y="71566"/>
                  <a:pt x="122680" y="72829"/>
                  <a:pt x="123675" y="73753"/>
                </a:cubicBezTo>
                <a:cubicBezTo>
                  <a:pt x="124673" y="74677"/>
                  <a:pt x="127071" y="75540"/>
                  <a:pt x="130870" y="76341"/>
                </a:cubicBezTo>
                <a:lnTo>
                  <a:pt x="130870" y="79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e">
            <a:extLst xmlns:a="http://schemas.openxmlformats.org/drawingml/2006/main">
              <a:ext uri="{FF2B5EF4-FFF2-40B4-BE49-F238E27FC236}">
                <a16:creationId xmlns:a16="http://schemas.microsoft.com/office/drawing/2014/main" id="{F123C3FE-005B-47AC-B657-ADC7CC44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80" y="1670159"/>
            <a:ext cx="91683" cy="72274"/>
          </a:xfrm>
          <a:custGeom xmlns:a="http://schemas.openxmlformats.org/drawingml/2006/main">
            <a:pathLst>
              <a:path w="91683" h="72274">
                <a:moveTo>
                  <a:pt x="48984" y="72274"/>
                </a:moveTo>
                <a:lnTo>
                  <a:pt x="48984" y="24862"/>
                </a:lnTo>
                <a:cubicBezTo>
                  <a:pt x="37493" y="25416"/>
                  <a:pt x="28411" y="28466"/>
                  <a:pt x="21739" y="34011"/>
                </a:cubicBezTo>
                <a:cubicBezTo>
                  <a:pt x="16612" y="38263"/>
                  <a:pt x="14048" y="43377"/>
                  <a:pt x="14048" y="49353"/>
                </a:cubicBezTo>
                <a:cubicBezTo>
                  <a:pt x="14048" y="53050"/>
                  <a:pt x="15080" y="56408"/>
                  <a:pt x="17144" y="59428"/>
                </a:cubicBezTo>
                <a:cubicBezTo>
                  <a:pt x="19208" y="62447"/>
                  <a:pt x="22921" y="65681"/>
                  <a:pt x="28281" y="69132"/>
                </a:cubicBezTo>
                <a:lnTo>
                  <a:pt x="26248" y="72274"/>
                </a:lnTo>
                <a:cubicBezTo>
                  <a:pt x="16698" y="67591"/>
                  <a:pt x="9935" y="62416"/>
                  <a:pt x="5961" y="56747"/>
                </a:cubicBezTo>
                <a:cubicBezTo>
                  <a:pt x="1987" y="51079"/>
                  <a:pt x="0" y="44517"/>
                  <a:pt x="0" y="37061"/>
                </a:cubicBezTo>
                <a:cubicBezTo>
                  <a:pt x="0" y="24245"/>
                  <a:pt x="4934" y="14541"/>
                  <a:pt x="14802" y="7948"/>
                </a:cubicBezTo>
                <a:cubicBezTo>
                  <a:pt x="22758" y="2649"/>
                  <a:pt x="32626" y="0"/>
                  <a:pt x="44406" y="0"/>
                </a:cubicBezTo>
                <a:cubicBezTo>
                  <a:pt x="58839" y="0"/>
                  <a:pt x="70327" y="3897"/>
                  <a:pt x="78868" y="11691"/>
                </a:cubicBezTo>
                <a:cubicBezTo>
                  <a:pt x="87411" y="19486"/>
                  <a:pt x="91683" y="28620"/>
                  <a:pt x="91683" y="39095"/>
                </a:cubicBezTo>
                <a:cubicBezTo>
                  <a:pt x="91683" y="47844"/>
                  <a:pt x="88094" y="55438"/>
                  <a:pt x="80916" y="61877"/>
                </a:cubicBezTo>
                <a:cubicBezTo>
                  <a:pt x="73738" y="68315"/>
                  <a:pt x="63094" y="71781"/>
                  <a:pt x="48984" y="72274"/>
                </a:cubicBezTo>
                <a:moveTo>
                  <a:pt x="55084" y="49538"/>
                </a:moveTo>
                <a:cubicBezTo>
                  <a:pt x="65004" y="49538"/>
                  <a:pt x="71812" y="48999"/>
                  <a:pt x="75509" y="47921"/>
                </a:cubicBezTo>
                <a:cubicBezTo>
                  <a:pt x="79206" y="46843"/>
                  <a:pt x="82009" y="45164"/>
                  <a:pt x="83919" y="42884"/>
                </a:cubicBezTo>
                <a:cubicBezTo>
                  <a:pt x="85028" y="41590"/>
                  <a:pt x="85583" y="39865"/>
                  <a:pt x="85583" y="37708"/>
                </a:cubicBezTo>
                <a:cubicBezTo>
                  <a:pt x="85583" y="34504"/>
                  <a:pt x="84012" y="31886"/>
                  <a:pt x="80869" y="29852"/>
                </a:cubicBezTo>
                <a:cubicBezTo>
                  <a:pt x="75386" y="26217"/>
                  <a:pt x="67869" y="24399"/>
                  <a:pt x="58318" y="24399"/>
                </a:cubicBezTo>
                <a:lnTo>
                  <a:pt x="55084" y="24399"/>
                </a:lnTo>
                <a:lnTo>
                  <a:pt x="55084" y="49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t">
            <a:extLst xmlns:a="http://schemas.openxmlformats.org/drawingml/2006/main">
              <a:ext uri="{FF2B5EF4-FFF2-40B4-BE49-F238E27FC236}">
                <a16:creationId xmlns:a16="http://schemas.microsoft.com/office/drawing/2014/main" id="{4A391875-ABDA-4B78-A167-601BF87D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174" y="1750372"/>
            <a:ext cx="119594" cy="57671"/>
          </a:xfrm>
          <a:custGeom xmlns:a="http://schemas.openxmlformats.org/drawingml/2006/main">
            <a:pathLst>
              <a:path w="119594" h="57671">
                <a:moveTo>
                  <a:pt x="119594" y="37154"/>
                </a:moveTo>
                <a:lnTo>
                  <a:pt x="87801" y="37154"/>
                </a:lnTo>
                <a:lnTo>
                  <a:pt x="87801" y="57671"/>
                </a:lnTo>
                <a:lnTo>
                  <a:pt x="78744" y="57671"/>
                </a:lnTo>
                <a:lnTo>
                  <a:pt x="78744" y="37154"/>
                </a:lnTo>
                <a:lnTo>
                  <a:pt x="25272" y="37154"/>
                </a:lnTo>
                <a:cubicBezTo>
                  <a:pt x="20267" y="37154"/>
                  <a:pt x="17039" y="37385"/>
                  <a:pt x="15588" y="37847"/>
                </a:cubicBezTo>
                <a:cubicBezTo>
                  <a:pt x="14136" y="38309"/>
                  <a:pt x="12961" y="39125"/>
                  <a:pt x="12064" y="40296"/>
                </a:cubicBezTo>
                <a:cubicBezTo>
                  <a:pt x="11169" y="41467"/>
                  <a:pt x="10721" y="42545"/>
                  <a:pt x="10721" y="43531"/>
                </a:cubicBezTo>
                <a:cubicBezTo>
                  <a:pt x="10721" y="47536"/>
                  <a:pt x="13802" y="51325"/>
                  <a:pt x="19963" y="54899"/>
                </a:cubicBezTo>
                <a:lnTo>
                  <a:pt x="17910" y="57671"/>
                </a:lnTo>
                <a:cubicBezTo>
                  <a:pt x="5970" y="52681"/>
                  <a:pt x="0" y="44578"/>
                  <a:pt x="0" y="33364"/>
                </a:cubicBezTo>
                <a:cubicBezTo>
                  <a:pt x="0" y="27881"/>
                  <a:pt x="1530" y="23244"/>
                  <a:pt x="4589" y="19455"/>
                </a:cubicBezTo>
                <a:cubicBezTo>
                  <a:pt x="7651" y="15666"/>
                  <a:pt x="11068" y="13247"/>
                  <a:pt x="14840" y="12200"/>
                </a:cubicBezTo>
                <a:cubicBezTo>
                  <a:pt x="16942" y="11584"/>
                  <a:pt x="22631" y="11276"/>
                  <a:pt x="31906" y="11276"/>
                </a:cubicBezTo>
                <a:lnTo>
                  <a:pt x="78744" y="11276"/>
                </a:lnTo>
                <a:lnTo>
                  <a:pt x="78744" y="0"/>
                </a:lnTo>
                <a:lnTo>
                  <a:pt x="81987" y="0"/>
                </a:lnTo>
                <a:cubicBezTo>
                  <a:pt x="87482" y="7763"/>
                  <a:pt x="93256" y="14372"/>
                  <a:pt x="99308" y="19825"/>
                </a:cubicBezTo>
                <a:cubicBezTo>
                  <a:pt x="105359" y="25277"/>
                  <a:pt x="112122" y="30037"/>
                  <a:pt x="119594" y="34104"/>
                </a:cubicBezTo>
                <a:lnTo>
                  <a:pt x="119594" y="37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s">
            <a:extLst xmlns:a="http://schemas.openxmlformats.org/drawingml/2006/main">
              <a:ext uri="{FF2B5EF4-FFF2-40B4-BE49-F238E27FC236}">
                <a16:creationId xmlns:a16="http://schemas.microsoft.com/office/drawing/2014/main" id="{E32FEA29-4997-4C34-9AC9-CE7B9822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80" y="1817373"/>
            <a:ext cx="91683" cy="59428"/>
          </a:xfrm>
          <a:custGeom xmlns:a="http://schemas.openxmlformats.org/drawingml/2006/main">
            <a:pathLst>
              <a:path w="91683" h="59428">
                <a:moveTo>
                  <a:pt x="91313" y="53512"/>
                </a:moveTo>
                <a:lnTo>
                  <a:pt x="61738" y="54899"/>
                </a:lnTo>
                <a:lnTo>
                  <a:pt x="61738" y="51756"/>
                </a:lnTo>
                <a:cubicBezTo>
                  <a:pt x="70559" y="47998"/>
                  <a:pt x="76583" y="44101"/>
                  <a:pt x="79812" y="40065"/>
                </a:cubicBezTo>
                <a:cubicBezTo>
                  <a:pt x="83043" y="36029"/>
                  <a:pt x="84659" y="32009"/>
                  <a:pt x="84659" y="28004"/>
                </a:cubicBezTo>
                <a:cubicBezTo>
                  <a:pt x="84659" y="25478"/>
                  <a:pt x="83812" y="23321"/>
                  <a:pt x="82117" y="21534"/>
                </a:cubicBezTo>
                <a:cubicBezTo>
                  <a:pt x="80423" y="19748"/>
                  <a:pt x="78466" y="18854"/>
                  <a:pt x="76248" y="18854"/>
                </a:cubicBezTo>
                <a:cubicBezTo>
                  <a:pt x="74585" y="18854"/>
                  <a:pt x="72983" y="19470"/>
                  <a:pt x="71442" y="20703"/>
                </a:cubicBezTo>
                <a:cubicBezTo>
                  <a:pt x="68916" y="22674"/>
                  <a:pt x="64588" y="28189"/>
                  <a:pt x="58457" y="37246"/>
                </a:cubicBezTo>
                <a:cubicBezTo>
                  <a:pt x="52326" y="46304"/>
                  <a:pt x="47120" y="52265"/>
                  <a:pt x="42838" y="55130"/>
                </a:cubicBezTo>
                <a:cubicBezTo>
                  <a:pt x="38555" y="57995"/>
                  <a:pt x="33765" y="59428"/>
                  <a:pt x="28466" y="59428"/>
                </a:cubicBezTo>
                <a:cubicBezTo>
                  <a:pt x="23660" y="59428"/>
                  <a:pt x="18947" y="58226"/>
                  <a:pt x="14325" y="55823"/>
                </a:cubicBezTo>
                <a:cubicBezTo>
                  <a:pt x="9704" y="53420"/>
                  <a:pt x="6161" y="50031"/>
                  <a:pt x="3697" y="45657"/>
                </a:cubicBezTo>
                <a:cubicBezTo>
                  <a:pt x="1232" y="41282"/>
                  <a:pt x="0" y="36445"/>
                  <a:pt x="0" y="31146"/>
                </a:cubicBezTo>
                <a:cubicBezTo>
                  <a:pt x="0" y="27018"/>
                  <a:pt x="1318" y="21504"/>
                  <a:pt x="3954" y="14603"/>
                </a:cubicBezTo>
                <a:cubicBezTo>
                  <a:pt x="4645" y="12754"/>
                  <a:pt x="4991" y="11491"/>
                  <a:pt x="4991" y="10813"/>
                </a:cubicBezTo>
                <a:cubicBezTo>
                  <a:pt x="4991" y="8780"/>
                  <a:pt x="3450" y="7086"/>
                  <a:pt x="370" y="5730"/>
                </a:cubicBezTo>
                <a:lnTo>
                  <a:pt x="370" y="2680"/>
                </a:lnTo>
                <a:lnTo>
                  <a:pt x="31424" y="1201"/>
                </a:lnTo>
                <a:lnTo>
                  <a:pt x="31424" y="4344"/>
                </a:lnTo>
                <a:cubicBezTo>
                  <a:pt x="23290" y="7117"/>
                  <a:pt x="17191" y="10921"/>
                  <a:pt x="13124" y="15758"/>
                </a:cubicBezTo>
                <a:cubicBezTo>
                  <a:pt x="9057" y="20595"/>
                  <a:pt x="7024" y="25170"/>
                  <a:pt x="7024" y="29483"/>
                </a:cubicBezTo>
                <a:cubicBezTo>
                  <a:pt x="7024" y="32440"/>
                  <a:pt x="7933" y="34859"/>
                  <a:pt x="9751" y="36738"/>
                </a:cubicBezTo>
                <a:cubicBezTo>
                  <a:pt x="11568" y="38617"/>
                  <a:pt x="13771" y="39557"/>
                  <a:pt x="16359" y="39557"/>
                </a:cubicBezTo>
                <a:cubicBezTo>
                  <a:pt x="19316" y="39557"/>
                  <a:pt x="21873" y="38633"/>
                  <a:pt x="24030" y="36784"/>
                </a:cubicBezTo>
                <a:cubicBezTo>
                  <a:pt x="26186" y="34936"/>
                  <a:pt x="29452" y="30807"/>
                  <a:pt x="33827" y="24399"/>
                </a:cubicBezTo>
                <a:cubicBezTo>
                  <a:pt x="40358" y="14972"/>
                  <a:pt x="45349" y="8873"/>
                  <a:pt x="48799" y="6100"/>
                </a:cubicBezTo>
                <a:cubicBezTo>
                  <a:pt x="53851" y="2033"/>
                  <a:pt x="59428" y="0"/>
                  <a:pt x="65527" y="0"/>
                </a:cubicBezTo>
                <a:cubicBezTo>
                  <a:pt x="72182" y="0"/>
                  <a:pt x="78205" y="2295"/>
                  <a:pt x="83596" y="6885"/>
                </a:cubicBezTo>
                <a:cubicBezTo>
                  <a:pt x="88987" y="11476"/>
                  <a:pt x="91683" y="18115"/>
                  <a:pt x="91683" y="26802"/>
                </a:cubicBezTo>
                <a:cubicBezTo>
                  <a:pt x="91683" y="31485"/>
                  <a:pt x="90499" y="36014"/>
                  <a:pt x="88130" y="40389"/>
                </a:cubicBezTo>
                <a:cubicBezTo>
                  <a:pt x="87172" y="42052"/>
                  <a:pt x="86692" y="43408"/>
                  <a:pt x="86692" y="44455"/>
                </a:cubicBezTo>
                <a:cubicBezTo>
                  <a:pt x="86692" y="45564"/>
                  <a:pt x="86923" y="46458"/>
                  <a:pt x="87385" y="47135"/>
                </a:cubicBezTo>
                <a:cubicBezTo>
                  <a:pt x="87847" y="47813"/>
                  <a:pt x="89157" y="48891"/>
                  <a:pt x="91313" y="50370"/>
                </a:cubicBezTo>
                <a:lnTo>
                  <a:pt x="91313" y="535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106ED-0CE7-453B-B95E-B24C898F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54" y="1885208"/>
            <a:ext cx="10" cy="103631"/>
          </a:xfrm>
          <a:custGeom xmlns:a="http://schemas.openxmlformats.org/drawingml/2006/main">
            <a:pathLst>
              <a:path w="1" h="103631" fill="none">
                <a:moveTo>
                  <a:pt x="0" y="0"/>
                </a:moveTo>
                <a:lnTo>
                  <a:pt x="0" y="103631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24C0B-4209-4AA9-9D08-02637955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318" y="1988840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32370-3B4C-4705-B02F-D189A4C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322" y="1988839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9AED0-0581-4C25-98F0-A1C7EB6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54" y="1105971"/>
            <a:ext cx="10" cy="118695"/>
          </a:xfrm>
          <a:custGeom xmlns:a="http://schemas.openxmlformats.org/drawingml/2006/main">
            <a:pathLst>
              <a:path w="1" h="118695" fill="none">
                <a:moveTo>
                  <a:pt x="0" y="118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E4550-F0D8-40F3-9C59-8BD003CC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38" y="1024080"/>
            <a:ext cx="61422" cy="81895"/>
          </a:xfrm>
          <a:custGeom xmlns:a="http://schemas.openxmlformats.org/drawingml/2006/main">
            <a:pathLst>
              <a:path w="61422" h="81895">
                <a:moveTo>
                  <a:pt x="30711" y="0"/>
                </a:moveTo>
                <a:lnTo>
                  <a:pt x="0" y="81895"/>
                </a:lnTo>
                <a:lnTo>
                  <a:pt x="61422" y="81895"/>
                </a:lnTo>
                <a:lnTo>
                  <a:pt x="30711" y="0"/>
                </a:lnTo>
                <a:close/>
                <a:moveTo>
                  <a:pt x="307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275E7-FA62-41A5-B022-1A5BBA99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43" y="1024075"/>
            <a:ext cx="61422" cy="81895"/>
          </a:xfrm>
          <a:custGeom xmlns:a="http://schemas.openxmlformats.org/drawingml/2006/main">
            <a:pathLst>
              <a:path w="61422" h="81895" fill="none">
                <a:moveTo>
                  <a:pt x="30711" y="0"/>
                </a:moveTo>
                <a:lnTo>
                  <a:pt x="0" y="81895"/>
                </a:lnTo>
                <a:lnTo>
                  <a:pt x="61422" y="81895"/>
                </a:lnTo>
                <a:lnTo>
                  <a:pt x="30711" y="0"/>
                </a:lnTo>
                <a:close/>
                <a:moveTo>
                  <a:pt x="3071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B11A4-407C-4346-ABA6-D14BECAF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97925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BB86F-BDC1-4F79-9DE9-818BAD3D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97924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ECC9E-580D-4F9F-A99F-FD3DBB11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979253"/>
            <a:ext cx="743717" cy="283471"/>
          </a:xfrm>
          <a:custGeom xmlns:a="http://schemas.openxmlformats.org/drawingml/2006/main">
            <a:pathLst>
              <a:path w="743717" h="283471">
                <a:moveTo>
                  <a:pt x="0" y="283471"/>
                </a:moveTo>
                <a:lnTo>
                  <a:pt x="743717" y="283471"/>
                </a:lnTo>
                <a:lnTo>
                  <a:pt x="743717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788FD-39B8-4E79-AD16-8D96484D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97924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27601-780A-4DDE-A80F-FB507F1A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126272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26B3F-2D0B-4672-84C4-A2F94903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126272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84948-6BA1-460B-B885-1BC3BDE0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1262723"/>
            <a:ext cx="743717" cy="283471"/>
          </a:xfrm>
          <a:custGeom xmlns:a="http://schemas.openxmlformats.org/drawingml/2006/main">
            <a:pathLst>
              <a:path w="743717" h="283471">
                <a:moveTo>
                  <a:pt x="0" y="283471"/>
                </a:moveTo>
                <a:lnTo>
                  <a:pt x="743717" y="283471"/>
                </a:lnTo>
                <a:lnTo>
                  <a:pt x="743717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8CFEF-3A40-45AF-A6C1-627C3319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1262727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DEF9A-4824-474A-93BA-CD921C59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1546193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A47C1-2FED-4894-B279-56F2BA2D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1546191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F94C7-8208-419C-BA47-5438E40B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1546193"/>
            <a:ext cx="743717" cy="283471"/>
          </a:xfrm>
          <a:custGeom xmlns:a="http://schemas.openxmlformats.org/drawingml/2006/main">
            <a:pathLst>
              <a:path w="743717" h="283471">
                <a:moveTo>
                  <a:pt x="0" y="283471"/>
                </a:moveTo>
                <a:lnTo>
                  <a:pt x="743717" y="283471"/>
                </a:lnTo>
                <a:lnTo>
                  <a:pt x="743717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17ECD-93CE-4006-96D3-C7EC4FC9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1546191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B1CC1-630A-4421-BFFA-DC82F9E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1829664"/>
            <a:ext cx="743716" cy="283471"/>
          </a:xfrm>
          <a:custGeom xmlns:a="http://schemas.openxmlformats.org/drawingml/2006/main">
            <a:pathLst>
              <a:path w="743716" h="283471">
                <a:moveTo>
                  <a:pt x="0" y="283471"/>
                </a:moveTo>
                <a:lnTo>
                  <a:pt x="743716" y="283471"/>
                </a:lnTo>
                <a:lnTo>
                  <a:pt x="743716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6CA47-72CC-4A4F-A3EC-748AE180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401" y="1829670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445CC-5470-4FE9-8630-4ECA73C2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1829664"/>
            <a:ext cx="743717" cy="283471"/>
          </a:xfrm>
          <a:custGeom xmlns:a="http://schemas.openxmlformats.org/drawingml/2006/main">
            <a:pathLst>
              <a:path w="743717" h="283471">
                <a:moveTo>
                  <a:pt x="0" y="283471"/>
                </a:moveTo>
                <a:lnTo>
                  <a:pt x="743717" y="283471"/>
                </a:lnTo>
                <a:lnTo>
                  <a:pt x="743717" y="0"/>
                </a:lnTo>
                <a:lnTo>
                  <a:pt x="0" y="0"/>
                </a:lnTo>
                <a:lnTo>
                  <a:pt x="0" y="283471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AA3C0-9021-47CE-9FFA-2C8112B8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17" y="1829670"/>
            <a:ext cx="743716" cy="283464"/>
          </a:xfrm>
          <a:custGeom xmlns:a="http://schemas.openxmlformats.org/drawingml/2006/main">
            <a:pathLst>
              <a:path w="743716" h="283464" fill="none">
                <a:moveTo>
                  <a:pt x="0" y="0"/>
                </a:moveTo>
                <a:lnTo>
                  <a:pt x="743716" y="0"/>
                </a:lnTo>
                <a:lnTo>
                  <a:pt x="743716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7AD57-8C07-4A19-A6A9-60FE302A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91" y="139061"/>
            <a:ext cx="10" cy="332046"/>
          </a:xfrm>
          <a:custGeom xmlns:a="http://schemas.openxmlformats.org/drawingml/2006/main">
            <a:pathLst>
              <a:path w="1" h="332046" fill="none">
                <a:moveTo>
                  <a:pt x="0" y="0"/>
                </a:moveTo>
                <a:lnTo>
                  <a:pt x="0" y="332046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7191A-1F97-46B7-92CD-A02B12A1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660" y="471107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A7AB9-51FE-4978-8D76-9B13FC42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660" y="471107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5FA1E-75A2-40DA-9289-1AFC924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32" y="596470"/>
            <a:ext cx="463738" cy="189089"/>
          </a:xfrm>
          <a:custGeom xmlns:a="http://schemas.openxmlformats.org/drawingml/2006/main">
            <a:pathLst>
              <a:path w="463738" h="189089">
                <a:moveTo>
                  <a:pt x="0" y="189089"/>
                </a:moveTo>
                <a:lnTo>
                  <a:pt x="463738" y="189089"/>
                </a:lnTo>
                <a:lnTo>
                  <a:pt x="463738" y="0"/>
                </a:lnTo>
                <a:lnTo>
                  <a:pt x="0" y="0"/>
                </a:lnTo>
                <a:lnTo>
                  <a:pt x="0" y="189089"/>
                </a:lnTo>
                <a:close/>
              </a:path>
            </a:pathLst>
          </a:custGeom>
          <a:solidFill xmlns:a="http://schemas.openxmlformats.org/drawingml/2006/main">
            <a:srgbClr val="F4FE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5C568-681B-4C55-A16E-CFE9BB87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40" y="596474"/>
            <a:ext cx="463738" cy="189092"/>
          </a:xfrm>
          <a:custGeom xmlns:a="http://schemas.openxmlformats.org/drawingml/2006/main">
            <a:pathLst>
              <a:path w="463738" h="189092" fill="none">
                <a:moveTo>
                  <a:pt x="0" y="0"/>
                </a:moveTo>
                <a:lnTo>
                  <a:pt x="463738" y="0"/>
                </a:lnTo>
                <a:lnTo>
                  <a:pt x="463738" y="189092"/>
                </a:lnTo>
                <a:lnTo>
                  <a:pt x="0" y="189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08" name="Text Tag">
            <a:extLst xmlns:a="http://schemas.openxmlformats.org/drawingml/2006/main">
              <a:ext uri="{FF2B5EF4-FFF2-40B4-BE49-F238E27FC236}">
                <a16:creationId xmlns:a16="http://schemas.microsoft.com/office/drawing/2014/main" id="{C0007FC2-217C-4CBF-944B-92DAA0D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341" y="635537"/>
            <a:ext cx="249269" cy="152327"/>
          </a:xfrm>
          <a:custGeom xmlns:a="http://schemas.openxmlformats.org/drawingml/2006/main">
            <a:pathLst>
              <a:path w="249269" h="152327">
                <a:moveTo>
                  <a:pt x="95141" y="0"/>
                </a:moveTo>
                <a:lnTo>
                  <a:pt x="96412" y="27026"/>
                </a:lnTo>
                <a:lnTo>
                  <a:pt x="93192" y="27026"/>
                </a:lnTo>
                <a:cubicBezTo>
                  <a:pt x="92571" y="22281"/>
                  <a:pt x="91724" y="18893"/>
                  <a:pt x="90651" y="16859"/>
                </a:cubicBezTo>
                <a:cubicBezTo>
                  <a:pt x="88900" y="13584"/>
                  <a:pt x="86570" y="11169"/>
                  <a:pt x="83661" y="9616"/>
                </a:cubicBezTo>
                <a:cubicBezTo>
                  <a:pt x="80753" y="8063"/>
                  <a:pt x="76926" y="7286"/>
                  <a:pt x="72182" y="7286"/>
                </a:cubicBezTo>
                <a:lnTo>
                  <a:pt x="56000" y="7286"/>
                </a:lnTo>
                <a:lnTo>
                  <a:pt x="56000" y="94887"/>
                </a:lnTo>
                <a:cubicBezTo>
                  <a:pt x="56000" y="101947"/>
                  <a:pt x="56763" y="106352"/>
                  <a:pt x="58288" y="108103"/>
                </a:cubicBezTo>
                <a:cubicBezTo>
                  <a:pt x="60434" y="110475"/>
                  <a:pt x="63738" y="111662"/>
                  <a:pt x="68200" y="111662"/>
                </a:cubicBezTo>
                <a:lnTo>
                  <a:pt x="72182" y="111662"/>
                </a:lnTo>
                <a:lnTo>
                  <a:pt x="72182" y="114881"/>
                </a:lnTo>
                <a:lnTo>
                  <a:pt x="23468" y="114881"/>
                </a:lnTo>
                <a:lnTo>
                  <a:pt x="23468" y="111662"/>
                </a:lnTo>
                <a:lnTo>
                  <a:pt x="27534" y="111662"/>
                </a:lnTo>
                <a:cubicBezTo>
                  <a:pt x="32391" y="111662"/>
                  <a:pt x="35837" y="110193"/>
                  <a:pt x="37870" y="107256"/>
                </a:cubicBezTo>
                <a:cubicBezTo>
                  <a:pt x="39113" y="105449"/>
                  <a:pt x="39734" y="101326"/>
                  <a:pt x="39734" y="94887"/>
                </a:cubicBezTo>
                <a:lnTo>
                  <a:pt x="39734" y="7286"/>
                </a:lnTo>
                <a:lnTo>
                  <a:pt x="25924" y="7286"/>
                </a:lnTo>
                <a:cubicBezTo>
                  <a:pt x="20559" y="7286"/>
                  <a:pt x="16746" y="7681"/>
                  <a:pt x="14487" y="8472"/>
                </a:cubicBezTo>
                <a:cubicBezTo>
                  <a:pt x="11550" y="9545"/>
                  <a:pt x="9037" y="11607"/>
                  <a:pt x="6947" y="14657"/>
                </a:cubicBezTo>
                <a:cubicBezTo>
                  <a:pt x="4857" y="17707"/>
                  <a:pt x="3615" y="21830"/>
                  <a:pt x="3219" y="27026"/>
                </a:cubicBezTo>
                <a:lnTo>
                  <a:pt x="0" y="27026"/>
                </a:lnTo>
                <a:lnTo>
                  <a:pt x="1356" y="0"/>
                </a:lnTo>
                <a:lnTo>
                  <a:pt x="95141" y="0"/>
                </a:lnTo>
                <a:close/>
                <a:moveTo>
                  <a:pt x="138006" y="103788"/>
                </a:moveTo>
                <a:cubicBezTo>
                  <a:pt x="130042" y="109942"/>
                  <a:pt x="125043" y="113499"/>
                  <a:pt x="123010" y="114457"/>
                </a:cubicBezTo>
                <a:cubicBezTo>
                  <a:pt x="119960" y="115869"/>
                  <a:pt x="116713" y="116575"/>
                  <a:pt x="113267" y="116575"/>
                </a:cubicBezTo>
                <a:cubicBezTo>
                  <a:pt x="107902" y="116575"/>
                  <a:pt x="103482" y="114740"/>
                  <a:pt x="100009" y="111068"/>
                </a:cubicBezTo>
                <a:cubicBezTo>
                  <a:pt x="96535" y="107397"/>
                  <a:pt x="94798" y="102568"/>
                  <a:pt x="94798" y="96581"/>
                </a:cubicBezTo>
                <a:cubicBezTo>
                  <a:pt x="94798" y="92797"/>
                  <a:pt x="95645" y="89521"/>
                  <a:pt x="97340" y="86754"/>
                </a:cubicBezTo>
                <a:cubicBezTo>
                  <a:pt x="99656" y="82913"/>
                  <a:pt x="103680" y="79298"/>
                  <a:pt x="109412" y="75909"/>
                </a:cubicBezTo>
                <a:cubicBezTo>
                  <a:pt x="115145" y="72521"/>
                  <a:pt x="124676" y="68398"/>
                  <a:pt x="138006" y="63540"/>
                </a:cubicBezTo>
                <a:lnTo>
                  <a:pt x="138006" y="60501"/>
                </a:lnTo>
                <a:cubicBezTo>
                  <a:pt x="138006" y="52791"/>
                  <a:pt x="136777" y="47502"/>
                  <a:pt x="134320" y="44632"/>
                </a:cubicBezTo>
                <a:cubicBezTo>
                  <a:pt x="131863" y="41762"/>
                  <a:pt x="128291" y="40327"/>
                  <a:pt x="123603" y="40327"/>
                </a:cubicBezTo>
                <a:cubicBezTo>
                  <a:pt x="120045" y="40327"/>
                  <a:pt x="117221" y="41287"/>
                  <a:pt x="115131" y="43207"/>
                </a:cubicBezTo>
                <a:cubicBezTo>
                  <a:pt x="112985" y="45128"/>
                  <a:pt x="111912" y="47330"/>
                  <a:pt x="111912" y="49816"/>
                </a:cubicBezTo>
                <a:lnTo>
                  <a:pt x="112081" y="54729"/>
                </a:lnTo>
                <a:cubicBezTo>
                  <a:pt x="112081" y="57327"/>
                  <a:pt x="111418" y="59333"/>
                  <a:pt x="110090" y="60745"/>
                </a:cubicBezTo>
                <a:cubicBezTo>
                  <a:pt x="108763" y="62157"/>
                  <a:pt x="107026" y="62863"/>
                  <a:pt x="104880" y="62863"/>
                </a:cubicBezTo>
                <a:cubicBezTo>
                  <a:pt x="102790" y="62863"/>
                  <a:pt x="101082" y="62127"/>
                  <a:pt x="99754" y="60655"/>
                </a:cubicBezTo>
                <a:cubicBezTo>
                  <a:pt x="98427" y="59181"/>
                  <a:pt x="97763" y="57170"/>
                  <a:pt x="97763" y="54621"/>
                </a:cubicBezTo>
                <a:cubicBezTo>
                  <a:pt x="97763" y="49748"/>
                  <a:pt x="100249" y="45272"/>
                  <a:pt x="105219" y="41193"/>
                </a:cubicBezTo>
                <a:cubicBezTo>
                  <a:pt x="110189" y="37114"/>
                  <a:pt x="117164" y="35074"/>
                  <a:pt x="126145" y="35074"/>
                </a:cubicBezTo>
                <a:cubicBezTo>
                  <a:pt x="133035" y="35074"/>
                  <a:pt x="138683" y="36230"/>
                  <a:pt x="143089" y="38542"/>
                </a:cubicBezTo>
                <a:cubicBezTo>
                  <a:pt x="146421" y="40292"/>
                  <a:pt x="148878" y="43028"/>
                  <a:pt x="150460" y="46752"/>
                </a:cubicBezTo>
                <a:cubicBezTo>
                  <a:pt x="151476" y="49178"/>
                  <a:pt x="151985" y="54142"/>
                  <a:pt x="151985" y="61645"/>
                </a:cubicBezTo>
                <a:lnTo>
                  <a:pt x="151985" y="87961"/>
                </a:lnTo>
                <a:cubicBezTo>
                  <a:pt x="151985" y="95351"/>
                  <a:pt x="152126" y="99878"/>
                  <a:pt x="152408" y="101543"/>
                </a:cubicBezTo>
                <a:cubicBezTo>
                  <a:pt x="152691" y="103207"/>
                  <a:pt x="153156" y="104322"/>
                  <a:pt x="153806" y="104887"/>
                </a:cubicBezTo>
                <a:cubicBezTo>
                  <a:pt x="154456" y="105450"/>
                  <a:pt x="155204" y="105731"/>
                  <a:pt x="156051" y="105731"/>
                </a:cubicBezTo>
                <a:cubicBezTo>
                  <a:pt x="156955" y="105731"/>
                  <a:pt x="157745" y="105533"/>
                  <a:pt x="158423" y="105138"/>
                </a:cubicBezTo>
                <a:cubicBezTo>
                  <a:pt x="159609" y="104404"/>
                  <a:pt x="161897" y="102342"/>
                  <a:pt x="165286" y="98953"/>
                </a:cubicBezTo>
                <a:lnTo>
                  <a:pt x="165286" y="103698"/>
                </a:lnTo>
                <a:cubicBezTo>
                  <a:pt x="158960" y="112170"/>
                  <a:pt x="152916" y="116406"/>
                  <a:pt x="147155" y="116406"/>
                </a:cubicBezTo>
                <a:cubicBezTo>
                  <a:pt x="144388" y="116406"/>
                  <a:pt x="142185" y="115453"/>
                  <a:pt x="140547" y="113547"/>
                </a:cubicBezTo>
                <a:cubicBezTo>
                  <a:pt x="138909" y="111639"/>
                  <a:pt x="138062" y="108386"/>
                  <a:pt x="138006" y="103788"/>
                </a:cubicBezTo>
                <a:moveTo>
                  <a:pt x="138006" y="98294"/>
                </a:moveTo>
                <a:lnTo>
                  <a:pt x="138006" y="68793"/>
                </a:lnTo>
                <a:cubicBezTo>
                  <a:pt x="129477" y="72175"/>
                  <a:pt x="123970" y="74570"/>
                  <a:pt x="121485" y="75978"/>
                </a:cubicBezTo>
                <a:cubicBezTo>
                  <a:pt x="117023" y="78458"/>
                  <a:pt x="113832" y="81051"/>
                  <a:pt x="111912" y="83757"/>
                </a:cubicBezTo>
                <a:cubicBezTo>
                  <a:pt x="109991" y="86461"/>
                  <a:pt x="109031" y="89419"/>
                  <a:pt x="109031" y="92631"/>
                </a:cubicBezTo>
                <a:cubicBezTo>
                  <a:pt x="109031" y="96689"/>
                  <a:pt x="110246" y="100057"/>
                  <a:pt x="112674" y="102734"/>
                </a:cubicBezTo>
                <a:cubicBezTo>
                  <a:pt x="115103" y="105410"/>
                  <a:pt x="117899" y="106748"/>
                  <a:pt x="121062" y="106748"/>
                </a:cubicBezTo>
                <a:cubicBezTo>
                  <a:pt x="125354" y="106748"/>
                  <a:pt x="131002" y="103930"/>
                  <a:pt x="138006" y="98294"/>
                </a:cubicBezTo>
                <a:close/>
                <a:moveTo>
                  <a:pt x="191828" y="86603"/>
                </a:moveTo>
                <a:cubicBezTo>
                  <a:pt x="187084" y="84291"/>
                  <a:pt x="183441" y="81062"/>
                  <a:pt x="180899" y="76916"/>
                </a:cubicBezTo>
                <a:cubicBezTo>
                  <a:pt x="178358" y="72770"/>
                  <a:pt x="177087" y="68186"/>
                  <a:pt x="177087" y="63164"/>
                </a:cubicBezTo>
                <a:cubicBezTo>
                  <a:pt x="177087" y="55494"/>
                  <a:pt x="179981" y="48894"/>
                  <a:pt x="185771" y="43366"/>
                </a:cubicBezTo>
                <a:cubicBezTo>
                  <a:pt x="191560" y="37838"/>
                  <a:pt x="198973" y="35074"/>
                  <a:pt x="208010" y="35074"/>
                </a:cubicBezTo>
                <a:cubicBezTo>
                  <a:pt x="215409" y="35074"/>
                  <a:pt x="221819" y="36882"/>
                  <a:pt x="227241" y="40496"/>
                </a:cubicBezTo>
                <a:lnTo>
                  <a:pt x="243677" y="40496"/>
                </a:lnTo>
                <a:cubicBezTo>
                  <a:pt x="246106" y="40496"/>
                  <a:pt x="247518" y="40567"/>
                  <a:pt x="247913" y="40708"/>
                </a:cubicBezTo>
                <a:cubicBezTo>
                  <a:pt x="248308" y="40849"/>
                  <a:pt x="248591" y="41089"/>
                  <a:pt x="248760" y="41428"/>
                </a:cubicBezTo>
                <a:cubicBezTo>
                  <a:pt x="249099" y="41937"/>
                  <a:pt x="249269" y="42840"/>
                  <a:pt x="249269" y="44139"/>
                </a:cubicBezTo>
                <a:cubicBezTo>
                  <a:pt x="249269" y="45608"/>
                  <a:pt x="249127" y="46624"/>
                  <a:pt x="248845" y="47189"/>
                </a:cubicBezTo>
                <a:cubicBezTo>
                  <a:pt x="248676" y="47472"/>
                  <a:pt x="248379" y="47698"/>
                  <a:pt x="247955" y="47867"/>
                </a:cubicBezTo>
                <a:cubicBezTo>
                  <a:pt x="247532" y="48036"/>
                  <a:pt x="246106" y="48121"/>
                  <a:pt x="243677" y="48121"/>
                </a:cubicBezTo>
                <a:lnTo>
                  <a:pt x="233595" y="48121"/>
                </a:lnTo>
                <a:cubicBezTo>
                  <a:pt x="236758" y="52188"/>
                  <a:pt x="238340" y="57384"/>
                  <a:pt x="238340" y="63710"/>
                </a:cubicBezTo>
                <a:cubicBezTo>
                  <a:pt x="238340" y="70939"/>
                  <a:pt x="235572" y="77124"/>
                  <a:pt x="230037" y="82264"/>
                </a:cubicBezTo>
                <a:cubicBezTo>
                  <a:pt x="224502" y="87403"/>
                  <a:pt x="217075" y="89973"/>
                  <a:pt x="207756" y="89973"/>
                </a:cubicBezTo>
                <a:cubicBezTo>
                  <a:pt x="203915" y="89973"/>
                  <a:pt x="199990" y="89397"/>
                  <a:pt x="195979" y="88244"/>
                </a:cubicBezTo>
                <a:cubicBezTo>
                  <a:pt x="193494" y="90359"/>
                  <a:pt x="191814" y="92208"/>
                  <a:pt x="190939" y="93793"/>
                </a:cubicBezTo>
                <a:cubicBezTo>
                  <a:pt x="190063" y="95378"/>
                  <a:pt x="189625" y="96727"/>
                  <a:pt x="189625" y="97839"/>
                </a:cubicBezTo>
                <a:cubicBezTo>
                  <a:pt x="189625" y="98785"/>
                  <a:pt x="190091" y="99703"/>
                  <a:pt x="191023" y="100592"/>
                </a:cubicBezTo>
                <a:cubicBezTo>
                  <a:pt x="191955" y="101482"/>
                  <a:pt x="193777" y="102122"/>
                  <a:pt x="196488" y="102512"/>
                </a:cubicBezTo>
                <a:cubicBezTo>
                  <a:pt x="198069" y="102769"/>
                  <a:pt x="202023" y="102995"/>
                  <a:pt x="208349" y="103189"/>
                </a:cubicBezTo>
                <a:cubicBezTo>
                  <a:pt x="219984" y="103512"/>
                  <a:pt x="227524" y="103964"/>
                  <a:pt x="230969" y="104545"/>
                </a:cubicBezTo>
                <a:cubicBezTo>
                  <a:pt x="236222" y="105277"/>
                  <a:pt x="240415" y="107223"/>
                  <a:pt x="243550" y="110380"/>
                </a:cubicBezTo>
                <a:cubicBezTo>
                  <a:pt x="246685" y="113538"/>
                  <a:pt x="248252" y="117428"/>
                  <a:pt x="248252" y="122050"/>
                </a:cubicBezTo>
                <a:cubicBezTo>
                  <a:pt x="248252" y="128422"/>
                  <a:pt x="245258" y="134398"/>
                  <a:pt x="239272" y="139979"/>
                </a:cubicBezTo>
                <a:cubicBezTo>
                  <a:pt x="230461" y="148211"/>
                  <a:pt x="218967" y="152327"/>
                  <a:pt x="204790" y="152327"/>
                </a:cubicBezTo>
                <a:cubicBezTo>
                  <a:pt x="193890" y="152327"/>
                  <a:pt x="184683" y="149870"/>
                  <a:pt x="177172" y="144954"/>
                </a:cubicBezTo>
                <a:cubicBezTo>
                  <a:pt x="172936" y="142130"/>
                  <a:pt x="170817" y="139192"/>
                  <a:pt x="170817" y="136140"/>
                </a:cubicBezTo>
                <a:cubicBezTo>
                  <a:pt x="170817" y="134785"/>
                  <a:pt x="171128" y="133429"/>
                  <a:pt x="171749" y="132074"/>
                </a:cubicBezTo>
                <a:cubicBezTo>
                  <a:pt x="172710" y="129984"/>
                  <a:pt x="174686" y="127074"/>
                  <a:pt x="177680" y="123345"/>
                </a:cubicBezTo>
                <a:cubicBezTo>
                  <a:pt x="178075" y="122837"/>
                  <a:pt x="180956" y="119786"/>
                  <a:pt x="186321" y="114193"/>
                </a:cubicBezTo>
                <a:cubicBezTo>
                  <a:pt x="183384" y="112443"/>
                  <a:pt x="181309" y="110878"/>
                  <a:pt x="180094" y="109496"/>
                </a:cubicBezTo>
                <a:cubicBezTo>
                  <a:pt x="178880" y="108114"/>
                  <a:pt x="178273" y="106548"/>
                  <a:pt x="178273" y="104799"/>
                </a:cubicBezTo>
                <a:cubicBezTo>
                  <a:pt x="178273" y="102824"/>
                  <a:pt x="179078" y="100511"/>
                  <a:pt x="180687" y="97860"/>
                </a:cubicBezTo>
                <a:cubicBezTo>
                  <a:pt x="182297" y="95207"/>
                  <a:pt x="186011" y="91455"/>
                  <a:pt x="191828" y="86603"/>
                </a:cubicBezTo>
                <a:moveTo>
                  <a:pt x="206570" y="39310"/>
                </a:moveTo>
                <a:cubicBezTo>
                  <a:pt x="202390" y="39310"/>
                  <a:pt x="198888" y="40968"/>
                  <a:pt x="196064" y="44282"/>
                </a:cubicBezTo>
                <a:cubicBezTo>
                  <a:pt x="193240" y="47595"/>
                  <a:pt x="191828" y="52678"/>
                  <a:pt x="191828" y="59532"/>
                </a:cubicBezTo>
                <a:cubicBezTo>
                  <a:pt x="191828" y="68408"/>
                  <a:pt x="193748" y="75289"/>
                  <a:pt x="197589" y="80175"/>
                </a:cubicBezTo>
                <a:cubicBezTo>
                  <a:pt x="200526" y="83883"/>
                  <a:pt x="204254" y="85737"/>
                  <a:pt x="208772" y="85737"/>
                </a:cubicBezTo>
                <a:cubicBezTo>
                  <a:pt x="213065" y="85737"/>
                  <a:pt x="216595" y="84136"/>
                  <a:pt x="219362" y="80934"/>
                </a:cubicBezTo>
                <a:cubicBezTo>
                  <a:pt x="222130" y="77733"/>
                  <a:pt x="223514" y="72705"/>
                  <a:pt x="223514" y="65852"/>
                </a:cubicBezTo>
                <a:cubicBezTo>
                  <a:pt x="223514" y="56921"/>
                  <a:pt x="221565" y="49927"/>
                  <a:pt x="217668" y="44870"/>
                </a:cubicBezTo>
                <a:cubicBezTo>
                  <a:pt x="214787" y="41164"/>
                  <a:pt x="211088" y="39310"/>
                  <a:pt x="206570" y="39310"/>
                </a:cubicBezTo>
                <a:moveTo>
                  <a:pt x="190981" y="114881"/>
                </a:moveTo>
                <a:cubicBezTo>
                  <a:pt x="188326" y="117744"/>
                  <a:pt x="186321" y="120410"/>
                  <a:pt x="184966" y="122879"/>
                </a:cubicBezTo>
                <a:cubicBezTo>
                  <a:pt x="183610" y="125348"/>
                  <a:pt x="182933" y="127622"/>
                  <a:pt x="182933" y="129699"/>
                </a:cubicBezTo>
                <a:cubicBezTo>
                  <a:pt x="182933" y="132392"/>
                  <a:pt x="184570" y="134750"/>
                  <a:pt x="187846" y="136771"/>
                </a:cubicBezTo>
                <a:cubicBezTo>
                  <a:pt x="193494" y="140251"/>
                  <a:pt x="201656" y="141991"/>
                  <a:pt x="212330" y="141991"/>
                </a:cubicBezTo>
                <a:cubicBezTo>
                  <a:pt x="222497" y="141991"/>
                  <a:pt x="229995" y="140216"/>
                  <a:pt x="234824" y="136665"/>
                </a:cubicBezTo>
                <a:cubicBezTo>
                  <a:pt x="239653" y="133115"/>
                  <a:pt x="242067" y="129327"/>
                  <a:pt x="242067" y="125301"/>
                </a:cubicBezTo>
                <a:cubicBezTo>
                  <a:pt x="242067" y="122395"/>
                  <a:pt x="240627" y="120326"/>
                  <a:pt x="237747" y="119096"/>
                </a:cubicBezTo>
                <a:cubicBezTo>
                  <a:pt x="234810" y="117866"/>
                  <a:pt x="228992" y="117138"/>
                  <a:pt x="220294" y="116914"/>
                </a:cubicBezTo>
                <a:cubicBezTo>
                  <a:pt x="207586" y="116561"/>
                  <a:pt x="197815" y="115883"/>
                  <a:pt x="190981" y="11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1F9F4-6E27-47AA-9219-582B6E9F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458" y="356955"/>
            <a:ext cx="10" cy="115225"/>
          </a:xfrm>
          <a:custGeom xmlns:a="http://schemas.openxmlformats.org/drawingml/2006/main">
            <a:pathLst>
              <a:path w="1" h="115225" fill="none">
                <a:moveTo>
                  <a:pt x="0" y="0"/>
                </a:moveTo>
                <a:lnTo>
                  <a:pt x="0" y="11522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54466-753B-4ECC-8536-5C6143F2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221" y="47217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ABF7E-E2AD-455E-8847-079C7C4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226" y="472180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12" name="Text PHR[">
            <a:extLst xmlns:a="http://schemas.openxmlformats.org/drawingml/2006/main">
              <a:ext uri="{FF2B5EF4-FFF2-40B4-BE49-F238E27FC236}">
                <a16:creationId xmlns:a16="http://schemas.microsoft.com/office/drawing/2014/main" id="{BD2C855A-F3A1-4BAC-BDD6-4C1F9A5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784" y="186880"/>
            <a:ext cx="451583" cy="159891"/>
          </a:xfrm>
          <a:custGeom xmlns:a="http://schemas.openxmlformats.org/drawingml/2006/main">
            <a:pathLst>
              <a:path w="451583" h="159891">
                <a:moveTo>
                  <a:pt x="46304" y="68577"/>
                </a:moveTo>
                <a:lnTo>
                  <a:pt x="46304" y="103328"/>
                </a:lnTo>
                <a:cubicBezTo>
                  <a:pt x="46304" y="110140"/>
                  <a:pt x="46719" y="114429"/>
                  <a:pt x="47551" y="116195"/>
                </a:cubicBezTo>
                <a:cubicBezTo>
                  <a:pt x="48383" y="117959"/>
                  <a:pt x="49862" y="119367"/>
                  <a:pt x="51988" y="120420"/>
                </a:cubicBezTo>
                <a:cubicBezTo>
                  <a:pt x="54113" y="121472"/>
                  <a:pt x="58010" y="121997"/>
                  <a:pt x="63679" y="121997"/>
                </a:cubicBezTo>
                <a:lnTo>
                  <a:pt x="63679" y="125325"/>
                </a:lnTo>
                <a:lnTo>
                  <a:pt x="0" y="125325"/>
                </a:lnTo>
                <a:lnTo>
                  <a:pt x="0" y="121997"/>
                </a:lnTo>
                <a:cubicBezTo>
                  <a:pt x="5792" y="121997"/>
                  <a:pt x="9720" y="121455"/>
                  <a:pt x="11784" y="120371"/>
                </a:cubicBezTo>
                <a:cubicBezTo>
                  <a:pt x="13848" y="119287"/>
                  <a:pt x="15296" y="117879"/>
                  <a:pt x="16128" y="116146"/>
                </a:cubicBezTo>
                <a:cubicBezTo>
                  <a:pt x="16959" y="114413"/>
                  <a:pt x="17375" y="110140"/>
                  <a:pt x="17375" y="103328"/>
                </a:cubicBezTo>
                <a:lnTo>
                  <a:pt x="17375" y="21996"/>
                </a:lnTo>
                <a:cubicBezTo>
                  <a:pt x="17375" y="15184"/>
                  <a:pt x="16959" y="10896"/>
                  <a:pt x="16128" y="9132"/>
                </a:cubicBezTo>
                <a:cubicBezTo>
                  <a:pt x="15296" y="7367"/>
                  <a:pt x="13833" y="5958"/>
                  <a:pt x="11738" y="4907"/>
                </a:cubicBezTo>
                <a:cubicBezTo>
                  <a:pt x="9643" y="3854"/>
                  <a:pt x="5730" y="3327"/>
                  <a:pt x="0" y="3327"/>
                </a:cubicBezTo>
                <a:lnTo>
                  <a:pt x="0" y="0"/>
                </a:lnTo>
                <a:lnTo>
                  <a:pt x="54622" y="0"/>
                </a:lnTo>
                <a:cubicBezTo>
                  <a:pt x="72613" y="0"/>
                  <a:pt x="85521" y="3204"/>
                  <a:pt x="93346" y="9612"/>
                </a:cubicBezTo>
                <a:cubicBezTo>
                  <a:pt x="101172" y="16020"/>
                  <a:pt x="105084" y="24030"/>
                  <a:pt x="105084" y="33642"/>
                </a:cubicBezTo>
                <a:cubicBezTo>
                  <a:pt x="105084" y="41775"/>
                  <a:pt x="102558" y="48737"/>
                  <a:pt x="97505" y="54529"/>
                </a:cubicBezTo>
                <a:cubicBezTo>
                  <a:pt x="92453" y="60321"/>
                  <a:pt x="85491" y="64264"/>
                  <a:pt x="76618" y="66359"/>
                </a:cubicBezTo>
                <a:cubicBezTo>
                  <a:pt x="70641" y="67838"/>
                  <a:pt x="60537" y="68577"/>
                  <a:pt x="46304" y="68577"/>
                </a:cubicBezTo>
                <a:moveTo>
                  <a:pt x="46304" y="7209"/>
                </a:moveTo>
                <a:lnTo>
                  <a:pt x="46304" y="61368"/>
                </a:lnTo>
                <a:cubicBezTo>
                  <a:pt x="48337" y="61492"/>
                  <a:pt x="49877" y="61553"/>
                  <a:pt x="50925" y="61553"/>
                </a:cubicBezTo>
                <a:cubicBezTo>
                  <a:pt x="58442" y="61553"/>
                  <a:pt x="64233" y="59320"/>
                  <a:pt x="68300" y="54853"/>
                </a:cubicBezTo>
                <a:cubicBezTo>
                  <a:pt x="72367" y="50386"/>
                  <a:pt x="74400" y="43469"/>
                  <a:pt x="74400" y="34104"/>
                </a:cubicBezTo>
                <a:cubicBezTo>
                  <a:pt x="74400" y="24800"/>
                  <a:pt x="72367" y="17992"/>
                  <a:pt x="68300" y="13678"/>
                </a:cubicBezTo>
                <a:cubicBezTo>
                  <a:pt x="64233" y="9365"/>
                  <a:pt x="58164" y="7209"/>
                  <a:pt x="50093" y="7209"/>
                </a:cubicBezTo>
                <a:lnTo>
                  <a:pt x="46304" y="7209"/>
                </a:lnTo>
                <a:close/>
                <a:moveTo>
                  <a:pt x="162562" y="65065"/>
                </a:moveTo>
                <a:lnTo>
                  <a:pt x="162562" y="103883"/>
                </a:lnTo>
                <a:cubicBezTo>
                  <a:pt x="162562" y="110323"/>
                  <a:pt x="162916" y="114349"/>
                  <a:pt x="163625" y="115961"/>
                </a:cubicBezTo>
                <a:cubicBezTo>
                  <a:pt x="164334" y="117571"/>
                  <a:pt x="165720" y="118979"/>
                  <a:pt x="167784" y="120186"/>
                </a:cubicBezTo>
                <a:cubicBezTo>
                  <a:pt x="169848" y="121394"/>
                  <a:pt x="172636" y="121997"/>
                  <a:pt x="176148" y="121997"/>
                </a:cubicBezTo>
                <a:lnTo>
                  <a:pt x="180307" y="121997"/>
                </a:lnTo>
                <a:lnTo>
                  <a:pt x="180307" y="125325"/>
                </a:lnTo>
                <a:lnTo>
                  <a:pt x="114780" y="125325"/>
                </a:lnTo>
                <a:lnTo>
                  <a:pt x="114780" y="121997"/>
                </a:lnTo>
                <a:lnTo>
                  <a:pt x="118939" y="121997"/>
                </a:lnTo>
                <a:cubicBezTo>
                  <a:pt x="122574" y="121997"/>
                  <a:pt x="125501" y="121348"/>
                  <a:pt x="127719" y="120048"/>
                </a:cubicBezTo>
                <a:cubicBezTo>
                  <a:pt x="129321" y="119179"/>
                  <a:pt x="130553" y="117693"/>
                  <a:pt x="131416" y="115588"/>
                </a:cubicBezTo>
                <a:cubicBezTo>
                  <a:pt x="132094" y="114102"/>
                  <a:pt x="132432" y="110200"/>
                  <a:pt x="132432" y="103883"/>
                </a:cubicBezTo>
                <a:lnTo>
                  <a:pt x="132432" y="21442"/>
                </a:lnTo>
                <a:cubicBezTo>
                  <a:pt x="132432" y="15001"/>
                  <a:pt x="132094" y="10976"/>
                  <a:pt x="131416" y="9366"/>
                </a:cubicBezTo>
                <a:cubicBezTo>
                  <a:pt x="130738" y="7755"/>
                  <a:pt x="129367" y="6345"/>
                  <a:pt x="127303" y="5138"/>
                </a:cubicBezTo>
                <a:cubicBezTo>
                  <a:pt x="125239" y="3931"/>
                  <a:pt x="122451" y="3327"/>
                  <a:pt x="118939" y="3327"/>
                </a:cubicBezTo>
                <a:lnTo>
                  <a:pt x="114780" y="3327"/>
                </a:lnTo>
                <a:lnTo>
                  <a:pt x="114780" y="0"/>
                </a:lnTo>
                <a:lnTo>
                  <a:pt x="180307" y="0"/>
                </a:lnTo>
                <a:lnTo>
                  <a:pt x="180307" y="3327"/>
                </a:lnTo>
                <a:lnTo>
                  <a:pt x="176148" y="3327"/>
                </a:lnTo>
                <a:cubicBezTo>
                  <a:pt x="172513" y="3327"/>
                  <a:pt x="169586" y="3977"/>
                  <a:pt x="167368" y="5277"/>
                </a:cubicBezTo>
                <a:cubicBezTo>
                  <a:pt x="165766" y="6145"/>
                  <a:pt x="164503" y="7632"/>
                  <a:pt x="163579" y="9736"/>
                </a:cubicBezTo>
                <a:cubicBezTo>
                  <a:pt x="162901" y="11223"/>
                  <a:pt x="162562" y="15125"/>
                  <a:pt x="162562" y="21442"/>
                </a:cubicBezTo>
                <a:lnTo>
                  <a:pt x="162562" y="56932"/>
                </a:lnTo>
                <a:lnTo>
                  <a:pt x="206832" y="56932"/>
                </a:lnTo>
                <a:lnTo>
                  <a:pt x="206832" y="21442"/>
                </a:lnTo>
                <a:cubicBezTo>
                  <a:pt x="206832" y="15001"/>
                  <a:pt x="206493" y="10976"/>
                  <a:pt x="205816" y="9366"/>
                </a:cubicBezTo>
                <a:cubicBezTo>
                  <a:pt x="205138" y="7755"/>
                  <a:pt x="203752" y="6345"/>
                  <a:pt x="201657" y="5138"/>
                </a:cubicBezTo>
                <a:cubicBezTo>
                  <a:pt x="199562" y="3931"/>
                  <a:pt x="196758" y="3327"/>
                  <a:pt x="193246" y="3327"/>
                </a:cubicBezTo>
                <a:lnTo>
                  <a:pt x="189180" y="3327"/>
                </a:lnTo>
                <a:lnTo>
                  <a:pt x="189180" y="0"/>
                </a:lnTo>
                <a:lnTo>
                  <a:pt x="254615" y="0"/>
                </a:lnTo>
                <a:lnTo>
                  <a:pt x="254615" y="3327"/>
                </a:lnTo>
                <a:lnTo>
                  <a:pt x="250548" y="3327"/>
                </a:lnTo>
                <a:cubicBezTo>
                  <a:pt x="246851" y="3327"/>
                  <a:pt x="243925" y="3977"/>
                  <a:pt x="241768" y="5277"/>
                </a:cubicBezTo>
                <a:cubicBezTo>
                  <a:pt x="240166" y="6145"/>
                  <a:pt x="238903" y="7632"/>
                  <a:pt x="237979" y="9736"/>
                </a:cubicBezTo>
                <a:cubicBezTo>
                  <a:pt x="237301" y="11223"/>
                  <a:pt x="236962" y="15125"/>
                  <a:pt x="236962" y="21442"/>
                </a:cubicBezTo>
                <a:lnTo>
                  <a:pt x="236962" y="103883"/>
                </a:lnTo>
                <a:cubicBezTo>
                  <a:pt x="236962" y="110323"/>
                  <a:pt x="237301" y="114349"/>
                  <a:pt x="237979" y="115961"/>
                </a:cubicBezTo>
                <a:cubicBezTo>
                  <a:pt x="238656" y="117571"/>
                  <a:pt x="240043" y="118979"/>
                  <a:pt x="242138" y="120186"/>
                </a:cubicBezTo>
                <a:cubicBezTo>
                  <a:pt x="244233" y="121394"/>
                  <a:pt x="247036" y="121997"/>
                  <a:pt x="250548" y="121997"/>
                </a:cubicBezTo>
                <a:lnTo>
                  <a:pt x="254615" y="121997"/>
                </a:lnTo>
                <a:lnTo>
                  <a:pt x="254615" y="125325"/>
                </a:lnTo>
                <a:lnTo>
                  <a:pt x="189180" y="125325"/>
                </a:lnTo>
                <a:lnTo>
                  <a:pt x="189180" y="121997"/>
                </a:lnTo>
                <a:lnTo>
                  <a:pt x="193246" y="121997"/>
                </a:lnTo>
                <a:cubicBezTo>
                  <a:pt x="196943" y="121997"/>
                  <a:pt x="199870" y="121348"/>
                  <a:pt x="202026" y="120048"/>
                </a:cubicBezTo>
                <a:cubicBezTo>
                  <a:pt x="203628" y="119179"/>
                  <a:pt x="204891" y="117693"/>
                  <a:pt x="205816" y="115588"/>
                </a:cubicBezTo>
                <a:cubicBezTo>
                  <a:pt x="206493" y="114102"/>
                  <a:pt x="206832" y="110200"/>
                  <a:pt x="206832" y="103883"/>
                </a:cubicBezTo>
                <a:lnTo>
                  <a:pt x="206832" y="65065"/>
                </a:lnTo>
                <a:lnTo>
                  <a:pt x="162562" y="65065"/>
                </a:lnTo>
                <a:close/>
                <a:moveTo>
                  <a:pt x="308304" y="68208"/>
                </a:moveTo>
                <a:lnTo>
                  <a:pt x="308304" y="103513"/>
                </a:lnTo>
                <a:cubicBezTo>
                  <a:pt x="308304" y="110256"/>
                  <a:pt x="308720" y="114502"/>
                  <a:pt x="309552" y="116250"/>
                </a:cubicBezTo>
                <a:cubicBezTo>
                  <a:pt x="310384" y="117996"/>
                  <a:pt x="311847" y="119391"/>
                  <a:pt x="313942" y="120435"/>
                </a:cubicBezTo>
                <a:cubicBezTo>
                  <a:pt x="316037" y="121477"/>
                  <a:pt x="319950" y="121997"/>
                  <a:pt x="325680" y="121997"/>
                </a:cubicBezTo>
                <a:lnTo>
                  <a:pt x="325680" y="125325"/>
                </a:lnTo>
                <a:lnTo>
                  <a:pt x="261539" y="125325"/>
                </a:lnTo>
                <a:lnTo>
                  <a:pt x="261539" y="121997"/>
                </a:lnTo>
                <a:cubicBezTo>
                  <a:pt x="267330" y="121997"/>
                  <a:pt x="271258" y="121461"/>
                  <a:pt x="273322" y="120389"/>
                </a:cubicBezTo>
                <a:cubicBezTo>
                  <a:pt x="275387" y="119316"/>
                  <a:pt x="276835" y="117921"/>
                  <a:pt x="277666" y="116204"/>
                </a:cubicBezTo>
                <a:cubicBezTo>
                  <a:pt x="278498" y="114486"/>
                  <a:pt x="278914" y="110256"/>
                  <a:pt x="278914" y="103513"/>
                </a:cubicBezTo>
                <a:lnTo>
                  <a:pt x="278914" y="21812"/>
                </a:lnTo>
                <a:cubicBezTo>
                  <a:pt x="278914" y="15069"/>
                  <a:pt x="278498" y="10824"/>
                  <a:pt x="277666" y="9078"/>
                </a:cubicBezTo>
                <a:cubicBezTo>
                  <a:pt x="276835" y="7329"/>
                  <a:pt x="275371" y="5934"/>
                  <a:pt x="273276" y="4893"/>
                </a:cubicBezTo>
                <a:cubicBezTo>
                  <a:pt x="271181" y="3849"/>
                  <a:pt x="267269" y="3327"/>
                  <a:pt x="261539" y="3327"/>
                </a:cubicBezTo>
                <a:lnTo>
                  <a:pt x="261539" y="0"/>
                </a:lnTo>
                <a:lnTo>
                  <a:pt x="319765" y="0"/>
                </a:lnTo>
                <a:cubicBezTo>
                  <a:pt x="334922" y="0"/>
                  <a:pt x="346013" y="1046"/>
                  <a:pt x="353037" y="3139"/>
                </a:cubicBezTo>
                <a:cubicBezTo>
                  <a:pt x="360061" y="5232"/>
                  <a:pt x="365791" y="9095"/>
                  <a:pt x="370227" y="14727"/>
                </a:cubicBezTo>
                <a:cubicBezTo>
                  <a:pt x="374664" y="20359"/>
                  <a:pt x="376882" y="26960"/>
                  <a:pt x="376882" y="34531"/>
                </a:cubicBezTo>
                <a:cubicBezTo>
                  <a:pt x="376882" y="43766"/>
                  <a:pt x="373554" y="51399"/>
                  <a:pt x="366900" y="57432"/>
                </a:cubicBezTo>
                <a:cubicBezTo>
                  <a:pt x="362649" y="61248"/>
                  <a:pt x="356703" y="64110"/>
                  <a:pt x="349063" y="66018"/>
                </a:cubicBezTo>
                <a:lnTo>
                  <a:pt x="379192" y="108544"/>
                </a:lnTo>
                <a:cubicBezTo>
                  <a:pt x="383136" y="113974"/>
                  <a:pt x="385939" y="117360"/>
                  <a:pt x="387603" y="118702"/>
                </a:cubicBezTo>
                <a:cubicBezTo>
                  <a:pt x="390129" y="120593"/>
                  <a:pt x="393056" y="121630"/>
                  <a:pt x="396383" y="121813"/>
                </a:cubicBezTo>
                <a:lnTo>
                  <a:pt x="396383" y="125325"/>
                </a:lnTo>
                <a:lnTo>
                  <a:pt x="356918" y="125325"/>
                </a:lnTo>
                <a:lnTo>
                  <a:pt x="316530" y="68208"/>
                </a:lnTo>
                <a:lnTo>
                  <a:pt x="308304" y="68208"/>
                </a:lnTo>
                <a:moveTo>
                  <a:pt x="308304" y="7024"/>
                </a:moveTo>
                <a:lnTo>
                  <a:pt x="308304" y="61553"/>
                </a:lnTo>
                <a:lnTo>
                  <a:pt x="313572" y="61553"/>
                </a:lnTo>
                <a:cubicBezTo>
                  <a:pt x="322137" y="61553"/>
                  <a:pt x="328545" y="60773"/>
                  <a:pt x="332796" y="59214"/>
                </a:cubicBezTo>
                <a:cubicBezTo>
                  <a:pt x="337048" y="57652"/>
                  <a:pt x="340390" y="54837"/>
                  <a:pt x="342824" y="50769"/>
                </a:cubicBezTo>
                <a:cubicBezTo>
                  <a:pt x="345258" y="46698"/>
                  <a:pt x="346475" y="41389"/>
                  <a:pt x="346475" y="34840"/>
                </a:cubicBezTo>
                <a:cubicBezTo>
                  <a:pt x="346475" y="25354"/>
                  <a:pt x="344241" y="18346"/>
                  <a:pt x="339774" y="13817"/>
                </a:cubicBezTo>
                <a:cubicBezTo>
                  <a:pt x="335307" y="9288"/>
                  <a:pt x="328113" y="7024"/>
                  <a:pt x="318194" y="7024"/>
                </a:cubicBezTo>
                <a:lnTo>
                  <a:pt x="308304" y="7024"/>
                </a:lnTo>
                <a:close/>
                <a:moveTo>
                  <a:pt x="414429" y="159891"/>
                </a:moveTo>
                <a:lnTo>
                  <a:pt x="414429" y="0"/>
                </a:lnTo>
                <a:lnTo>
                  <a:pt x="451583" y="0"/>
                </a:lnTo>
                <a:lnTo>
                  <a:pt x="451583" y="3882"/>
                </a:lnTo>
                <a:lnTo>
                  <a:pt x="447424" y="3882"/>
                </a:lnTo>
                <a:cubicBezTo>
                  <a:pt x="443358" y="3882"/>
                  <a:pt x="440631" y="4301"/>
                  <a:pt x="439245" y="5138"/>
                </a:cubicBezTo>
                <a:cubicBezTo>
                  <a:pt x="437859" y="5974"/>
                  <a:pt x="436811" y="7213"/>
                  <a:pt x="436102" y="8855"/>
                </a:cubicBezTo>
                <a:cubicBezTo>
                  <a:pt x="435394" y="10496"/>
                  <a:pt x="435040" y="14445"/>
                  <a:pt x="435040" y="20703"/>
                </a:cubicBezTo>
                <a:lnTo>
                  <a:pt x="435040" y="139927"/>
                </a:lnTo>
                <a:cubicBezTo>
                  <a:pt x="435040" y="145842"/>
                  <a:pt x="435163" y="149231"/>
                  <a:pt x="435409" y="150094"/>
                </a:cubicBezTo>
                <a:cubicBezTo>
                  <a:pt x="435964" y="152312"/>
                  <a:pt x="436996" y="153945"/>
                  <a:pt x="438505" y="154992"/>
                </a:cubicBezTo>
                <a:cubicBezTo>
                  <a:pt x="440015" y="156040"/>
                  <a:pt x="442988" y="156563"/>
                  <a:pt x="447424" y="156563"/>
                </a:cubicBezTo>
                <a:lnTo>
                  <a:pt x="451583" y="156563"/>
                </a:lnTo>
                <a:lnTo>
                  <a:pt x="451583" y="159891"/>
                </a:lnTo>
                <a:lnTo>
                  <a:pt x="414429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387">
            <a:extLst xmlns:a="http://schemas.openxmlformats.org/drawingml/2006/main">
              <a:ext uri="{FF2B5EF4-FFF2-40B4-BE49-F238E27FC236}">
                <a16:creationId xmlns:a16="http://schemas.microsoft.com/office/drawing/2014/main" id="{C55A021F-90A5-4058-890A-2A6542D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596" y="184292"/>
            <a:ext cx="276343" cy="130685"/>
          </a:xfrm>
          <a:custGeom xmlns:a="http://schemas.openxmlformats.org/drawingml/2006/main">
            <a:pathLst>
              <a:path w="276343" h="130685">
                <a:moveTo>
                  <a:pt x="24954" y="65065"/>
                </a:moveTo>
                <a:lnTo>
                  <a:pt x="24954" y="61738"/>
                </a:lnTo>
                <a:cubicBezTo>
                  <a:pt x="31978" y="59709"/>
                  <a:pt x="36846" y="57818"/>
                  <a:pt x="39557" y="56066"/>
                </a:cubicBezTo>
                <a:cubicBezTo>
                  <a:pt x="42268" y="54313"/>
                  <a:pt x="44609" y="51639"/>
                  <a:pt x="46581" y="48042"/>
                </a:cubicBezTo>
                <a:cubicBezTo>
                  <a:pt x="48552" y="44445"/>
                  <a:pt x="49538" y="40803"/>
                  <a:pt x="49538" y="37113"/>
                </a:cubicBezTo>
                <a:cubicBezTo>
                  <a:pt x="49538" y="32011"/>
                  <a:pt x="47674" y="27630"/>
                  <a:pt x="43947" y="23972"/>
                </a:cubicBezTo>
                <a:cubicBezTo>
                  <a:pt x="40219" y="20314"/>
                  <a:pt x="35583" y="18484"/>
                  <a:pt x="30037" y="18484"/>
                </a:cubicBezTo>
                <a:cubicBezTo>
                  <a:pt x="21411" y="18484"/>
                  <a:pt x="14079" y="23075"/>
                  <a:pt x="8041" y="32255"/>
                </a:cubicBezTo>
                <a:lnTo>
                  <a:pt x="4621" y="31054"/>
                </a:lnTo>
                <a:cubicBezTo>
                  <a:pt x="9057" y="20733"/>
                  <a:pt x="14741" y="12978"/>
                  <a:pt x="21673" y="7787"/>
                </a:cubicBezTo>
                <a:cubicBezTo>
                  <a:pt x="28605" y="2596"/>
                  <a:pt x="36322" y="0"/>
                  <a:pt x="44825" y="0"/>
                </a:cubicBezTo>
                <a:cubicBezTo>
                  <a:pt x="53512" y="0"/>
                  <a:pt x="60675" y="2649"/>
                  <a:pt x="66313" y="7948"/>
                </a:cubicBezTo>
                <a:cubicBezTo>
                  <a:pt x="71951" y="13247"/>
                  <a:pt x="74770" y="19439"/>
                  <a:pt x="74770" y="26525"/>
                </a:cubicBezTo>
                <a:cubicBezTo>
                  <a:pt x="74770" y="31146"/>
                  <a:pt x="73460" y="35598"/>
                  <a:pt x="70842" y="39880"/>
                </a:cubicBezTo>
                <a:cubicBezTo>
                  <a:pt x="68223" y="44162"/>
                  <a:pt x="64110" y="47936"/>
                  <a:pt x="58503" y="51202"/>
                </a:cubicBezTo>
                <a:cubicBezTo>
                  <a:pt x="65712" y="54718"/>
                  <a:pt x="71211" y="59051"/>
                  <a:pt x="75001" y="64202"/>
                </a:cubicBezTo>
                <a:cubicBezTo>
                  <a:pt x="78790" y="69352"/>
                  <a:pt x="80685" y="75814"/>
                  <a:pt x="80685" y="83587"/>
                </a:cubicBezTo>
                <a:cubicBezTo>
                  <a:pt x="80685" y="96665"/>
                  <a:pt x="75956" y="107785"/>
                  <a:pt x="66498" y="116946"/>
                </a:cubicBezTo>
                <a:cubicBezTo>
                  <a:pt x="57040" y="126105"/>
                  <a:pt x="44363" y="130685"/>
                  <a:pt x="28466" y="130685"/>
                </a:cubicBezTo>
                <a:cubicBezTo>
                  <a:pt x="17868" y="130685"/>
                  <a:pt x="10136" y="128922"/>
                  <a:pt x="5268" y="125397"/>
                </a:cubicBezTo>
                <a:cubicBezTo>
                  <a:pt x="1756" y="122925"/>
                  <a:pt x="0" y="119740"/>
                  <a:pt x="0" y="115843"/>
                </a:cubicBezTo>
                <a:cubicBezTo>
                  <a:pt x="0" y="112999"/>
                  <a:pt x="1017" y="110572"/>
                  <a:pt x="3050" y="108562"/>
                </a:cubicBezTo>
                <a:cubicBezTo>
                  <a:pt x="5083" y="106551"/>
                  <a:pt x="7425" y="105546"/>
                  <a:pt x="10074" y="105546"/>
                </a:cubicBezTo>
                <a:cubicBezTo>
                  <a:pt x="12107" y="105546"/>
                  <a:pt x="14017" y="105979"/>
                  <a:pt x="15804" y="106846"/>
                </a:cubicBezTo>
                <a:cubicBezTo>
                  <a:pt x="16790" y="107343"/>
                  <a:pt x="20287" y="110054"/>
                  <a:pt x="26294" y="114979"/>
                </a:cubicBezTo>
                <a:cubicBezTo>
                  <a:pt x="32302" y="119904"/>
                  <a:pt x="37924" y="122367"/>
                  <a:pt x="43161" y="122367"/>
                </a:cubicBezTo>
                <a:cubicBezTo>
                  <a:pt x="47721" y="122367"/>
                  <a:pt x="51633" y="120562"/>
                  <a:pt x="54899" y="116952"/>
                </a:cubicBezTo>
                <a:cubicBezTo>
                  <a:pt x="58164" y="113341"/>
                  <a:pt x="59797" y="108759"/>
                  <a:pt x="59797" y="103204"/>
                </a:cubicBezTo>
                <a:cubicBezTo>
                  <a:pt x="59797" y="94749"/>
                  <a:pt x="56840" y="86958"/>
                  <a:pt x="50925" y="79830"/>
                </a:cubicBezTo>
                <a:cubicBezTo>
                  <a:pt x="45010" y="72702"/>
                  <a:pt x="36353" y="67780"/>
                  <a:pt x="24954" y="65065"/>
                </a:cubicBezTo>
                <a:close/>
                <a:moveTo>
                  <a:pt x="156101" y="57065"/>
                </a:moveTo>
                <a:cubicBezTo>
                  <a:pt x="164912" y="63538"/>
                  <a:pt x="171028" y="69565"/>
                  <a:pt x="174447" y="75145"/>
                </a:cubicBezTo>
                <a:cubicBezTo>
                  <a:pt x="177867" y="80725"/>
                  <a:pt x="179577" y="87122"/>
                  <a:pt x="179577" y="94337"/>
                </a:cubicBezTo>
                <a:cubicBezTo>
                  <a:pt x="179577" y="104450"/>
                  <a:pt x="175772" y="113005"/>
                  <a:pt x="168163" y="120005"/>
                </a:cubicBezTo>
                <a:cubicBezTo>
                  <a:pt x="160553" y="127002"/>
                  <a:pt x="150217" y="130500"/>
                  <a:pt x="137155" y="130500"/>
                </a:cubicBezTo>
                <a:cubicBezTo>
                  <a:pt x="124770" y="130500"/>
                  <a:pt x="115189" y="127445"/>
                  <a:pt x="108412" y="121336"/>
                </a:cubicBezTo>
                <a:cubicBezTo>
                  <a:pt x="101634" y="115225"/>
                  <a:pt x="98245" y="107757"/>
                  <a:pt x="98245" y="98932"/>
                </a:cubicBezTo>
                <a:cubicBezTo>
                  <a:pt x="98245" y="92205"/>
                  <a:pt x="100201" y="86311"/>
                  <a:pt x="104114" y="81251"/>
                </a:cubicBezTo>
                <a:cubicBezTo>
                  <a:pt x="108027" y="76189"/>
                  <a:pt x="114542" y="71559"/>
                  <a:pt x="123661" y="67361"/>
                </a:cubicBezTo>
                <a:cubicBezTo>
                  <a:pt x="113741" y="59819"/>
                  <a:pt x="107380" y="53643"/>
                  <a:pt x="104576" y="48834"/>
                </a:cubicBezTo>
                <a:cubicBezTo>
                  <a:pt x="101773" y="44024"/>
                  <a:pt x="100371" y="38444"/>
                  <a:pt x="100371" y="32094"/>
                </a:cubicBezTo>
                <a:cubicBezTo>
                  <a:pt x="100371" y="23708"/>
                  <a:pt x="103929" y="16325"/>
                  <a:pt x="111046" y="9944"/>
                </a:cubicBezTo>
                <a:cubicBezTo>
                  <a:pt x="118162" y="3561"/>
                  <a:pt x="127913" y="370"/>
                  <a:pt x="140297" y="370"/>
                </a:cubicBezTo>
                <a:cubicBezTo>
                  <a:pt x="152251" y="370"/>
                  <a:pt x="161447" y="3190"/>
                  <a:pt x="167885" y="8832"/>
                </a:cubicBezTo>
                <a:cubicBezTo>
                  <a:pt x="174324" y="14474"/>
                  <a:pt x="177543" y="21241"/>
                  <a:pt x="177543" y="29133"/>
                </a:cubicBezTo>
                <a:cubicBezTo>
                  <a:pt x="177543" y="35052"/>
                  <a:pt x="175803" y="40278"/>
                  <a:pt x="172322" y="44810"/>
                </a:cubicBezTo>
                <a:cubicBezTo>
                  <a:pt x="168840" y="49343"/>
                  <a:pt x="163434" y="53428"/>
                  <a:pt x="156101" y="57065"/>
                </a:cubicBezTo>
                <a:moveTo>
                  <a:pt x="149077" y="52415"/>
                </a:moveTo>
                <a:cubicBezTo>
                  <a:pt x="151357" y="49340"/>
                  <a:pt x="153052" y="45896"/>
                  <a:pt x="154161" y="42084"/>
                </a:cubicBezTo>
                <a:cubicBezTo>
                  <a:pt x="155270" y="38270"/>
                  <a:pt x="155824" y="34086"/>
                  <a:pt x="155824" y="29535"/>
                </a:cubicBezTo>
                <a:cubicBezTo>
                  <a:pt x="155824" y="21538"/>
                  <a:pt x="154099" y="15418"/>
                  <a:pt x="150649" y="11174"/>
                </a:cubicBezTo>
                <a:cubicBezTo>
                  <a:pt x="148061" y="7915"/>
                  <a:pt x="144487" y="6285"/>
                  <a:pt x="139928" y="6285"/>
                </a:cubicBezTo>
                <a:cubicBezTo>
                  <a:pt x="135799" y="6285"/>
                  <a:pt x="132287" y="7773"/>
                  <a:pt x="129391" y="10750"/>
                </a:cubicBezTo>
                <a:cubicBezTo>
                  <a:pt x="126496" y="13727"/>
                  <a:pt x="125048" y="17424"/>
                  <a:pt x="125048" y="21841"/>
                </a:cubicBezTo>
                <a:cubicBezTo>
                  <a:pt x="125048" y="26321"/>
                  <a:pt x="126665" y="30970"/>
                  <a:pt x="129900" y="35788"/>
                </a:cubicBezTo>
                <a:cubicBezTo>
                  <a:pt x="133135" y="40605"/>
                  <a:pt x="139527" y="46148"/>
                  <a:pt x="149077" y="52415"/>
                </a:cubicBezTo>
                <a:moveTo>
                  <a:pt x="130593" y="71766"/>
                </a:moveTo>
                <a:cubicBezTo>
                  <a:pt x="128683" y="73495"/>
                  <a:pt x="127327" y="75070"/>
                  <a:pt x="126526" y="76491"/>
                </a:cubicBezTo>
                <a:cubicBezTo>
                  <a:pt x="125294" y="78653"/>
                  <a:pt x="124185" y="81804"/>
                  <a:pt x="123199" y="85944"/>
                </a:cubicBezTo>
                <a:cubicBezTo>
                  <a:pt x="122213" y="90084"/>
                  <a:pt x="121720" y="94408"/>
                  <a:pt x="121720" y="98918"/>
                </a:cubicBezTo>
                <a:cubicBezTo>
                  <a:pt x="121720" y="104725"/>
                  <a:pt x="122460" y="109590"/>
                  <a:pt x="123939" y="113512"/>
                </a:cubicBezTo>
                <a:cubicBezTo>
                  <a:pt x="125417" y="117434"/>
                  <a:pt x="127528" y="120261"/>
                  <a:pt x="130269" y="121992"/>
                </a:cubicBezTo>
                <a:cubicBezTo>
                  <a:pt x="133011" y="123721"/>
                  <a:pt x="135830" y="124585"/>
                  <a:pt x="138726" y="124585"/>
                </a:cubicBezTo>
                <a:cubicBezTo>
                  <a:pt x="143224" y="124585"/>
                  <a:pt x="147013" y="122934"/>
                  <a:pt x="150094" y="119632"/>
                </a:cubicBezTo>
                <a:cubicBezTo>
                  <a:pt x="153175" y="116328"/>
                  <a:pt x="154715" y="111805"/>
                  <a:pt x="154715" y="106063"/>
                </a:cubicBezTo>
                <a:cubicBezTo>
                  <a:pt x="154715" y="94085"/>
                  <a:pt x="146674" y="82652"/>
                  <a:pt x="130593" y="71766"/>
                </a:cubicBezTo>
                <a:close/>
                <a:moveTo>
                  <a:pt x="219781" y="130500"/>
                </a:moveTo>
                <a:lnTo>
                  <a:pt x="253885" y="27172"/>
                </a:lnTo>
                <a:lnTo>
                  <a:pt x="227914" y="27172"/>
                </a:lnTo>
                <a:cubicBezTo>
                  <a:pt x="217747" y="27172"/>
                  <a:pt x="210107" y="28497"/>
                  <a:pt x="204993" y="31146"/>
                </a:cubicBezTo>
                <a:cubicBezTo>
                  <a:pt x="201419" y="32995"/>
                  <a:pt x="198462" y="36476"/>
                  <a:pt x="196121" y="41590"/>
                </a:cubicBezTo>
                <a:lnTo>
                  <a:pt x="192609" y="41590"/>
                </a:lnTo>
                <a:lnTo>
                  <a:pt x="201666" y="2588"/>
                </a:lnTo>
                <a:lnTo>
                  <a:pt x="276343" y="2588"/>
                </a:lnTo>
                <a:lnTo>
                  <a:pt x="234291" y="130500"/>
                </a:lnTo>
                <a:lnTo>
                  <a:pt x="219781" y="13050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:0]">
            <a:extLst xmlns:a="http://schemas.openxmlformats.org/drawingml/2006/main">
              <a:ext uri="{FF2B5EF4-FFF2-40B4-BE49-F238E27FC236}">
                <a16:creationId xmlns:a16="http://schemas.microsoft.com/office/drawing/2014/main" id="{2E681A3A-4CA3-4A72-B8DE-C186879B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642" y="184292"/>
            <a:ext cx="184844" cy="162478"/>
          </a:xfrm>
          <a:custGeom xmlns:a="http://schemas.openxmlformats.org/drawingml/2006/main">
            <a:pathLst>
              <a:path w="184844" h="162478">
                <a:moveTo>
                  <a:pt x="15435" y="39002"/>
                </a:moveTo>
                <a:cubicBezTo>
                  <a:pt x="19686" y="39002"/>
                  <a:pt x="23306" y="40496"/>
                  <a:pt x="26294" y="43485"/>
                </a:cubicBezTo>
                <a:cubicBezTo>
                  <a:pt x="29282" y="46473"/>
                  <a:pt x="30777" y="50093"/>
                  <a:pt x="30777" y="54344"/>
                </a:cubicBezTo>
                <a:cubicBezTo>
                  <a:pt x="30777" y="58596"/>
                  <a:pt x="29282" y="62216"/>
                  <a:pt x="26294" y="65204"/>
                </a:cubicBezTo>
                <a:cubicBezTo>
                  <a:pt x="23306" y="68192"/>
                  <a:pt x="19686" y="69686"/>
                  <a:pt x="15435" y="69686"/>
                </a:cubicBezTo>
                <a:cubicBezTo>
                  <a:pt x="11183" y="69686"/>
                  <a:pt x="7563" y="68192"/>
                  <a:pt x="4575" y="65204"/>
                </a:cubicBezTo>
                <a:cubicBezTo>
                  <a:pt x="1587" y="62216"/>
                  <a:pt x="92" y="58596"/>
                  <a:pt x="92" y="54344"/>
                </a:cubicBezTo>
                <a:cubicBezTo>
                  <a:pt x="92" y="50093"/>
                  <a:pt x="1587" y="46473"/>
                  <a:pt x="4575" y="43485"/>
                </a:cubicBezTo>
                <a:cubicBezTo>
                  <a:pt x="7563" y="40496"/>
                  <a:pt x="11183" y="39002"/>
                  <a:pt x="15435" y="39002"/>
                </a:cubicBezTo>
                <a:moveTo>
                  <a:pt x="15342" y="99446"/>
                </a:moveTo>
                <a:cubicBezTo>
                  <a:pt x="19655" y="99446"/>
                  <a:pt x="23306" y="100961"/>
                  <a:pt x="26294" y="103989"/>
                </a:cubicBezTo>
                <a:cubicBezTo>
                  <a:pt x="29282" y="107016"/>
                  <a:pt x="30777" y="110662"/>
                  <a:pt x="30777" y="114927"/>
                </a:cubicBezTo>
                <a:cubicBezTo>
                  <a:pt x="30777" y="119192"/>
                  <a:pt x="29267" y="122823"/>
                  <a:pt x="26248" y="125821"/>
                </a:cubicBezTo>
                <a:cubicBezTo>
                  <a:pt x="23229" y="128817"/>
                  <a:pt x="19594" y="130315"/>
                  <a:pt x="15342" y="130315"/>
                </a:cubicBezTo>
                <a:cubicBezTo>
                  <a:pt x="11091" y="130315"/>
                  <a:pt x="7471" y="128817"/>
                  <a:pt x="4482" y="125821"/>
                </a:cubicBezTo>
                <a:cubicBezTo>
                  <a:pt x="1494" y="122823"/>
                  <a:pt x="0" y="119192"/>
                  <a:pt x="0" y="114927"/>
                </a:cubicBezTo>
                <a:cubicBezTo>
                  <a:pt x="0" y="110662"/>
                  <a:pt x="1494" y="107016"/>
                  <a:pt x="4482" y="103989"/>
                </a:cubicBezTo>
                <a:cubicBezTo>
                  <a:pt x="7471" y="100961"/>
                  <a:pt x="11091" y="99446"/>
                  <a:pt x="15342" y="99446"/>
                </a:cubicBezTo>
                <a:close/>
                <a:moveTo>
                  <a:pt x="134566" y="65250"/>
                </a:moveTo>
                <a:cubicBezTo>
                  <a:pt x="134566" y="77758"/>
                  <a:pt x="132810" y="89434"/>
                  <a:pt x="129298" y="100278"/>
                </a:cubicBezTo>
                <a:cubicBezTo>
                  <a:pt x="127203" y="106933"/>
                  <a:pt x="124384" y="112385"/>
                  <a:pt x="120841" y="116637"/>
                </a:cubicBezTo>
                <a:cubicBezTo>
                  <a:pt x="117298" y="120888"/>
                  <a:pt x="113278" y="124262"/>
                  <a:pt x="108780" y="126757"/>
                </a:cubicBezTo>
                <a:cubicBezTo>
                  <a:pt x="104282" y="129253"/>
                  <a:pt x="99384" y="130500"/>
                  <a:pt x="94085" y="130500"/>
                </a:cubicBezTo>
                <a:cubicBezTo>
                  <a:pt x="88047" y="130500"/>
                  <a:pt x="82594" y="128960"/>
                  <a:pt x="77726" y="125879"/>
                </a:cubicBezTo>
                <a:cubicBezTo>
                  <a:pt x="72859" y="122798"/>
                  <a:pt x="68546" y="118393"/>
                  <a:pt x="64787" y="112663"/>
                </a:cubicBezTo>
                <a:cubicBezTo>
                  <a:pt x="62076" y="108473"/>
                  <a:pt x="59704" y="102897"/>
                  <a:pt x="57671" y="95934"/>
                </a:cubicBezTo>
                <a:cubicBezTo>
                  <a:pt x="55021" y="86507"/>
                  <a:pt x="53696" y="76772"/>
                  <a:pt x="53696" y="66729"/>
                </a:cubicBezTo>
                <a:cubicBezTo>
                  <a:pt x="53696" y="53112"/>
                  <a:pt x="55606" y="40604"/>
                  <a:pt x="59427" y="29205"/>
                </a:cubicBezTo>
                <a:cubicBezTo>
                  <a:pt x="62569" y="19778"/>
                  <a:pt x="67344" y="12554"/>
                  <a:pt x="73752" y="7532"/>
                </a:cubicBezTo>
                <a:cubicBezTo>
                  <a:pt x="80160" y="2511"/>
                  <a:pt x="86938" y="0"/>
                  <a:pt x="94085" y="0"/>
                </a:cubicBezTo>
                <a:cubicBezTo>
                  <a:pt x="101355" y="0"/>
                  <a:pt x="108148" y="2480"/>
                  <a:pt x="114464" y="7440"/>
                </a:cubicBezTo>
                <a:cubicBezTo>
                  <a:pt x="120780" y="12400"/>
                  <a:pt x="125416" y="19070"/>
                  <a:pt x="128374" y="27449"/>
                </a:cubicBezTo>
                <a:cubicBezTo>
                  <a:pt x="132502" y="38971"/>
                  <a:pt x="134566" y="51572"/>
                  <a:pt x="134566" y="65250"/>
                </a:cubicBezTo>
                <a:moveTo>
                  <a:pt x="106100" y="65065"/>
                </a:moveTo>
                <a:cubicBezTo>
                  <a:pt x="106100" y="43165"/>
                  <a:pt x="105977" y="30400"/>
                  <a:pt x="105730" y="26771"/>
                </a:cubicBezTo>
                <a:cubicBezTo>
                  <a:pt x="105114" y="18220"/>
                  <a:pt x="103635" y="12437"/>
                  <a:pt x="101294" y="9421"/>
                </a:cubicBezTo>
                <a:cubicBezTo>
                  <a:pt x="99753" y="7453"/>
                  <a:pt x="97258" y="6470"/>
                  <a:pt x="93808" y="6470"/>
                </a:cubicBezTo>
                <a:cubicBezTo>
                  <a:pt x="91158" y="6470"/>
                  <a:pt x="89063" y="7208"/>
                  <a:pt x="87523" y="8685"/>
                </a:cubicBezTo>
                <a:cubicBezTo>
                  <a:pt x="85243" y="10837"/>
                  <a:pt x="83703" y="14636"/>
                  <a:pt x="82902" y="20082"/>
                </a:cubicBezTo>
                <a:cubicBezTo>
                  <a:pt x="82101" y="25525"/>
                  <a:pt x="81700" y="44518"/>
                  <a:pt x="81700" y="77060"/>
                </a:cubicBezTo>
                <a:cubicBezTo>
                  <a:pt x="81700" y="94778"/>
                  <a:pt x="82316" y="106651"/>
                  <a:pt x="83549" y="112680"/>
                </a:cubicBezTo>
                <a:cubicBezTo>
                  <a:pt x="84473" y="117047"/>
                  <a:pt x="85798" y="119969"/>
                  <a:pt x="87523" y="121446"/>
                </a:cubicBezTo>
                <a:cubicBezTo>
                  <a:pt x="89248" y="122923"/>
                  <a:pt x="91528" y="123661"/>
                  <a:pt x="94362" y="123661"/>
                </a:cubicBezTo>
                <a:cubicBezTo>
                  <a:pt x="97443" y="123661"/>
                  <a:pt x="99753" y="122677"/>
                  <a:pt x="101294" y="120709"/>
                </a:cubicBezTo>
                <a:cubicBezTo>
                  <a:pt x="103882" y="117263"/>
                  <a:pt x="105360" y="111941"/>
                  <a:pt x="105730" y="104743"/>
                </a:cubicBezTo>
                <a:lnTo>
                  <a:pt x="106100" y="65065"/>
                </a:lnTo>
                <a:close/>
                <a:moveTo>
                  <a:pt x="184844" y="2588"/>
                </a:moveTo>
                <a:lnTo>
                  <a:pt x="184844" y="162478"/>
                </a:lnTo>
                <a:lnTo>
                  <a:pt x="147690" y="162478"/>
                </a:lnTo>
                <a:lnTo>
                  <a:pt x="147690" y="158966"/>
                </a:lnTo>
                <a:lnTo>
                  <a:pt x="151849" y="158966"/>
                </a:lnTo>
                <a:cubicBezTo>
                  <a:pt x="155916" y="158966"/>
                  <a:pt x="158642" y="158566"/>
                  <a:pt x="160029" y="157765"/>
                </a:cubicBezTo>
                <a:cubicBezTo>
                  <a:pt x="161415" y="156964"/>
                  <a:pt x="162463" y="155732"/>
                  <a:pt x="163171" y="154068"/>
                </a:cubicBezTo>
                <a:cubicBezTo>
                  <a:pt x="163880" y="152404"/>
                  <a:pt x="164234" y="148492"/>
                  <a:pt x="164234" y="142330"/>
                </a:cubicBezTo>
                <a:lnTo>
                  <a:pt x="164234" y="22921"/>
                </a:lnTo>
                <a:cubicBezTo>
                  <a:pt x="164234" y="17006"/>
                  <a:pt x="164111" y="13617"/>
                  <a:pt x="163864" y="12754"/>
                </a:cubicBezTo>
                <a:cubicBezTo>
                  <a:pt x="163310" y="10598"/>
                  <a:pt x="162278" y="8980"/>
                  <a:pt x="160768" y="7902"/>
                </a:cubicBezTo>
                <a:cubicBezTo>
                  <a:pt x="159259" y="6824"/>
                  <a:pt x="156286" y="6285"/>
                  <a:pt x="151849" y="6285"/>
                </a:cubicBezTo>
                <a:lnTo>
                  <a:pt x="147690" y="6285"/>
                </a:lnTo>
                <a:lnTo>
                  <a:pt x="147690" y="2588"/>
                </a:lnTo>
                <a:lnTo>
                  <a:pt x="184844" y="2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270DD-0133-4F44-AFFB-5E524FCA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400" y="418282"/>
            <a:ext cx="1135685" cy="52194"/>
          </a:xfrm>
          <a:custGeom xmlns:a="http://schemas.openxmlformats.org/drawingml/2006/main">
            <a:pathLst>
              <a:path w="1135685" h="52194" fill="none">
                <a:moveTo>
                  <a:pt x="1135685" y="0"/>
                </a:moveTo>
                <a:lnTo>
                  <a:pt x="0" y="0"/>
                </a:ln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13B1E-CF3E-4069-A5A6-9103E61F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75" y="47047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4F08A-9558-48DA-A31C-5754430C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69" y="470476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9E716-BE13-4399-A7C7-4CF9754B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660" y="596470"/>
            <a:ext cx="599389" cy="189089"/>
          </a:xfrm>
          <a:custGeom xmlns:a="http://schemas.openxmlformats.org/drawingml/2006/main">
            <a:pathLst>
              <a:path w="599389" h="189089">
                <a:moveTo>
                  <a:pt x="0" y="189089"/>
                </a:moveTo>
                <a:lnTo>
                  <a:pt x="599389" y="189089"/>
                </a:lnTo>
                <a:lnTo>
                  <a:pt x="599389" y="0"/>
                </a:lnTo>
                <a:lnTo>
                  <a:pt x="0" y="0"/>
                </a:lnTo>
                <a:lnTo>
                  <a:pt x="0" y="189089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897C6-6CC3-40E2-9E9C-01BB7156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665" y="596474"/>
            <a:ext cx="599389" cy="189092"/>
          </a:xfrm>
          <a:custGeom xmlns:a="http://schemas.openxmlformats.org/drawingml/2006/main">
            <a:pathLst>
              <a:path w="599389" h="189092" fill="none">
                <a:moveTo>
                  <a:pt x="0" y="0"/>
                </a:moveTo>
                <a:lnTo>
                  <a:pt x="599389" y="0"/>
                </a:lnTo>
                <a:lnTo>
                  <a:pt x="599389" y="189092"/>
                </a:lnTo>
                <a:lnTo>
                  <a:pt x="0" y="189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20" name="Text Index">
            <a:extLst xmlns:a="http://schemas.openxmlformats.org/drawingml/2006/main">
              <a:ext uri="{FF2B5EF4-FFF2-40B4-BE49-F238E27FC236}">
                <a16:creationId xmlns:a16="http://schemas.microsoft.com/office/drawing/2014/main" id="{1F737C11-24C2-4702-B5A3-4970905A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148" y="629946"/>
            <a:ext cx="388605" cy="122845"/>
          </a:xfrm>
          <a:custGeom xmlns:a="http://schemas.openxmlformats.org/drawingml/2006/main">
            <a:pathLst>
              <a:path w="388605" h="122845">
                <a:moveTo>
                  <a:pt x="49223" y="117253"/>
                </a:moveTo>
                <a:lnTo>
                  <a:pt x="49223" y="120472"/>
                </a:lnTo>
                <a:lnTo>
                  <a:pt x="0" y="120472"/>
                </a:lnTo>
                <a:lnTo>
                  <a:pt x="0" y="117253"/>
                </a:lnTo>
                <a:lnTo>
                  <a:pt x="4067" y="117253"/>
                </a:lnTo>
                <a:cubicBezTo>
                  <a:pt x="8811" y="117253"/>
                  <a:pt x="12256" y="115876"/>
                  <a:pt x="14402" y="113123"/>
                </a:cubicBezTo>
                <a:cubicBezTo>
                  <a:pt x="15758" y="111324"/>
                  <a:pt x="16436" y="106997"/>
                  <a:pt x="16436" y="100140"/>
                </a:cubicBezTo>
                <a:lnTo>
                  <a:pt x="16436" y="25924"/>
                </a:lnTo>
                <a:cubicBezTo>
                  <a:pt x="16436" y="20135"/>
                  <a:pt x="16069" y="16313"/>
                  <a:pt x="15334" y="14458"/>
                </a:cubicBezTo>
                <a:cubicBezTo>
                  <a:pt x="14770" y="13053"/>
                  <a:pt x="13612" y="11845"/>
                  <a:pt x="11861" y="10834"/>
                </a:cubicBezTo>
                <a:cubicBezTo>
                  <a:pt x="9376" y="9485"/>
                  <a:pt x="6778" y="8811"/>
                  <a:pt x="4067" y="8811"/>
                </a:cubicBezTo>
                <a:lnTo>
                  <a:pt x="0" y="8811"/>
                </a:lnTo>
                <a:lnTo>
                  <a:pt x="0" y="5592"/>
                </a:lnTo>
                <a:lnTo>
                  <a:pt x="49223" y="5592"/>
                </a:lnTo>
                <a:lnTo>
                  <a:pt x="49223" y="8811"/>
                </a:lnTo>
                <a:lnTo>
                  <a:pt x="45071" y="8811"/>
                </a:lnTo>
                <a:cubicBezTo>
                  <a:pt x="40383" y="8811"/>
                  <a:pt x="36966" y="10188"/>
                  <a:pt x="34820" y="12941"/>
                </a:cubicBezTo>
                <a:cubicBezTo>
                  <a:pt x="33408" y="14740"/>
                  <a:pt x="32702" y="19067"/>
                  <a:pt x="32702" y="25924"/>
                </a:cubicBezTo>
                <a:lnTo>
                  <a:pt x="32702" y="100140"/>
                </a:lnTo>
                <a:cubicBezTo>
                  <a:pt x="32702" y="105929"/>
                  <a:pt x="33069" y="109751"/>
                  <a:pt x="33803" y="111606"/>
                </a:cubicBezTo>
                <a:cubicBezTo>
                  <a:pt x="34368" y="113011"/>
                  <a:pt x="35554" y="114219"/>
                  <a:pt x="37362" y="115230"/>
                </a:cubicBezTo>
                <a:cubicBezTo>
                  <a:pt x="39790" y="116579"/>
                  <a:pt x="42360" y="117253"/>
                  <a:pt x="45071" y="117253"/>
                </a:cubicBezTo>
                <a:lnTo>
                  <a:pt x="49223" y="117253"/>
                </a:lnTo>
                <a:close/>
                <a:moveTo>
                  <a:pt x="81500" y="57017"/>
                </a:moveTo>
                <a:cubicBezTo>
                  <a:pt x="90593" y="46116"/>
                  <a:pt x="99263" y="40666"/>
                  <a:pt x="107509" y="40666"/>
                </a:cubicBezTo>
                <a:cubicBezTo>
                  <a:pt x="111745" y="40666"/>
                  <a:pt x="115388" y="41722"/>
                  <a:pt x="118438" y="43835"/>
                </a:cubicBezTo>
                <a:cubicBezTo>
                  <a:pt x="121488" y="45946"/>
                  <a:pt x="123916" y="49424"/>
                  <a:pt x="125724" y="54269"/>
                </a:cubicBezTo>
                <a:cubicBezTo>
                  <a:pt x="126966" y="57649"/>
                  <a:pt x="127587" y="62831"/>
                  <a:pt x="127587" y="69815"/>
                </a:cubicBezTo>
                <a:lnTo>
                  <a:pt x="127587" y="102851"/>
                </a:lnTo>
                <a:cubicBezTo>
                  <a:pt x="127587" y="107793"/>
                  <a:pt x="127983" y="111144"/>
                  <a:pt x="128773" y="112906"/>
                </a:cubicBezTo>
                <a:cubicBezTo>
                  <a:pt x="129395" y="114327"/>
                  <a:pt x="130397" y="115435"/>
                  <a:pt x="131781" y="116231"/>
                </a:cubicBezTo>
                <a:cubicBezTo>
                  <a:pt x="133165" y="117025"/>
                  <a:pt x="135721" y="117422"/>
                  <a:pt x="139448" y="117422"/>
                </a:cubicBezTo>
                <a:lnTo>
                  <a:pt x="139448" y="120472"/>
                </a:lnTo>
                <a:lnTo>
                  <a:pt x="101070" y="120472"/>
                </a:lnTo>
                <a:lnTo>
                  <a:pt x="101070" y="117422"/>
                </a:lnTo>
                <a:lnTo>
                  <a:pt x="102680" y="117422"/>
                </a:lnTo>
                <a:cubicBezTo>
                  <a:pt x="106294" y="117422"/>
                  <a:pt x="108822" y="116869"/>
                  <a:pt x="110262" y="115763"/>
                </a:cubicBezTo>
                <a:cubicBezTo>
                  <a:pt x="111702" y="114654"/>
                  <a:pt x="112705" y="113021"/>
                  <a:pt x="113270" y="110862"/>
                </a:cubicBezTo>
                <a:cubicBezTo>
                  <a:pt x="113496" y="110009"/>
                  <a:pt x="113609" y="107339"/>
                  <a:pt x="113609" y="102851"/>
                </a:cubicBezTo>
                <a:lnTo>
                  <a:pt x="113609" y="71133"/>
                </a:lnTo>
                <a:cubicBezTo>
                  <a:pt x="113609" y="64084"/>
                  <a:pt x="112691" y="58966"/>
                  <a:pt x="110855" y="55780"/>
                </a:cubicBezTo>
                <a:cubicBezTo>
                  <a:pt x="109020" y="52595"/>
                  <a:pt x="105927" y="51002"/>
                  <a:pt x="101578" y="51002"/>
                </a:cubicBezTo>
                <a:cubicBezTo>
                  <a:pt x="94857" y="51002"/>
                  <a:pt x="88164" y="54673"/>
                  <a:pt x="81500" y="62015"/>
                </a:cubicBezTo>
                <a:lnTo>
                  <a:pt x="81500" y="102851"/>
                </a:lnTo>
                <a:cubicBezTo>
                  <a:pt x="81500" y="108133"/>
                  <a:pt x="81810" y="111400"/>
                  <a:pt x="82431" y="112652"/>
                </a:cubicBezTo>
                <a:cubicBezTo>
                  <a:pt x="83222" y="114298"/>
                  <a:pt x="84309" y="115506"/>
                  <a:pt x="85693" y="116273"/>
                </a:cubicBezTo>
                <a:cubicBezTo>
                  <a:pt x="87077" y="117039"/>
                  <a:pt x="89887" y="117422"/>
                  <a:pt x="94123" y="117422"/>
                </a:cubicBezTo>
                <a:lnTo>
                  <a:pt x="94123" y="120472"/>
                </a:lnTo>
                <a:lnTo>
                  <a:pt x="55745" y="120472"/>
                </a:lnTo>
                <a:lnTo>
                  <a:pt x="55745" y="117422"/>
                </a:lnTo>
                <a:lnTo>
                  <a:pt x="57439" y="117422"/>
                </a:lnTo>
                <a:cubicBezTo>
                  <a:pt x="61393" y="117422"/>
                  <a:pt x="64061" y="116415"/>
                  <a:pt x="65445" y="114399"/>
                </a:cubicBezTo>
                <a:cubicBezTo>
                  <a:pt x="66829" y="112382"/>
                  <a:pt x="67521" y="108532"/>
                  <a:pt x="67521" y="102851"/>
                </a:cubicBezTo>
                <a:lnTo>
                  <a:pt x="67521" y="74215"/>
                </a:lnTo>
                <a:cubicBezTo>
                  <a:pt x="67521" y="64896"/>
                  <a:pt x="67309" y="59220"/>
                  <a:pt x="66885" y="57186"/>
                </a:cubicBezTo>
                <a:cubicBezTo>
                  <a:pt x="66462" y="55153"/>
                  <a:pt x="65812" y="53769"/>
                  <a:pt x="64937" y="53035"/>
                </a:cubicBezTo>
                <a:cubicBezTo>
                  <a:pt x="64061" y="52301"/>
                  <a:pt x="62889" y="51934"/>
                  <a:pt x="61421" y="51934"/>
                </a:cubicBezTo>
                <a:cubicBezTo>
                  <a:pt x="59839" y="51934"/>
                  <a:pt x="57947" y="52357"/>
                  <a:pt x="55745" y="53204"/>
                </a:cubicBezTo>
                <a:lnTo>
                  <a:pt x="54474" y="50154"/>
                </a:lnTo>
                <a:lnTo>
                  <a:pt x="77857" y="40666"/>
                </a:lnTo>
                <a:lnTo>
                  <a:pt x="81500" y="40666"/>
                </a:lnTo>
                <a:lnTo>
                  <a:pt x="81500" y="57017"/>
                </a:lnTo>
                <a:close/>
                <a:moveTo>
                  <a:pt x="200448" y="111752"/>
                </a:moveTo>
                <a:cubicBezTo>
                  <a:pt x="196663" y="115703"/>
                  <a:pt x="192964" y="118541"/>
                  <a:pt x="189349" y="120263"/>
                </a:cubicBezTo>
                <a:cubicBezTo>
                  <a:pt x="185734" y="121984"/>
                  <a:pt x="181837" y="122845"/>
                  <a:pt x="177658" y="122845"/>
                </a:cubicBezTo>
                <a:cubicBezTo>
                  <a:pt x="169186" y="122845"/>
                  <a:pt x="161787" y="119308"/>
                  <a:pt x="155461" y="112236"/>
                </a:cubicBezTo>
                <a:cubicBezTo>
                  <a:pt x="149135" y="105162"/>
                  <a:pt x="145972" y="96072"/>
                  <a:pt x="145972" y="84967"/>
                </a:cubicBezTo>
                <a:cubicBezTo>
                  <a:pt x="145972" y="73863"/>
                  <a:pt x="149474" y="63704"/>
                  <a:pt x="156478" y="54488"/>
                </a:cubicBezTo>
                <a:cubicBezTo>
                  <a:pt x="163481" y="45273"/>
                  <a:pt x="172490" y="40666"/>
                  <a:pt x="183503" y="40666"/>
                </a:cubicBezTo>
                <a:cubicBezTo>
                  <a:pt x="190338" y="40666"/>
                  <a:pt x="195986" y="42839"/>
                  <a:pt x="200448" y="47187"/>
                </a:cubicBezTo>
                <a:lnTo>
                  <a:pt x="200448" y="32702"/>
                </a:lnTo>
                <a:cubicBezTo>
                  <a:pt x="200448" y="23872"/>
                  <a:pt x="200236" y="18444"/>
                  <a:pt x="199812" y="16420"/>
                </a:cubicBezTo>
                <a:cubicBezTo>
                  <a:pt x="199389" y="14395"/>
                  <a:pt x="198725" y="13017"/>
                  <a:pt x="197821" y="12284"/>
                </a:cubicBezTo>
                <a:cubicBezTo>
                  <a:pt x="196918" y="11550"/>
                  <a:pt x="195788" y="11183"/>
                  <a:pt x="194432" y="11183"/>
                </a:cubicBezTo>
                <a:cubicBezTo>
                  <a:pt x="192964" y="11183"/>
                  <a:pt x="191015" y="11635"/>
                  <a:pt x="188587" y="12539"/>
                </a:cubicBezTo>
                <a:lnTo>
                  <a:pt x="187485" y="9489"/>
                </a:lnTo>
                <a:lnTo>
                  <a:pt x="210614" y="0"/>
                </a:lnTo>
                <a:lnTo>
                  <a:pt x="214426" y="0"/>
                </a:lnTo>
                <a:lnTo>
                  <a:pt x="214426" y="89804"/>
                </a:lnTo>
                <a:cubicBezTo>
                  <a:pt x="214426" y="98860"/>
                  <a:pt x="214638" y="104386"/>
                  <a:pt x="215062" y="106382"/>
                </a:cubicBezTo>
                <a:cubicBezTo>
                  <a:pt x="215485" y="108379"/>
                  <a:pt x="216163" y="109772"/>
                  <a:pt x="217095" y="110563"/>
                </a:cubicBezTo>
                <a:cubicBezTo>
                  <a:pt x="218027" y="111352"/>
                  <a:pt x="219114" y="111746"/>
                  <a:pt x="220357" y="111746"/>
                </a:cubicBezTo>
                <a:cubicBezTo>
                  <a:pt x="221882" y="111746"/>
                  <a:pt x="223915" y="111266"/>
                  <a:pt x="226457" y="110306"/>
                </a:cubicBezTo>
                <a:lnTo>
                  <a:pt x="227389" y="113356"/>
                </a:lnTo>
                <a:lnTo>
                  <a:pt x="204345" y="122845"/>
                </a:lnTo>
                <a:lnTo>
                  <a:pt x="200448" y="122845"/>
                </a:lnTo>
                <a:lnTo>
                  <a:pt x="200448" y="111752"/>
                </a:lnTo>
                <a:moveTo>
                  <a:pt x="200448" y="105834"/>
                </a:moveTo>
                <a:lnTo>
                  <a:pt x="200448" y="65947"/>
                </a:lnTo>
                <a:cubicBezTo>
                  <a:pt x="200109" y="62115"/>
                  <a:pt x="199092" y="58622"/>
                  <a:pt x="197398" y="55468"/>
                </a:cubicBezTo>
                <a:cubicBezTo>
                  <a:pt x="195703" y="52312"/>
                  <a:pt x="193458" y="49932"/>
                  <a:pt x="190662" y="48328"/>
                </a:cubicBezTo>
                <a:cubicBezTo>
                  <a:pt x="187867" y="46722"/>
                  <a:pt x="185141" y="45918"/>
                  <a:pt x="182487" y="45918"/>
                </a:cubicBezTo>
                <a:cubicBezTo>
                  <a:pt x="177517" y="45918"/>
                  <a:pt x="173083" y="48144"/>
                  <a:pt x="169186" y="52595"/>
                </a:cubicBezTo>
                <a:cubicBezTo>
                  <a:pt x="164046" y="58454"/>
                  <a:pt x="161476" y="67016"/>
                  <a:pt x="161476" y="78284"/>
                </a:cubicBezTo>
                <a:cubicBezTo>
                  <a:pt x="161476" y="89665"/>
                  <a:pt x="163961" y="98384"/>
                  <a:pt x="168932" y="104442"/>
                </a:cubicBezTo>
                <a:cubicBezTo>
                  <a:pt x="173902" y="110497"/>
                  <a:pt x="179437" y="113525"/>
                  <a:pt x="185537" y="113525"/>
                </a:cubicBezTo>
                <a:cubicBezTo>
                  <a:pt x="190676" y="113525"/>
                  <a:pt x="195647" y="110962"/>
                  <a:pt x="200448" y="105834"/>
                </a:cubicBezTo>
                <a:close/>
                <a:moveTo>
                  <a:pt x="245434" y="72182"/>
                </a:moveTo>
                <a:cubicBezTo>
                  <a:pt x="245378" y="83651"/>
                  <a:pt x="248174" y="92646"/>
                  <a:pt x="253822" y="99168"/>
                </a:cubicBezTo>
                <a:cubicBezTo>
                  <a:pt x="259470" y="105690"/>
                  <a:pt x="266106" y="108950"/>
                  <a:pt x="273731" y="108950"/>
                </a:cubicBezTo>
                <a:cubicBezTo>
                  <a:pt x="278814" y="108950"/>
                  <a:pt x="283234" y="107546"/>
                  <a:pt x="286990" y="104738"/>
                </a:cubicBezTo>
                <a:cubicBezTo>
                  <a:pt x="290746" y="101930"/>
                  <a:pt x="293894" y="97121"/>
                  <a:pt x="296436" y="90312"/>
                </a:cubicBezTo>
                <a:lnTo>
                  <a:pt x="299062" y="92014"/>
                </a:lnTo>
                <a:cubicBezTo>
                  <a:pt x="297876" y="99793"/>
                  <a:pt x="294431" y="106876"/>
                  <a:pt x="288726" y="113263"/>
                </a:cubicBezTo>
                <a:cubicBezTo>
                  <a:pt x="283022" y="119651"/>
                  <a:pt x="275877" y="122845"/>
                  <a:pt x="267292" y="122845"/>
                </a:cubicBezTo>
                <a:cubicBezTo>
                  <a:pt x="257973" y="122845"/>
                  <a:pt x="249995" y="119224"/>
                  <a:pt x="243359" y="111982"/>
                </a:cubicBezTo>
                <a:cubicBezTo>
                  <a:pt x="236722" y="104738"/>
                  <a:pt x="233404" y="95001"/>
                  <a:pt x="233404" y="82769"/>
                </a:cubicBezTo>
                <a:cubicBezTo>
                  <a:pt x="233404" y="69525"/>
                  <a:pt x="236807" y="59197"/>
                  <a:pt x="243613" y="51785"/>
                </a:cubicBezTo>
                <a:cubicBezTo>
                  <a:pt x="250419" y="44372"/>
                  <a:pt x="258961" y="40666"/>
                  <a:pt x="269241" y="40666"/>
                </a:cubicBezTo>
                <a:cubicBezTo>
                  <a:pt x="277939" y="40666"/>
                  <a:pt x="285084" y="43525"/>
                  <a:pt x="290675" y="49244"/>
                </a:cubicBezTo>
                <a:cubicBezTo>
                  <a:pt x="296267" y="54961"/>
                  <a:pt x="299062" y="62607"/>
                  <a:pt x="299062" y="72182"/>
                </a:cubicBezTo>
                <a:lnTo>
                  <a:pt x="245434" y="72182"/>
                </a:lnTo>
                <a:moveTo>
                  <a:pt x="245434" y="67268"/>
                </a:moveTo>
                <a:lnTo>
                  <a:pt x="281356" y="67268"/>
                </a:lnTo>
                <a:cubicBezTo>
                  <a:pt x="281073" y="62338"/>
                  <a:pt x="280480" y="58866"/>
                  <a:pt x="279577" y="56850"/>
                </a:cubicBezTo>
                <a:cubicBezTo>
                  <a:pt x="278165" y="53712"/>
                  <a:pt x="276061" y="51247"/>
                  <a:pt x="273265" y="49456"/>
                </a:cubicBezTo>
                <a:cubicBezTo>
                  <a:pt x="270469" y="47662"/>
                  <a:pt x="267546" y="46766"/>
                  <a:pt x="264496" y="46766"/>
                </a:cubicBezTo>
                <a:cubicBezTo>
                  <a:pt x="259809" y="46766"/>
                  <a:pt x="255615" y="48572"/>
                  <a:pt x="251915" y="52185"/>
                </a:cubicBezTo>
                <a:cubicBezTo>
                  <a:pt x="248216" y="55798"/>
                  <a:pt x="246056" y="60826"/>
                  <a:pt x="245434" y="67268"/>
                </a:cubicBezTo>
                <a:close/>
                <a:moveTo>
                  <a:pt x="306257" y="42869"/>
                </a:moveTo>
                <a:lnTo>
                  <a:pt x="342772" y="42869"/>
                </a:lnTo>
                <a:lnTo>
                  <a:pt x="342772" y="45918"/>
                </a:lnTo>
                <a:cubicBezTo>
                  <a:pt x="340456" y="45918"/>
                  <a:pt x="338832" y="46318"/>
                  <a:pt x="337900" y="47118"/>
                </a:cubicBezTo>
                <a:cubicBezTo>
                  <a:pt x="336968" y="47916"/>
                  <a:pt x="336502" y="48970"/>
                  <a:pt x="336502" y="50282"/>
                </a:cubicBezTo>
                <a:cubicBezTo>
                  <a:pt x="336502" y="51651"/>
                  <a:pt x="337491" y="53762"/>
                  <a:pt x="339468" y="56614"/>
                </a:cubicBezTo>
                <a:cubicBezTo>
                  <a:pt x="340089" y="57499"/>
                  <a:pt x="341021" y="58882"/>
                  <a:pt x="342263" y="60763"/>
                </a:cubicBezTo>
                <a:lnTo>
                  <a:pt x="347770" y="69606"/>
                </a:lnTo>
                <a:lnTo>
                  <a:pt x="354124" y="60795"/>
                </a:lnTo>
                <a:cubicBezTo>
                  <a:pt x="358191" y="55258"/>
                  <a:pt x="360224" y="51740"/>
                  <a:pt x="360224" y="50242"/>
                </a:cubicBezTo>
                <a:cubicBezTo>
                  <a:pt x="360224" y="49031"/>
                  <a:pt x="359744" y="48008"/>
                  <a:pt x="358784" y="47173"/>
                </a:cubicBezTo>
                <a:cubicBezTo>
                  <a:pt x="357824" y="46337"/>
                  <a:pt x="356271" y="45918"/>
                  <a:pt x="354124" y="45918"/>
                </a:cubicBezTo>
                <a:lnTo>
                  <a:pt x="354124" y="42869"/>
                </a:lnTo>
                <a:lnTo>
                  <a:pt x="380388" y="42869"/>
                </a:lnTo>
                <a:lnTo>
                  <a:pt x="380388" y="45918"/>
                </a:lnTo>
                <a:cubicBezTo>
                  <a:pt x="377620" y="46088"/>
                  <a:pt x="375220" y="46851"/>
                  <a:pt x="373186" y="48209"/>
                </a:cubicBezTo>
                <a:cubicBezTo>
                  <a:pt x="370419" y="50131"/>
                  <a:pt x="366635" y="54314"/>
                  <a:pt x="361834" y="60758"/>
                </a:cubicBezTo>
                <a:lnTo>
                  <a:pt x="351244" y="74890"/>
                </a:lnTo>
                <a:lnTo>
                  <a:pt x="370560" y="102747"/>
                </a:lnTo>
                <a:cubicBezTo>
                  <a:pt x="375304" y="109590"/>
                  <a:pt x="378693" y="113705"/>
                  <a:pt x="380726" y="115090"/>
                </a:cubicBezTo>
                <a:cubicBezTo>
                  <a:pt x="382760" y="116476"/>
                  <a:pt x="385386" y="117253"/>
                  <a:pt x="388605" y="117422"/>
                </a:cubicBezTo>
                <a:lnTo>
                  <a:pt x="388605" y="120472"/>
                </a:lnTo>
                <a:lnTo>
                  <a:pt x="352006" y="120472"/>
                </a:lnTo>
                <a:lnTo>
                  <a:pt x="352006" y="117422"/>
                </a:lnTo>
                <a:cubicBezTo>
                  <a:pt x="354548" y="117422"/>
                  <a:pt x="356525" y="116857"/>
                  <a:pt x="357937" y="115725"/>
                </a:cubicBezTo>
                <a:cubicBezTo>
                  <a:pt x="359010" y="114933"/>
                  <a:pt x="359546" y="113885"/>
                  <a:pt x="359546" y="112583"/>
                </a:cubicBezTo>
                <a:cubicBezTo>
                  <a:pt x="359546" y="111282"/>
                  <a:pt x="357739" y="108000"/>
                  <a:pt x="354124" y="102737"/>
                </a:cubicBezTo>
                <a:lnTo>
                  <a:pt x="342772" y="86137"/>
                </a:lnTo>
                <a:lnTo>
                  <a:pt x="330318" y="102668"/>
                </a:lnTo>
                <a:cubicBezTo>
                  <a:pt x="326477" y="107841"/>
                  <a:pt x="324557" y="110911"/>
                  <a:pt x="324557" y="111879"/>
                </a:cubicBezTo>
                <a:cubicBezTo>
                  <a:pt x="324557" y="113243"/>
                  <a:pt x="325192" y="114480"/>
                  <a:pt x="326463" y="115590"/>
                </a:cubicBezTo>
                <a:cubicBezTo>
                  <a:pt x="327734" y="116699"/>
                  <a:pt x="329640" y="117310"/>
                  <a:pt x="332182" y="117422"/>
                </a:cubicBezTo>
                <a:lnTo>
                  <a:pt x="332182" y="120472"/>
                </a:lnTo>
                <a:lnTo>
                  <a:pt x="306850" y="120472"/>
                </a:lnTo>
                <a:lnTo>
                  <a:pt x="306850" y="117422"/>
                </a:lnTo>
                <a:cubicBezTo>
                  <a:pt x="308884" y="117140"/>
                  <a:pt x="310663" y="116433"/>
                  <a:pt x="312188" y="115302"/>
                </a:cubicBezTo>
                <a:cubicBezTo>
                  <a:pt x="314334" y="113662"/>
                  <a:pt x="317949" y="109477"/>
                  <a:pt x="323032" y="102747"/>
                </a:cubicBezTo>
                <a:lnTo>
                  <a:pt x="339298" y="81099"/>
                </a:lnTo>
                <a:lnTo>
                  <a:pt x="324557" y="59744"/>
                </a:lnTo>
                <a:cubicBezTo>
                  <a:pt x="320377" y="53637"/>
                  <a:pt x="317144" y="49806"/>
                  <a:pt x="314856" y="48251"/>
                </a:cubicBezTo>
                <a:cubicBezTo>
                  <a:pt x="312569" y="46696"/>
                  <a:pt x="309703" y="45918"/>
                  <a:pt x="306257" y="45918"/>
                </a:cubicBezTo>
                <a:lnTo>
                  <a:pt x="306257" y="42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664B3-73A5-467B-8820-693E5336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151" y="369763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22" name="Text [">
            <a:extLst xmlns:a="http://schemas.openxmlformats.org/drawingml/2006/main">
              <a:ext uri="{FF2B5EF4-FFF2-40B4-BE49-F238E27FC236}">
                <a16:creationId xmlns:a16="http://schemas.microsoft.com/office/drawing/2014/main" id="{87E26868-6D90-4AAD-A16F-A960C67F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962" y="482696"/>
            <a:ext cx="37154" cy="159891"/>
          </a:xfrm>
          <a:custGeom xmlns:a="http://schemas.openxmlformats.org/drawingml/2006/main">
            <a:pathLst>
              <a:path w="37154" h="159891">
                <a:moveTo>
                  <a:pt x="0" y="159891"/>
                </a:moveTo>
                <a:lnTo>
                  <a:pt x="0" y="0"/>
                </a:lnTo>
                <a:lnTo>
                  <a:pt x="37154" y="0"/>
                </a:lnTo>
                <a:lnTo>
                  <a:pt x="37154" y="3882"/>
                </a:lnTo>
                <a:lnTo>
                  <a:pt x="32995" y="3882"/>
                </a:lnTo>
                <a:cubicBezTo>
                  <a:pt x="28928" y="3882"/>
                  <a:pt x="26202" y="4301"/>
                  <a:pt x="24815" y="5138"/>
                </a:cubicBezTo>
                <a:cubicBezTo>
                  <a:pt x="23429" y="5974"/>
                  <a:pt x="22382" y="7213"/>
                  <a:pt x="21673" y="8855"/>
                </a:cubicBezTo>
                <a:cubicBezTo>
                  <a:pt x="20964" y="10496"/>
                  <a:pt x="20610" y="14445"/>
                  <a:pt x="20610" y="20703"/>
                </a:cubicBezTo>
                <a:lnTo>
                  <a:pt x="20610" y="139927"/>
                </a:lnTo>
                <a:cubicBezTo>
                  <a:pt x="20610" y="145842"/>
                  <a:pt x="20733" y="149231"/>
                  <a:pt x="20980" y="150094"/>
                </a:cubicBezTo>
                <a:cubicBezTo>
                  <a:pt x="21534" y="152312"/>
                  <a:pt x="22566" y="153945"/>
                  <a:pt x="24076" y="154992"/>
                </a:cubicBezTo>
                <a:cubicBezTo>
                  <a:pt x="25586" y="156040"/>
                  <a:pt x="28558" y="156563"/>
                  <a:pt x="32995" y="156563"/>
                </a:cubicBezTo>
                <a:lnTo>
                  <a:pt x="37154" y="156563"/>
                </a:lnTo>
                <a:lnTo>
                  <a:pt x="37154" y="159891"/>
                </a:lnTo>
                <a:lnTo>
                  <a:pt x="0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387">
            <a:extLst xmlns:a="http://schemas.openxmlformats.org/drawingml/2006/main">
              <a:ext uri="{FF2B5EF4-FFF2-40B4-BE49-F238E27FC236}">
                <a16:creationId xmlns:a16="http://schemas.microsoft.com/office/drawing/2014/main" id="{59B72643-70C6-42C6-96B1-BA809168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261" y="480109"/>
            <a:ext cx="276343" cy="130685"/>
          </a:xfrm>
          <a:custGeom xmlns:a="http://schemas.openxmlformats.org/drawingml/2006/main">
            <a:pathLst>
              <a:path w="276343" h="130685">
                <a:moveTo>
                  <a:pt x="24954" y="65065"/>
                </a:moveTo>
                <a:lnTo>
                  <a:pt x="24954" y="61738"/>
                </a:lnTo>
                <a:cubicBezTo>
                  <a:pt x="31978" y="59709"/>
                  <a:pt x="36846" y="57818"/>
                  <a:pt x="39557" y="56066"/>
                </a:cubicBezTo>
                <a:cubicBezTo>
                  <a:pt x="42268" y="54313"/>
                  <a:pt x="44609" y="51639"/>
                  <a:pt x="46581" y="48042"/>
                </a:cubicBezTo>
                <a:cubicBezTo>
                  <a:pt x="48552" y="44445"/>
                  <a:pt x="49538" y="40803"/>
                  <a:pt x="49538" y="37113"/>
                </a:cubicBezTo>
                <a:cubicBezTo>
                  <a:pt x="49538" y="32011"/>
                  <a:pt x="47674" y="27630"/>
                  <a:pt x="43947" y="23972"/>
                </a:cubicBezTo>
                <a:cubicBezTo>
                  <a:pt x="40219" y="20314"/>
                  <a:pt x="35583" y="18484"/>
                  <a:pt x="30037" y="18484"/>
                </a:cubicBezTo>
                <a:cubicBezTo>
                  <a:pt x="21411" y="18484"/>
                  <a:pt x="14079" y="23075"/>
                  <a:pt x="8041" y="32255"/>
                </a:cubicBezTo>
                <a:lnTo>
                  <a:pt x="4621" y="31054"/>
                </a:lnTo>
                <a:cubicBezTo>
                  <a:pt x="9057" y="20733"/>
                  <a:pt x="14741" y="12978"/>
                  <a:pt x="21673" y="7787"/>
                </a:cubicBezTo>
                <a:cubicBezTo>
                  <a:pt x="28605" y="2596"/>
                  <a:pt x="36322" y="0"/>
                  <a:pt x="44825" y="0"/>
                </a:cubicBezTo>
                <a:cubicBezTo>
                  <a:pt x="53512" y="0"/>
                  <a:pt x="60675" y="2649"/>
                  <a:pt x="66313" y="7948"/>
                </a:cubicBezTo>
                <a:cubicBezTo>
                  <a:pt x="71951" y="13247"/>
                  <a:pt x="74770" y="19439"/>
                  <a:pt x="74770" y="26525"/>
                </a:cubicBezTo>
                <a:cubicBezTo>
                  <a:pt x="74770" y="31146"/>
                  <a:pt x="73460" y="35598"/>
                  <a:pt x="70842" y="39880"/>
                </a:cubicBezTo>
                <a:cubicBezTo>
                  <a:pt x="68223" y="44162"/>
                  <a:pt x="64110" y="47936"/>
                  <a:pt x="58503" y="51202"/>
                </a:cubicBezTo>
                <a:cubicBezTo>
                  <a:pt x="65712" y="54718"/>
                  <a:pt x="71211" y="59051"/>
                  <a:pt x="75001" y="64202"/>
                </a:cubicBezTo>
                <a:cubicBezTo>
                  <a:pt x="78790" y="69352"/>
                  <a:pt x="80685" y="75814"/>
                  <a:pt x="80685" y="83587"/>
                </a:cubicBezTo>
                <a:cubicBezTo>
                  <a:pt x="80685" y="96665"/>
                  <a:pt x="75956" y="107785"/>
                  <a:pt x="66498" y="116946"/>
                </a:cubicBezTo>
                <a:cubicBezTo>
                  <a:pt x="57040" y="126105"/>
                  <a:pt x="44363" y="130685"/>
                  <a:pt x="28466" y="130685"/>
                </a:cubicBezTo>
                <a:cubicBezTo>
                  <a:pt x="17868" y="130685"/>
                  <a:pt x="10136" y="128922"/>
                  <a:pt x="5268" y="125397"/>
                </a:cubicBezTo>
                <a:cubicBezTo>
                  <a:pt x="1756" y="122925"/>
                  <a:pt x="0" y="119740"/>
                  <a:pt x="0" y="115843"/>
                </a:cubicBezTo>
                <a:cubicBezTo>
                  <a:pt x="0" y="112999"/>
                  <a:pt x="1017" y="110572"/>
                  <a:pt x="3050" y="108562"/>
                </a:cubicBezTo>
                <a:cubicBezTo>
                  <a:pt x="5083" y="106551"/>
                  <a:pt x="7425" y="105546"/>
                  <a:pt x="10074" y="105546"/>
                </a:cubicBezTo>
                <a:cubicBezTo>
                  <a:pt x="12107" y="105546"/>
                  <a:pt x="14017" y="105979"/>
                  <a:pt x="15804" y="106846"/>
                </a:cubicBezTo>
                <a:cubicBezTo>
                  <a:pt x="16790" y="107343"/>
                  <a:pt x="20287" y="110054"/>
                  <a:pt x="26294" y="114979"/>
                </a:cubicBezTo>
                <a:cubicBezTo>
                  <a:pt x="32302" y="119904"/>
                  <a:pt x="37924" y="122367"/>
                  <a:pt x="43161" y="122367"/>
                </a:cubicBezTo>
                <a:cubicBezTo>
                  <a:pt x="47721" y="122367"/>
                  <a:pt x="51633" y="120562"/>
                  <a:pt x="54899" y="116952"/>
                </a:cubicBezTo>
                <a:cubicBezTo>
                  <a:pt x="58164" y="113341"/>
                  <a:pt x="59797" y="108759"/>
                  <a:pt x="59797" y="103204"/>
                </a:cubicBezTo>
                <a:cubicBezTo>
                  <a:pt x="59797" y="94749"/>
                  <a:pt x="56840" y="86958"/>
                  <a:pt x="50925" y="79830"/>
                </a:cubicBezTo>
                <a:cubicBezTo>
                  <a:pt x="45010" y="72702"/>
                  <a:pt x="36353" y="67780"/>
                  <a:pt x="24954" y="65065"/>
                </a:cubicBezTo>
                <a:close/>
                <a:moveTo>
                  <a:pt x="156101" y="57065"/>
                </a:moveTo>
                <a:cubicBezTo>
                  <a:pt x="164912" y="63538"/>
                  <a:pt x="171028" y="69565"/>
                  <a:pt x="174447" y="75145"/>
                </a:cubicBezTo>
                <a:cubicBezTo>
                  <a:pt x="177867" y="80725"/>
                  <a:pt x="179577" y="87122"/>
                  <a:pt x="179577" y="94337"/>
                </a:cubicBezTo>
                <a:cubicBezTo>
                  <a:pt x="179577" y="104450"/>
                  <a:pt x="175772" y="113005"/>
                  <a:pt x="168163" y="120005"/>
                </a:cubicBezTo>
                <a:cubicBezTo>
                  <a:pt x="160553" y="127002"/>
                  <a:pt x="150217" y="130500"/>
                  <a:pt x="137155" y="130500"/>
                </a:cubicBezTo>
                <a:cubicBezTo>
                  <a:pt x="124770" y="130500"/>
                  <a:pt x="115189" y="127445"/>
                  <a:pt x="108412" y="121336"/>
                </a:cubicBezTo>
                <a:cubicBezTo>
                  <a:pt x="101634" y="115225"/>
                  <a:pt x="98245" y="107757"/>
                  <a:pt x="98245" y="98932"/>
                </a:cubicBezTo>
                <a:cubicBezTo>
                  <a:pt x="98245" y="92205"/>
                  <a:pt x="100201" y="86311"/>
                  <a:pt x="104114" y="81251"/>
                </a:cubicBezTo>
                <a:cubicBezTo>
                  <a:pt x="108027" y="76189"/>
                  <a:pt x="114542" y="71559"/>
                  <a:pt x="123661" y="67361"/>
                </a:cubicBezTo>
                <a:cubicBezTo>
                  <a:pt x="113741" y="59819"/>
                  <a:pt x="107380" y="53643"/>
                  <a:pt x="104576" y="48834"/>
                </a:cubicBezTo>
                <a:cubicBezTo>
                  <a:pt x="101773" y="44024"/>
                  <a:pt x="100371" y="38444"/>
                  <a:pt x="100371" y="32094"/>
                </a:cubicBezTo>
                <a:cubicBezTo>
                  <a:pt x="100371" y="23708"/>
                  <a:pt x="103929" y="16325"/>
                  <a:pt x="111046" y="9944"/>
                </a:cubicBezTo>
                <a:cubicBezTo>
                  <a:pt x="118162" y="3561"/>
                  <a:pt x="127913" y="370"/>
                  <a:pt x="140297" y="370"/>
                </a:cubicBezTo>
                <a:cubicBezTo>
                  <a:pt x="152251" y="370"/>
                  <a:pt x="161447" y="3190"/>
                  <a:pt x="167885" y="8832"/>
                </a:cubicBezTo>
                <a:cubicBezTo>
                  <a:pt x="174324" y="14474"/>
                  <a:pt x="177543" y="21241"/>
                  <a:pt x="177543" y="29133"/>
                </a:cubicBezTo>
                <a:cubicBezTo>
                  <a:pt x="177543" y="35052"/>
                  <a:pt x="175803" y="40278"/>
                  <a:pt x="172322" y="44810"/>
                </a:cubicBezTo>
                <a:cubicBezTo>
                  <a:pt x="168840" y="49343"/>
                  <a:pt x="163434" y="53428"/>
                  <a:pt x="156101" y="57065"/>
                </a:cubicBezTo>
                <a:moveTo>
                  <a:pt x="149077" y="52415"/>
                </a:moveTo>
                <a:cubicBezTo>
                  <a:pt x="151357" y="49340"/>
                  <a:pt x="153052" y="45896"/>
                  <a:pt x="154161" y="42084"/>
                </a:cubicBezTo>
                <a:cubicBezTo>
                  <a:pt x="155270" y="38270"/>
                  <a:pt x="155824" y="34086"/>
                  <a:pt x="155824" y="29535"/>
                </a:cubicBezTo>
                <a:cubicBezTo>
                  <a:pt x="155824" y="21538"/>
                  <a:pt x="154099" y="15418"/>
                  <a:pt x="150649" y="11174"/>
                </a:cubicBezTo>
                <a:cubicBezTo>
                  <a:pt x="148061" y="7915"/>
                  <a:pt x="144487" y="6285"/>
                  <a:pt x="139928" y="6285"/>
                </a:cubicBezTo>
                <a:cubicBezTo>
                  <a:pt x="135799" y="6285"/>
                  <a:pt x="132287" y="7773"/>
                  <a:pt x="129391" y="10750"/>
                </a:cubicBezTo>
                <a:cubicBezTo>
                  <a:pt x="126496" y="13727"/>
                  <a:pt x="125048" y="17424"/>
                  <a:pt x="125048" y="21841"/>
                </a:cubicBezTo>
                <a:cubicBezTo>
                  <a:pt x="125048" y="26321"/>
                  <a:pt x="126665" y="30970"/>
                  <a:pt x="129900" y="35788"/>
                </a:cubicBezTo>
                <a:cubicBezTo>
                  <a:pt x="133135" y="40605"/>
                  <a:pt x="139527" y="46148"/>
                  <a:pt x="149077" y="52415"/>
                </a:cubicBezTo>
                <a:moveTo>
                  <a:pt x="130593" y="71766"/>
                </a:moveTo>
                <a:cubicBezTo>
                  <a:pt x="128683" y="73495"/>
                  <a:pt x="127327" y="75070"/>
                  <a:pt x="126526" y="76491"/>
                </a:cubicBezTo>
                <a:cubicBezTo>
                  <a:pt x="125294" y="78653"/>
                  <a:pt x="124185" y="81804"/>
                  <a:pt x="123199" y="85944"/>
                </a:cubicBezTo>
                <a:cubicBezTo>
                  <a:pt x="122213" y="90084"/>
                  <a:pt x="121720" y="94408"/>
                  <a:pt x="121720" y="98918"/>
                </a:cubicBezTo>
                <a:cubicBezTo>
                  <a:pt x="121720" y="104725"/>
                  <a:pt x="122460" y="109590"/>
                  <a:pt x="123939" y="113512"/>
                </a:cubicBezTo>
                <a:cubicBezTo>
                  <a:pt x="125417" y="117434"/>
                  <a:pt x="127528" y="120261"/>
                  <a:pt x="130269" y="121992"/>
                </a:cubicBezTo>
                <a:cubicBezTo>
                  <a:pt x="133011" y="123721"/>
                  <a:pt x="135830" y="124585"/>
                  <a:pt x="138726" y="124585"/>
                </a:cubicBezTo>
                <a:cubicBezTo>
                  <a:pt x="143224" y="124585"/>
                  <a:pt x="147013" y="122934"/>
                  <a:pt x="150094" y="119632"/>
                </a:cubicBezTo>
                <a:cubicBezTo>
                  <a:pt x="153175" y="116328"/>
                  <a:pt x="154715" y="111805"/>
                  <a:pt x="154715" y="106063"/>
                </a:cubicBezTo>
                <a:cubicBezTo>
                  <a:pt x="154715" y="94085"/>
                  <a:pt x="146674" y="82652"/>
                  <a:pt x="130593" y="71766"/>
                </a:cubicBezTo>
                <a:close/>
                <a:moveTo>
                  <a:pt x="219781" y="130500"/>
                </a:moveTo>
                <a:lnTo>
                  <a:pt x="253885" y="27172"/>
                </a:lnTo>
                <a:lnTo>
                  <a:pt x="227914" y="27172"/>
                </a:lnTo>
                <a:cubicBezTo>
                  <a:pt x="217747" y="27172"/>
                  <a:pt x="210107" y="28497"/>
                  <a:pt x="204993" y="31146"/>
                </a:cubicBezTo>
                <a:cubicBezTo>
                  <a:pt x="201419" y="32995"/>
                  <a:pt x="198462" y="36476"/>
                  <a:pt x="196121" y="41590"/>
                </a:cubicBezTo>
                <a:lnTo>
                  <a:pt x="192609" y="41590"/>
                </a:lnTo>
                <a:lnTo>
                  <a:pt x="201666" y="2588"/>
                </a:lnTo>
                <a:lnTo>
                  <a:pt x="276343" y="2588"/>
                </a:lnTo>
                <a:lnTo>
                  <a:pt x="234291" y="130500"/>
                </a:lnTo>
                <a:lnTo>
                  <a:pt x="219781" y="13050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:16]">
            <a:extLst xmlns:a="http://schemas.openxmlformats.org/drawingml/2006/main">
              <a:ext uri="{FF2B5EF4-FFF2-40B4-BE49-F238E27FC236}">
                <a16:creationId xmlns:a16="http://schemas.microsoft.com/office/drawing/2014/main" id="{2A4FC33C-85BB-4E56-A722-1D6DA54C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08" y="480109"/>
            <a:ext cx="279485" cy="162478"/>
          </a:xfrm>
          <a:custGeom xmlns:a="http://schemas.openxmlformats.org/drawingml/2006/main">
            <a:pathLst>
              <a:path w="279485" h="162478">
                <a:moveTo>
                  <a:pt x="15435" y="39002"/>
                </a:moveTo>
                <a:cubicBezTo>
                  <a:pt x="19686" y="39002"/>
                  <a:pt x="23306" y="40496"/>
                  <a:pt x="26294" y="43485"/>
                </a:cubicBezTo>
                <a:cubicBezTo>
                  <a:pt x="29282" y="46473"/>
                  <a:pt x="30777" y="50093"/>
                  <a:pt x="30777" y="54344"/>
                </a:cubicBezTo>
                <a:cubicBezTo>
                  <a:pt x="30777" y="58596"/>
                  <a:pt x="29282" y="62216"/>
                  <a:pt x="26294" y="65204"/>
                </a:cubicBezTo>
                <a:cubicBezTo>
                  <a:pt x="23306" y="68192"/>
                  <a:pt x="19686" y="69686"/>
                  <a:pt x="15435" y="69686"/>
                </a:cubicBezTo>
                <a:cubicBezTo>
                  <a:pt x="11183" y="69686"/>
                  <a:pt x="7563" y="68192"/>
                  <a:pt x="4575" y="65204"/>
                </a:cubicBezTo>
                <a:cubicBezTo>
                  <a:pt x="1587" y="62216"/>
                  <a:pt x="92" y="58596"/>
                  <a:pt x="92" y="54344"/>
                </a:cubicBezTo>
                <a:cubicBezTo>
                  <a:pt x="92" y="50093"/>
                  <a:pt x="1587" y="46473"/>
                  <a:pt x="4575" y="43485"/>
                </a:cubicBezTo>
                <a:cubicBezTo>
                  <a:pt x="7563" y="40496"/>
                  <a:pt x="11183" y="39002"/>
                  <a:pt x="15435" y="39002"/>
                </a:cubicBezTo>
                <a:moveTo>
                  <a:pt x="15342" y="99446"/>
                </a:moveTo>
                <a:cubicBezTo>
                  <a:pt x="19655" y="99446"/>
                  <a:pt x="23306" y="100961"/>
                  <a:pt x="26294" y="103989"/>
                </a:cubicBezTo>
                <a:cubicBezTo>
                  <a:pt x="29282" y="107016"/>
                  <a:pt x="30777" y="110662"/>
                  <a:pt x="30777" y="114927"/>
                </a:cubicBezTo>
                <a:cubicBezTo>
                  <a:pt x="30777" y="119192"/>
                  <a:pt x="29267" y="122823"/>
                  <a:pt x="26248" y="125821"/>
                </a:cubicBezTo>
                <a:cubicBezTo>
                  <a:pt x="23229" y="128817"/>
                  <a:pt x="19594" y="130315"/>
                  <a:pt x="15342" y="130315"/>
                </a:cubicBezTo>
                <a:cubicBezTo>
                  <a:pt x="11091" y="130315"/>
                  <a:pt x="7471" y="128817"/>
                  <a:pt x="4482" y="125821"/>
                </a:cubicBezTo>
                <a:cubicBezTo>
                  <a:pt x="1494" y="122823"/>
                  <a:pt x="0" y="119192"/>
                  <a:pt x="0" y="114927"/>
                </a:cubicBezTo>
                <a:cubicBezTo>
                  <a:pt x="0" y="110662"/>
                  <a:pt x="1494" y="107016"/>
                  <a:pt x="4482" y="103989"/>
                </a:cubicBezTo>
                <a:cubicBezTo>
                  <a:pt x="7471" y="100961"/>
                  <a:pt x="11091" y="99446"/>
                  <a:pt x="15342" y="99446"/>
                </a:cubicBezTo>
                <a:close/>
                <a:moveTo>
                  <a:pt x="108503" y="0"/>
                </a:moveTo>
                <a:lnTo>
                  <a:pt x="108503" y="102404"/>
                </a:lnTo>
                <a:cubicBezTo>
                  <a:pt x="108503" y="110171"/>
                  <a:pt x="108842" y="115126"/>
                  <a:pt x="109519" y="117269"/>
                </a:cubicBezTo>
                <a:cubicBezTo>
                  <a:pt x="110197" y="119412"/>
                  <a:pt x="111614" y="121168"/>
                  <a:pt x="113771" y="122535"/>
                </a:cubicBezTo>
                <a:cubicBezTo>
                  <a:pt x="115927" y="123902"/>
                  <a:pt x="119378" y="124585"/>
                  <a:pt x="124122" y="124585"/>
                </a:cubicBezTo>
                <a:lnTo>
                  <a:pt x="126987" y="124585"/>
                </a:lnTo>
                <a:lnTo>
                  <a:pt x="126987" y="127912"/>
                </a:lnTo>
                <a:lnTo>
                  <a:pt x="60998" y="127912"/>
                </a:lnTo>
                <a:lnTo>
                  <a:pt x="60998" y="124585"/>
                </a:lnTo>
                <a:lnTo>
                  <a:pt x="64325" y="124585"/>
                </a:lnTo>
                <a:cubicBezTo>
                  <a:pt x="69685" y="124585"/>
                  <a:pt x="73506" y="123964"/>
                  <a:pt x="75785" y="122722"/>
                </a:cubicBezTo>
                <a:cubicBezTo>
                  <a:pt x="78065" y="121478"/>
                  <a:pt x="79605" y="119770"/>
                  <a:pt x="80406" y="117596"/>
                </a:cubicBezTo>
                <a:cubicBezTo>
                  <a:pt x="81207" y="115420"/>
                  <a:pt x="81608" y="110356"/>
                  <a:pt x="81608" y="102404"/>
                </a:cubicBezTo>
                <a:lnTo>
                  <a:pt x="81608" y="37523"/>
                </a:lnTo>
                <a:cubicBezTo>
                  <a:pt x="81608" y="31732"/>
                  <a:pt x="81331" y="28112"/>
                  <a:pt x="80776" y="26664"/>
                </a:cubicBezTo>
                <a:cubicBezTo>
                  <a:pt x="80222" y="25216"/>
                  <a:pt x="79190" y="23984"/>
                  <a:pt x="77680" y="22967"/>
                </a:cubicBezTo>
                <a:cubicBezTo>
                  <a:pt x="76170" y="21950"/>
                  <a:pt x="74430" y="21442"/>
                  <a:pt x="72458" y="21442"/>
                </a:cubicBezTo>
                <a:cubicBezTo>
                  <a:pt x="69316" y="21442"/>
                  <a:pt x="65496" y="22428"/>
                  <a:pt x="60998" y="24399"/>
                </a:cubicBezTo>
                <a:lnTo>
                  <a:pt x="59334" y="21072"/>
                </a:lnTo>
                <a:lnTo>
                  <a:pt x="105453" y="0"/>
                </a:lnTo>
                <a:lnTo>
                  <a:pt x="108503" y="0"/>
                </a:lnTo>
                <a:close/>
                <a:moveTo>
                  <a:pt x="230408" y="0"/>
                </a:moveTo>
                <a:lnTo>
                  <a:pt x="230408" y="2588"/>
                </a:lnTo>
                <a:cubicBezTo>
                  <a:pt x="219256" y="5414"/>
                  <a:pt x="210306" y="9055"/>
                  <a:pt x="203559" y="13511"/>
                </a:cubicBezTo>
                <a:cubicBezTo>
                  <a:pt x="196813" y="17967"/>
                  <a:pt x="191483" y="23375"/>
                  <a:pt x="187570" y="29737"/>
                </a:cubicBezTo>
                <a:cubicBezTo>
                  <a:pt x="183658" y="36097"/>
                  <a:pt x="180623" y="43978"/>
                  <a:pt x="178467" y="53380"/>
                </a:cubicBezTo>
                <a:cubicBezTo>
                  <a:pt x="181178" y="51514"/>
                  <a:pt x="183427" y="50301"/>
                  <a:pt x="185214" y="49741"/>
                </a:cubicBezTo>
                <a:cubicBezTo>
                  <a:pt x="189219" y="48497"/>
                  <a:pt x="193254" y="47875"/>
                  <a:pt x="197321" y="47875"/>
                </a:cubicBezTo>
                <a:cubicBezTo>
                  <a:pt x="206686" y="47875"/>
                  <a:pt x="214496" y="51287"/>
                  <a:pt x="220750" y="58111"/>
                </a:cubicBezTo>
                <a:cubicBezTo>
                  <a:pt x="227004" y="64934"/>
                  <a:pt x="230131" y="74244"/>
                  <a:pt x="230131" y="86039"/>
                </a:cubicBezTo>
                <a:cubicBezTo>
                  <a:pt x="230131" y="94313"/>
                  <a:pt x="228436" y="101908"/>
                  <a:pt x="225048" y="108824"/>
                </a:cubicBezTo>
                <a:cubicBezTo>
                  <a:pt x="221659" y="115741"/>
                  <a:pt x="216853" y="121083"/>
                  <a:pt x="210630" y="124851"/>
                </a:cubicBezTo>
                <a:cubicBezTo>
                  <a:pt x="204407" y="128617"/>
                  <a:pt x="197752" y="130500"/>
                  <a:pt x="190666" y="130500"/>
                </a:cubicBezTo>
                <a:cubicBezTo>
                  <a:pt x="182965" y="130500"/>
                  <a:pt x="175848" y="128390"/>
                  <a:pt x="169317" y="124169"/>
                </a:cubicBezTo>
                <a:cubicBezTo>
                  <a:pt x="162786" y="119949"/>
                  <a:pt x="157687" y="113772"/>
                  <a:pt x="154021" y="105639"/>
                </a:cubicBezTo>
                <a:cubicBezTo>
                  <a:pt x="150355" y="97505"/>
                  <a:pt x="148522" y="88664"/>
                  <a:pt x="148522" y="79113"/>
                </a:cubicBezTo>
                <a:cubicBezTo>
                  <a:pt x="148522" y="65065"/>
                  <a:pt x="151895" y="51988"/>
                  <a:pt x="158642" y="39880"/>
                </a:cubicBezTo>
                <a:cubicBezTo>
                  <a:pt x="165389" y="27773"/>
                  <a:pt x="174970" y="18130"/>
                  <a:pt x="187385" y="10952"/>
                </a:cubicBezTo>
                <a:cubicBezTo>
                  <a:pt x="199801" y="3774"/>
                  <a:pt x="214142" y="123"/>
                  <a:pt x="230408" y="0"/>
                </a:cubicBezTo>
                <a:moveTo>
                  <a:pt x="177265" y="60915"/>
                </a:moveTo>
                <a:cubicBezTo>
                  <a:pt x="176772" y="69441"/>
                  <a:pt x="176526" y="75681"/>
                  <a:pt x="176526" y="79636"/>
                </a:cubicBezTo>
                <a:cubicBezTo>
                  <a:pt x="176526" y="88162"/>
                  <a:pt x="177342" y="96411"/>
                  <a:pt x="178975" y="104382"/>
                </a:cubicBezTo>
                <a:cubicBezTo>
                  <a:pt x="180608" y="112352"/>
                  <a:pt x="182841" y="117943"/>
                  <a:pt x="185676" y="121157"/>
                </a:cubicBezTo>
                <a:cubicBezTo>
                  <a:pt x="187709" y="123442"/>
                  <a:pt x="190112" y="124585"/>
                  <a:pt x="192885" y="124585"/>
                </a:cubicBezTo>
                <a:cubicBezTo>
                  <a:pt x="195719" y="124585"/>
                  <a:pt x="198245" y="122932"/>
                  <a:pt x="200463" y="119626"/>
                </a:cubicBezTo>
                <a:cubicBezTo>
                  <a:pt x="202681" y="116320"/>
                  <a:pt x="203790" y="109601"/>
                  <a:pt x="203790" y="99469"/>
                </a:cubicBezTo>
                <a:cubicBezTo>
                  <a:pt x="203790" y="82416"/>
                  <a:pt x="201726" y="70645"/>
                  <a:pt x="197598" y="64158"/>
                </a:cubicBezTo>
                <a:cubicBezTo>
                  <a:pt x="194949" y="59957"/>
                  <a:pt x="191375" y="57856"/>
                  <a:pt x="186877" y="57856"/>
                </a:cubicBezTo>
                <a:cubicBezTo>
                  <a:pt x="184413" y="57856"/>
                  <a:pt x="181209" y="58876"/>
                  <a:pt x="177265" y="60915"/>
                </a:cubicBezTo>
                <a:close/>
                <a:moveTo>
                  <a:pt x="279485" y="2588"/>
                </a:moveTo>
                <a:lnTo>
                  <a:pt x="279485" y="162478"/>
                </a:lnTo>
                <a:lnTo>
                  <a:pt x="242331" y="162478"/>
                </a:lnTo>
                <a:lnTo>
                  <a:pt x="242331" y="158966"/>
                </a:lnTo>
                <a:lnTo>
                  <a:pt x="246490" y="158966"/>
                </a:lnTo>
                <a:cubicBezTo>
                  <a:pt x="250556" y="158966"/>
                  <a:pt x="253283" y="158566"/>
                  <a:pt x="254669" y="157765"/>
                </a:cubicBezTo>
                <a:cubicBezTo>
                  <a:pt x="256055" y="156964"/>
                  <a:pt x="257103" y="155732"/>
                  <a:pt x="257812" y="154068"/>
                </a:cubicBezTo>
                <a:cubicBezTo>
                  <a:pt x="258520" y="152404"/>
                  <a:pt x="258874" y="148492"/>
                  <a:pt x="258874" y="142330"/>
                </a:cubicBezTo>
                <a:lnTo>
                  <a:pt x="258874" y="22921"/>
                </a:lnTo>
                <a:cubicBezTo>
                  <a:pt x="258874" y="17006"/>
                  <a:pt x="258751" y="13617"/>
                  <a:pt x="258505" y="12754"/>
                </a:cubicBezTo>
                <a:cubicBezTo>
                  <a:pt x="257950" y="10598"/>
                  <a:pt x="256918" y="8980"/>
                  <a:pt x="255409" y="7902"/>
                </a:cubicBezTo>
                <a:cubicBezTo>
                  <a:pt x="253899" y="6824"/>
                  <a:pt x="250926" y="6285"/>
                  <a:pt x="246490" y="6285"/>
                </a:cubicBezTo>
                <a:lnTo>
                  <a:pt x="242331" y="6285"/>
                </a:lnTo>
                <a:lnTo>
                  <a:pt x="242331" y="2588"/>
                </a:lnTo>
                <a:lnTo>
                  <a:pt x="279485" y="2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3E4DB-3FC6-4FA6-A6D9-B6993F9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199" y="596470"/>
            <a:ext cx="463738" cy="189089"/>
          </a:xfrm>
          <a:custGeom xmlns:a="http://schemas.openxmlformats.org/drawingml/2006/main">
            <a:pathLst>
              <a:path w="463738" h="189089">
                <a:moveTo>
                  <a:pt x="0" y="189089"/>
                </a:moveTo>
                <a:lnTo>
                  <a:pt x="463738" y="189089"/>
                </a:lnTo>
                <a:lnTo>
                  <a:pt x="463738" y="0"/>
                </a:lnTo>
                <a:lnTo>
                  <a:pt x="0" y="0"/>
                </a:lnTo>
                <a:lnTo>
                  <a:pt x="0" y="189089"/>
                </a:lnTo>
                <a:close/>
              </a:path>
            </a:pathLst>
          </a:custGeom>
          <a:solidFill xmlns:a="http://schemas.openxmlformats.org/drawingml/2006/main">
            <a:srgbClr val="F4FE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946DA-4D5F-4093-9DFA-D97EC7F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205" y="596474"/>
            <a:ext cx="463738" cy="189092"/>
          </a:xfrm>
          <a:custGeom xmlns:a="http://schemas.openxmlformats.org/drawingml/2006/main">
            <a:pathLst>
              <a:path w="463738" h="189092" fill="none">
                <a:moveTo>
                  <a:pt x="0" y="0"/>
                </a:moveTo>
                <a:lnTo>
                  <a:pt x="463738" y="0"/>
                </a:lnTo>
                <a:lnTo>
                  <a:pt x="463738" y="189092"/>
                </a:lnTo>
                <a:lnTo>
                  <a:pt x="0" y="189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27" name="Text Tag">
            <a:extLst xmlns:a="http://schemas.openxmlformats.org/drawingml/2006/main">
              <a:ext uri="{FF2B5EF4-FFF2-40B4-BE49-F238E27FC236}">
                <a16:creationId xmlns:a16="http://schemas.microsoft.com/office/drawing/2014/main" id="{E3D3BF43-AFD6-4168-9C23-4662958C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506" y="635537"/>
            <a:ext cx="249269" cy="152327"/>
          </a:xfrm>
          <a:custGeom xmlns:a="http://schemas.openxmlformats.org/drawingml/2006/main">
            <a:pathLst>
              <a:path w="249269" h="152327">
                <a:moveTo>
                  <a:pt x="95141" y="0"/>
                </a:moveTo>
                <a:lnTo>
                  <a:pt x="96412" y="27026"/>
                </a:lnTo>
                <a:lnTo>
                  <a:pt x="93192" y="27026"/>
                </a:lnTo>
                <a:cubicBezTo>
                  <a:pt x="92571" y="22281"/>
                  <a:pt x="91724" y="18893"/>
                  <a:pt x="90651" y="16859"/>
                </a:cubicBezTo>
                <a:cubicBezTo>
                  <a:pt x="88900" y="13584"/>
                  <a:pt x="86570" y="11169"/>
                  <a:pt x="83661" y="9616"/>
                </a:cubicBezTo>
                <a:cubicBezTo>
                  <a:pt x="80753" y="8063"/>
                  <a:pt x="76926" y="7286"/>
                  <a:pt x="72182" y="7286"/>
                </a:cubicBezTo>
                <a:lnTo>
                  <a:pt x="56000" y="7286"/>
                </a:lnTo>
                <a:lnTo>
                  <a:pt x="56000" y="94887"/>
                </a:lnTo>
                <a:cubicBezTo>
                  <a:pt x="56000" y="101947"/>
                  <a:pt x="56763" y="106352"/>
                  <a:pt x="58288" y="108103"/>
                </a:cubicBezTo>
                <a:cubicBezTo>
                  <a:pt x="60434" y="110475"/>
                  <a:pt x="63738" y="111662"/>
                  <a:pt x="68200" y="111662"/>
                </a:cubicBezTo>
                <a:lnTo>
                  <a:pt x="72182" y="111662"/>
                </a:lnTo>
                <a:lnTo>
                  <a:pt x="72182" y="114881"/>
                </a:lnTo>
                <a:lnTo>
                  <a:pt x="23468" y="114881"/>
                </a:lnTo>
                <a:lnTo>
                  <a:pt x="23468" y="111662"/>
                </a:lnTo>
                <a:lnTo>
                  <a:pt x="27534" y="111662"/>
                </a:lnTo>
                <a:cubicBezTo>
                  <a:pt x="32391" y="111662"/>
                  <a:pt x="35837" y="110193"/>
                  <a:pt x="37870" y="107256"/>
                </a:cubicBezTo>
                <a:cubicBezTo>
                  <a:pt x="39113" y="105449"/>
                  <a:pt x="39734" y="101326"/>
                  <a:pt x="39734" y="94887"/>
                </a:cubicBezTo>
                <a:lnTo>
                  <a:pt x="39734" y="7286"/>
                </a:lnTo>
                <a:lnTo>
                  <a:pt x="25924" y="7286"/>
                </a:lnTo>
                <a:cubicBezTo>
                  <a:pt x="20559" y="7286"/>
                  <a:pt x="16746" y="7681"/>
                  <a:pt x="14487" y="8472"/>
                </a:cubicBezTo>
                <a:cubicBezTo>
                  <a:pt x="11550" y="9545"/>
                  <a:pt x="9037" y="11607"/>
                  <a:pt x="6947" y="14657"/>
                </a:cubicBezTo>
                <a:cubicBezTo>
                  <a:pt x="4857" y="17707"/>
                  <a:pt x="3615" y="21830"/>
                  <a:pt x="3219" y="27026"/>
                </a:cubicBezTo>
                <a:lnTo>
                  <a:pt x="0" y="27026"/>
                </a:lnTo>
                <a:lnTo>
                  <a:pt x="1356" y="0"/>
                </a:lnTo>
                <a:lnTo>
                  <a:pt x="95141" y="0"/>
                </a:lnTo>
                <a:close/>
                <a:moveTo>
                  <a:pt x="138006" y="103788"/>
                </a:moveTo>
                <a:cubicBezTo>
                  <a:pt x="130042" y="109942"/>
                  <a:pt x="125043" y="113499"/>
                  <a:pt x="123010" y="114457"/>
                </a:cubicBezTo>
                <a:cubicBezTo>
                  <a:pt x="119960" y="115869"/>
                  <a:pt x="116713" y="116575"/>
                  <a:pt x="113267" y="116575"/>
                </a:cubicBezTo>
                <a:cubicBezTo>
                  <a:pt x="107902" y="116575"/>
                  <a:pt x="103482" y="114740"/>
                  <a:pt x="100009" y="111068"/>
                </a:cubicBezTo>
                <a:cubicBezTo>
                  <a:pt x="96535" y="107397"/>
                  <a:pt x="94798" y="102568"/>
                  <a:pt x="94798" y="96581"/>
                </a:cubicBezTo>
                <a:cubicBezTo>
                  <a:pt x="94798" y="92797"/>
                  <a:pt x="95645" y="89521"/>
                  <a:pt x="97340" y="86754"/>
                </a:cubicBezTo>
                <a:cubicBezTo>
                  <a:pt x="99656" y="82913"/>
                  <a:pt x="103680" y="79298"/>
                  <a:pt x="109412" y="75909"/>
                </a:cubicBezTo>
                <a:cubicBezTo>
                  <a:pt x="115145" y="72521"/>
                  <a:pt x="124676" y="68398"/>
                  <a:pt x="138006" y="63540"/>
                </a:cubicBezTo>
                <a:lnTo>
                  <a:pt x="138006" y="60501"/>
                </a:lnTo>
                <a:cubicBezTo>
                  <a:pt x="138006" y="52791"/>
                  <a:pt x="136777" y="47502"/>
                  <a:pt x="134320" y="44632"/>
                </a:cubicBezTo>
                <a:cubicBezTo>
                  <a:pt x="131863" y="41762"/>
                  <a:pt x="128291" y="40327"/>
                  <a:pt x="123603" y="40327"/>
                </a:cubicBezTo>
                <a:cubicBezTo>
                  <a:pt x="120045" y="40327"/>
                  <a:pt x="117221" y="41287"/>
                  <a:pt x="115131" y="43207"/>
                </a:cubicBezTo>
                <a:cubicBezTo>
                  <a:pt x="112985" y="45128"/>
                  <a:pt x="111912" y="47330"/>
                  <a:pt x="111912" y="49816"/>
                </a:cubicBezTo>
                <a:lnTo>
                  <a:pt x="112081" y="54729"/>
                </a:lnTo>
                <a:cubicBezTo>
                  <a:pt x="112081" y="57327"/>
                  <a:pt x="111418" y="59333"/>
                  <a:pt x="110090" y="60745"/>
                </a:cubicBezTo>
                <a:cubicBezTo>
                  <a:pt x="108763" y="62157"/>
                  <a:pt x="107026" y="62863"/>
                  <a:pt x="104880" y="62863"/>
                </a:cubicBezTo>
                <a:cubicBezTo>
                  <a:pt x="102790" y="62863"/>
                  <a:pt x="101082" y="62127"/>
                  <a:pt x="99754" y="60655"/>
                </a:cubicBezTo>
                <a:cubicBezTo>
                  <a:pt x="98427" y="59181"/>
                  <a:pt x="97763" y="57170"/>
                  <a:pt x="97763" y="54621"/>
                </a:cubicBezTo>
                <a:cubicBezTo>
                  <a:pt x="97763" y="49748"/>
                  <a:pt x="100249" y="45272"/>
                  <a:pt x="105219" y="41193"/>
                </a:cubicBezTo>
                <a:cubicBezTo>
                  <a:pt x="110189" y="37114"/>
                  <a:pt x="117164" y="35074"/>
                  <a:pt x="126145" y="35074"/>
                </a:cubicBezTo>
                <a:cubicBezTo>
                  <a:pt x="133035" y="35074"/>
                  <a:pt x="138683" y="36230"/>
                  <a:pt x="143089" y="38542"/>
                </a:cubicBezTo>
                <a:cubicBezTo>
                  <a:pt x="146421" y="40292"/>
                  <a:pt x="148878" y="43028"/>
                  <a:pt x="150460" y="46752"/>
                </a:cubicBezTo>
                <a:cubicBezTo>
                  <a:pt x="151476" y="49178"/>
                  <a:pt x="151985" y="54142"/>
                  <a:pt x="151985" y="61645"/>
                </a:cubicBezTo>
                <a:lnTo>
                  <a:pt x="151985" y="87961"/>
                </a:lnTo>
                <a:cubicBezTo>
                  <a:pt x="151985" y="95351"/>
                  <a:pt x="152126" y="99878"/>
                  <a:pt x="152408" y="101543"/>
                </a:cubicBezTo>
                <a:cubicBezTo>
                  <a:pt x="152691" y="103207"/>
                  <a:pt x="153156" y="104322"/>
                  <a:pt x="153806" y="104887"/>
                </a:cubicBezTo>
                <a:cubicBezTo>
                  <a:pt x="154456" y="105450"/>
                  <a:pt x="155204" y="105731"/>
                  <a:pt x="156051" y="105731"/>
                </a:cubicBezTo>
                <a:cubicBezTo>
                  <a:pt x="156955" y="105731"/>
                  <a:pt x="157745" y="105533"/>
                  <a:pt x="158423" y="105138"/>
                </a:cubicBezTo>
                <a:cubicBezTo>
                  <a:pt x="159609" y="104404"/>
                  <a:pt x="161897" y="102342"/>
                  <a:pt x="165286" y="98953"/>
                </a:cubicBezTo>
                <a:lnTo>
                  <a:pt x="165286" y="103698"/>
                </a:lnTo>
                <a:cubicBezTo>
                  <a:pt x="158960" y="112170"/>
                  <a:pt x="152916" y="116406"/>
                  <a:pt x="147155" y="116406"/>
                </a:cubicBezTo>
                <a:cubicBezTo>
                  <a:pt x="144388" y="116406"/>
                  <a:pt x="142185" y="115453"/>
                  <a:pt x="140547" y="113547"/>
                </a:cubicBezTo>
                <a:cubicBezTo>
                  <a:pt x="138909" y="111639"/>
                  <a:pt x="138062" y="108386"/>
                  <a:pt x="138006" y="103788"/>
                </a:cubicBezTo>
                <a:moveTo>
                  <a:pt x="138006" y="98294"/>
                </a:moveTo>
                <a:lnTo>
                  <a:pt x="138006" y="68793"/>
                </a:lnTo>
                <a:cubicBezTo>
                  <a:pt x="129477" y="72175"/>
                  <a:pt x="123970" y="74570"/>
                  <a:pt x="121485" y="75978"/>
                </a:cubicBezTo>
                <a:cubicBezTo>
                  <a:pt x="117023" y="78458"/>
                  <a:pt x="113832" y="81051"/>
                  <a:pt x="111912" y="83757"/>
                </a:cubicBezTo>
                <a:cubicBezTo>
                  <a:pt x="109991" y="86461"/>
                  <a:pt x="109031" y="89419"/>
                  <a:pt x="109031" y="92631"/>
                </a:cubicBezTo>
                <a:cubicBezTo>
                  <a:pt x="109031" y="96689"/>
                  <a:pt x="110246" y="100057"/>
                  <a:pt x="112674" y="102734"/>
                </a:cubicBezTo>
                <a:cubicBezTo>
                  <a:pt x="115103" y="105410"/>
                  <a:pt x="117899" y="106748"/>
                  <a:pt x="121062" y="106748"/>
                </a:cubicBezTo>
                <a:cubicBezTo>
                  <a:pt x="125354" y="106748"/>
                  <a:pt x="131002" y="103930"/>
                  <a:pt x="138006" y="98294"/>
                </a:cubicBezTo>
                <a:close/>
                <a:moveTo>
                  <a:pt x="191828" y="86603"/>
                </a:moveTo>
                <a:cubicBezTo>
                  <a:pt x="187084" y="84291"/>
                  <a:pt x="183441" y="81062"/>
                  <a:pt x="180899" y="76916"/>
                </a:cubicBezTo>
                <a:cubicBezTo>
                  <a:pt x="178358" y="72770"/>
                  <a:pt x="177087" y="68186"/>
                  <a:pt x="177087" y="63164"/>
                </a:cubicBezTo>
                <a:cubicBezTo>
                  <a:pt x="177087" y="55494"/>
                  <a:pt x="179981" y="48894"/>
                  <a:pt x="185771" y="43366"/>
                </a:cubicBezTo>
                <a:cubicBezTo>
                  <a:pt x="191560" y="37838"/>
                  <a:pt x="198973" y="35074"/>
                  <a:pt x="208010" y="35074"/>
                </a:cubicBezTo>
                <a:cubicBezTo>
                  <a:pt x="215409" y="35074"/>
                  <a:pt x="221819" y="36882"/>
                  <a:pt x="227241" y="40496"/>
                </a:cubicBezTo>
                <a:lnTo>
                  <a:pt x="243677" y="40496"/>
                </a:lnTo>
                <a:cubicBezTo>
                  <a:pt x="246106" y="40496"/>
                  <a:pt x="247518" y="40567"/>
                  <a:pt x="247913" y="40708"/>
                </a:cubicBezTo>
                <a:cubicBezTo>
                  <a:pt x="248308" y="40849"/>
                  <a:pt x="248591" y="41089"/>
                  <a:pt x="248760" y="41428"/>
                </a:cubicBezTo>
                <a:cubicBezTo>
                  <a:pt x="249099" y="41937"/>
                  <a:pt x="249269" y="42840"/>
                  <a:pt x="249269" y="44139"/>
                </a:cubicBezTo>
                <a:cubicBezTo>
                  <a:pt x="249269" y="45608"/>
                  <a:pt x="249127" y="46624"/>
                  <a:pt x="248845" y="47189"/>
                </a:cubicBezTo>
                <a:cubicBezTo>
                  <a:pt x="248676" y="47472"/>
                  <a:pt x="248379" y="47698"/>
                  <a:pt x="247955" y="47867"/>
                </a:cubicBezTo>
                <a:cubicBezTo>
                  <a:pt x="247532" y="48036"/>
                  <a:pt x="246106" y="48121"/>
                  <a:pt x="243677" y="48121"/>
                </a:cubicBezTo>
                <a:lnTo>
                  <a:pt x="233595" y="48121"/>
                </a:lnTo>
                <a:cubicBezTo>
                  <a:pt x="236758" y="52188"/>
                  <a:pt x="238340" y="57384"/>
                  <a:pt x="238340" y="63710"/>
                </a:cubicBezTo>
                <a:cubicBezTo>
                  <a:pt x="238340" y="70939"/>
                  <a:pt x="235572" y="77124"/>
                  <a:pt x="230037" y="82264"/>
                </a:cubicBezTo>
                <a:cubicBezTo>
                  <a:pt x="224502" y="87403"/>
                  <a:pt x="217075" y="89973"/>
                  <a:pt x="207756" y="89973"/>
                </a:cubicBezTo>
                <a:cubicBezTo>
                  <a:pt x="203915" y="89973"/>
                  <a:pt x="199990" y="89397"/>
                  <a:pt x="195979" y="88244"/>
                </a:cubicBezTo>
                <a:cubicBezTo>
                  <a:pt x="193494" y="90359"/>
                  <a:pt x="191814" y="92208"/>
                  <a:pt x="190939" y="93793"/>
                </a:cubicBezTo>
                <a:cubicBezTo>
                  <a:pt x="190063" y="95378"/>
                  <a:pt x="189625" y="96727"/>
                  <a:pt x="189625" y="97839"/>
                </a:cubicBezTo>
                <a:cubicBezTo>
                  <a:pt x="189625" y="98785"/>
                  <a:pt x="190091" y="99703"/>
                  <a:pt x="191023" y="100592"/>
                </a:cubicBezTo>
                <a:cubicBezTo>
                  <a:pt x="191955" y="101482"/>
                  <a:pt x="193777" y="102122"/>
                  <a:pt x="196488" y="102512"/>
                </a:cubicBezTo>
                <a:cubicBezTo>
                  <a:pt x="198069" y="102769"/>
                  <a:pt x="202023" y="102995"/>
                  <a:pt x="208349" y="103189"/>
                </a:cubicBezTo>
                <a:cubicBezTo>
                  <a:pt x="219984" y="103512"/>
                  <a:pt x="227524" y="103964"/>
                  <a:pt x="230969" y="104545"/>
                </a:cubicBezTo>
                <a:cubicBezTo>
                  <a:pt x="236222" y="105277"/>
                  <a:pt x="240415" y="107223"/>
                  <a:pt x="243550" y="110380"/>
                </a:cubicBezTo>
                <a:cubicBezTo>
                  <a:pt x="246685" y="113538"/>
                  <a:pt x="248252" y="117428"/>
                  <a:pt x="248252" y="122050"/>
                </a:cubicBezTo>
                <a:cubicBezTo>
                  <a:pt x="248252" y="128422"/>
                  <a:pt x="245258" y="134398"/>
                  <a:pt x="239272" y="139979"/>
                </a:cubicBezTo>
                <a:cubicBezTo>
                  <a:pt x="230461" y="148211"/>
                  <a:pt x="218967" y="152327"/>
                  <a:pt x="204790" y="152327"/>
                </a:cubicBezTo>
                <a:cubicBezTo>
                  <a:pt x="193890" y="152327"/>
                  <a:pt x="184683" y="149870"/>
                  <a:pt x="177172" y="144954"/>
                </a:cubicBezTo>
                <a:cubicBezTo>
                  <a:pt x="172936" y="142130"/>
                  <a:pt x="170817" y="139192"/>
                  <a:pt x="170817" y="136140"/>
                </a:cubicBezTo>
                <a:cubicBezTo>
                  <a:pt x="170817" y="134785"/>
                  <a:pt x="171128" y="133429"/>
                  <a:pt x="171749" y="132074"/>
                </a:cubicBezTo>
                <a:cubicBezTo>
                  <a:pt x="172710" y="129984"/>
                  <a:pt x="174686" y="127074"/>
                  <a:pt x="177680" y="123345"/>
                </a:cubicBezTo>
                <a:cubicBezTo>
                  <a:pt x="178075" y="122837"/>
                  <a:pt x="180956" y="119786"/>
                  <a:pt x="186321" y="114193"/>
                </a:cubicBezTo>
                <a:cubicBezTo>
                  <a:pt x="183384" y="112443"/>
                  <a:pt x="181309" y="110878"/>
                  <a:pt x="180094" y="109496"/>
                </a:cubicBezTo>
                <a:cubicBezTo>
                  <a:pt x="178880" y="108114"/>
                  <a:pt x="178273" y="106548"/>
                  <a:pt x="178273" y="104799"/>
                </a:cubicBezTo>
                <a:cubicBezTo>
                  <a:pt x="178273" y="102824"/>
                  <a:pt x="179078" y="100511"/>
                  <a:pt x="180687" y="97860"/>
                </a:cubicBezTo>
                <a:cubicBezTo>
                  <a:pt x="182297" y="95207"/>
                  <a:pt x="186011" y="91455"/>
                  <a:pt x="191828" y="86603"/>
                </a:cubicBezTo>
                <a:moveTo>
                  <a:pt x="206570" y="39310"/>
                </a:moveTo>
                <a:cubicBezTo>
                  <a:pt x="202390" y="39310"/>
                  <a:pt x="198888" y="40968"/>
                  <a:pt x="196064" y="44282"/>
                </a:cubicBezTo>
                <a:cubicBezTo>
                  <a:pt x="193240" y="47595"/>
                  <a:pt x="191828" y="52678"/>
                  <a:pt x="191828" y="59532"/>
                </a:cubicBezTo>
                <a:cubicBezTo>
                  <a:pt x="191828" y="68408"/>
                  <a:pt x="193748" y="75289"/>
                  <a:pt x="197589" y="80175"/>
                </a:cubicBezTo>
                <a:cubicBezTo>
                  <a:pt x="200526" y="83883"/>
                  <a:pt x="204254" y="85737"/>
                  <a:pt x="208772" y="85737"/>
                </a:cubicBezTo>
                <a:cubicBezTo>
                  <a:pt x="213065" y="85737"/>
                  <a:pt x="216595" y="84136"/>
                  <a:pt x="219362" y="80934"/>
                </a:cubicBezTo>
                <a:cubicBezTo>
                  <a:pt x="222130" y="77733"/>
                  <a:pt x="223514" y="72705"/>
                  <a:pt x="223514" y="65852"/>
                </a:cubicBezTo>
                <a:cubicBezTo>
                  <a:pt x="223514" y="56921"/>
                  <a:pt x="221565" y="49927"/>
                  <a:pt x="217668" y="44870"/>
                </a:cubicBezTo>
                <a:cubicBezTo>
                  <a:pt x="214787" y="41164"/>
                  <a:pt x="211088" y="39310"/>
                  <a:pt x="206570" y="39310"/>
                </a:cubicBezTo>
                <a:moveTo>
                  <a:pt x="190981" y="114881"/>
                </a:moveTo>
                <a:cubicBezTo>
                  <a:pt x="188326" y="117744"/>
                  <a:pt x="186321" y="120410"/>
                  <a:pt x="184966" y="122879"/>
                </a:cubicBezTo>
                <a:cubicBezTo>
                  <a:pt x="183610" y="125348"/>
                  <a:pt x="182933" y="127622"/>
                  <a:pt x="182933" y="129699"/>
                </a:cubicBezTo>
                <a:cubicBezTo>
                  <a:pt x="182933" y="132392"/>
                  <a:pt x="184570" y="134750"/>
                  <a:pt x="187846" y="136771"/>
                </a:cubicBezTo>
                <a:cubicBezTo>
                  <a:pt x="193494" y="140251"/>
                  <a:pt x="201656" y="141991"/>
                  <a:pt x="212330" y="141991"/>
                </a:cubicBezTo>
                <a:cubicBezTo>
                  <a:pt x="222497" y="141991"/>
                  <a:pt x="229995" y="140216"/>
                  <a:pt x="234824" y="136665"/>
                </a:cubicBezTo>
                <a:cubicBezTo>
                  <a:pt x="239653" y="133115"/>
                  <a:pt x="242067" y="129327"/>
                  <a:pt x="242067" y="125301"/>
                </a:cubicBezTo>
                <a:cubicBezTo>
                  <a:pt x="242067" y="122395"/>
                  <a:pt x="240627" y="120326"/>
                  <a:pt x="237747" y="119096"/>
                </a:cubicBezTo>
                <a:cubicBezTo>
                  <a:pt x="234810" y="117866"/>
                  <a:pt x="228992" y="117138"/>
                  <a:pt x="220294" y="116914"/>
                </a:cubicBezTo>
                <a:cubicBezTo>
                  <a:pt x="207586" y="116561"/>
                  <a:pt x="197815" y="115883"/>
                  <a:pt x="190981" y="11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02980-FEDD-426C-A11F-0BFD045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623" y="356955"/>
            <a:ext cx="10" cy="115225"/>
          </a:xfrm>
          <a:custGeom xmlns:a="http://schemas.openxmlformats.org/drawingml/2006/main">
            <a:pathLst>
              <a:path w="1" h="115225" fill="none">
                <a:moveTo>
                  <a:pt x="0" y="0"/>
                </a:moveTo>
                <a:lnTo>
                  <a:pt x="0" y="11522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1DAE3-08F6-472E-B2B2-37CA442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389" y="47217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7E355-39BF-4A9C-B49F-3752FDB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392" y="472180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31" name="Text PHR[">
            <a:extLst xmlns:a="http://schemas.openxmlformats.org/drawingml/2006/main">
              <a:ext uri="{FF2B5EF4-FFF2-40B4-BE49-F238E27FC236}">
                <a16:creationId xmlns:a16="http://schemas.microsoft.com/office/drawing/2014/main" id="{53EB050D-C4CA-4BDB-ADE6-8D2E852D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171" y="186328"/>
            <a:ext cx="451587" cy="159891"/>
          </a:xfrm>
          <a:custGeom xmlns:a="http://schemas.openxmlformats.org/drawingml/2006/main">
            <a:pathLst>
              <a:path w="451587" h="159891">
                <a:moveTo>
                  <a:pt x="46304" y="68577"/>
                </a:moveTo>
                <a:lnTo>
                  <a:pt x="46304" y="103328"/>
                </a:lnTo>
                <a:cubicBezTo>
                  <a:pt x="46304" y="110140"/>
                  <a:pt x="46719" y="114429"/>
                  <a:pt x="47551" y="116195"/>
                </a:cubicBezTo>
                <a:cubicBezTo>
                  <a:pt x="48383" y="117959"/>
                  <a:pt x="49862" y="119367"/>
                  <a:pt x="51988" y="120420"/>
                </a:cubicBezTo>
                <a:cubicBezTo>
                  <a:pt x="54113" y="121472"/>
                  <a:pt x="58010" y="121997"/>
                  <a:pt x="63679" y="121997"/>
                </a:cubicBezTo>
                <a:lnTo>
                  <a:pt x="63679" y="125325"/>
                </a:lnTo>
                <a:lnTo>
                  <a:pt x="0" y="125325"/>
                </a:lnTo>
                <a:lnTo>
                  <a:pt x="0" y="121997"/>
                </a:lnTo>
                <a:cubicBezTo>
                  <a:pt x="5792" y="121997"/>
                  <a:pt x="9720" y="121455"/>
                  <a:pt x="11784" y="120371"/>
                </a:cubicBezTo>
                <a:cubicBezTo>
                  <a:pt x="13848" y="119287"/>
                  <a:pt x="15296" y="117879"/>
                  <a:pt x="16128" y="116146"/>
                </a:cubicBezTo>
                <a:cubicBezTo>
                  <a:pt x="16959" y="114413"/>
                  <a:pt x="17375" y="110140"/>
                  <a:pt x="17375" y="103328"/>
                </a:cubicBezTo>
                <a:lnTo>
                  <a:pt x="17375" y="21996"/>
                </a:lnTo>
                <a:cubicBezTo>
                  <a:pt x="17375" y="15184"/>
                  <a:pt x="16959" y="10896"/>
                  <a:pt x="16128" y="9132"/>
                </a:cubicBezTo>
                <a:cubicBezTo>
                  <a:pt x="15296" y="7367"/>
                  <a:pt x="13833" y="5958"/>
                  <a:pt x="11738" y="4907"/>
                </a:cubicBezTo>
                <a:cubicBezTo>
                  <a:pt x="9643" y="3854"/>
                  <a:pt x="5730" y="3327"/>
                  <a:pt x="0" y="3327"/>
                </a:cubicBezTo>
                <a:lnTo>
                  <a:pt x="0" y="0"/>
                </a:lnTo>
                <a:lnTo>
                  <a:pt x="54622" y="0"/>
                </a:lnTo>
                <a:cubicBezTo>
                  <a:pt x="72613" y="0"/>
                  <a:pt x="85521" y="3204"/>
                  <a:pt x="93346" y="9612"/>
                </a:cubicBezTo>
                <a:cubicBezTo>
                  <a:pt x="101172" y="16020"/>
                  <a:pt x="105084" y="24030"/>
                  <a:pt x="105084" y="33642"/>
                </a:cubicBezTo>
                <a:cubicBezTo>
                  <a:pt x="105084" y="41775"/>
                  <a:pt x="102558" y="48737"/>
                  <a:pt x="97505" y="54529"/>
                </a:cubicBezTo>
                <a:cubicBezTo>
                  <a:pt x="92453" y="60321"/>
                  <a:pt x="85491" y="64264"/>
                  <a:pt x="76618" y="66359"/>
                </a:cubicBezTo>
                <a:cubicBezTo>
                  <a:pt x="70641" y="67838"/>
                  <a:pt x="60537" y="68577"/>
                  <a:pt x="46304" y="68577"/>
                </a:cubicBezTo>
                <a:moveTo>
                  <a:pt x="46304" y="7209"/>
                </a:moveTo>
                <a:lnTo>
                  <a:pt x="46304" y="61368"/>
                </a:lnTo>
                <a:cubicBezTo>
                  <a:pt x="48337" y="61492"/>
                  <a:pt x="49877" y="61553"/>
                  <a:pt x="50925" y="61553"/>
                </a:cubicBezTo>
                <a:cubicBezTo>
                  <a:pt x="58442" y="61553"/>
                  <a:pt x="64233" y="59320"/>
                  <a:pt x="68300" y="54853"/>
                </a:cubicBezTo>
                <a:cubicBezTo>
                  <a:pt x="72367" y="50386"/>
                  <a:pt x="74400" y="43469"/>
                  <a:pt x="74400" y="34104"/>
                </a:cubicBezTo>
                <a:cubicBezTo>
                  <a:pt x="74400" y="24800"/>
                  <a:pt x="72367" y="17992"/>
                  <a:pt x="68300" y="13678"/>
                </a:cubicBezTo>
                <a:cubicBezTo>
                  <a:pt x="64233" y="9365"/>
                  <a:pt x="58164" y="7209"/>
                  <a:pt x="50093" y="7209"/>
                </a:cubicBezTo>
                <a:lnTo>
                  <a:pt x="46304" y="7209"/>
                </a:lnTo>
                <a:close/>
                <a:moveTo>
                  <a:pt x="162562" y="65065"/>
                </a:moveTo>
                <a:lnTo>
                  <a:pt x="162562" y="103883"/>
                </a:lnTo>
                <a:cubicBezTo>
                  <a:pt x="162562" y="110323"/>
                  <a:pt x="162916" y="114349"/>
                  <a:pt x="163625" y="115961"/>
                </a:cubicBezTo>
                <a:cubicBezTo>
                  <a:pt x="164334" y="117571"/>
                  <a:pt x="165720" y="118979"/>
                  <a:pt x="167784" y="120186"/>
                </a:cubicBezTo>
                <a:cubicBezTo>
                  <a:pt x="169848" y="121394"/>
                  <a:pt x="172636" y="121997"/>
                  <a:pt x="176148" y="121997"/>
                </a:cubicBezTo>
                <a:lnTo>
                  <a:pt x="180307" y="121997"/>
                </a:lnTo>
                <a:lnTo>
                  <a:pt x="180307" y="125325"/>
                </a:lnTo>
                <a:lnTo>
                  <a:pt x="114780" y="125325"/>
                </a:lnTo>
                <a:lnTo>
                  <a:pt x="114780" y="121997"/>
                </a:lnTo>
                <a:lnTo>
                  <a:pt x="118939" y="121997"/>
                </a:lnTo>
                <a:cubicBezTo>
                  <a:pt x="122574" y="121997"/>
                  <a:pt x="125501" y="121348"/>
                  <a:pt x="127719" y="120048"/>
                </a:cubicBezTo>
                <a:cubicBezTo>
                  <a:pt x="129321" y="119179"/>
                  <a:pt x="130553" y="117693"/>
                  <a:pt x="131416" y="115588"/>
                </a:cubicBezTo>
                <a:cubicBezTo>
                  <a:pt x="132094" y="114102"/>
                  <a:pt x="132432" y="110200"/>
                  <a:pt x="132432" y="103883"/>
                </a:cubicBezTo>
                <a:lnTo>
                  <a:pt x="132432" y="21442"/>
                </a:lnTo>
                <a:cubicBezTo>
                  <a:pt x="132432" y="15001"/>
                  <a:pt x="132094" y="10976"/>
                  <a:pt x="131416" y="9366"/>
                </a:cubicBezTo>
                <a:cubicBezTo>
                  <a:pt x="130738" y="7755"/>
                  <a:pt x="129367" y="6345"/>
                  <a:pt x="127303" y="5138"/>
                </a:cubicBezTo>
                <a:cubicBezTo>
                  <a:pt x="125239" y="3931"/>
                  <a:pt x="122451" y="3327"/>
                  <a:pt x="118939" y="3327"/>
                </a:cubicBezTo>
                <a:lnTo>
                  <a:pt x="114780" y="3327"/>
                </a:lnTo>
                <a:lnTo>
                  <a:pt x="114780" y="0"/>
                </a:lnTo>
                <a:lnTo>
                  <a:pt x="180307" y="0"/>
                </a:lnTo>
                <a:lnTo>
                  <a:pt x="180307" y="3327"/>
                </a:lnTo>
                <a:lnTo>
                  <a:pt x="176148" y="3327"/>
                </a:lnTo>
                <a:cubicBezTo>
                  <a:pt x="172513" y="3327"/>
                  <a:pt x="169586" y="3977"/>
                  <a:pt x="167368" y="5277"/>
                </a:cubicBezTo>
                <a:cubicBezTo>
                  <a:pt x="165766" y="6145"/>
                  <a:pt x="164503" y="7632"/>
                  <a:pt x="163579" y="9736"/>
                </a:cubicBezTo>
                <a:cubicBezTo>
                  <a:pt x="162901" y="11223"/>
                  <a:pt x="162562" y="15125"/>
                  <a:pt x="162562" y="21442"/>
                </a:cubicBezTo>
                <a:lnTo>
                  <a:pt x="162562" y="56932"/>
                </a:lnTo>
                <a:lnTo>
                  <a:pt x="206832" y="56932"/>
                </a:lnTo>
                <a:lnTo>
                  <a:pt x="206832" y="21442"/>
                </a:lnTo>
                <a:cubicBezTo>
                  <a:pt x="206832" y="15001"/>
                  <a:pt x="206493" y="10976"/>
                  <a:pt x="205816" y="9366"/>
                </a:cubicBezTo>
                <a:cubicBezTo>
                  <a:pt x="205138" y="7755"/>
                  <a:pt x="203752" y="6345"/>
                  <a:pt x="201657" y="5138"/>
                </a:cubicBezTo>
                <a:cubicBezTo>
                  <a:pt x="199562" y="3931"/>
                  <a:pt x="196758" y="3327"/>
                  <a:pt x="193246" y="3327"/>
                </a:cubicBezTo>
                <a:lnTo>
                  <a:pt x="189180" y="3327"/>
                </a:lnTo>
                <a:lnTo>
                  <a:pt x="189180" y="0"/>
                </a:lnTo>
                <a:lnTo>
                  <a:pt x="254615" y="0"/>
                </a:lnTo>
                <a:lnTo>
                  <a:pt x="254615" y="3327"/>
                </a:lnTo>
                <a:lnTo>
                  <a:pt x="250548" y="3327"/>
                </a:lnTo>
                <a:cubicBezTo>
                  <a:pt x="246851" y="3327"/>
                  <a:pt x="243925" y="3977"/>
                  <a:pt x="241768" y="5277"/>
                </a:cubicBezTo>
                <a:cubicBezTo>
                  <a:pt x="240166" y="6145"/>
                  <a:pt x="238903" y="7632"/>
                  <a:pt x="237979" y="9736"/>
                </a:cubicBezTo>
                <a:cubicBezTo>
                  <a:pt x="237301" y="11223"/>
                  <a:pt x="236962" y="15125"/>
                  <a:pt x="236962" y="21442"/>
                </a:cubicBezTo>
                <a:lnTo>
                  <a:pt x="236962" y="103883"/>
                </a:lnTo>
                <a:cubicBezTo>
                  <a:pt x="236962" y="110323"/>
                  <a:pt x="237301" y="114349"/>
                  <a:pt x="237979" y="115961"/>
                </a:cubicBezTo>
                <a:cubicBezTo>
                  <a:pt x="238656" y="117571"/>
                  <a:pt x="240043" y="118979"/>
                  <a:pt x="242138" y="120186"/>
                </a:cubicBezTo>
                <a:cubicBezTo>
                  <a:pt x="244233" y="121394"/>
                  <a:pt x="247036" y="121997"/>
                  <a:pt x="250548" y="121997"/>
                </a:cubicBezTo>
                <a:lnTo>
                  <a:pt x="254615" y="121997"/>
                </a:lnTo>
                <a:lnTo>
                  <a:pt x="254615" y="125325"/>
                </a:lnTo>
                <a:lnTo>
                  <a:pt x="189180" y="125325"/>
                </a:lnTo>
                <a:lnTo>
                  <a:pt x="189180" y="121997"/>
                </a:lnTo>
                <a:lnTo>
                  <a:pt x="193246" y="121997"/>
                </a:lnTo>
                <a:cubicBezTo>
                  <a:pt x="196943" y="121997"/>
                  <a:pt x="199870" y="121348"/>
                  <a:pt x="202026" y="120048"/>
                </a:cubicBezTo>
                <a:cubicBezTo>
                  <a:pt x="203628" y="119179"/>
                  <a:pt x="204891" y="117693"/>
                  <a:pt x="205816" y="115588"/>
                </a:cubicBezTo>
                <a:cubicBezTo>
                  <a:pt x="206493" y="114102"/>
                  <a:pt x="206832" y="110200"/>
                  <a:pt x="206832" y="103883"/>
                </a:cubicBezTo>
                <a:lnTo>
                  <a:pt x="206832" y="65065"/>
                </a:lnTo>
                <a:lnTo>
                  <a:pt x="162562" y="65065"/>
                </a:lnTo>
                <a:close/>
                <a:moveTo>
                  <a:pt x="308308" y="68208"/>
                </a:moveTo>
                <a:lnTo>
                  <a:pt x="308308" y="103513"/>
                </a:lnTo>
                <a:cubicBezTo>
                  <a:pt x="308308" y="110256"/>
                  <a:pt x="308724" y="114502"/>
                  <a:pt x="309556" y="116250"/>
                </a:cubicBezTo>
                <a:cubicBezTo>
                  <a:pt x="310388" y="117996"/>
                  <a:pt x="311851" y="119391"/>
                  <a:pt x="313946" y="120435"/>
                </a:cubicBezTo>
                <a:cubicBezTo>
                  <a:pt x="316041" y="121477"/>
                  <a:pt x="319953" y="121997"/>
                  <a:pt x="325683" y="121997"/>
                </a:cubicBezTo>
                <a:lnTo>
                  <a:pt x="325683" y="125325"/>
                </a:lnTo>
                <a:lnTo>
                  <a:pt x="261542" y="125325"/>
                </a:lnTo>
                <a:lnTo>
                  <a:pt x="261542" y="121997"/>
                </a:lnTo>
                <a:cubicBezTo>
                  <a:pt x="267334" y="121997"/>
                  <a:pt x="271262" y="121461"/>
                  <a:pt x="273326" y="120389"/>
                </a:cubicBezTo>
                <a:cubicBezTo>
                  <a:pt x="275390" y="119316"/>
                  <a:pt x="276838" y="117921"/>
                  <a:pt x="277670" y="116204"/>
                </a:cubicBezTo>
                <a:cubicBezTo>
                  <a:pt x="278502" y="114486"/>
                  <a:pt x="278918" y="110256"/>
                  <a:pt x="278918" y="103513"/>
                </a:cubicBezTo>
                <a:lnTo>
                  <a:pt x="278918" y="21812"/>
                </a:lnTo>
                <a:cubicBezTo>
                  <a:pt x="278918" y="15069"/>
                  <a:pt x="278502" y="10824"/>
                  <a:pt x="277670" y="9078"/>
                </a:cubicBezTo>
                <a:cubicBezTo>
                  <a:pt x="276838" y="7329"/>
                  <a:pt x="275375" y="5934"/>
                  <a:pt x="273280" y="4893"/>
                </a:cubicBezTo>
                <a:cubicBezTo>
                  <a:pt x="271185" y="3849"/>
                  <a:pt x="267273" y="3327"/>
                  <a:pt x="261542" y="3327"/>
                </a:cubicBezTo>
                <a:lnTo>
                  <a:pt x="261542" y="0"/>
                </a:lnTo>
                <a:lnTo>
                  <a:pt x="319768" y="0"/>
                </a:lnTo>
                <a:cubicBezTo>
                  <a:pt x="334926" y="0"/>
                  <a:pt x="346016" y="1046"/>
                  <a:pt x="353040" y="3139"/>
                </a:cubicBezTo>
                <a:cubicBezTo>
                  <a:pt x="360064" y="5232"/>
                  <a:pt x="365795" y="9095"/>
                  <a:pt x="370231" y="14727"/>
                </a:cubicBezTo>
                <a:cubicBezTo>
                  <a:pt x="374667" y="20359"/>
                  <a:pt x="376885" y="26960"/>
                  <a:pt x="376885" y="34531"/>
                </a:cubicBezTo>
                <a:cubicBezTo>
                  <a:pt x="376885" y="43766"/>
                  <a:pt x="373558" y="51399"/>
                  <a:pt x="366904" y="57432"/>
                </a:cubicBezTo>
                <a:cubicBezTo>
                  <a:pt x="362652" y="61248"/>
                  <a:pt x="356706" y="64110"/>
                  <a:pt x="349066" y="66018"/>
                </a:cubicBezTo>
                <a:lnTo>
                  <a:pt x="379196" y="108544"/>
                </a:lnTo>
                <a:cubicBezTo>
                  <a:pt x="383139" y="113974"/>
                  <a:pt x="385943" y="117360"/>
                  <a:pt x="387606" y="118702"/>
                </a:cubicBezTo>
                <a:cubicBezTo>
                  <a:pt x="390133" y="120593"/>
                  <a:pt x="393059" y="121630"/>
                  <a:pt x="396386" y="121813"/>
                </a:cubicBezTo>
                <a:lnTo>
                  <a:pt x="396386" y="125325"/>
                </a:lnTo>
                <a:lnTo>
                  <a:pt x="356922" y="125325"/>
                </a:lnTo>
                <a:lnTo>
                  <a:pt x="316534" y="68208"/>
                </a:lnTo>
                <a:lnTo>
                  <a:pt x="308308" y="68208"/>
                </a:lnTo>
                <a:moveTo>
                  <a:pt x="308308" y="7024"/>
                </a:moveTo>
                <a:lnTo>
                  <a:pt x="308308" y="61553"/>
                </a:lnTo>
                <a:lnTo>
                  <a:pt x="313576" y="61553"/>
                </a:lnTo>
                <a:cubicBezTo>
                  <a:pt x="322141" y="61553"/>
                  <a:pt x="328549" y="60773"/>
                  <a:pt x="332800" y="59214"/>
                </a:cubicBezTo>
                <a:cubicBezTo>
                  <a:pt x="337051" y="57652"/>
                  <a:pt x="340394" y="54837"/>
                  <a:pt x="342828" y="50769"/>
                </a:cubicBezTo>
                <a:cubicBezTo>
                  <a:pt x="345262" y="46698"/>
                  <a:pt x="346478" y="41389"/>
                  <a:pt x="346478" y="34840"/>
                </a:cubicBezTo>
                <a:cubicBezTo>
                  <a:pt x="346478" y="25354"/>
                  <a:pt x="344245" y="18346"/>
                  <a:pt x="339778" y="13817"/>
                </a:cubicBezTo>
                <a:cubicBezTo>
                  <a:pt x="335311" y="9288"/>
                  <a:pt x="328117" y="7024"/>
                  <a:pt x="318197" y="7024"/>
                </a:cubicBezTo>
                <a:lnTo>
                  <a:pt x="308308" y="7024"/>
                </a:lnTo>
                <a:close/>
                <a:moveTo>
                  <a:pt x="414433" y="159891"/>
                </a:moveTo>
                <a:lnTo>
                  <a:pt x="414433" y="0"/>
                </a:lnTo>
                <a:lnTo>
                  <a:pt x="451587" y="0"/>
                </a:lnTo>
                <a:lnTo>
                  <a:pt x="451587" y="3882"/>
                </a:lnTo>
                <a:lnTo>
                  <a:pt x="447428" y="3882"/>
                </a:lnTo>
                <a:cubicBezTo>
                  <a:pt x="443361" y="3882"/>
                  <a:pt x="440635" y="4301"/>
                  <a:pt x="439248" y="5138"/>
                </a:cubicBezTo>
                <a:cubicBezTo>
                  <a:pt x="437862" y="5974"/>
                  <a:pt x="436814" y="7213"/>
                  <a:pt x="436106" y="8855"/>
                </a:cubicBezTo>
                <a:cubicBezTo>
                  <a:pt x="435397" y="10496"/>
                  <a:pt x="435043" y="14445"/>
                  <a:pt x="435043" y="20703"/>
                </a:cubicBezTo>
                <a:lnTo>
                  <a:pt x="435043" y="139927"/>
                </a:lnTo>
                <a:cubicBezTo>
                  <a:pt x="435043" y="145842"/>
                  <a:pt x="435166" y="149231"/>
                  <a:pt x="435413" y="150094"/>
                </a:cubicBezTo>
                <a:cubicBezTo>
                  <a:pt x="435967" y="152312"/>
                  <a:pt x="436999" y="153945"/>
                  <a:pt x="438509" y="154992"/>
                </a:cubicBezTo>
                <a:cubicBezTo>
                  <a:pt x="440018" y="156040"/>
                  <a:pt x="442991" y="156563"/>
                  <a:pt x="447428" y="156563"/>
                </a:cubicBezTo>
                <a:lnTo>
                  <a:pt x="451587" y="156563"/>
                </a:lnTo>
                <a:lnTo>
                  <a:pt x="451587" y="159891"/>
                </a:lnTo>
                <a:lnTo>
                  <a:pt x="414433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131">
            <a:extLst xmlns:a="http://schemas.openxmlformats.org/drawingml/2006/main">
              <a:ext uri="{FF2B5EF4-FFF2-40B4-BE49-F238E27FC236}">
                <a16:creationId xmlns:a16="http://schemas.microsoft.com/office/drawing/2014/main" id="{959FE36A-F62E-4C03-933A-75B4F39E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414" y="183741"/>
            <a:ext cx="256934" cy="130685"/>
          </a:xfrm>
          <a:custGeom xmlns:a="http://schemas.openxmlformats.org/drawingml/2006/main">
            <a:pathLst>
              <a:path w="256934" h="130685">
                <a:moveTo>
                  <a:pt x="49169" y="0"/>
                </a:moveTo>
                <a:lnTo>
                  <a:pt x="49169" y="102404"/>
                </a:lnTo>
                <a:cubicBezTo>
                  <a:pt x="49169" y="110171"/>
                  <a:pt x="49508" y="115126"/>
                  <a:pt x="50185" y="117269"/>
                </a:cubicBezTo>
                <a:cubicBezTo>
                  <a:pt x="50863" y="119412"/>
                  <a:pt x="52280" y="121168"/>
                  <a:pt x="54437" y="122535"/>
                </a:cubicBezTo>
                <a:cubicBezTo>
                  <a:pt x="56593" y="123902"/>
                  <a:pt x="60044" y="124585"/>
                  <a:pt x="64788" y="124585"/>
                </a:cubicBezTo>
                <a:lnTo>
                  <a:pt x="67653" y="124585"/>
                </a:lnTo>
                <a:lnTo>
                  <a:pt x="67653" y="127912"/>
                </a:lnTo>
                <a:lnTo>
                  <a:pt x="1664" y="127912"/>
                </a:lnTo>
                <a:lnTo>
                  <a:pt x="1664" y="124585"/>
                </a:lnTo>
                <a:lnTo>
                  <a:pt x="4991" y="124585"/>
                </a:lnTo>
                <a:cubicBezTo>
                  <a:pt x="10351" y="124585"/>
                  <a:pt x="14171" y="123964"/>
                  <a:pt x="16451" y="122722"/>
                </a:cubicBezTo>
                <a:cubicBezTo>
                  <a:pt x="18731" y="121478"/>
                  <a:pt x="20271" y="119770"/>
                  <a:pt x="21072" y="117596"/>
                </a:cubicBezTo>
                <a:cubicBezTo>
                  <a:pt x="21873" y="115420"/>
                  <a:pt x="22274" y="110356"/>
                  <a:pt x="22274" y="102404"/>
                </a:cubicBezTo>
                <a:lnTo>
                  <a:pt x="22274" y="37523"/>
                </a:lnTo>
                <a:cubicBezTo>
                  <a:pt x="22274" y="31732"/>
                  <a:pt x="21996" y="28112"/>
                  <a:pt x="21442" y="26664"/>
                </a:cubicBezTo>
                <a:cubicBezTo>
                  <a:pt x="20887" y="25216"/>
                  <a:pt x="19855" y="23984"/>
                  <a:pt x="18346" y="22967"/>
                </a:cubicBezTo>
                <a:cubicBezTo>
                  <a:pt x="16836" y="21950"/>
                  <a:pt x="15096" y="21442"/>
                  <a:pt x="13124" y="21442"/>
                </a:cubicBezTo>
                <a:cubicBezTo>
                  <a:pt x="9982" y="21442"/>
                  <a:pt x="6161" y="22428"/>
                  <a:pt x="1664" y="24399"/>
                </a:cubicBezTo>
                <a:lnTo>
                  <a:pt x="0" y="21072"/>
                </a:lnTo>
                <a:lnTo>
                  <a:pt x="46119" y="0"/>
                </a:lnTo>
                <a:lnTo>
                  <a:pt x="49169" y="0"/>
                </a:lnTo>
                <a:close/>
                <a:moveTo>
                  <a:pt x="110168" y="65065"/>
                </a:moveTo>
                <a:lnTo>
                  <a:pt x="110168" y="61738"/>
                </a:lnTo>
                <a:cubicBezTo>
                  <a:pt x="117192" y="59709"/>
                  <a:pt x="122059" y="57818"/>
                  <a:pt x="124770" y="56066"/>
                </a:cubicBezTo>
                <a:cubicBezTo>
                  <a:pt x="127481" y="54313"/>
                  <a:pt x="129823" y="51639"/>
                  <a:pt x="131794" y="48042"/>
                </a:cubicBezTo>
                <a:cubicBezTo>
                  <a:pt x="133766" y="44445"/>
                  <a:pt x="134752" y="40803"/>
                  <a:pt x="134752" y="37113"/>
                </a:cubicBezTo>
                <a:cubicBezTo>
                  <a:pt x="134752" y="32011"/>
                  <a:pt x="132888" y="27630"/>
                  <a:pt x="129160" y="23972"/>
                </a:cubicBezTo>
                <a:cubicBezTo>
                  <a:pt x="125433" y="20314"/>
                  <a:pt x="120796" y="18484"/>
                  <a:pt x="115251" y="18484"/>
                </a:cubicBezTo>
                <a:cubicBezTo>
                  <a:pt x="106625" y="18484"/>
                  <a:pt x="99293" y="23075"/>
                  <a:pt x="93254" y="32255"/>
                </a:cubicBezTo>
                <a:lnTo>
                  <a:pt x="89835" y="31054"/>
                </a:lnTo>
                <a:cubicBezTo>
                  <a:pt x="94271" y="20733"/>
                  <a:pt x="99955" y="12978"/>
                  <a:pt x="106887" y="7787"/>
                </a:cubicBezTo>
                <a:cubicBezTo>
                  <a:pt x="113818" y="2596"/>
                  <a:pt x="121536" y="0"/>
                  <a:pt x="130038" y="0"/>
                </a:cubicBezTo>
                <a:cubicBezTo>
                  <a:pt x="138726" y="0"/>
                  <a:pt x="145889" y="2649"/>
                  <a:pt x="151527" y="7948"/>
                </a:cubicBezTo>
                <a:cubicBezTo>
                  <a:pt x="157164" y="13247"/>
                  <a:pt x="159983" y="19439"/>
                  <a:pt x="159983" y="26525"/>
                </a:cubicBezTo>
                <a:cubicBezTo>
                  <a:pt x="159983" y="31146"/>
                  <a:pt x="158674" y="35598"/>
                  <a:pt x="156055" y="39880"/>
                </a:cubicBezTo>
                <a:cubicBezTo>
                  <a:pt x="153437" y="44162"/>
                  <a:pt x="149324" y="47936"/>
                  <a:pt x="143717" y="51202"/>
                </a:cubicBezTo>
                <a:cubicBezTo>
                  <a:pt x="150926" y="54718"/>
                  <a:pt x="156425" y="59051"/>
                  <a:pt x="160214" y="64202"/>
                </a:cubicBezTo>
                <a:cubicBezTo>
                  <a:pt x="164004" y="69352"/>
                  <a:pt x="165898" y="75814"/>
                  <a:pt x="165898" y="83587"/>
                </a:cubicBezTo>
                <a:cubicBezTo>
                  <a:pt x="165898" y="96665"/>
                  <a:pt x="161169" y="107785"/>
                  <a:pt x="151711" y="116946"/>
                </a:cubicBezTo>
                <a:cubicBezTo>
                  <a:pt x="142254" y="126105"/>
                  <a:pt x="129576" y="130685"/>
                  <a:pt x="113680" y="130685"/>
                </a:cubicBezTo>
                <a:cubicBezTo>
                  <a:pt x="103082" y="130685"/>
                  <a:pt x="95349" y="128922"/>
                  <a:pt x="90482" y="125397"/>
                </a:cubicBezTo>
                <a:cubicBezTo>
                  <a:pt x="86970" y="122925"/>
                  <a:pt x="85214" y="119740"/>
                  <a:pt x="85214" y="115843"/>
                </a:cubicBezTo>
                <a:cubicBezTo>
                  <a:pt x="85214" y="112999"/>
                  <a:pt x="86230" y="110572"/>
                  <a:pt x="88264" y="108562"/>
                </a:cubicBezTo>
                <a:cubicBezTo>
                  <a:pt x="90297" y="106551"/>
                  <a:pt x="92638" y="105546"/>
                  <a:pt x="95288" y="105546"/>
                </a:cubicBezTo>
                <a:cubicBezTo>
                  <a:pt x="97321" y="105546"/>
                  <a:pt x="99231" y="105979"/>
                  <a:pt x="101018" y="106846"/>
                </a:cubicBezTo>
                <a:cubicBezTo>
                  <a:pt x="102004" y="107343"/>
                  <a:pt x="105500" y="110054"/>
                  <a:pt x="111508" y="114979"/>
                </a:cubicBezTo>
                <a:cubicBezTo>
                  <a:pt x="117515" y="119904"/>
                  <a:pt x="123138" y="122367"/>
                  <a:pt x="128375" y="122367"/>
                </a:cubicBezTo>
                <a:cubicBezTo>
                  <a:pt x="132934" y="122367"/>
                  <a:pt x="136847" y="120562"/>
                  <a:pt x="140112" y="116952"/>
                </a:cubicBezTo>
                <a:cubicBezTo>
                  <a:pt x="143378" y="113341"/>
                  <a:pt x="145011" y="108759"/>
                  <a:pt x="145011" y="103204"/>
                </a:cubicBezTo>
                <a:cubicBezTo>
                  <a:pt x="145011" y="94749"/>
                  <a:pt x="142053" y="86958"/>
                  <a:pt x="136138" y="79830"/>
                </a:cubicBezTo>
                <a:cubicBezTo>
                  <a:pt x="130223" y="72702"/>
                  <a:pt x="121566" y="67780"/>
                  <a:pt x="110168" y="65065"/>
                </a:cubicBezTo>
                <a:close/>
                <a:moveTo>
                  <a:pt x="238450" y="0"/>
                </a:moveTo>
                <a:lnTo>
                  <a:pt x="238450" y="102404"/>
                </a:lnTo>
                <a:cubicBezTo>
                  <a:pt x="238450" y="110171"/>
                  <a:pt x="238789" y="115126"/>
                  <a:pt x="239467" y="117269"/>
                </a:cubicBezTo>
                <a:cubicBezTo>
                  <a:pt x="240144" y="119412"/>
                  <a:pt x="241562" y="121168"/>
                  <a:pt x="243718" y="122535"/>
                </a:cubicBezTo>
                <a:cubicBezTo>
                  <a:pt x="245875" y="123902"/>
                  <a:pt x="249325" y="124585"/>
                  <a:pt x="254069" y="124585"/>
                </a:cubicBezTo>
                <a:lnTo>
                  <a:pt x="256934" y="124585"/>
                </a:lnTo>
                <a:lnTo>
                  <a:pt x="256934" y="127912"/>
                </a:lnTo>
                <a:lnTo>
                  <a:pt x="190945" y="127912"/>
                </a:lnTo>
                <a:lnTo>
                  <a:pt x="190945" y="124585"/>
                </a:lnTo>
                <a:lnTo>
                  <a:pt x="194272" y="124585"/>
                </a:lnTo>
                <a:cubicBezTo>
                  <a:pt x="199633" y="124585"/>
                  <a:pt x="203453" y="123964"/>
                  <a:pt x="205733" y="122722"/>
                </a:cubicBezTo>
                <a:cubicBezTo>
                  <a:pt x="208012" y="121478"/>
                  <a:pt x="209553" y="119770"/>
                  <a:pt x="210354" y="117596"/>
                </a:cubicBezTo>
                <a:cubicBezTo>
                  <a:pt x="211155" y="115420"/>
                  <a:pt x="211555" y="110356"/>
                  <a:pt x="211555" y="102404"/>
                </a:cubicBezTo>
                <a:lnTo>
                  <a:pt x="211555" y="37523"/>
                </a:lnTo>
                <a:cubicBezTo>
                  <a:pt x="211555" y="31732"/>
                  <a:pt x="211278" y="28112"/>
                  <a:pt x="210723" y="26664"/>
                </a:cubicBezTo>
                <a:cubicBezTo>
                  <a:pt x="210169" y="25216"/>
                  <a:pt x="209137" y="23984"/>
                  <a:pt x="207627" y="22967"/>
                </a:cubicBezTo>
                <a:cubicBezTo>
                  <a:pt x="206118" y="21950"/>
                  <a:pt x="204377" y="21442"/>
                  <a:pt x="202405" y="21442"/>
                </a:cubicBezTo>
                <a:cubicBezTo>
                  <a:pt x="199263" y="21442"/>
                  <a:pt x="195443" y="22428"/>
                  <a:pt x="190945" y="24399"/>
                </a:cubicBezTo>
                <a:lnTo>
                  <a:pt x="189281" y="21072"/>
                </a:lnTo>
                <a:lnTo>
                  <a:pt x="235400" y="0"/>
                </a:lnTo>
                <a:lnTo>
                  <a:pt x="238450" y="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:0]">
            <a:extLst xmlns:a="http://schemas.openxmlformats.org/drawingml/2006/main">
              <a:ext uri="{FF2B5EF4-FFF2-40B4-BE49-F238E27FC236}">
                <a16:creationId xmlns:a16="http://schemas.microsoft.com/office/drawing/2014/main" id="{45968FAA-5962-43DF-8CB8-ADB63764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033" y="183741"/>
            <a:ext cx="184840" cy="162478"/>
          </a:xfrm>
          <a:custGeom xmlns:a="http://schemas.openxmlformats.org/drawingml/2006/main">
            <a:pathLst>
              <a:path w="184840" h="162478">
                <a:moveTo>
                  <a:pt x="15435" y="39002"/>
                </a:moveTo>
                <a:cubicBezTo>
                  <a:pt x="19686" y="39002"/>
                  <a:pt x="23306" y="40496"/>
                  <a:pt x="26294" y="43485"/>
                </a:cubicBezTo>
                <a:cubicBezTo>
                  <a:pt x="29282" y="46473"/>
                  <a:pt x="30777" y="50093"/>
                  <a:pt x="30777" y="54344"/>
                </a:cubicBezTo>
                <a:cubicBezTo>
                  <a:pt x="30777" y="58596"/>
                  <a:pt x="29282" y="62216"/>
                  <a:pt x="26294" y="65204"/>
                </a:cubicBezTo>
                <a:cubicBezTo>
                  <a:pt x="23306" y="68192"/>
                  <a:pt x="19686" y="69686"/>
                  <a:pt x="15435" y="69686"/>
                </a:cubicBezTo>
                <a:cubicBezTo>
                  <a:pt x="11183" y="69686"/>
                  <a:pt x="7563" y="68192"/>
                  <a:pt x="4575" y="65204"/>
                </a:cubicBezTo>
                <a:cubicBezTo>
                  <a:pt x="1587" y="62216"/>
                  <a:pt x="92" y="58596"/>
                  <a:pt x="92" y="54344"/>
                </a:cubicBezTo>
                <a:cubicBezTo>
                  <a:pt x="92" y="50093"/>
                  <a:pt x="1587" y="46473"/>
                  <a:pt x="4575" y="43485"/>
                </a:cubicBezTo>
                <a:cubicBezTo>
                  <a:pt x="7563" y="40496"/>
                  <a:pt x="11183" y="39002"/>
                  <a:pt x="15435" y="39002"/>
                </a:cubicBezTo>
                <a:moveTo>
                  <a:pt x="15342" y="99446"/>
                </a:moveTo>
                <a:cubicBezTo>
                  <a:pt x="19655" y="99446"/>
                  <a:pt x="23306" y="100961"/>
                  <a:pt x="26294" y="103989"/>
                </a:cubicBezTo>
                <a:cubicBezTo>
                  <a:pt x="29282" y="107016"/>
                  <a:pt x="30777" y="110662"/>
                  <a:pt x="30777" y="114927"/>
                </a:cubicBezTo>
                <a:cubicBezTo>
                  <a:pt x="30777" y="119192"/>
                  <a:pt x="29267" y="122823"/>
                  <a:pt x="26248" y="125821"/>
                </a:cubicBezTo>
                <a:cubicBezTo>
                  <a:pt x="23229" y="128817"/>
                  <a:pt x="19594" y="130315"/>
                  <a:pt x="15342" y="130315"/>
                </a:cubicBezTo>
                <a:cubicBezTo>
                  <a:pt x="11091" y="130315"/>
                  <a:pt x="7471" y="128817"/>
                  <a:pt x="4482" y="125821"/>
                </a:cubicBezTo>
                <a:cubicBezTo>
                  <a:pt x="1494" y="122823"/>
                  <a:pt x="0" y="119192"/>
                  <a:pt x="0" y="114927"/>
                </a:cubicBezTo>
                <a:cubicBezTo>
                  <a:pt x="0" y="110662"/>
                  <a:pt x="1494" y="107016"/>
                  <a:pt x="4482" y="103989"/>
                </a:cubicBezTo>
                <a:cubicBezTo>
                  <a:pt x="7471" y="100961"/>
                  <a:pt x="11091" y="99446"/>
                  <a:pt x="15342" y="99446"/>
                </a:cubicBezTo>
                <a:close/>
                <a:moveTo>
                  <a:pt x="134566" y="65250"/>
                </a:moveTo>
                <a:cubicBezTo>
                  <a:pt x="134566" y="77758"/>
                  <a:pt x="132810" y="89434"/>
                  <a:pt x="129298" y="100278"/>
                </a:cubicBezTo>
                <a:cubicBezTo>
                  <a:pt x="127203" y="106933"/>
                  <a:pt x="124384" y="112385"/>
                  <a:pt x="120841" y="116637"/>
                </a:cubicBezTo>
                <a:cubicBezTo>
                  <a:pt x="117298" y="120888"/>
                  <a:pt x="113278" y="124262"/>
                  <a:pt x="108780" y="126757"/>
                </a:cubicBezTo>
                <a:cubicBezTo>
                  <a:pt x="104282" y="129253"/>
                  <a:pt x="99384" y="130500"/>
                  <a:pt x="94085" y="130500"/>
                </a:cubicBezTo>
                <a:cubicBezTo>
                  <a:pt x="88047" y="130500"/>
                  <a:pt x="82594" y="128960"/>
                  <a:pt x="77726" y="125879"/>
                </a:cubicBezTo>
                <a:cubicBezTo>
                  <a:pt x="72859" y="122798"/>
                  <a:pt x="68546" y="118393"/>
                  <a:pt x="64787" y="112663"/>
                </a:cubicBezTo>
                <a:cubicBezTo>
                  <a:pt x="62076" y="108473"/>
                  <a:pt x="59704" y="102897"/>
                  <a:pt x="57671" y="95934"/>
                </a:cubicBezTo>
                <a:cubicBezTo>
                  <a:pt x="55021" y="86507"/>
                  <a:pt x="53696" y="76772"/>
                  <a:pt x="53696" y="66729"/>
                </a:cubicBezTo>
                <a:cubicBezTo>
                  <a:pt x="53696" y="53112"/>
                  <a:pt x="55606" y="40604"/>
                  <a:pt x="59427" y="29205"/>
                </a:cubicBezTo>
                <a:cubicBezTo>
                  <a:pt x="62569" y="19778"/>
                  <a:pt x="67344" y="12554"/>
                  <a:pt x="73752" y="7532"/>
                </a:cubicBezTo>
                <a:cubicBezTo>
                  <a:pt x="80160" y="2511"/>
                  <a:pt x="86938" y="0"/>
                  <a:pt x="94085" y="0"/>
                </a:cubicBezTo>
                <a:cubicBezTo>
                  <a:pt x="101355" y="0"/>
                  <a:pt x="108148" y="2480"/>
                  <a:pt x="114464" y="7440"/>
                </a:cubicBezTo>
                <a:cubicBezTo>
                  <a:pt x="120780" y="12400"/>
                  <a:pt x="125416" y="19070"/>
                  <a:pt x="128374" y="27449"/>
                </a:cubicBezTo>
                <a:cubicBezTo>
                  <a:pt x="132502" y="38971"/>
                  <a:pt x="134566" y="51572"/>
                  <a:pt x="134566" y="65250"/>
                </a:cubicBezTo>
                <a:moveTo>
                  <a:pt x="106100" y="65065"/>
                </a:moveTo>
                <a:cubicBezTo>
                  <a:pt x="106100" y="43165"/>
                  <a:pt x="105977" y="30400"/>
                  <a:pt x="105730" y="26771"/>
                </a:cubicBezTo>
                <a:cubicBezTo>
                  <a:pt x="105114" y="18220"/>
                  <a:pt x="103635" y="12437"/>
                  <a:pt x="101294" y="9421"/>
                </a:cubicBezTo>
                <a:cubicBezTo>
                  <a:pt x="99753" y="7453"/>
                  <a:pt x="97258" y="6470"/>
                  <a:pt x="93808" y="6470"/>
                </a:cubicBezTo>
                <a:cubicBezTo>
                  <a:pt x="91158" y="6470"/>
                  <a:pt x="89063" y="7208"/>
                  <a:pt x="87523" y="8685"/>
                </a:cubicBezTo>
                <a:cubicBezTo>
                  <a:pt x="85243" y="10837"/>
                  <a:pt x="83703" y="14636"/>
                  <a:pt x="82902" y="20082"/>
                </a:cubicBezTo>
                <a:cubicBezTo>
                  <a:pt x="82101" y="25525"/>
                  <a:pt x="81700" y="44518"/>
                  <a:pt x="81700" y="77060"/>
                </a:cubicBezTo>
                <a:cubicBezTo>
                  <a:pt x="81700" y="94778"/>
                  <a:pt x="82316" y="106651"/>
                  <a:pt x="83549" y="112680"/>
                </a:cubicBezTo>
                <a:cubicBezTo>
                  <a:pt x="84473" y="117047"/>
                  <a:pt x="85798" y="119969"/>
                  <a:pt x="87523" y="121446"/>
                </a:cubicBezTo>
                <a:cubicBezTo>
                  <a:pt x="89248" y="122923"/>
                  <a:pt x="91528" y="123661"/>
                  <a:pt x="94362" y="123661"/>
                </a:cubicBezTo>
                <a:cubicBezTo>
                  <a:pt x="97443" y="123661"/>
                  <a:pt x="99753" y="122677"/>
                  <a:pt x="101294" y="120709"/>
                </a:cubicBezTo>
                <a:cubicBezTo>
                  <a:pt x="103882" y="117263"/>
                  <a:pt x="105360" y="111941"/>
                  <a:pt x="105730" y="104743"/>
                </a:cubicBezTo>
                <a:lnTo>
                  <a:pt x="106100" y="65065"/>
                </a:lnTo>
                <a:close/>
                <a:moveTo>
                  <a:pt x="184840" y="2588"/>
                </a:moveTo>
                <a:lnTo>
                  <a:pt x="184840" y="162478"/>
                </a:lnTo>
                <a:lnTo>
                  <a:pt x="147687" y="162478"/>
                </a:lnTo>
                <a:lnTo>
                  <a:pt x="147687" y="158966"/>
                </a:lnTo>
                <a:lnTo>
                  <a:pt x="151846" y="158966"/>
                </a:lnTo>
                <a:cubicBezTo>
                  <a:pt x="155912" y="158966"/>
                  <a:pt x="158639" y="158566"/>
                  <a:pt x="160025" y="157765"/>
                </a:cubicBezTo>
                <a:cubicBezTo>
                  <a:pt x="161411" y="156964"/>
                  <a:pt x="162459" y="155732"/>
                  <a:pt x="163167" y="154068"/>
                </a:cubicBezTo>
                <a:cubicBezTo>
                  <a:pt x="163876" y="152404"/>
                  <a:pt x="164230" y="148492"/>
                  <a:pt x="164230" y="142330"/>
                </a:cubicBezTo>
                <a:lnTo>
                  <a:pt x="164230" y="22921"/>
                </a:lnTo>
                <a:cubicBezTo>
                  <a:pt x="164230" y="17006"/>
                  <a:pt x="164107" y="13617"/>
                  <a:pt x="163861" y="12754"/>
                </a:cubicBezTo>
                <a:cubicBezTo>
                  <a:pt x="163306" y="10598"/>
                  <a:pt x="162274" y="8980"/>
                  <a:pt x="160764" y="7902"/>
                </a:cubicBezTo>
                <a:cubicBezTo>
                  <a:pt x="159255" y="6824"/>
                  <a:pt x="156282" y="6285"/>
                  <a:pt x="151846" y="6285"/>
                </a:cubicBezTo>
                <a:lnTo>
                  <a:pt x="147687" y="6285"/>
                </a:lnTo>
                <a:lnTo>
                  <a:pt x="147687" y="2588"/>
                </a:lnTo>
                <a:lnTo>
                  <a:pt x="184840" y="2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0F52C-BCF4-4BD6-B370-B75A3D70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566" y="418282"/>
            <a:ext cx="1135685" cy="52194"/>
          </a:xfrm>
          <a:custGeom xmlns:a="http://schemas.openxmlformats.org/drawingml/2006/main">
            <a:pathLst>
              <a:path w="1135685" h="52194" fill="none">
                <a:moveTo>
                  <a:pt x="1135685" y="0"/>
                </a:moveTo>
                <a:lnTo>
                  <a:pt x="0" y="0"/>
                </a:ln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9E523-206F-4B5D-BD6E-DF9015F0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342" y="47047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40ABA-8E22-409E-B095-9B9EECE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334" y="470476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2F1A0-0466-40E3-AA50-809D81F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827" y="596470"/>
            <a:ext cx="599389" cy="189089"/>
          </a:xfrm>
          <a:custGeom xmlns:a="http://schemas.openxmlformats.org/drawingml/2006/main">
            <a:pathLst>
              <a:path w="599389" h="189089">
                <a:moveTo>
                  <a:pt x="0" y="189089"/>
                </a:moveTo>
                <a:lnTo>
                  <a:pt x="599389" y="189089"/>
                </a:lnTo>
                <a:lnTo>
                  <a:pt x="599389" y="0"/>
                </a:lnTo>
                <a:lnTo>
                  <a:pt x="0" y="0"/>
                </a:lnTo>
                <a:lnTo>
                  <a:pt x="0" y="189089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BF197-313C-4655-8B94-DA74ACB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830" y="596474"/>
            <a:ext cx="599389" cy="189092"/>
          </a:xfrm>
          <a:custGeom xmlns:a="http://schemas.openxmlformats.org/drawingml/2006/main">
            <a:pathLst>
              <a:path w="599389" h="189092" fill="none">
                <a:moveTo>
                  <a:pt x="0" y="0"/>
                </a:moveTo>
                <a:lnTo>
                  <a:pt x="599389" y="0"/>
                </a:lnTo>
                <a:lnTo>
                  <a:pt x="599389" y="189092"/>
                </a:lnTo>
                <a:lnTo>
                  <a:pt x="0" y="189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39" name="Text Index">
            <a:extLst xmlns:a="http://schemas.openxmlformats.org/drawingml/2006/main">
              <a:ext uri="{FF2B5EF4-FFF2-40B4-BE49-F238E27FC236}">
                <a16:creationId xmlns:a16="http://schemas.microsoft.com/office/drawing/2014/main" id="{CB52C871-8DDC-4FAF-94ED-86F4921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16" y="629946"/>
            <a:ext cx="388602" cy="122845"/>
          </a:xfrm>
          <a:custGeom xmlns:a="http://schemas.openxmlformats.org/drawingml/2006/main">
            <a:pathLst>
              <a:path w="388602" h="122845">
                <a:moveTo>
                  <a:pt x="49223" y="117253"/>
                </a:moveTo>
                <a:lnTo>
                  <a:pt x="49223" y="120472"/>
                </a:lnTo>
                <a:lnTo>
                  <a:pt x="0" y="120472"/>
                </a:lnTo>
                <a:lnTo>
                  <a:pt x="0" y="117253"/>
                </a:lnTo>
                <a:lnTo>
                  <a:pt x="4067" y="117253"/>
                </a:lnTo>
                <a:cubicBezTo>
                  <a:pt x="8811" y="117253"/>
                  <a:pt x="12256" y="115876"/>
                  <a:pt x="14402" y="113123"/>
                </a:cubicBezTo>
                <a:cubicBezTo>
                  <a:pt x="15758" y="111324"/>
                  <a:pt x="16436" y="106997"/>
                  <a:pt x="16436" y="100140"/>
                </a:cubicBezTo>
                <a:lnTo>
                  <a:pt x="16436" y="25924"/>
                </a:lnTo>
                <a:cubicBezTo>
                  <a:pt x="16436" y="20135"/>
                  <a:pt x="16069" y="16313"/>
                  <a:pt x="15334" y="14458"/>
                </a:cubicBezTo>
                <a:cubicBezTo>
                  <a:pt x="14770" y="13053"/>
                  <a:pt x="13612" y="11845"/>
                  <a:pt x="11861" y="10834"/>
                </a:cubicBezTo>
                <a:cubicBezTo>
                  <a:pt x="9376" y="9485"/>
                  <a:pt x="6778" y="8811"/>
                  <a:pt x="4067" y="8811"/>
                </a:cubicBezTo>
                <a:lnTo>
                  <a:pt x="0" y="8811"/>
                </a:lnTo>
                <a:lnTo>
                  <a:pt x="0" y="5592"/>
                </a:lnTo>
                <a:lnTo>
                  <a:pt x="49223" y="5592"/>
                </a:lnTo>
                <a:lnTo>
                  <a:pt x="49223" y="8811"/>
                </a:lnTo>
                <a:lnTo>
                  <a:pt x="45071" y="8811"/>
                </a:lnTo>
                <a:cubicBezTo>
                  <a:pt x="40383" y="8811"/>
                  <a:pt x="36966" y="10188"/>
                  <a:pt x="34820" y="12941"/>
                </a:cubicBezTo>
                <a:cubicBezTo>
                  <a:pt x="33408" y="14740"/>
                  <a:pt x="32702" y="19067"/>
                  <a:pt x="32702" y="25924"/>
                </a:cubicBezTo>
                <a:lnTo>
                  <a:pt x="32702" y="100140"/>
                </a:lnTo>
                <a:cubicBezTo>
                  <a:pt x="32702" y="105929"/>
                  <a:pt x="33069" y="109751"/>
                  <a:pt x="33803" y="111606"/>
                </a:cubicBezTo>
                <a:cubicBezTo>
                  <a:pt x="34368" y="113011"/>
                  <a:pt x="35554" y="114219"/>
                  <a:pt x="37362" y="115230"/>
                </a:cubicBezTo>
                <a:cubicBezTo>
                  <a:pt x="39790" y="116579"/>
                  <a:pt x="42360" y="117253"/>
                  <a:pt x="45071" y="117253"/>
                </a:cubicBezTo>
                <a:lnTo>
                  <a:pt x="49223" y="117253"/>
                </a:lnTo>
                <a:close/>
                <a:moveTo>
                  <a:pt x="81500" y="57017"/>
                </a:moveTo>
                <a:cubicBezTo>
                  <a:pt x="90593" y="46116"/>
                  <a:pt x="99263" y="40666"/>
                  <a:pt x="107509" y="40666"/>
                </a:cubicBezTo>
                <a:cubicBezTo>
                  <a:pt x="111745" y="40666"/>
                  <a:pt x="115388" y="41722"/>
                  <a:pt x="118438" y="43835"/>
                </a:cubicBezTo>
                <a:cubicBezTo>
                  <a:pt x="121488" y="45946"/>
                  <a:pt x="123916" y="49424"/>
                  <a:pt x="125724" y="54269"/>
                </a:cubicBezTo>
                <a:cubicBezTo>
                  <a:pt x="126966" y="57649"/>
                  <a:pt x="127587" y="62831"/>
                  <a:pt x="127587" y="69815"/>
                </a:cubicBezTo>
                <a:lnTo>
                  <a:pt x="127587" y="102851"/>
                </a:lnTo>
                <a:cubicBezTo>
                  <a:pt x="127587" y="107793"/>
                  <a:pt x="127983" y="111144"/>
                  <a:pt x="128773" y="112906"/>
                </a:cubicBezTo>
                <a:cubicBezTo>
                  <a:pt x="129395" y="114327"/>
                  <a:pt x="130397" y="115435"/>
                  <a:pt x="131781" y="116231"/>
                </a:cubicBezTo>
                <a:cubicBezTo>
                  <a:pt x="133165" y="117025"/>
                  <a:pt x="135721" y="117422"/>
                  <a:pt x="139448" y="117422"/>
                </a:cubicBezTo>
                <a:lnTo>
                  <a:pt x="139448" y="120472"/>
                </a:lnTo>
                <a:lnTo>
                  <a:pt x="101070" y="120472"/>
                </a:lnTo>
                <a:lnTo>
                  <a:pt x="101070" y="117422"/>
                </a:lnTo>
                <a:lnTo>
                  <a:pt x="102680" y="117422"/>
                </a:lnTo>
                <a:cubicBezTo>
                  <a:pt x="106294" y="117422"/>
                  <a:pt x="108822" y="116869"/>
                  <a:pt x="110262" y="115763"/>
                </a:cubicBezTo>
                <a:cubicBezTo>
                  <a:pt x="111702" y="114654"/>
                  <a:pt x="112705" y="113021"/>
                  <a:pt x="113270" y="110862"/>
                </a:cubicBezTo>
                <a:cubicBezTo>
                  <a:pt x="113496" y="110009"/>
                  <a:pt x="113609" y="107339"/>
                  <a:pt x="113609" y="102851"/>
                </a:cubicBezTo>
                <a:lnTo>
                  <a:pt x="113609" y="71133"/>
                </a:lnTo>
                <a:cubicBezTo>
                  <a:pt x="113609" y="64084"/>
                  <a:pt x="112691" y="58966"/>
                  <a:pt x="110855" y="55780"/>
                </a:cubicBezTo>
                <a:cubicBezTo>
                  <a:pt x="109020" y="52595"/>
                  <a:pt x="105927" y="51002"/>
                  <a:pt x="101578" y="51002"/>
                </a:cubicBezTo>
                <a:cubicBezTo>
                  <a:pt x="94857" y="51002"/>
                  <a:pt x="88164" y="54673"/>
                  <a:pt x="81500" y="62015"/>
                </a:cubicBezTo>
                <a:lnTo>
                  <a:pt x="81500" y="102851"/>
                </a:lnTo>
                <a:cubicBezTo>
                  <a:pt x="81500" y="108133"/>
                  <a:pt x="81810" y="111400"/>
                  <a:pt x="82431" y="112652"/>
                </a:cubicBezTo>
                <a:cubicBezTo>
                  <a:pt x="83222" y="114298"/>
                  <a:pt x="84309" y="115506"/>
                  <a:pt x="85693" y="116273"/>
                </a:cubicBezTo>
                <a:cubicBezTo>
                  <a:pt x="87077" y="117039"/>
                  <a:pt x="89887" y="117422"/>
                  <a:pt x="94123" y="117422"/>
                </a:cubicBezTo>
                <a:lnTo>
                  <a:pt x="94123" y="120472"/>
                </a:lnTo>
                <a:lnTo>
                  <a:pt x="55745" y="120472"/>
                </a:lnTo>
                <a:lnTo>
                  <a:pt x="55745" y="117422"/>
                </a:lnTo>
                <a:lnTo>
                  <a:pt x="57439" y="117422"/>
                </a:lnTo>
                <a:cubicBezTo>
                  <a:pt x="61393" y="117422"/>
                  <a:pt x="64061" y="116415"/>
                  <a:pt x="65445" y="114399"/>
                </a:cubicBezTo>
                <a:cubicBezTo>
                  <a:pt x="66829" y="112382"/>
                  <a:pt x="67521" y="108532"/>
                  <a:pt x="67521" y="102851"/>
                </a:cubicBezTo>
                <a:lnTo>
                  <a:pt x="67521" y="74215"/>
                </a:lnTo>
                <a:cubicBezTo>
                  <a:pt x="67521" y="64896"/>
                  <a:pt x="67309" y="59220"/>
                  <a:pt x="66885" y="57186"/>
                </a:cubicBezTo>
                <a:cubicBezTo>
                  <a:pt x="66462" y="55153"/>
                  <a:pt x="65812" y="53769"/>
                  <a:pt x="64937" y="53035"/>
                </a:cubicBezTo>
                <a:cubicBezTo>
                  <a:pt x="64061" y="52301"/>
                  <a:pt x="62889" y="51934"/>
                  <a:pt x="61421" y="51934"/>
                </a:cubicBezTo>
                <a:cubicBezTo>
                  <a:pt x="59839" y="51934"/>
                  <a:pt x="57947" y="52357"/>
                  <a:pt x="55745" y="53204"/>
                </a:cubicBezTo>
                <a:lnTo>
                  <a:pt x="54474" y="50154"/>
                </a:lnTo>
                <a:lnTo>
                  <a:pt x="77857" y="40666"/>
                </a:lnTo>
                <a:lnTo>
                  <a:pt x="81500" y="40666"/>
                </a:lnTo>
                <a:lnTo>
                  <a:pt x="81500" y="57017"/>
                </a:lnTo>
                <a:close/>
                <a:moveTo>
                  <a:pt x="200447" y="111752"/>
                </a:moveTo>
                <a:cubicBezTo>
                  <a:pt x="196663" y="115703"/>
                  <a:pt x="192964" y="118541"/>
                  <a:pt x="189349" y="120263"/>
                </a:cubicBezTo>
                <a:cubicBezTo>
                  <a:pt x="185734" y="121984"/>
                  <a:pt x="181837" y="122845"/>
                  <a:pt x="177657" y="122845"/>
                </a:cubicBezTo>
                <a:cubicBezTo>
                  <a:pt x="169185" y="122845"/>
                  <a:pt x="161787" y="119308"/>
                  <a:pt x="155461" y="112236"/>
                </a:cubicBezTo>
                <a:cubicBezTo>
                  <a:pt x="149135" y="105162"/>
                  <a:pt x="145972" y="96072"/>
                  <a:pt x="145972" y="84967"/>
                </a:cubicBezTo>
                <a:cubicBezTo>
                  <a:pt x="145972" y="73863"/>
                  <a:pt x="149474" y="63704"/>
                  <a:pt x="156477" y="54488"/>
                </a:cubicBezTo>
                <a:cubicBezTo>
                  <a:pt x="163481" y="45273"/>
                  <a:pt x="172490" y="40666"/>
                  <a:pt x="183503" y="40666"/>
                </a:cubicBezTo>
                <a:cubicBezTo>
                  <a:pt x="190337" y="40666"/>
                  <a:pt x="195985" y="42839"/>
                  <a:pt x="200447" y="47187"/>
                </a:cubicBezTo>
                <a:lnTo>
                  <a:pt x="200447" y="32702"/>
                </a:lnTo>
                <a:cubicBezTo>
                  <a:pt x="200447" y="23872"/>
                  <a:pt x="200235" y="18444"/>
                  <a:pt x="199812" y="16420"/>
                </a:cubicBezTo>
                <a:cubicBezTo>
                  <a:pt x="199388" y="14395"/>
                  <a:pt x="198725" y="13017"/>
                  <a:pt x="197821" y="12284"/>
                </a:cubicBezTo>
                <a:cubicBezTo>
                  <a:pt x="196917" y="11550"/>
                  <a:pt x="195788" y="11183"/>
                  <a:pt x="194432" y="11183"/>
                </a:cubicBezTo>
                <a:cubicBezTo>
                  <a:pt x="192964" y="11183"/>
                  <a:pt x="191015" y="11635"/>
                  <a:pt x="188586" y="12539"/>
                </a:cubicBezTo>
                <a:lnTo>
                  <a:pt x="187485" y="9489"/>
                </a:lnTo>
                <a:lnTo>
                  <a:pt x="210614" y="0"/>
                </a:lnTo>
                <a:lnTo>
                  <a:pt x="214426" y="0"/>
                </a:lnTo>
                <a:lnTo>
                  <a:pt x="214426" y="89804"/>
                </a:lnTo>
                <a:cubicBezTo>
                  <a:pt x="214426" y="98860"/>
                  <a:pt x="214638" y="104386"/>
                  <a:pt x="215062" y="106382"/>
                </a:cubicBezTo>
                <a:cubicBezTo>
                  <a:pt x="215485" y="108379"/>
                  <a:pt x="216163" y="109772"/>
                  <a:pt x="217095" y="110563"/>
                </a:cubicBezTo>
                <a:cubicBezTo>
                  <a:pt x="218027" y="111352"/>
                  <a:pt x="219114" y="111746"/>
                  <a:pt x="220357" y="111746"/>
                </a:cubicBezTo>
                <a:cubicBezTo>
                  <a:pt x="221882" y="111746"/>
                  <a:pt x="223915" y="111266"/>
                  <a:pt x="226456" y="110306"/>
                </a:cubicBezTo>
                <a:lnTo>
                  <a:pt x="227388" y="113356"/>
                </a:lnTo>
                <a:lnTo>
                  <a:pt x="204344" y="122845"/>
                </a:lnTo>
                <a:lnTo>
                  <a:pt x="200447" y="122845"/>
                </a:lnTo>
                <a:lnTo>
                  <a:pt x="200447" y="111752"/>
                </a:lnTo>
                <a:moveTo>
                  <a:pt x="200447" y="105834"/>
                </a:moveTo>
                <a:lnTo>
                  <a:pt x="200447" y="65947"/>
                </a:lnTo>
                <a:cubicBezTo>
                  <a:pt x="200108" y="62115"/>
                  <a:pt x="199092" y="58622"/>
                  <a:pt x="197397" y="55468"/>
                </a:cubicBezTo>
                <a:cubicBezTo>
                  <a:pt x="195703" y="52312"/>
                  <a:pt x="193458" y="49932"/>
                  <a:pt x="190662" y="48328"/>
                </a:cubicBezTo>
                <a:cubicBezTo>
                  <a:pt x="187866" y="46722"/>
                  <a:pt x="185141" y="45918"/>
                  <a:pt x="182487" y="45918"/>
                </a:cubicBezTo>
                <a:cubicBezTo>
                  <a:pt x="177516" y="45918"/>
                  <a:pt x="173083" y="48144"/>
                  <a:pt x="169185" y="52595"/>
                </a:cubicBezTo>
                <a:cubicBezTo>
                  <a:pt x="164046" y="58454"/>
                  <a:pt x="161476" y="67016"/>
                  <a:pt x="161476" y="78284"/>
                </a:cubicBezTo>
                <a:cubicBezTo>
                  <a:pt x="161476" y="89665"/>
                  <a:pt x="163961" y="98384"/>
                  <a:pt x="168931" y="104442"/>
                </a:cubicBezTo>
                <a:cubicBezTo>
                  <a:pt x="173902" y="110497"/>
                  <a:pt x="179437" y="113525"/>
                  <a:pt x="185536" y="113525"/>
                </a:cubicBezTo>
                <a:cubicBezTo>
                  <a:pt x="190676" y="113525"/>
                  <a:pt x="195646" y="110962"/>
                  <a:pt x="200447" y="105834"/>
                </a:cubicBezTo>
                <a:close/>
                <a:moveTo>
                  <a:pt x="245434" y="72182"/>
                </a:moveTo>
                <a:cubicBezTo>
                  <a:pt x="245378" y="83651"/>
                  <a:pt x="248173" y="92646"/>
                  <a:pt x="253821" y="99168"/>
                </a:cubicBezTo>
                <a:cubicBezTo>
                  <a:pt x="259469" y="105690"/>
                  <a:pt x="266106" y="108950"/>
                  <a:pt x="273731" y="108950"/>
                </a:cubicBezTo>
                <a:cubicBezTo>
                  <a:pt x="278814" y="108950"/>
                  <a:pt x="283233" y="107546"/>
                  <a:pt x="286989" y="104738"/>
                </a:cubicBezTo>
                <a:cubicBezTo>
                  <a:pt x="290745" y="101930"/>
                  <a:pt x="293894" y="97121"/>
                  <a:pt x="296436" y="90312"/>
                </a:cubicBezTo>
                <a:lnTo>
                  <a:pt x="299062" y="92014"/>
                </a:lnTo>
                <a:cubicBezTo>
                  <a:pt x="297876" y="99793"/>
                  <a:pt x="294431" y="106876"/>
                  <a:pt x="288726" y="113263"/>
                </a:cubicBezTo>
                <a:cubicBezTo>
                  <a:pt x="283022" y="119651"/>
                  <a:pt x="275877" y="122845"/>
                  <a:pt x="267292" y="122845"/>
                </a:cubicBezTo>
                <a:cubicBezTo>
                  <a:pt x="257973" y="122845"/>
                  <a:pt x="249995" y="119224"/>
                  <a:pt x="243358" y="111982"/>
                </a:cubicBezTo>
                <a:cubicBezTo>
                  <a:pt x="236722" y="104738"/>
                  <a:pt x="233404" y="95001"/>
                  <a:pt x="233404" y="82769"/>
                </a:cubicBezTo>
                <a:cubicBezTo>
                  <a:pt x="233404" y="69525"/>
                  <a:pt x="236807" y="59197"/>
                  <a:pt x="243613" y="51785"/>
                </a:cubicBezTo>
                <a:cubicBezTo>
                  <a:pt x="250418" y="44372"/>
                  <a:pt x="258961" y="40666"/>
                  <a:pt x="269241" y="40666"/>
                </a:cubicBezTo>
                <a:cubicBezTo>
                  <a:pt x="277938" y="40666"/>
                  <a:pt x="285083" y="43525"/>
                  <a:pt x="290675" y="49244"/>
                </a:cubicBezTo>
                <a:cubicBezTo>
                  <a:pt x="296266" y="54961"/>
                  <a:pt x="299062" y="62607"/>
                  <a:pt x="299062" y="72182"/>
                </a:cubicBezTo>
                <a:lnTo>
                  <a:pt x="245434" y="72182"/>
                </a:lnTo>
                <a:moveTo>
                  <a:pt x="245434" y="67268"/>
                </a:moveTo>
                <a:lnTo>
                  <a:pt x="281356" y="67268"/>
                </a:lnTo>
                <a:cubicBezTo>
                  <a:pt x="281073" y="62338"/>
                  <a:pt x="280480" y="58866"/>
                  <a:pt x="279576" y="56850"/>
                </a:cubicBezTo>
                <a:cubicBezTo>
                  <a:pt x="278164" y="53712"/>
                  <a:pt x="276061" y="51247"/>
                  <a:pt x="273265" y="49456"/>
                </a:cubicBezTo>
                <a:cubicBezTo>
                  <a:pt x="270469" y="47662"/>
                  <a:pt x="267546" y="46766"/>
                  <a:pt x="264496" y="46766"/>
                </a:cubicBezTo>
                <a:cubicBezTo>
                  <a:pt x="259808" y="46766"/>
                  <a:pt x="255615" y="48572"/>
                  <a:pt x="251915" y="52185"/>
                </a:cubicBezTo>
                <a:cubicBezTo>
                  <a:pt x="248216" y="55798"/>
                  <a:pt x="246055" y="60826"/>
                  <a:pt x="245434" y="67268"/>
                </a:cubicBezTo>
                <a:close/>
                <a:moveTo>
                  <a:pt x="306254" y="42869"/>
                </a:moveTo>
                <a:lnTo>
                  <a:pt x="342768" y="42869"/>
                </a:lnTo>
                <a:lnTo>
                  <a:pt x="342768" y="45918"/>
                </a:lnTo>
                <a:cubicBezTo>
                  <a:pt x="340452" y="45918"/>
                  <a:pt x="338829" y="46318"/>
                  <a:pt x="337897" y="47118"/>
                </a:cubicBezTo>
                <a:cubicBezTo>
                  <a:pt x="336965" y="47916"/>
                  <a:pt x="336499" y="48970"/>
                  <a:pt x="336499" y="50282"/>
                </a:cubicBezTo>
                <a:cubicBezTo>
                  <a:pt x="336499" y="51651"/>
                  <a:pt x="337487" y="53762"/>
                  <a:pt x="339464" y="56614"/>
                </a:cubicBezTo>
                <a:cubicBezTo>
                  <a:pt x="340085" y="57499"/>
                  <a:pt x="341017" y="58882"/>
                  <a:pt x="342260" y="60763"/>
                </a:cubicBezTo>
                <a:lnTo>
                  <a:pt x="347767" y="69606"/>
                </a:lnTo>
                <a:lnTo>
                  <a:pt x="354121" y="60795"/>
                </a:lnTo>
                <a:cubicBezTo>
                  <a:pt x="358187" y="55258"/>
                  <a:pt x="360220" y="51740"/>
                  <a:pt x="360220" y="50242"/>
                </a:cubicBezTo>
                <a:cubicBezTo>
                  <a:pt x="360220" y="49031"/>
                  <a:pt x="359740" y="48008"/>
                  <a:pt x="358780" y="47173"/>
                </a:cubicBezTo>
                <a:cubicBezTo>
                  <a:pt x="357820" y="46337"/>
                  <a:pt x="356267" y="45918"/>
                  <a:pt x="354121" y="45918"/>
                </a:cubicBezTo>
                <a:lnTo>
                  <a:pt x="354121" y="42869"/>
                </a:lnTo>
                <a:lnTo>
                  <a:pt x="380384" y="42869"/>
                </a:lnTo>
                <a:lnTo>
                  <a:pt x="380384" y="45918"/>
                </a:lnTo>
                <a:cubicBezTo>
                  <a:pt x="377616" y="46088"/>
                  <a:pt x="375216" y="46851"/>
                  <a:pt x="373183" y="48209"/>
                </a:cubicBezTo>
                <a:cubicBezTo>
                  <a:pt x="370415" y="50131"/>
                  <a:pt x="366631" y="54314"/>
                  <a:pt x="361830" y="60758"/>
                </a:cubicBezTo>
                <a:lnTo>
                  <a:pt x="351240" y="74890"/>
                </a:lnTo>
                <a:lnTo>
                  <a:pt x="370556" y="102747"/>
                </a:lnTo>
                <a:cubicBezTo>
                  <a:pt x="375301" y="109590"/>
                  <a:pt x="378689" y="113705"/>
                  <a:pt x="380723" y="115090"/>
                </a:cubicBezTo>
                <a:cubicBezTo>
                  <a:pt x="382756" y="116476"/>
                  <a:pt x="385382" y="117253"/>
                  <a:pt x="388602" y="117422"/>
                </a:cubicBezTo>
                <a:lnTo>
                  <a:pt x="388602" y="120472"/>
                </a:lnTo>
                <a:lnTo>
                  <a:pt x="352003" y="120472"/>
                </a:lnTo>
                <a:lnTo>
                  <a:pt x="352003" y="117422"/>
                </a:lnTo>
                <a:cubicBezTo>
                  <a:pt x="354544" y="117422"/>
                  <a:pt x="356521" y="116857"/>
                  <a:pt x="357933" y="115725"/>
                </a:cubicBezTo>
                <a:cubicBezTo>
                  <a:pt x="359006" y="114933"/>
                  <a:pt x="359543" y="113885"/>
                  <a:pt x="359543" y="112583"/>
                </a:cubicBezTo>
                <a:cubicBezTo>
                  <a:pt x="359543" y="111282"/>
                  <a:pt x="357735" y="108000"/>
                  <a:pt x="354121" y="102737"/>
                </a:cubicBezTo>
                <a:lnTo>
                  <a:pt x="342768" y="86137"/>
                </a:lnTo>
                <a:lnTo>
                  <a:pt x="330314" y="102668"/>
                </a:lnTo>
                <a:cubicBezTo>
                  <a:pt x="326473" y="107841"/>
                  <a:pt x="324553" y="110911"/>
                  <a:pt x="324553" y="111879"/>
                </a:cubicBezTo>
                <a:cubicBezTo>
                  <a:pt x="324553" y="113243"/>
                  <a:pt x="325189" y="114480"/>
                  <a:pt x="326459" y="115590"/>
                </a:cubicBezTo>
                <a:cubicBezTo>
                  <a:pt x="327730" y="116699"/>
                  <a:pt x="329636" y="117310"/>
                  <a:pt x="332178" y="117422"/>
                </a:cubicBezTo>
                <a:lnTo>
                  <a:pt x="332178" y="120472"/>
                </a:lnTo>
                <a:lnTo>
                  <a:pt x="306847" y="120472"/>
                </a:lnTo>
                <a:lnTo>
                  <a:pt x="306847" y="117422"/>
                </a:lnTo>
                <a:cubicBezTo>
                  <a:pt x="308880" y="117140"/>
                  <a:pt x="310659" y="116433"/>
                  <a:pt x="312184" y="115302"/>
                </a:cubicBezTo>
                <a:cubicBezTo>
                  <a:pt x="314330" y="113662"/>
                  <a:pt x="317945" y="109477"/>
                  <a:pt x="323028" y="102747"/>
                </a:cubicBezTo>
                <a:lnTo>
                  <a:pt x="339294" y="81099"/>
                </a:lnTo>
                <a:lnTo>
                  <a:pt x="324553" y="59744"/>
                </a:lnTo>
                <a:cubicBezTo>
                  <a:pt x="320374" y="53637"/>
                  <a:pt x="317140" y="49806"/>
                  <a:pt x="314853" y="48251"/>
                </a:cubicBezTo>
                <a:cubicBezTo>
                  <a:pt x="312565" y="46696"/>
                  <a:pt x="309699" y="45918"/>
                  <a:pt x="306254" y="45918"/>
                </a:cubicBezTo>
                <a:lnTo>
                  <a:pt x="306254" y="42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2ED2B-068A-4B4D-8A56-DCE34435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316" y="369763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41" name="Text [">
            <a:extLst xmlns:a="http://schemas.openxmlformats.org/drawingml/2006/main">
              <a:ext uri="{FF2B5EF4-FFF2-40B4-BE49-F238E27FC236}">
                <a16:creationId xmlns:a16="http://schemas.microsoft.com/office/drawing/2014/main" id="{033BFA6A-C118-4435-BE17-0E647B45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27" y="482696"/>
            <a:ext cx="37154" cy="159891"/>
          </a:xfrm>
          <a:custGeom xmlns:a="http://schemas.openxmlformats.org/drawingml/2006/main">
            <a:pathLst>
              <a:path w="37154" h="159891">
                <a:moveTo>
                  <a:pt x="0" y="159891"/>
                </a:moveTo>
                <a:lnTo>
                  <a:pt x="0" y="0"/>
                </a:lnTo>
                <a:lnTo>
                  <a:pt x="37154" y="0"/>
                </a:lnTo>
                <a:lnTo>
                  <a:pt x="37154" y="3882"/>
                </a:lnTo>
                <a:lnTo>
                  <a:pt x="32995" y="3882"/>
                </a:lnTo>
                <a:cubicBezTo>
                  <a:pt x="28928" y="3882"/>
                  <a:pt x="26202" y="4301"/>
                  <a:pt x="24815" y="5138"/>
                </a:cubicBezTo>
                <a:cubicBezTo>
                  <a:pt x="23429" y="5974"/>
                  <a:pt x="22382" y="7213"/>
                  <a:pt x="21673" y="8855"/>
                </a:cubicBezTo>
                <a:cubicBezTo>
                  <a:pt x="20964" y="10496"/>
                  <a:pt x="20610" y="14445"/>
                  <a:pt x="20610" y="20703"/>
                </a:cubicBezTo>
                <a:lnTo>
                  <a:pt x="20610" y="139927"/>
                </a:lnTo>
                <a:cubicBezTo>
                  <a:pt x="20610" y="145842"/>
                  <a:pt x="20733" y="149231"/>
                  <a:pt x="20980" y="150094"/>
                </a:cubicBezTo>
                <a:cubicBezTo>
                  <a:pt x="21534" y="152312"/>
                  <a:pt x="22566" y="153945"/>
                  <a:pt x="24076" y="154992"/>
                </a:cubicBezTo>
                <a:cubicBezTo>
                  <a:pt x="25586" y="156040"/>
                  <a:pt x="28558" y="156563"/>
                  <a:pt x="32995" y="156563"/>
                </a:cubicBezTo>
                <a:lnTo>
                  <a:pt x="37154" y="156563"/>
                </a:lnTo>
                <a:lnTo>
                  <a:pt x="37154" y="159891"/>
                </a:lnTo>
                <a:lnTo>
                  <a:pt x="0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131">
            <a:extLst xmlns:a="http://schemas.openxmlformats.org/drawingml/2006/main">
              <a:ext uri="{FF2B5EF4-FFF2-40B4-BE49-F238E27FC236}">
                <a16:creationId xmlns:a16="http://schemas.microsoft.com/office/drawing/2014/main" id="{FA00245F-17B4-4797-B531-E63C32D1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856" y="480109"/>
            <a:ext cx="256934" cy="130685"/>
          </a:xfrm>
          <a:custGeom xmlns:a="http://schemas.openxmlformats.org/drawingml/2006/main">
            <a:pathLst>
              <a:path w="256934" h="130685">
                <a:moveTo>
                  <a:pt x="49169" y="0"/>
                </a:moveTo>
                <a:lnTo>
                  <a:pt x="49169" y="102404"/>
                </a:lnTo>
                <a:cubicBezTo>
                  <a:pt x="49169" y="110171"/>
                  <a:pt x="49508" y="115126"/>
                  <a:pt x="50185" y="117269"/>
                </a:cubicBezTo>
                <a:cubicBezTo>
                  <a:pt x="50863" y="119412"/>
                  <a:pt x="52280" y="121168"/>
                  <a:pt x="54437" y="122535"/>
                </a:cubicBezTo>
                <a:cubicBezTo>
                  <a:pt x="56593" y="123902"/>
                  <a:pt x="60044" y="124585"/>
                  <a:pt x="64788" y="124585"/>
                </a:cubicBezTo>
                <a:lnTo>
                  <a:pt x="67653" y="124585"/>
                </a:lnTo>
                <a:lnTo>
                  <a:pt x="67653" y="127912"/>
                </a:lnTo>
                <a:lnTo>
                  <a:pt x="1664" y="127912"/>
                </a:lnTo>
                <a:lnTo>
                  <a:pt x="1664" y="124585"/>
                </a:lnTo>
                <a:lnTo>
                  <a:pt x="4991" y="124585"/>
                </a:lnTo>
                <a:cubicBezTo>
                  <a:pt x="10351" y="124585"/>
                  <a:pt x="14171" y="123964"/>
                  <a:pt x="16451" y="122722"/>
                </a:cubicBezTo>
                <a:cubicBezTo>
                  <a:pt x="18731" y="121478"/>
                  <a:pt x="20271" y="119770"/>
                  <a:pt x="21072" y="117596"/>
                </a:cubicBezTo>
                <a:cubicBezTo>
                  <a:pt x="21873" y="115420"/>
                  <a:pt x="22274" y="110356"/>
                  <a:pt x="22274" y="102404"/>
                </a:cubicBezTo>
                <a:lnTo>
                  <a:pt x="22274" y="37523"/>
                </a:lnTo>
                <a:cubicBezTo>
                  <a:pt x="22274" y="31732"/>
                  <a:pt x="21996" y="28112"/>
                  <a:pt x="21442" y="26664"/>
                </a:cubicBezTo>
                <a:cubicBezTo>
                  <a:pt x="20887" y="25216"/>
                  <a:pt x="19855" y="23984"/>
                  <a:pt x="18346" y="22967"/>
                </a:cubicBezTo>
                <a:cubicBezTo>
                  <a:pt x="16836" y="21950"/>
                  <a:pt x="15096" y="21442"/>
                  <a:pt x="13124" y="21442"/>
                </a:cubicBezTo>
                <a:cubicBezTo>
                  <a:pt x="9982" y="21442"/>
                  <a:pt x="6161" y="22428"/>
                  <a:pt x="1664" y="24399"/>
                </a:cubicBezTo>
                <a:lnTo>
                  <a:pt x="0" y="21072"/>
                </a:lnTo>
                <a:lnTo>
                  <a:pt x="46119" y="0"/>
                </a:lnTo>
                <a:lnTo>
                  <a:pt x="49169" y="0"/>
                </a:lnTo>
                <a:close/>
                <a:moveTo>
                  <a:pt x="110167" y="65065"/>
                </a:moveTo>
                <a:lnTo>
                  <a:pt x="110167" y="61738"/>
                </a:lnTo>
                <a:cubicBezTo>
                  <a:pt x="117191" y="59709"/>
                  <a:pt x="122059" y="57818"/>
                  <a:pt x="124770" y="56066"/>
                </a:cubicBezTo>
                <a:cubicBezTo>
                  <a:pt x="127481" y="54313"/>
                  <a:pt x="129822" y="51639"/>
                  <a:pt x="131794" y="48042"/>
                </a:cubicBezTo>
                <a:cubicBezTo>
                  <a:pt x="133766" y="44445"/>
                  <a:pt x="134752" y="40803"/>
                  <a:pt x="134752" y="37113"/>
                </a:cubicBezTo>
                <a:cubicBezTo>
                  <a:pt x="134752" y="32011"/>
                  <a:pt x="132888" y="27630"/>
                  <a:pt x="129160" y="23972"/>
                </a:cubicBezTo>
                <a:cubicBezTo>
                  <a:pt x="125432" y="20314"/>
                  <a:pt x="120796" y="18484"/>
                  <a:pt x="115251" y="18484"/>
                </a:cubicBezTo>
                <a:cubicBezTo>
                  <a:pt x="106624" y="18484"/>
                  <a:pt x="99292" y="23075"/>
                  <a:pt x="93254" y="32255"/>
                </a:cubicBezTo>
                <a:lnTo>
                  <a:pt x="89834" y="31054"/>
                </a:lnTo>
                <a:cubicBezTo>
                  <a:pt x="94271" y="20733"/>
                  <a:pt x="99955" y="12978"/>
                  <a:pt x="106886" y="7787"/>
                </a:cubicBezTo>
                <a:cubicBezTo>
                  <a:pt x="113818" y="2596"/>
                  <a:pt x="121535" y="0"/>
                  <a:pt x="130038" y="0"/>
                </a:cubicBezTo>
                <a:cubicBezTo>
                  <a:pt x="138726" y="0"/>
                  <a:pt x="145889" y="2649"/>
                  <a:pt x="151526" y="7948"/>
                </a:cubicBezTo>
                <a:cubicBezTo>
                  <a:pt x="157164" y="13247"/>
                  <a:pt x="159983" y="19439"/>
                  <a:pt x="159983" y="26525"/>
                </a:cubicBezTo>
                <a:cubicBezTo>
                  <a:pt x="159983" y="31146"/>
                  <a:pt x="158674" y="35598"/>
                  <a:pt x="156055" y="39880"/>
                </a:cubicBezTo>
                <a:cubicBezTo>
                  <a:pt x="153436" y="44162"/>
                  <a:pt x="149324" y="47936"/>
                  <a:pt x="143717" y="51202"/>
                </a:cubicBezTo>
                <a:cubicBezTo>
                  <a:pt x="150926" y="54718"/>
                  <a:pt x="156425" y="59051"/>
                  <a:pt x="160214" y="64202"/>
                </a:cubicBezTo>
                <a:cubicBezTo>
                  <a:pt x="164003" y="69352"/>
                  <a:pt x="165898" y="75814"/>
                  <a:pt x="165898" y="83587"/>
                </a:cubicBezTo>
                <a:cubicBezTo>
                  <a:pt x="165898" y="96665"/>
                  <a:pt x="161169" y="107785"/>
                  <a:pt x="151711" y="116946"/>
                </a:cubicBezTo>
                <a:cubicBezTo>
                  <a:pt x="142253" y="126105"/>
                  <a:pt x="129576" y="130685"/>
                  <a:pt x="113679" y="130685"/>
                </a:cubicBezTo>
                <a:cubicBezTo>
                  <a:pt x="103082" y="130685"/>
                  <a:pt x="95349" y="128922"/>
                  <a:pt x="90481" y="125397"/>
                </a:cubicBezTo>
                <a:cubicBezTo>
                  <a:pt x="86969" y="122925"/>
                  <a:pt x="85213" y="119740"/>
                  <a:pt x="85213" y="115843"/>
                </a:cubicBezTo>
                <a:cubicBezTo>
                  <a:pt x="85213" y="112999"/>
                  <a:pt x="86230" y="110572"/>
                  <a:pt x="88263" y="108562"/>
                </a:cubicBezTo>
                <a:cubicBezTo>
                  <a:pt x="90297" y="106551"/>
                  <a:pt x="92638" y="105546"/>
                  <a:pt x="95287" y="105546"/>
                </a:cubicBezTo>
                <a:cubicBezTo>
                  <a:pt x="97321" y="105546"/>
                  <a:pt x="99231" y="105979"/>
                  <a:pt x="101018" y="106846"/>
                </a:cubicBezTo>
                <a:cubicBezTo>
                  <a:pt x="102003" y="107343"/>
                  <a:pt x="105500" y="110054"/>
                  <a:pt x="111507" y="114979"/>
                </a:cubicBezTo>
                <a:cubicBezTo>
                  <a:pt x="117515" y="119904"/>
                  <a:pt x="123137" y="122367"/>
                  <a:pt x="128375" y="122367"/>
                </a:cubicBezTo>
                <a:cubicBezTo>
                  <a:pt x="132934" y="122367"/>
                  <a:pt x="136847" y="120562"/>
                  <a:pt x="140112" y="116952"/>
                </a:cubicBezTo>
                <a:cubicBezTo>
                  <a:pt x="143378" y="113341"/>
                  <a:pt x="145011" y="108759"/>
                  <a:pt x="145011" y="103204"/>
                </a:cubicBezTo>
                <a:cubicBezTo>
                  <a:pt x="145011" y="94749"/>
                  <a:pt x="142053" y="86958"/>
                  <a:pt x="136138" y="79830"/>
                </a:cubicBezTo>
                <a:cubicBezTo>
                  <a:pt x="130223" y="72702"/>
                  <a:pt x="121566" y="67780"/>
                  <a:pt x="110167" y="65065"/>
                </a:cubicBezTo>
                <a:close/>
                <a:moveTo>
                  <a:pt x="238450" y="0"/>
                </a:moveTo>
                <a:lnTo>
                  <a:pt x="238450" y="102404"/>
                </a:lnTo>
                <a:cubicBezTo>
                  <a:pt x="238450" y="110171"/>
                  <a:pt x="238789" y="115126"/>
                  <a:pt x="239467" y="117269"/>
                </a:cubicBezTo>
                <a:cubicBezTo>
                  <a:pt x="240144" y="119412"/>
                  <a:pt x="241562" y="121168"/>
                  <a:pt x="243718" y="122535"/>
                </a:cubicBezTo>
                <a:cubicBezTo>
                  <a:pt x="245875" y="123902"/>
                  <a:pt x="249325" y="124585"/>
                  <a:pt x="254069" y="124585"/>
                </a:cubicBezTo>
                <a:lnTo>
                  <a:pt x="256934" y="124585"/>
                </a:lnTo>
                <a:lnTo>
                  <a:pt x="256934" y="127912"/>
                </a:lnTo>
                <a:lnTo>
                  <a:pt x="190945" y="127912"/>
                </a:lnTo>
                <a:lnTo>
                  <a:pt x="190945" y="124585"/>
                </a:lnTo>
                <a:lnTo>
                  <a:pt x="194272" y="124585"/>
                </a:lnTo>
                <a:cubicBezTo>
                  <a:pt x="199633" y="124585"/>
                  <a:pt x="203453" y="123964"/>
                  <a:pt x="205733" y="122722"/>
                </a:cubicBezTo>
                <a:cubicBezTo>
                  <a:pt x="208012" y="121478"/>
                  <a:pt x="209553" y="119770"/>
                  <a:pt x="210354" y="117596"/>
                </a:cubicBezTo>
                <a:cubicBezTo>
                  <a:pt x="211155" y="115420"/>
                  <a:pt x="211555" y="110356"/>
                  <a:pt x="211555" y="102404"/>
                </a:cubicBezTo>
                <a:lnTo>
                  <a:pt x="211555" y="37523"/>
                </a:lnTo>
                <a:cubicBezTo>
                  <a:pt x="211555" y="31732"/>
                  <a:pt x="211278" y="28112"/>
                  <a:pt x="210723" y="26664"/>
                </a:cubicBezTo>
                <a:cubicBezTo>
                  <a:pt x="210169" y="25216"/>
                  <a:pt x="209137" y="23984"/>
                  <a:pt x="207627" y="22967"/>
                </a:cubicBezTo>
                <a:cubicBezTo>
                  <a:pt x="206118" y="21950"/>
                  <a:pt x="204377" y="21442"/>
                  <a:pt x="202405" y="21442"/>
                </a:cubicBezTo>
                <a:cubicBezTo>
                  <a:pt x="199263" y="21442"/>
                  <a:pt x="195443" y="22428"/>
                  <a:pt x="190945" y="24399"/>
                </a:cubicBezTo>
                <a:lnTo>
                  <a:pt x="189281" y="21072"/>
                </a:lnTo>
                <a:lnTo>
                  <a:pt x="235400" y="0"/>
                </a:lnTo>
                <a:lnTo>
                  <a:pt x="238450" y="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:16]">
            <a:extLst xmlns:a="http://schemas.openxmlformats.org/drawingml/2006/main">
              <a:ext uri="{FF2B5EF4-FFF2-40B4-BE49-F238E27FC236}">
                <a16:creationId xmlns:a16="http://schemas.microsoft.com/office/drawing/2014/main" id="{F6F4C426-ACC6-4B39-B19F-9FF106D7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75" y="480109"/>
            <a:ext cx="279481" cy="162478"/>
          </a:xfrm>
          <a:custGeom xmlns:a="http://schemas.openxmlformats.org/drawingml/2006/main">
            <a:pathLst>
              <a:path w="279481" h="162478">
                <a:moveTo>
                  <a:pt x="15435" y="39002"/>
                </a:moveTo>
                <a:cubicBezTo>
                  <a:pt x="19686" y="39002"/>
                  <a:pt x="23306" y="40496"/>
                  <a:pt x="26294" y="43485"/>
                </a:cubicBezTo>
                <a:cubicBezTo>
                  <a:pt x="29282" y="46473"/>
                  <a:pt x="30777" y="50093"/>
                  <a:pt x="30777" y="54344"/>
                </a:cubicBezTo>
                <a:cubicBezTo>
                  <a:pt x="30777" y="58596"/>
                  <a:pt x="29282" y="62216"/>
                  <a:pt x="26294" y="65204"/>
                </a:cubicBezTo>
                <a:cubicBezTo>
                  <a:pt x="23306" y="68192"/>
                  <a:pt x="19686" y="69686"/>
                  <a:pt x="15435" y="69686"/>
                </a:cubicBezTo>
                <a:cubicBezTo>
                  <a:pt x="11183" y="69686"/>
                  <a:pt x="7563" y="68192"/>
                  <a:pt x="4575" y="65204"/>
                </a:cubicBezTo>
                <a:cubicBezTo>
                  <a:pt x="1587" y="62216"/>
                  <a:pt x="92" y="58596"/>
                  <a:pt x="92" y="54344"/>
                </a:cubicBezTo>
                <a:cubicBezTo>
                  <a:pt x="92" y="50093"/>
                  <a:pt x="1587" y="46473"/>
                  <a:pt x="4575" y="43485"/>
                </a:cubicBezTo>
                <a:cubicBezTo>
                  <a:pt x="7563" y="40496"/>
                  <a:pt x="11183" y="39002"/>
                  <a:pt x="15435" y="39002"/>
                </a:cubicBezTo>
                <a:moveTo>
                  <a:pt x="15342" y="99446"/>
                </a:moveTo>
                <a:cubicBezTo>
                  <a:pt x="19655" y="99446"/>
                  <a:pt x="23306" y="100961"/>
                  <a:pt x="26294" y="103989"/>
                </a:cubicBezTo>
                <a:cubicBezTo>
                  <a:pt x="29282" y="107016"/>
                  <a:pt x="30777" y="110662"/>
                  <a:pt x="30777" y="114927"/>
                </a:cubicBezTo>
                <a:cubicBezTo>
                  <a:pt x="30777" y="119192"/>
                  <a:pt x="29267" y="122823"/>
                  <a:pt x="26248" y="125821"/>
                </a:cubicBezTo>
                <a:cubicBezTo>
                  <a:pt x="23229" y="128817"/>
                  <a:pt x="19594" y="130315"/>
                  <a:pt x="15342" y="130315"/>
                </a:cubicBezTo>
                <a:cubicBezTo>
                  <a:pt x="11091" y="130315"/>
                  <a:pt x="7471" y="128817"/>
                  <a:pt x="4482" y="125821"/>
                </a:cubicBezTo>
                <a:cubicBezTo>
                  <a:pt x="1494" y="122823"/>
                  <a:pt x="0" y="119192"/>
                  <a:pt x="0" y="114927"/>
                </a:cubicBezTo>
                <a:cubicBezTo>
                  <a:pt x="0" y="110662"/>
                  <a:pt x="1494" y="107016"/>
                  <a:pt x="4482" y="103989"/>
                </a:cubicBezTo>
                <a:cubicBezTo>
                  <a:pt x="7471" y="100961"/>
                  <a:pt x="11091" y="99446"/>
                  <a:pt x="15342" y="99446"/>
                </a:cubicBezTo>
                <a:close/>
                <a:moveTo>
                  <a:pt x="108499" y="0"/>
                </a:moveTo>
                <a:lnTo>
                  <a:pt x="108499" y="102404"/>
                </a:lnTo>
                <a:cubicBezTo>
                  <a:pt x="108499" y="110171"/>
                  <a:pt x="108838" y="115126"/>
                  <a:pt x="109516" y="117269"/>
                </a:cubicBezTo>
                <a:cubicBezTo>
                  <a:pt x="110194" y="119412"/>
                  <a:pt x="111611" y="121168"/>
                  <a:pt x="113767" y="122535"/>
                </a:cubicBezTo>
                <a:cubicBezTo>
                  <a:pt x="115924" y="123902"/>
                  <a:pt x="119374" y="124585"/>
                  <a:pt x="124119" y="124585"/>
                </a:cubicBezTo>
                <a:lnTo>
                  <a:pt x="126984" y="124585"/>
                </a:lnTo>
                <a:lnTo>
                  <a:pt x="126984" y="127912"/>
                </a:lnTo>
                <a:lnTo>
                  <a:pt x="60994" y="127912"/>
                </a:lnTo>
                <a:lnTo>
                  <a:pt x="60994" y="124585"/>
                </a:lnTo>
                <a:lnTo>
                  <a:pt x="64322" y="124585"/>
                </a:lnTo>
                <a:cubicBezTo>
                  <a:pt x="69682" y="124585"/>
                  <a:pt x="73502" y="123964"/>
                  <a:pt x="75782" y="122722"/>
                </a:cubicBezTo>
                <a:cubicBezTo>
                  <a:pt x="78062" y="121478"/>
                  <a:pt x="79602" y="119770"/>
                  <a:pt x="80403" y="117596"/>
                </a:cubicBezTo>
                <a:cubicBezTo>
                  <a:pt x="81204" y="115420"/>
                  <a:pt x="81604" y="110356"/>
                  <a:pt x="81604" y="102404"/>
                </a:cubicBezTo>
                <a:lnTo>
                  <a:pt x="81604" y="37523"/>
                </a:lnTo>
                <a:cubicBezTo>
                  <a:pt x="81604" y="31732"/>
                  <a:pt x="81327" y="28112"/>
                  <a:pt x="80773" y="26664"/>
                </a:cubicBezTo>
                <a:cubicBezTo>
                  <a:pt x="80218" y="25216"/>
                  <a:pt x="79186" y="23984"/>
                  <a:pt x="77677" y="22967"/>
                </a:cubicBezTo>
                <a:cubicBezTo>
                  <a:pt x="76167" y="21950"/>
                  <a:pt x="74426" y="21442"/>
                  <a:pt x="72455" y="21442"/>
                </a:cubicBezTo>
                <a:cubicBezTo>
                  <a:pt x="69312" y="21442"/>
                  <a:pt x="65492" y="22428"/>
                  <a:pt x="60994" y="24399"/>
                </a:cubicBezTo>
                <a:lnTo>
                  <a:pt x="59331" y="21072"/>
                </a:lnTo>
                <a:lnTo>
                  <a:pt x="105449" y="0"/>
                </a:lnTo>
                <a:lnTo>
                  <a:pt x="108499" y="0"/>
                </a:lnTo>
                <a:close/>
                <a:moveTo>
                  <a:pt x="230405" y="0"/>
                </a:moveTo>
                <a:lnTo>
                  <a:pt x="230405" y="2588"/>
                </a:lnTo>
                <a:cubicBezTo>
                  <a:pt x="219252" y="5414"/>
                  <a:pt x="210303" y="9055"/>
                  <a:pt x="203556" y="13511"/>
                </a:cubicBezTo>
                <a:cubicBezTo>
                  <a:pt x="196809" y="17967"/>
                  <a:pt x="191479" y="23375"/>
                  <a:pt x="187567" y="29737"/>
                </a:cubicBezTo>
                <a:cubicBezTo>
                  <a:pt x="183654" y="36097"/>
                  <a:pt x="180620" y="43978"/>
                  <a:pt x="178463" y="53380"/>
                </a:cubicBezTo>
                <a:cubicBezTo>
                  <a:pt x="181174" y="51514"/>
                  <a:pt x="183423" y="50301"/>
                  <a:pt x="185210" y="49741"/>
                </a:cubicBezTo>
                <a:cubicBezTo>
                  <a:pt x="189215" y="48497"/>
                  <a:pt x="193251" y="47875"/>
                  <a:pt x="197317" y="47875"/>
                </a:cubicBezTo>
                <a:cubicBezTo>
                  <a:pt x="206683" y="47875"/>
                  <a:pt x="214493" y="51287"/>
                  <a:pt x="220746" y="58111"/>
                </a:cubicBezTo>
                <a:cubicBezTo>
                  <a:pt x="227000" y="64934"/>
                  <a:pt x="230127" y="74244"/>
                  <a:pt x="230127" y="86039"/>
                </a:cubicBezTo>
                <a:cubicBezTo>
                  <a:pt x="230127" y="94313"/>
                  <a:pt x="228433" y="101908"/>
                  <a:pt x="225044" y="108824"/>
                </a:cubicBezTo>
                <a:cubicBezTo>
                  <a:pt x="221655" y="115741"/>
                  <a:pt x="216849" y="121083"/>
                  <a:pt x="210626" y="124851"/>
                </a:cubicBezTo>
                <a:cubicBezTo>
                  <a:pt x="204403" y="128617"/>
                  <a:pt x="197749" y="130500"/>
                  <a:pt x="190663" y="130500"/>
                </a:cubicBezTo>
                <a:cubicBezTo>
                  <a:pt x="182961" y="130500"/>
                  <a:pt x="175845" y="128390"/>
                  <a:pt x="169313" y="124169"/>
                </a:cubicBezTo>
                <a:cubicBezTo>
                  <a:pt x="162782" y="119949"/>
                  <a:pt x="157684" y="113772"/>
                  <a:pt x="154018" y="105639"/>
                </a:cubicBezTo>
                <a:cubicBezTo>
                  <a:pt x="150352" y="97505"/>
                  <a:pt x="148518" y="88664"/>
                  <a:pt x="148518" y="79113"/>
                </a:cubicBezTo>
                <a:cubicBezTo>
                  <a:pt x="148518" y="65065"/>
                  <a:pt x="151892" y="51988"/>
                  <a:pt x="158639" y="39880"/>
                </a:cubicBezTo>
                <a:cubicBezTo>
                  <a:pt x="165386" y="27773"/>
                  <a:pt x="174967" y="18130"/>
                  <a:pt x="187382" y="10952"/>
                </a:cubicBezTo>
                <a:cubicBezTo>
                  <a:pt x="199797" y="3774"/>
                  <a:pt x="214138" y="123"/>
                  <a:pt x="230405" y="0"/>
                </a:cubicBezTo>
                <a:moveTo>
                  <a:pt x="177262" y="60915"/>
                </a:moveTo>
                <a:cubicBezTo>
                  <a:pt x="176769" y="69441"/>
                  <a:pt x="176522" y="75681"/>
                  <a:pt x="176522" y="79636"/>
                </a:cubicBezTo>
                <a:cubicBezTo>
                  <a:pt x="176522" y="88162"/>
                  <a:pt x="177339" y="96411"/>
                  <a:pt x="178972" y="104382"/>
                </a:cubicBezTo>
                <a:cubicBezTo>
                  <a:pt x="180604" y="112352"/>
                  <a:pt x="182838" y="117943"/>
                  <a:pt x="185672" y="121157"/>
                </a:cubicBezTo>
                <a:cubicBezTo>
                  <a:pt x="187706" y="123442"/>
                  <a:pt x="190108" y="124585"/>
                  <a:pt x="192881" y="124585"/>
                </a:cubicBezTo>
                <a:cubicBezTo>
                  <a:pt x="195715" y="124585"/>
                  <a:pt x="198242" y="122932"/>
                  <a:pt x="200460" y="119626"/>
                </a:cubicBezTo>
                <a:cubicBezTo>
                  <a:pt x="202678" y="116320"/>
                  <a:pt x="203787" y="109601"/>
                  <a:pt x="203787" y="99469"/>
                </a:cubicBezTo>
                <a:cubicBezTo>
                  <a:pt x="203787" y="82416"/>
                  <a:pt x="201723" y="70645"/>
                  <a:pt x="197595" y="64158"/>
                </a:cubicBezTo>
                <a:cubicBezTo>
                  <a:pt x="194945" y="59957"/>
                  <a:pt x="191372" y="57856"/>
                  <a:pt x="186874" y="57856"/>
                </a:cubicBezTo>
                <a:cubicBezTo>
                  <a:pt x="184409" y="57856"/>
                  <a:pt x="181205" y="58876"/>
                  <a:pt x="177262" y="60915"/>
                </a:cubicBezTo>
                <a:close/>
                <a:moveTo>
                  <a:pt x="279481" y="2588"/>
                </a:moveTo>
                <a:lnTo>
                  <a:pt x="279481" y="162478"/>
                </a:lnTo>
                <a:lnTo>
                  <a:pt x="242327" y="162478"/>
                </a:lnTo>
                <a:lnTo>
                  <a:pt x="242327" y="158966"/>
                </a:lnTo>
                <a:lnTo>
                  <a:pt x="246486" y="158966"/>
                </a:lnTo>
                <a:cubicBezTo>
                  <a:pt x="250553" y="158966"/>
                  <a:pt x="253279" y="158566"/>
                  <a:pt x="254666" y="157765"/>
                </a:cubicBezTo>
                <a:cubicBezTo>
                  <a:pt x="256052" y="156964"/>
                  <a:pt x="257100" y="155732"/>
                  <a:pt x="257808" y="154068"/>
                </a:cubicBezTo>
                <a:cubicBezTo>
                  <a:pt x="258517" y="152404"/>
                  <a:pt x="258871" y="148492"/>
                  <a:pt x="258871" y="142330"/>
                </a:cubicBezTo>
                <a:lnTo>
                  <a:pt x="258871" y="22921"/>
                </a:lnTo>
                <a:cubicBezTo>
                  <a:pt x="258871" y="17006"/>
                  <a:pt x="258748" y="13617"/>
                  <a:pt x="258501" y="12754"/>
                </a:cubicBezTo>
                <a:cubicBezTo>
                  <a:pt x="257947" y="10598"/>
                  <a:pt x="256915" y="8980"/>
                  <a:pt x="255405" y="7902"/>
                </a:cubicBezTo>
                <a:cubicBezTo>
                  <a:pt x="253896" y="6824"/>
                  <a:pt x="250923" y="6285"/>
                  <a:pt x="246486" y="6285"/>
                </a:cubicBezTo>
                <a:lnTo>
                  <a:pt x="242327" y="6285"/>
                </a:lnTo>
                <a:lnTo>
                  <a:pt x="242327" y="2588"/>
                </a:lnTo>
                <a:lnTo>
                  <a:pt x="279481" y="2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BA692-3744-4AA8-8296-8D8E1E8B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004" y="596470"/>
            <a:ext cx="463738" cy="189089"/>
          </a:xfrm>
          <a:custGeom xmlns:a="http://schemas.openxmlformats.org/drawingml/2006/main">
            <a:pathLst>
              <a:path w="463738" h="189089">
                <a:moveTo>
                  <a:pt x="0" y="189089"/>
                </a:moveTo>
                <a:lnTo>
                  <a:pt x="463738" y="189089"/>
                </a:lnTo>
                <a:lnTo>
                  <a:pt x="463738" y="0"/>
                </a:lnTo>
                <a:lnTo>
                  <a:pt x="0" y="0"/>
                </a:lnTo>
                <a:lnTo>
                  <a:pt x="0" y="189089"/>
                </a:lnTo>
                <a:close/>
              </a:path>
            </a:pathLst>
          </a:custGeom>
          <a:solidFill xmlns:a="http://schemas.openxmlformats.org/drawingml/2006/main">
            <a:srgbClr val="F4FE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37AC4-C735-46ED-B116-547A9828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007" y="596474"/>
            <a:ext cx="463738" cy="189092"/>
          </a:xfrm>
          <a:custGeom xmlns:a="http://schemas.openxmlformats.org/drawingml/2006/main">
            <a:pathLst>
              <a:path w="463738" h="189092" fill="none">
                <a:moveTo>
                  <a:pt x="0" y="0"/>
                </a:moveTo>
                <a:lnTo>
                  <a:pt x="463738" y="0"/>
                </a:lnTo>
                <a:lnTo>
                  <a:pt x="463738" y="189092"/>
                </a:lnTo>
                <a:lnTo>
                  <a:pt x="0" y="189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46" name="Text Tag">
            <a:extLst xmlns:a="http://schemas.openxmlformats.org/drawingml/2006/main">
              <a:ext uri="{FF2B5EF4-FFF2-40B4-BE49-F238E27FC236}">
                <a16:creationId xmlns:a16="http://schemas.microsoft.com/office/drawing/2014/main" id="{64C3F206-F5A7-4836-8974-162A08B5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308" y="635537"/>
            <a:ext cx="249270" cy="152327"/>
          </a:xfrm>
          <a:custGeom xmlns:a="http://schemas.openxmlformats.org/drawingml/2006/main">
            <a:pathLst>
              <a:path w="249270" h="152327">
                <a:moveTo>
                  <a:pt x="95141" y="0"/>
                </a:moveTo>
                <a:lnTo>
                  <a:pt x="96412" y="27026"/>
                </a:lnTo>
                <a:lnTo>
                  <a:pt x="93192" y="27026"/>
                </a:lnTo>
                <a:cubicBezTo>
                  <a:pt x="92571" y="22281"/>
                  <a:pt x="91724" y="18893"/>
                  <a:pt x="90651" y="16859"/>
                </a:cubicBezTo>
                <a:cubicBezTo>
                  <a:pt x="88900" y="13584"/>
                  <a:pt x="86570" y="11169"/>
                  <a:pt x="83661" y="9616"/>
                </a:cubicBezTo>
                <a:cubicBezTo>
                  <a:pt x="80753" y="8063"/>
                  <a:pt x="76926" y="7286"/>
                  <a:pt x="72182" y="7286"/>
                </a:cubicBezTo>
                <a:lnTo>
                  <a:pt x="56000" y="7286"/>
                </a:lnTo>
                <a:lnTo>
                  <a:pt x="56000" y="94887"/>
                </a:lnTo>
                <a:cubicBezTo>
                  <a:pt x="56000" y="101947"/>
                  <a:pt x="56763" y="106352"/>
                  <a:pt x="58288" y="108103"/>
                </a:cubicBezTo>
                <a:cubicBezTo>
                  <a:pt x="60434" y="110475"/>
                  <a:pt x="63738" y="111662"/>
                  <a:pt x="68200" y="111662"/>
                </a:cubicBezTo>
                <a:lnTo>
                  <a:pt x="72182" y="111662"/>
                </a:lnTo>
                <a:lnTo>
                  <a:pt x="72182" y="114881"/>
                </a:lnTo>
                <a:lnTo>
                  <a:pt x="23468" y="114881"/>
                </a:lnTo>
                <a:lnTo>
                  <a:pt x="23468" y="111662"/>
                </a:lnTo>
                <a:lnTo>
                  <a:pt x="27534" y="111662"/>
                </a:lnTo>
                <a:cubicBezTo>
                  <a:pt x="32391" y="111662"/>
                  <a:pt x="35837" y="110193"/>
                  <a:pt x="37870" y="107256"/>
                </a:cubicBezTo>
                <a:cubicBezTo>
                  <a:pt x="39113" y="105449"/>
                  <a:pt x="39734" y="101326"/>
                  <a:pt x="39734" y="94887"/>
                </a:cubicBezTo>
                <a:lnTo>
                  <a:pt x="39734" y="7286"/>
                </a:lnTo>
                <a:lnTo>
                  <a:pt x="25924" y="7286"/>
                </a:lnTo>
                <a:cubicBezTo>
                  <a:pt x="20559" y="7286"/>
                  <a:pt x="16746" y="7681"/>
                  <a:pt x="14487" y="8472"/>
                </a:cubicBezTo>
                <a:cubicBezTo>
                  <a:pt x="11550" y="9545"/>
                  <a:pt x="9037" y="11607"/>
                  <a:pt x="6947" y="14657"/>
                </a:cubicBezTo>
                <a:cubicBezTo>
                  <a:pt x="4857" y="17707"/>
                  <a:pt x="3615" y="21830"/>
                  <a:pt x="3219" y="27026"/>
                </a:cubicBezTo>
                <a:lnTo>
                  <a:pt x="0" y="27026"/>
                </a:lnTo>
                <a:lnTo>
                  <a:pt x="1356" y="0"/>
                </a:lnTo>
                <a:lnTo>
                  <a:pt x="95141" y="0"/>
                </a:lnTo>
                <a:close/>
                <a:moveTo>
                  <a:pt x="138006" y="103788"/>
                </a:moveTo>
                <a:cubicBezTo>
                  <a:pt x="130042" y="109942"/>
                  <a:pt x="125043" y="113499"/>
                  <a:pt x="123010" y="114457"/>
                </a:cubicBezTo>
                <a:cubicBezTo>
                  <a:pt x="119960" y="115869"/>
                  <a:pt x="116713" y="116575"/>
                  <a:pt x="113267" y="116575"/>
                </a:cubicBezTo>
                <a:cubicBezTo>
                  <a:pt x="107902" y="116575"/>
                  <a:pt x="103482" y="114740"/>
                  <a:pt x="100009" y="111068"/>
                </a:cubicBezTo>
                <a:cubicBezTo>
                  <a:pt x="96535" y="107397"/>
                  <a:pt x="94798" y="102568"/>
                  <a:pt x="94798" y="96581"/>
                </a:cubicBezTo>
                <a:cubicBezTo>
                  <a:pt x="94798" y="92797"/>
                  <a:pt x="95645" y="89521"/>
                  <a:pt x="97340" y="86754"/>
                </a:cubicBezTo>
                <a:cubicBezTo>
                  <a:pt x="99656" y="82913"/>
                  <a:pt x="103680" y="79298"/>
                  <a:pt x="109413" y="75909"/>
                </a:cubicBezTo>
                <a:cubicBezTo>
                  <a:pt x="115145" y="72521"/>
                  <a:pt x="124676" y="68398"/>
                  <a:pt x="138006" y="63540"/>
                </a:cubicBezTo>
                <a:lnTo>
                  <a:pt x="138006" y="60501"/>
                </a:lnTo>
                <a:cubicBezTo>
                  <a:pt x="138006" y="52791"/>
                  <a:pt x="136777" y="47502"/>
                  <a:pt x="134320" y="44632"/>
                </a:cubicBezTo>
                <a:cubicBezTo>
                  <a:pt x="131863" y="41762"/>
                  <a:pt x="128291" y="40327"/>
                  <a:pt x="123603" y="40327"/>
                </a:cubicBezTo>
                <a:cubicBezTo>
                  <a:pt x="120045" y="40327"/>
                  <a:pt x="117221" y="41287"/>
                  <a:pt x="115131" y="43207"/>
                </a:cubicBezTo>
                <a:cubicBezTo>
                  <a:pt x="112985" y="45128"/>
                  <a:pt x="111912" y="47330"/>
                  <a:pt x="111912" y="49816"/>
                </a:cubicBezTo>
                <a:lnTo>
                  <a:pt x="112081" y="54729"/>
                </a:lnTo>
                <a:cubicBezTo>
                  <a:pt x="112081" y="57327"/>
                  <a:pt x="111418" y="59333"/>
                  <a:pt x="110090" y="60745"/>
                </a:cubicBezTo>
                <a:cubicBezTo>
                  <a:pt x="108763" y="62157"/>
                  <a:pt x="107026" y="62863"/>
                  <a:pt x="104880" y="62863"/>
                </a:cubicBezTo>
                <a:cubicBezTo>
                  <a:pt x="102790" y="62863"/>
                  <a:pt x="101082" y="62127"/>
                  <a:pt x="99754" y="60655"/>
                </a:cubicBezTo>
                <a:cubicBezTo>
                  <a:pt x="98427" y="59181"/>
                  <a:pt x="97763" y="57170"/>
                  <a:pt x="97763" y="54621"/>
                </a:cubicBezTo>
                <a:cubicBezTo>
                  <a:pt x="97763" y="49748"/>
                  <a:pt x="100249" y="45272"/>
                  <a:pt x="105219" y="41193"/>
                </a:cubicBezTo>
                <a:cubicBezTo>
                  <a:pt x="110189" y="37114"/>
                  <a:pt x="117164" y="35074"/>
                  <a:pt x="126145" y="35074"/>
                </a:cubicBezTo>
                <a:cubicBezTo>
                  <a:pt x="133035" y="35074"/>
                  <a:pt x="138683" y="36230"/>
                  <a:pt x="143089" y="38542"/>
                </a:cubicBezTo>
                <a:cubicBezTo>
                  <a:pt x="146421" y="40292"/>
                  <a:pt x="148878" y="43028"/>
                  <a:pt x="150460" y="46752"/>
                </a:cubicBezTo>
                <a:cubicBezTo>
                  <a:pt x="151476" y="49178"/>
                  <a:pt x="151985" y="54142"/>
                  <a:pt x="151985" y="61645"/>
                </a:cubicBezTo>
                <a:lnTo>
                  <a:pt x="151985" y="87961"/>
                </a:lnTo>
                <a:cubicBezTo>
                  <a:pt x="151985" y="95351"/>
                  <a:pt x="152126" y="99878"/>
                  <a:pt x="152408" y="101543"/>
                </a:cubicBezTo>
                <a:cubicBezTo>
                  <a:pt x="152691" y="103207"/>
                  <a:pt x="153156" y="104322"/>
                  <a:pt x="153806" y="104887"/>
                </a:cubicBezTo>
                <a:cubicBezTo>
                  <a:pt x="154456" y="105450"/>
                  <a:pt x="155204" y="105731"/>
                  <a:pt x="156051" y="105731"/>
                </a:cubicBezTo>
                <a:cubicBezTo>
                  <a:pt x="156955" y="105731"/>
                  <a:pt x="157746" y="105533"/>
                  <a:pt x="158423" y="105138"/>
                </a:cubicBezTo>
                <a:cubicBezTo>
                  <a:pt x="159609" y="104404"/>
                  <a:pt x="161897" y="102342"/>
                  <a:pt x="165286" y="98953"/>
                </a:cubicBezTo>
                <a:lnTo>
                  <a:pt x="165286" y="103698"/>
                </a:lnTo>
                <a:cubicBezTo>
                  <a:pt x="158960" y="112170"/>
                  <a:pt x="152916" y="116406"/>
                  <a:pt x="147155" y="116406"/>
                </a:cubicBezTo>
                <a:cubicBezTo>
                  <a:pt x="144388" y="116406"/>
                  <a:pt x="142185" y="115453"/>
                  <a:pt x="140547" y="113547"/>
                </a:cubicBezTo>
                <a:cubicBezTo>
                  <a:pt x="138909" y="111639"/>
                  <a:pt x="138062" y="108386"/>
                  <a:pt x="138006" y="103788"/>
                </a:cubicBezTo>
                <a:moveTo>
                  <a:pt x="138006" y="98294"/>
                </a:moveTo>
                <a:lnTo>
                  <a:pt x="138006" y="68793"/>
                </a:lnTo>
                <a:cubicBezTo>
                  <a:pt x="129477" y="72175"/>
                  <a:pt x="123970" y="74570"/>
                  <a:pt x="121485" y="75978"/>
                </a:cubicBezTo>
                <a:cubicBezTo>
                  <a:pt x="117023" y="78458"/>
                  <a:pt x="113832" y="81051"/>
                  <a:pt x="111912" y="83757"/>
                </a:cubicBezTo>
                <a:cubicBezTo>
                  <a:pt x="109991" y="86461"/>
                  <a:pt x="109031" y="89419"/>
                  <a:pt x="109031" y="92631"/>
                </a:cubicBezTo>
                <a:cubicBezTo>
                  <a:pt x="109031" y="96689"/>
                  <a:pt x="110246" y="100057"/>
                  <a:pt x="112674" y="102734"/>
                </a:cubicBezTo>
                <a:cubicBezTo>
                  <a:pt x="115103" y="105410"/>
                  <a:pt x="117899" y="106748"/>
                  <a:pt x="121062" y="106748"/>
                </a:cubicBezTo>
                <a:cubicBezTo>
                  <a:pt x="125354" y="106748"/>
                  <a:pt x="131002" y="103930"/>
                  <a:pt x="138006" y="98294"/>
                </a:cubicBezTo>
                <a:close/>
                <a:moveTo>
                  <a:pt x="191830" y="86603"/>
                </a:moveTo>
                <a:cubicBezTo>
                  <a:pt x="187086" y="84291"/>
                  <a:pt x="183443" y="81062"/>
                  <a:pt x="180901" y="76916"/>
                </a:cubicBezTo>
                <a:cubicBezTo>
                  <a:pt x="178359" y="72770"/>
                  <a:pt x="177089" y="68186"/>
                  <a:pt x="177089" y="63164"/>
                </a:cubicBezTo>
                <a:cubicBezTo>
                  <a:pt x="177089" y="55494"/>
                  <a:pt x="179983" y="48894"/>
                  <a:pt x="185772" y="43366"/>
                </a:cubicBezTo>
                <a:cubicBezTo>
                  <a:pt x="191562" y="37838"/>
                  <a:pt x="198975" y="35074"/>
                  <a:pt x="208012" y="35074"/>
                </a:cubicBezTo>
                <a:cubicBezTo>
                  <a:pt x="215410" y="35074"/>
                  <a:pt x="221821" y="36882"/>
                  <a:pt x="227243" y="40496"/>
                </a:cubicBezTo>
                <a:lnTo>
                  <a:pt x="243679" y="40496"/>
                </a:lnTo>
                <a:cubicBezTo>
                  <a:pt x="246107" y="40496"/>
                  <a:pt x="247519" y="40567"/>
                  <a:pt x="247915" y="40708"/>
                </a:cubicBezTo>
                <a:cubicBezTo>
                  <a:pt x="248310" y="40849"/>
                  <a:pt x="248593" y="41089"/>
                  <a:pt x="248762" y="41428"/>
                </a:cubicBezTo>
                <a:cubicBezTo>
                  <a:pt x="249101" y="41937"/>
                  <a:pt x="249270" y="42840"/>
                  <a:pt x="249270" y="44139"/>
                </a:cubicBezTo>
                <a:cubicBezTo>
                  <a:pt x="249270" y="45608"/>
                  <a:pt x="249129" y="46624"/>
                  <a:pt x="248847" y="47189"/>
                </a:cubicBezTo>
                <a:cubicBezTo>
                  <a:pt x="248677" y="47472"/>
                  <a:pt x="248381" y="47698"/>
                  <a:pt x="247957" y="47867"/>
                </a:cubicBezTo>
                <a:cubicBezTo>
                  <a:pt x="247534" y="48036"/>
                  <a:pt x="246107" y="48121"/>
                  <a:pt x="243679" y="48121"/>
                </a:cubicBezTo>
                <a:lnTo>
                  <a:pt x="233597" y="48121"/>
                </a:lnTo>
                <a:cubicBezTo>
                  <a:pt x="236760" y="52188"/>
                  <a:pt x="238341" y="57384"/>
                  <a:pt x="238341" y="63710"/>
                </a:cubicBezTo>
                <a:cubicBezTo>
                  <a:pt x="238341" y="70939"/>
                  <a:pt x="235574" y="77124"/>
                  <a:pt x="230039" y="82264"/>
                </a:cubicBezTo>
                <a:cubicBezTo>
                  <a:pt x="224504" y="87403"/>
                  <a:pt x="217077" y="89973"/>
                  <a:pt x="207757" y="89973"/>
                </a:cubicBezTo>
                <a:cubicBezTo>
                  <a:pt x="203917" y="89973"/>
                  <a:pt x="199991" y="89397"/>
                  <a:pt x="195981" y="88244"/>
                </a:cubicBezTo>
                <a:cubicBezTo>
                  <a:pt x="193496" y="90359"/>
                  <a:pt x="191816" y="92208"/>
                  <a:pt x="190940" y="93793"/>
                </a:cubicBezTo>
                <a:cubicBezTo>
                  <a:pt x="190065" y="95378"/>
                  <a:pt x="189627" y="96727"/>
                  <a:pt x="189627" y="97839"/>
                </a:cubicBezTo>
                <a:cubicBezTo>
                  <a:pt x="189627" y="98785"/>
                  <a:pt x="190093" y="99703"/>
                  <a:pt x="191025" y="100592"/>
                </a:cubicBezTo>
                <a:cubicBezTo>
                  <a:pt x="191957" y="101482"/>
                  <a:pt x="193778" y="102122"/>
                  <a:pt x="196490" y="102512"/>
                </a:cubicBezTo>
                <a:cubicBezTo>
                  <a:pt x="198071" y="102769"/>
                  <a:pt x="202025" y="102995"/>
                  <a:pt x="208350" y="103189"/>
                </a:cubicBezTo>
                <a:cubicBezTo>
                  <a:pt x="219985" y="103512"/>
                  <a:pt x="227525" y="103964"/>
                  <a:pt x="230971" y="104545"/>
                </a:cubicBezTo>
                <a:cubicBezTo>
                  <a:pt x="236223" y="105277"/>
                  <a:pt x="240417" y="107223"/>
                  <a:pt x="243552" y="110380"/>
                </a:cubicBezTo>
                <a:cubicBezTo>
                  <a:pt x="246686" y="113538"/>
                  <a:pt x="248254" y="117428"/>
                  <a:pt x="248254" y="122050"/>
                </a:cubicBezTo>
                <a:cubicBezTo>
                  <a:pt x="248254" y="128422"/>
                  <a:pt x="245260" y="134398"/>
                  <a:pt x="239273" y="139979"/>
                </a:cubicBezTo>
                <a:cubicBezTo>
                  <a:pt x="230462" y="148211"/>
                  <a:pt x="218969" y="152327"/>
                  <a:pt x="204792" y="152327"/>
                </a:cubicBezTo>
                <a:cubicBezTo>
                  <a:pt x="193891" y="152327"/>
                  <a:pt x="184685" y="149870"/>
                  <a:pt x="177173" y="144954"/>
                </a:cubicBezTo>
                <a:cubicBezTo>
                  <a:pt x="172937" y="142130"/>
                  <a:pt x="170819" y="139192"/>
                  <a:pt x="170819" y="136140"/>
                </a:cubicBezTo>
                <a:cubicBezTo>
                  <a:pt x="170819" y="134785"/>
                  <a:pt x="171130" y="133429"/>
                  <a:pt x="171751" y="132074"/>
                </a:cubicBezTo>
                <a:cubicBezTo>
                  <a:pt x="172711" y="129984"/>
                  <a:pt x="174688" y="127074"/>
                  <a:pt x="177682" y="123345"/>
                </a:cubicBezTo>
                <a:cubicBezTo>
                  <a:pt x="178077" y="122837"/>
                  <a:pt x="180957" y="119786"/>
                  <a:pt x="186323" y="114193"/>
                </a:cubicBezTo>
                <a:cubicBezTo>
                  <a:pt x="183386" y="112443"/>
                  <a:pt x="181310" y="110878"/>
                  <a:pt x="180096" y="109496"/>
                </a:cubicBezTo>
                <a:cubicBezTo>
                  <a:pt x="178882" y="108114"/>
                  <a:pt x="178275" y="106548"/>
                  <a:pt x="178275" y="104799"/>
                </a:cubicBezTo>
                <a:cubicBezTo>
                  <a:pt x="178275" y="102824"/>
                  <a:pt x="179079" y="100511"/>
                  <a:pt x="180689" y="97860"/>
                </a:cubicBezTo>
                <a:cubicBezTo>
                  <a:pt x="182299" y="95207"/>
                  <a:pt x="186012" y="91455"/>
                  <a:pt x="191830" y="86603"/>
                </a:cubicBezTo>
                <a:moveTo>
                  <a:pt x="206571" y="39310"/>
                </a:moveTo>
                <a:cubicBezTo>
                  <a:pt x="202392" y="39310"/>
                  <a:pt x="198890" y="40968"/>
                  <a:pt x="196066" y="44282"/>
                </a:cubicBezTo>
                <a:cubicBezTo>
                  <a:pt x="193242" y="47595"/>
                  <a:pt x="191830" y="52678"/>
                  <a:pt x="191830" y="59532"/>
                </a:cubicBezTo>
                <a:cubicBezTo>
                  <a:pt x="191830" y="68408"/>
                  <a:pt x="193750" y="75289"/>
                  <a:pt x="197591" y="80175"/>
                </a:cubicBezTo>
                <a:cubicBezTo>
                  <a:pt x="200528" y="83883"/>
                  <a:pt x="204256" y="85737"/>
                  <a:pt x="208774" y="85737"/>
                </a:cubicBezTo>
                <a:cubicBezTo>
                  <a:pt x="213066" y="85737"/>
                  <a:pt x="216597" y="84136"/>
                  <a:pt x="219364" y="80934"/>
                </a:cubicBezTo>
                <a:cubicBezTo>
                  <a:pt x="222132" y="77733"/>
                  <a:pt x="223515" y="72705"/>
                  <a:pt x="223515" y="65852"/>
                </a:cubicBezTo>
                <a:cubicBezTo>
                  <a:pt x="223515" y="56921"/>
                  <a:pt x="221567" y="49927"/>
                  <a:pt x="217670" y="44870"/>
                </a:cubicBezTo>
                <a:cubicBezTo>
                  <a:pt x="214789" y="41164"/>
                  <a:pt x="211090" y="39310"/>
                  <a:pt x="206571" y="39310"/>
                </a:cubicBezTo>
                <a:moveTo>
                  <a:pt x="190983" y="114881"/>
                </a:moveTo>
                <a:cubicBezTo>
                  <a:pt x="188328" y="117744"/>
                  <a:pt x="186323" y="120410"/>
                  <a:pt x="184968" y="122879"/>
                </a:cubicBezTo>
                <a:cubicBezTo>
                  <a:pt x="183612" y="125348"/>
                  <a:pt x="182934" y="127622"/>
                  <a:pt x="182934" y="129699"/>
                </a:cubicBezTo>
                <a:cubicBezTo>
                  <a:pt x="182934" y="132392"/>
                  <a:pt x="184572" y="134750"/>
                  <a:pt x="187848" y="136771"/>
                </a:cubicBezTo>
                <a:cubicBezTo>
                  <a:pt x="193496" y="140251"/>
                  <a:pt x="201657" y="141991"/>
                  <a:pt x="212332" y="141991"/>
                </a:cubicBezTo>
                <a:cubicBezTo>
                  <a:pt x="222499" y="141991"/>
                  <a:pt x="229996" y="140216"/>
                  <a:pt x="234826" y="136665"/>
                </a:cubicBezTo>
                <a:cubicBezTo>
                  <a:pt x="239655" y="133115"/>
                  <a:pt x="242069" y="129327"/>
                  <a:pt x="242069" y="125301"/>
                </a:cubicBezTo>
                <a:cubicBezTo>
                  <a:pt x="242069" y="122395"/>
                  <a:pt x="240629" y="120326"/>
                  <a:pt x="237748" y="119096"/>
                </a:cubicBezTo>
                <a:cubicBezTo>
                  <a:pt x="234811" y="117866"/>
                  <a:pt x="228994" y="117138"/>
                  <a:pt x="220296" y="116914"/>
                </a:cubicBezTo>
                <a:cubicBezTo>
                  <a:pt x="207588" y="116561"/>
                  <a:pt x="197817" y="115883"/>
                  <a:pt x="190983" y="11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B502C-ED58-4003-B33E-E4BDEDAD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425" y="356955"/>
            <a:ext cx="10" cy="115225"/>
          </a:xfrm>
          <a:custGeom xmlns:a="http://schemas.openxmlformats.org/drawingml/2006/main">
            <a:pathLst>
              <a:path w="1" h="115225" fill="none">
                <a:moveTo>
                  <a:pt x="0" y="0"/>
                </a:moveTo>
                <a:lnTo>
                  <a:pt x="0" y="11522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C1CCD-B208-4F06-A4E7-0E348F05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94" y="47217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68B2A-77AB-469F-B69D-FED89248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94" y="472180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50" name="Text PHR[">
            <a:extLst xmlns:a="http://schemas.openxmlformats.org/drawingml/2006/main">
              <a:ext uri="{FF2B5EF4-FFF2-40B4-BE49-F238E27FC236}">
                <a16:creationId xmlns:a16="http://schemas.microsoft.com/office/drawing/2014/main" id="{E68C57DD-E3B1-4B8A-8A4E-99BAB71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56" y="186328"/>
            <a:ext cx="451585" cy="159891"/>
          </a:xfrm>
          <a:custGeom xmlns:a="http://schemas.openxmlformats.org/drawingml/2006/main">
            <a:pathLst>
              <a:path w="451585" h="159891">
                <a:moveTo>
                  <a:pt x="46304" y="68577"/>
                </a:moveTo>
                <a:lnTo>
                  <a:pt x="46304" y="103328"/>
                </a:lnTo>
                <a:cubicBezTo>
                  <a:pt x="46304" y="110140"/>
                  <a:pt x="46719" y="114429"/>
                  <a:pt x="47551" y="116195"/>
                </a:cubicBezTo>
                <a:cubicBezTo>
                  <a:pt x="48383" y="117959"/>
                  <a:pt x="49862" y="119367"/>
                  <a:pt x="51988" y="120420"/>
                </a:cubicBezTo>
                <a:cubicBezTo>
                  <a:pt x="54113" y="121472"/>
                  <a:pt x="58010" y="121997"/>
                  <a:pt x="63679" y="121997"/>
                </a:cubicBezTo>
                <a:lnTo>
                  <a:pt x="63679" y="125325"/>
                </a:lnTo>
                <a:lnTo>
                  <a:pt x="0" y="125325"/>
                </a:lnTo>
                <a:lnTo>
                  <a:pt x="0" y="121997"/>
                </a:lnTo>
                <a:cubicBezTo>
                  <a:pt x="5792" y="121997"/>
                  <a:pt x="9720" y="121455"/>
                  <a:pt x="11784" y="120371"/>
                </a:cubicBezTo>
                <a:cubicBezTo>
                  <a:pt x="13848" y="119287"/>
                  <a:pt x="15296" y="117879"/>
                  <a:pt x="16128" y="116146"/>
                </a:cubicBezTo>
                <a:cubicBezTo>
                  <a:pt x="16959" y="114413"/>
                  <a:pt x="17375" y="110140"/>
                  <a:pt x="17375" y="103328"/>
                </a:cubicBezTo>
                <a:lnTo>
                  <a:pt x="17375" y="21996"/>
                </a:lnTo>
                <a:cubicBezTo>
                  <a:pt x="17375" y="15184"/>
                  <a:pt x="16959" y="10896"/>
                  <a:pt x="16128" y="9132"/>
                </a:cubicBezTo>
                <a:cubicBezTo>
                  <a:pt x="15296" y="7367"/>
                  <a:pt x="13833" y="5958"/>
                  <a:pt x="11738" y="4907"/>
                </a:cubicBezTo>
                <a:cubicBezTo>
                  <a:pt x="9643" y="3854"/>
                  <a:pt x="5730" y="3327"/>
                  <a:pt x="0" y="3327"/>
                </a:cubicBezTo>
                <a:lnTo>
                  <a:pt x="0" y="0"/>
                </a:lnTo>
                <a:lnTo>
                  <a:pt x="54622" y="0"/>
                </a:lnTo>
                <a:cubicBezTo>
                  <a:pt x="72613" y="0"/>
                  <a:pt x="85521" y="3204"/>
                  <a:pt x="93346" y="9612"/>
                </a:cubicBezTo>
                <a:cubicBezTo>
                  <a:pt x="101172" y="16020"/>
                  <a:pt x="105084" y="24030"/>
                  <a:pt x="105084" y="33642"/>
                </a:cubicBezTo>
                <a:cubicBezTo>
                  <a:pt x="105084" y="41775"/>
                  <a:pt x="102558" y="48737"/>
                  <a:pt x="97505" y="54529"/>
                </a:cubicBezTo>
                <a:cubicBezTo>
                  <a:pt x="92453" y="60321"/>
                  <a:pt x="85491" y="64264"/>
                  <a:pt x="76618" y="66359"/>
                </a:cubicBezTo>
                <a:cubicBezTo>
                  <a:pt x="70641" y="67838"/>
                  <a:pt x="60537" y="68577"/>
                  <a:pt x="46304" y="68577"/>
                </a:cubicBezTo>
                <a:moveTo>
                  <a:pt x="46304" y="7209"/>
                </a:moveTo>
                <a:lnTo>
                  <a:pt x="46304" y="61368"/>
                </a:lnTo>
                <a:cubicBezTo>
                  <a:pt x="48337" y="61492"/>
                  <a:pt x="49877" y="61553"/>
                  <a:pt x="50925" y="61553"/>
                </a:cubicBezTo>
                <a:cubicBezTo>
                  <a:pt x="58442" y="61553"/>
                  <a:pt x="64233" y="59320"/>
                  <a:pt x="68300" y="54853"/>
                </a:cubicBezTo>
                <a:cubicBezTo>
                  <a:pt x="72367" y="50386"/>
                  <a:pt x="74400" y="43469"/>
                  <a:pt x="74400" y="34104"/>
                </a:cubicBezTo>
                <a:cubicBezTo>
                  <a:pt x="74400" y="24800"/>
                  <a:pt x="72367" y="17992"/>
                  <a:pt x="68300" y="13678"/>
                </a:cubicBezTo>
                <a:cubicBezTo>
                  <a:pt x="64233" y="9365"/>
                  <a:pt x="58164" y="7209"/>
                  <a:pt x="50093" y="7209"/>
                </a:cubicBezTo>
                <a:lnTo>
                  <a:pt x="46304" y="7209"/>
                </a:lnTo>
                <a:close/>
                <a:moveTo>
                  <a:pt x="162564" y="65065"/>
                </a:moveTo>
                <a:lnTo>
                  <a:pt x="162564" y="103883"/>
                </a:lnTo>
                <a:cubicBezTo>
                  <a:pt x="162564" y="110323"/>
                  <a:pt x="162918" y="114349"/>
                  <a:pt x="163627" y="115961"/>
                </a:cubicBezTo>
                <a:cubicBezTo>
                  <a:pt x="164335" y="117571"/>
                  <a:pt x="165722" y="118979"/>
                  <a:pt x="167786" y="120186"/>
                </a:cubicBezTo>
                <a:cubicBezTo>
                  <a:pt x="169850" y="121394"/>
                  <a:pt x="172638" y="121997"/>
                  <a:pt x="176150" y="121997"/>
                </a:cubicBezTo>
                <a:lnTo>
                  <a:pt x="180309" y="121997"/>
                </a:lnTo>
                <a:lnTo>
                  <a:pt x="180309" y="125325"/>
                </a:lnTo>
                <a:lnTo>
                  <a:pt x="114782" y="125325"/>
                </a:lnTo>
                <a:lnTo>
                  <a:pt x="114782" y="121997"/>
                </a:lnTo>
                <a:lnTo>
                  <a:pt x="118941" y="121997"/>
                </a:lnTo>
                <a:cubicBezTo>
                  <a:pt x="122576" y="121997"/>
                  <a:pt x="125502" y="121348"/>
                  <a:pt x="127721" y="120048"/>
                </a:cubicBezTo>
                <a:cubicBezTo>
                  <a:pt x="129323" y="119179"/>
                  <a:pt x="130555" y="117693"/>
                  <a:pt x="131418" y="115588"/>
                </a:cubicBezTo>
                <a:cubicBezTo>
                  <a:pt x="132095" y="114102"/>
                  <a:pt x="132434" y="110200"/>
                  <a:pt x="132434" y="103883"/>
                </a:cubicBezTo>
                <a:lnTo>
                  <a:pt x="132434" y="21442"/>
                </a:lnTo>
                <a:cubicBezTo>
                  <a:pt x="132434" y="15001"/>
                  <a:pt x="132095" y="10976"/>
                  <a:pt x="131418" y="9366"/>
                </a:cubicBezTo>
                <a:cubicBezTo>
                  <a:pt x="130740" y="7755"/>
                  <a:pt x="129369" y="6345"/>
                  <a:pt x="127305" y="5138"/>
                </a:cubicBezTo>
                <a:cubicBezTo>
                  <a:pt x="125241" y="3931"/>
                  <a:pt x="122453" y="3327"/>
                  <a:pt x="118941" y="3327"/>
                </a:cubicBezTo>
                <a:lnTo>
                  <a:pt x="114782" y="3327"/>
                </a:lnTo>
                <a:lnTo>
                  <a:pt x="114782" y="0"/>
                </a:lnTo>
                <a:lnTo>
                  <a:pt x="180309" y="0"/>
                </a:lnTo>
                <a:lnTo>
                  <a:pt x="180309" y="3327"/>
                </a:lnTo>
                <a:lnTo>
                  <a:pt x="176150" y="3327"/>
                </a:lnTo>
                <a:cubicBezTo>
                  <a:pt x="172515" y="3327"/>
                  <a:pt x="169588" y="3977"/>
                  <a:pt x="167370" y="5277"/>
                </a:cubicBezTo>
                <a:cubicBezTo>
                  <a:pt x="165768" y="6145"/>
                  <a:pt x="164505" y="7632"/>
                  <a:pt x="163580" y="9736"/>
                </a:cubicBezTo>
                <a:cubicBezTo>
                  <a:pt x="162903" y="11223"/>
                  <a:pt x="162564" y="15125"/>
                  <a:pt x="162564" y="21442"/>
                </a:cubicBezTo>
                <a:lnTo>
                  <a:pt x="162564" y="56932"/>
                </a:lnTo>
                <a:lnTo>
                  <a:pt x="206834" y="56932"/>
                </a:lnTo>
                <a:lnTo>
                  <a:pt x="206834" y="21442"/>
                </a:lnTo>
                <a:cubicBezTo>
                  <a:pt x="206834" y="15001"/>
                  <a:pt x="206495" y="10976"/>
                  <a:pt x="205817" y="9366"/>
                </a:cubicBezTo>
                <a:cubicBezTo>
                  <a:pt x="205140" y="7755"/>
                  <a:pt x="203753" y="6345"/>
                  <a:pt x="201658" y="5138"/>
                </a:cubicBezTo>
                <a:cubicBezTo>
                  <a:pt x="199564" y="3931"/>
                  <a:pt x="196760" y="3327"/>
                  <a:pt x="193248" y="3327"/>
                </a:cubicBezTo>
                <a:lnTo>
                  <a:pt x="189181" y="3327"/>
                </a:lnTo>
                <a:lnTo>
                  <a:pt x="189181" y="0"/>
                </a:lnTo>
                <a:lnTo>
                  <a:pt x="254616" y="0"/>
                </a:lnTo>
                <a:lnTo>
                  <a:pt x="254616" y="3327"/>
                </a:lnTo>
                <a:lnTo>
                  <a:pt x="250550" y="3327"/>
                </a:lnTo>
                <a:cubicBezTo>
                  <a:pt x="246853" y="3327"/>
                  <a:pt x="243926" y="3977"/>
                  <a:pt x="241770" y="5277"/>
                </a:cubicBezTo>
                <a:cubicBezTo>
                  <a:pt x="240168" y="6145"/>
                  <a:pt x="238905" y="7632"/>
                  <a:pt x="237980" y="9736"/>
                </a:cubicBezTo>
                <a:cubicBezTo>
                  <a:pt x="237303" y="11223"/>
                  <a:pt x="236964" y="15125"/>
                  <a:pt x="236964" y="21442"/>
                </a:cubicBezTo>
                <a:lnTo>
                  <a:pt x="236964" y="103883"/>
                </a:lnTo>
                <a:cubicBezTo>
                  <a:pt x="236964" y="110323"/>
                  <a:pt x="237303" y="114349"/>
                  <a:pt x="237980" y="115961"/>
                </a:cubicBezTo>
                <a:cubicBezTo>
                  <a:pt x="238658" y="117571"/>
                  <a:pt x="240044" y="118979"/>
                  <a:pt x="242139" y="120186"/>
                </a:cubicBezTo>
                <a:cubicBezTo>
                  <a:pt x="244234" y="121394"/>
                  <a:pt x="247038" y="121997"/>
                  <a:pt x="250550" y="121997"/>
                </a:cubicBezTo>
                <a:lnTo>
                  <a:pt x="254616" y="121997"/>
                </a:lnTo>
                <a:lnTo>
                  <a:pt x="254616" y="125325"/>
                </a:lnTo>
                <a:lnTo>
                  <a:pt x="189181" y="125325"/>
                </a:lnTo>
                <a:lnTo>
                  <a:pt x="189181" y="121997"/>
                </a:lnTo>
                <a:lnTo>
                  <a:pt x="193248" y="121997"/>
                </a:lnTo>
                <a:cubicBezTo>
                  <a:pt x="196945" y="121997"/>
                  <a:pt x="199872" y="121348"/>
                  <a:pt x="202028" y="120048"/>
                </a:cubicBezTo>
                <a:cubicBezTo>
                  <a:pt x="203630" y="119179"/>
                  <a:pt x="204893" y="117693"/>
                  <a:pt x="205817" y="115588"/>
                </a:cubicBezTo>
                <a:cubicBezTo>
                  <a:pt x="206495" y="114102"/>
                  <a:pt x="206834" y="110200"/>
                  <a:pt x="206834" y="103883"/>
                </a:cubicBezTo>
                <a:lnTo>
                  <a:pt x="206834" y="65065"/>
                </a:lnTo>
                <a:lnTo>
                  <a:pt x="162564" y="65065"/>
                </a:lnTo>
                <a:close/>
                <a:moveTo>
                  <a:pt x="308308" y="68208"/>
                </a:moveTo>
                <a:lnTo>
                  <a:pt x="308308" y="103513"/>
                </a:lnTo>
                <a:cubicBezTo>
                  <a:pt x="308308" y="110256"/>
                  <a:pt x="308724" y="114502"/>
                  <a:pt x="309556" y="116250"/>
                </a:cubicBezTo>
                <a:cubicBezTo>
                  <a:pt x="310388" y="117996"/>
                  <a:pt x="311851" y="119391"/>
                  <a:pt x="313946" y="120435"/>
                </a:cubicBezTo>
                <a:cubicBezTo>
                  <a:pt x="316041" y="121477"/>
                  <a:pt x="319953" y="121997"/>
                  <a:pt x="325683" y="121997"/>
                </a:cubicBezTo>
                <a:lnTo>
                  <a:pt x="325683" y="125325"/>
                </a:lnTo>
                <a:lnTo>
                  <a:pt x="261542" y="125325"/>
                </a:lnTo>
                <a:lnTo>
                  <a:pt x="261542" y="121997"/>
                </a:lnTo>
                <a:cubicBezTo>
                  <a:pt x="267334" y="121997"/>
                  <a:pt x="271262" y="121461"/>
                  <a:pt x="273326" y="120389"/>
                </a:cubicBezTo>
                <a:cubicBezTo>
                  <a:pt x="275390" y="119316"/>
                  <a:pt x="276838" y="117921"/>
                  <a:pt x="277670" y="116204"/>
                </a:cubicBezTo>
                <a:cubicBezTo>
                  <a:pt x="278502" y="114486"/>
                  <a:pt x="278918" y="110256"/>
                  <a:pt x="278918" y="103513"/>
                </a:cubicBezTo>
                <a:lnTo>
                  <a:pt x="278918" y="21812"/>
                </a:lnTo>
                <a:cubicBezTo>
                  <a:pt x="278918" y="15069"/>
                  <a:pt x="278502" y="10824"/>
                  <a:pt x="277670" y="9078"/>
                </a:cubicBezTo>
                <a:cubicBezTo>
                  <a:pt x="276838" y="7329"/>
                  <a:pt x="275375" y="5934"/>
                  <a:pt x="273280" y="4893"/>
                </a:cubicBezTo>
                <a:cubicBezTo>
                  <a:pt x="271185" y="3849"/>
                  <a:pt x="267273" y="3327"/>
                  <a:pt x="261542" y="3327"/>
                </a:cubicBezTo>
                <a:lnTo>
                  <a:pt x="261542" y="0"/>
                </a:lnTo>
                <a:lnTo>
                  <a:pt x="319768" y="0"/>
                </a:lnTo>
                <a:cubicBezTo>
                  <a:pt x="334926" y="0"/>
                  <a:pt x="346016" y="1046"/>
                  <a:pt x="353040" y="3139"/>
                </a:cubicBezTo>
                <a:cubicBezTo>
                  <a:pt x="360064" y="5232"/>
                  <a:pt x="365795" y="9095"/>
                  <a:pt x="370231" y="14727"/>
                </a:cubicBezTo>
                <a:cubicBezTo>
                  <a:pt x="374667" y="20359"/>
                  <a:pt x="376885" y="26960"/>
                  <a:pt x="376885" y="34531"/>
                </a:cubicBezTo>
                <a:cubicBezTo>
                  <a:pt x="376885" y="43766"/>
                  <a:pt x="373558" y="51399"/>
                  <a:pt x="366904" y="57432"/>
                </a:cubicBezTo>
                <a:cubicBezTo>
                  <a:pt x="362652" y="61248"/>
                  <a:pt x="356706" y="64110"/>
                  <a:pt x="349066" y="66018"/>
                </a:cubicBezTo>
                <a:lnTo>
                  <a:pt x="379196" y="108544"/>
                </a:lnTo>
                <a:cubicBezTo>
                  <a:pt x="383139" y="113974"/>
                  <a:pt x="385943" y="117360"/>
                  <a:pt x="387606" y="118702"/>
                </a:cubicBezTo>
                <a:cubicBezTo>
                  <a:pt x="390133" y="120593"/>
                  <a:pt x="393059" y="121630"/>
                  <a:pt x="396386" y="121813"/>
                </a:cubicBezTo>
                <a:lnTo>
                  <a:pt x="396386" y="125325"/>
                </a:lnTo>
                <a:lnTo>
                  <a:pt x="356922" y="125325"/>
                </a:lnTo>
                <a:lnTo>
                  <a:pt x="316534" y="68208"/>
                </a:lnTo>
                <a:lnTo>
                  <a:pt x="308308" y="68208"/>
                </a:lnTo>
                <a:moveTo>
                  <a:pt x="308308" y="7024"/>
                </a:moveTo>
                <a:lnTo>
                  <a:pt x="308308" y="61553"/>
                </a:lnTo>
                <a:lnTo>
                  <a:pt x="313576" y="61553"/>
                </a:lnTo>
                <a:cubicBezTo>
                  <a:pt x="322141" y="61553"/>
                  <a:pt x="328549" y="60773"/>
                  <a:pt x="332800" y="59214"/>
                </a:cubicBezTo>
                <a:cubicBezTo>
                  <a:pt x="337051" y="57652"/>
                  <a:pt x="340394" y="54837"/>
                  <a:pt x="342828" y="50769"/>
                </a:cubicBezTo>
                <a:cubicBezTo>
                  <a:pt x="345262" y="46698"/>
                  <a:pt x="346478" y="41389"/>
                  <a:pt x="346478" y="34840"/>
                </a:cubicBezTo>
                <a:cubicBezTo>
                  <a:pt x="346478" y="25354"/>
                  <a:pt x="344245" y="18346"/>
                  <a:pt x="339778" y="13817"/>
                </a:cubicBezTo>
                <a:cubicBezTo>
                  <a:pt x="335311" y="9288"/>
                  <a:pt x="328117" y="7024"/>
                  <a:pt x="318197" y="7024"/>
                </a:cubicBezTo>
                <a:lnTo>
                  <a:pt x="308308" y="7024"/>
                </a:lnTo>
                <a:close/>
                <a:moveTo>
                  <a:pt x="414431" y="159891"/>
                </a:moveTo>
                <a:lnTo>
                  <a:pt x="414431" y="0"/>
                </a:lnTo>
                <a:lnTo>
                  <a:pt x="451585" y="0"/>
                </a:lnTo>
                <a:lnTo>
                  <a:pt x="451585" y="3882"/>
                </a:lnTo>
                <a:lnTo>
                  <a:pt x="447426" y="3882"/>
                </a:lnTo>
                <a:cubicBezTo>
                  <a:pt x="443359" y="3882"/>
                  <a:pt x="440633" y="4301"/>
                  <a:pt x="439247" y="5138"/>
                </a:cubicBezTo>
                <a:cubicBezTo>
                  <a:pt x="437860" y="5974"/>
                  <a:pt x="436813" y="7213"/>
                  <a:pt x="436104" y="8855"/>
                </a:cubicBezTo>
                <a:cubicBezTo>
                  <a:pt x="435396" y="10496"/>
                  <a:pt x="435041" y="14445"/>
                  <a:pt x="435041" y="20703"/>
                </a:cubicBezTo>
                <a:lnTo>
                  <a:pt x="435041" y="139927"/>
                </a:lnTo>
                <a:cubicBezTo>
                  <a:pt x="435041" y="145842"/>
                  <a:pt x="435165" y="149231"/>
                  <a:pt x="435411" y="150094"/>
                </a:cubicBezTo>
                <a:cubicBezTo>
                  <a:pt x="435966" y="152312"/>
                  <a:pt x="436998" y="153945"/>
                  <a:pt x="438507" y="154992"/>
                </a:cubicBezTo>
                <a:cubicBezTo>
                  <a:pt x="440017" y="156040"/>
                  <a:pt x="442990" y="156563"/>
                  <a:pt x="447426" y="156563"/>
                </a:cubicBezTo>
                <a:lnTo>
                  <a:pt x="451585" y="156563"/>
                </a:lnTo>
                <a:lnTo>
                  <a:pt x="451585" y="159891"/>
                </a:lnTo>
                <a:lnTo>
                  <a:pt x="414431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67">
            <a:extLst xmlns:a="http://schemas.openxmlformats.org/drawingml/2006/main">
              <a:ext uri="{FF2B5EF4-FFF2-40B4-BE49-F238E27FC236}">
                <a16:creationId xmlns:a16="http://schemas.microsoft.com/office/drawing/2014/main" id="{6A229A97-DE74-4439-8F38-205474F3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546" y="183741"/>
            <a:ext cx="177728" cy="130500"/>
          </a:xfrm>
          <a:custGeom xmlns:a="http://schemas.openxmlformats.org/drawingml/2006/main">
            <a:pathLst>
              <a:path w="177728" h="130500">
                <a:moveTo>
                  <a:pt x="81886" y="0"/>
                </a:moveTo>
                <a:lnTo>
                  <a:pt x="81886" y="2588"/>
                </a:lnTo>
                <a:cubicBezTo>
                  <a:pt x="70734" y="5414"/>
                  <a:pt x="61784" y="9055"/>
                  <a:pt x="55037" y="13511"/>
                </a:cubicBezTo>
                <a:cubicBezTo>
                  <a:pt x="48291" y="17967"/>
                  <a:pt x="42961" y="23375"/>
                  <a:pt x="39048" y="29737"/>
                </a:cubicBezTo>
                <a:cubicBezTo>
                  <a:pt x="35136" y="36097"/>
                  <a:pt x="32101" y="43978"/>
                  <a:pt x="29945" y="53380"/>
                </a:cubicBezTo>
                <a:cubicBezTo>
                  <a:pt x="32656" y="51514"/>
                  <a:pt x="34905" y="50301"/>
                  <a:pt x="36692" y="49741"/>
                </a:cubicBezTo>
                <a:cubicBezTo>
                  <a:pt x="40697" y="48497"/>
                  <a:pt x="44732" y="47875"/>
                  <a:pt x="48799" y="47875"/>
                </a:cubicBezTo>
                <a:cubicBezTo>
                  <a:pt x="58164" y="47875"/>
                  <a:pt x="65974" y="51287"/>
                  <a:pt x="72228" y="58111"/>
                </a:cubicBezTo>
                <a:cubicBezTo>
                  <a:pt x="78482" y="64934"/>
                  <a:pt x="81609" y="74244"/>
                  <a:pt x="81609" y="86039"/>
                </a:cubicBezTo>
                <a:cubicBezTo>
                  <a:pt x="81609" y="94313"/>
                  <a:pt x="79914" y="101908"/>
                  <a:pt x="76526" y="108824"/>
                </a:cubicBezTo>
                <a:cubicBezTo>
                  <a:pt x="73137" y="115741"/>
                  <a:pt x="68331" y="121083"/>
                  <a:pt x="62108" y="124851"/>
                </a:cubicBezTo>
                <a:cubicBezTo>
                  <a:pt x="55885" y="128617"/>
                  <a:pt x="49230" y="130500"/>
                  <a:pt x="42145" y="130500"/>
                </a:cubicBezTo>
                <a:cubicBezTo>
                  <a:pt x="34443" y="130500"/>
                  <a:pt x="27326" y="128390"/>
                  <a:pt x="20795" y="124169"/>
                </a:cubicBezTo>
                <a:cubicBezTo>
                  <a:pt x="14264" y="119949"/>
                  <a:pt x="9165" y="113772"/>
                  <a:pt x="5499" y="105639"/>
                </a:cubicBezTo>
                <a:cubicBezTo>
                  <a:pt x="1833" y="97505"/>
                  <a:pt x="0" y="88664"/>
                  <a:pt x="0" y="79113"/>
                </a:cubicBezTo>
                <a:cubicBezTo>
                  <a:pt x="0" y="65065"/>
                  <a:pt x="3373" y="51988"/>
                  <a:pt x="10120" y="39880"/>
                </a:cubicBezTo>
                <a:cubicBezTo>
                  <a:pt x="16867" y="27773"/>
                  <a:pt x="26448" y="18130"/>
                  <a:pt x="38864" y="10952"/>
                </a:cubicBezTo>
                <a:cubicBezTo>
                  <a:pt x="51279" y="3774"/>
                  <a:pt x="65620" y="123"/>
                  <a:pt x="81886" y="0"/>
                </a:cubicBezTo>
                <a:moveTo>
                  <a:pt x="28743" y="60915"/>
                </a:moveTo>
                <a:cubicBezTo>
                  <a:pt x="28250" y="69441"/>
                  <a:pt x="28004" y="75681"/>
                  <a:pt x="28004" y="79636"/>
                </a:cubicBezTo>
                <a:cubicBezTo>
                  <a:pt x="28004" y="88162"/>
                  <a:pt x="28820" y="96411"/>
                  <a:pt x="30453" y="104382"/>
                </a:cubicBezTo>
                <a:cubicBezTo>
                  <a:pt x="32086" y="112352"/>
                  <a:pt x="34319" y="117943"/>
                  <a:pt x="37154" y="121157"/>
                </a:cubicBezTo>
                <a:cubicBezTo>
                  <a:pt x="39187" y="123442"/>
                  <a:pt x="41590" y="124585"/>
                  <a:pt x="44363" y="124585"/>
                </a:cubicBezTo>
                <a:cubicBezTo>
                  <a:pt x="47197" y="124585"/>
                  <a:pt x="49723" y="122932"/>
                  <a:pt x="51941" y="119626"/>
                </a:cubicBezTo>
                <a:cubicBezTo>
                  <a:pt x="54159" y="116320"/>
                  <a:pt x="55269" y="109601"/>
                  <a:pt x="55269" y="99469"/>
                </a:cubicBezTo>
                <a:cubicBezTo>
                  <a:pt x="55269" y="82416"/>
                  <a:pt x="53204" y="70645"/>
                  <a:pt x="49076" y="64158"/>
                </a:cubicBezTo>
                <a:cubicBezTo>
                  <a:pt x="46427" y="59957"/>
                  <a:pt x="42853" y="57856"/>
                  <a:pt x="38355" y="57856"/>
                </a:cubicBezTo>
                <a:cubicBezTo>
                  <a:pt x="35891" y="57856"/>
                  <a:pt x="32687" y="58876"/>
                  <a:pt x="28743" y="60915"/>
                </a:cubicBezTo>
                <a:close/>
                <a:moveTo>
                  <a:pt x="121166" y="130500"/>
                </a:moveTo>
                <a:lnTo>
                  <a:pt x="155270" y="27172"/>
                </a:lnTo>
                <a:lnTo>
                  <a:pt x="129299" y="27172"/>
                </a:lnTo>
                <a:cubicBezTo>
                  <a:pt x="119133" y="27172"/>
                  <a:pt x="111492" y="28497"/>
                  <a:pt x="106378" y="31146"/>
                </a:cubicBezTo>
                <a:cubicBezTo>
                  <a:pt x="102805" y="32995"/>
                  <a:pt x="99847" y="36476"/>
                  <a:pt x="97506" y="41590"/>
                </a:cubicBezTo>
                <a:lnTo>
                  <a:pt x="93994" y="41590"/>
                </a:lnTo>
                <a:lnTo>
                  <a:pt x="103051" y="2588"/>
                </a:lnTo>
                <a:lnTo>
                  <a:pt x="177728" y="2588"/>
                </a:lnTo>
                <a:lnTo>
                  <a:pt x="135676" y="130500"/>
                </a:lnTo>
                <a:lnTo>
                  <a:pt x="121166" y="13050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:0]">
            <a:extLst xmlns:a="http://schemas.openxmlformats.org/drawingml/2006/main">
              <a:ext uri="{FF2B5EF4-FFF2-40B4-BE49-F238E27FC236}">
                <a16:creationId xmlns:a16="http://schemas.microsoft.com/office/drawing/2014/main" id="{DA4A1D16-2854-4274-8BF6-C44259E6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978" y="183741"/>
            <a:ext cx="184842" cy="162478"/>
          </a:xfrm>
          <a:custGeom xmlns:a="http://schemas.openxmlformats.org/drawingml/2006/main">
            <a:pathLst>
              <a:path w="184842" h="162478">
                <a:moveTo>
                  <a:pt x="15435" y="39002"/>
                </a:moveTo>
                <a:cubicBezTo>
                  <a:pt x="19686" y="39002"/>
                  <a:pt x="23306" y="40496"/>
                  <a:pt x="26294" y="43485"/>
                </a:cubicBezTo>
                <a:cubicBezTo>
                  <a:pt x="29282" y="46473"/>
                  <a:pt x="30777" y="50093"/>
                  <a:pt x="30777" y="54344"/>
                </a:cubicBezTo>
                <a:cubicBezTo>
                  <a:pt x="30777" y="58596"/>
                  <a:pt x="29282" y="62216"/>
                  <a:pt x="26294" y="65204"/>
                </a:cubicBezTo>
                <a:cubicBezTo>
                  <a:pt x="23306" y="68192"/>
                  <a:pt x="19686" y="69686"/>
                  <a:pt x="15435" y="69686"/>
                </a:cubicBezTo>
                <a:cubicBezTo>
                  <a:pt x="11183" y="69686"/>
                  <a:pt x="7563" y="68192"/>
                  <a:pt x="4575" y="65204"/>
                </a:cubicBezTo>
                <a:cubicBezTo>
                  <a:pt x="1587" y="62216"/>
                  <a:pt x="92" y="58596"/>
                  <a:pt x="92" y="54344"/>
                </a:cubicBezTo>
                <a:cubicBezTo>
                  <a:pt x="92" y="50093"/>
                  <a:pt x="1587" y="46473"/>
                  <a:pt x="4575" y="43485"/>
                </a:cubicBezTo>
                <a:cubicBezTo>
                  <a:pt x="7563" y="40496"/>
                  <a:pt x="11183" y="39002"/>
                  <a:pt x="15435" y="39002"/>
                </a:cubicBezTo>
                <a:moveTo>
                  <a:pt x="15342" y="99446"/>
                </a:moveTo>
                <a:cubicBezTo>
                  <a:pt x="19655" y="99446"/>
                  <a:pt x="23306" y="100961"/>
                  <a:pt x="26294" y="103989"/>
                </a:cubicBezTo>
                <a:cubicBezTo>
                  <a:pt x="29282" y="107016"/>
                  <a:pt x="30777" y="110662"/>
                  <a:pt x="30777" y="114927"/>
                </a:cubicBezTo>
                <a:cubicBezTo>
                  <a:pt x="30777" y="119192"/>
                  <a:pt x="29267" y="122823"/>
                  <a:pt x="26248" y="125821"/>
                </a:cubicBezTo>
                <a:cubicBezTo>
                  <a:pt x="23229" y="128817"/>
                  <a:pt x="19594" y="130315"/>
                  <a:pt x="15342" y="130315"/>
                </a:cubicBezTo>
                <a:cubicBezTo>
                  <a:pt x="11091" y="130315"/>
                  <a:pt x="7471" y="128817"/>
                  <a:pt x="4482" y="125821"/>
                </a:cubicBezTo>
                <a:cubicBezTo>
                  <a:pt x="1494" y="122823"/>
                  <a:pt x="0" y="119192"/>
                  <a:pt x="0" y="114927"/>
                </a:cubicBezTo>
                <a:cubicBezTo>
                  <a:pt x="0" y="110662"/>
                  <a:pt x="1494" y="107016"/>
                  <a:pt x="4482" y="103989"/>
                </a:cubicBezTo>
                <a:cubicBezTo>
                  <a:pt x="7471" y="100961"/>
                  <a:pt x="11091" y="99446"/>
                  <a:pt x="15342" y="99446"/>
                </a:cubicBezTo>
                <a:close/>
                <a:moveTo>
                  <a:pt x="134564" y="65250"/>
                </a:moveTo>
                <a:cubicBezTo>
                  <a:pt x="134564" y="77758"/>
                  <a:pt x="132808" y="89434"/>
                  <a:pt x="129296" y="100278"/>
                </a:cubicBezTo>
                <a:cubicBezTo>
                  <a:pt x="127201" y="106933"/>
                  <a:pt x="124382" y="112385"/>
                  <a:pt x="120839" y="116637"/>
                </a:cubicBezTo>
                <a:cubicBezTo>
                  <a:pt x="117297" y="120888"/>
                  <a:pt x="113276" y="124262"/>
                  <a:pt x="108778" y="126757"/>
                </a:cubicBezTo>
                <a:cubicBezTo>
                  <a:pt x="104280" y="129253"/>
                  <a:pt x="99382" y="130500"/>
                  <a:pt x="94083" y="130500"/>
                </a:cubicBezTo>
                <a:cubicBezTo>
                  <a:pt x="88045" y="130500"/>
                  <a:pt x="82592" y="128960"/>
                  <a:pt x="77724" y="125879"/>
                </a:cubicBezTo>
                <a:cubicBezTo>
                  <a:pt x="72857" y="122798"/>
                  <a:pt x="68544" y="118393"/>
                  <a:pt x="64785" y="112663"/>
                </a:cubicBezTo>
                <a:cubicBezTo>
                  <a:pt x="62074" y="108473"/>
                  <a:pt x="59702" y="102897"/>
                  <a:pt x="57669" y="95934"/>
                </a:cubicBezTo>
                <a:cubicBezTo>
                  <a:pt x="55019" y="86507"/>
                  <a:pt x="53695" y="76772"/>
                  <a:pt x="53695" y="66729"/>
                </a:cubicBezTo>
                <a:cubicBezTo>
                  <a:pt x="53695" y="53112"/>
                  <a:pt x="55605" y="40604"/>
                  <a:pt x="59425" y="29205"/>
                </a:cubicBezTo>
                <a:cubicBezTo>
                  <a:pt x="62567" y="19778"/>
                  <a:pt x="67342" y="12554"/>
                  <a:pt x="73750" y="7532"/>
                </a:cubicBezTo>
                <a:cubicBezTo>
                  <a:pt x="80158" y="2511"/>
                  <a:pt x="86936" y="0"/>
                  <a:pt x="94083" y="0"/>
                </a:cubicBezTo>
                <a:cubicBezTo>
                  <a:pt x="101354" y="0"/>
                  <a:pt x="108147" y="2480"/>
                  <a:pt x="114462" y="7440"/>
                </a:cubicBezTo>
                <a:cubicBezTo>
                  <a:pt x="120778" y="12400"/>
                  <a:pt x="125414" y="19070"/>
                  <a:pt x="128372" y="27449"/>
                </a:cubicBezTo>
                <a:cubicBezTo>
                  <a:pt x="132500" y="38971"/>
                  <a:pt x="134564" y="51572"/>
                  <a:pt x="134564" y="65250"/>
                </a:cubicBezTo>
                <a:moveTo>
                  <a:pt x="106098" y="65065"/>
                </a:moveTo>
                <a:cubicBezTo>
                  <a:pt x="106098" y="43165"/>
                  <a:pt x="105975" y="30400"/>
                  <a:pt x="105728" y="26771"/>
                </a:cubicBezTo>
                <a:cubicBezTo>
                  <a:pt x="105112" y="18220"/>
                  <a:pt x="103633" y="12437"/>
                  <a:pt x="101292" y="9421"/>
                </a:cubicBezTo>
                <a:cubicBezTo>
                  <a:pt x="99752" y="7453"/>
                  <a:pt x="97256" y="6470"/>
                  <a:pt x="93806" y="6470"/>
                </a:cubicBezTo>
                <a:cubicBezTo>
                  <a:pt x="91156" y="6470"/>
                  <a:pt x="89062" y="7208"/>
                  <a:pt x="87521" y="8685"/>
                </a:cubicBezTo>
                <a:cubicBezTo>
                  <a:pt x="85241" y="10837"/>
                  <a:pt x="83701" y="14636"/>
                  <a:pt x="82900" y="20082"/>
                </a:cubicBezTo>
                <a:cubicBezTo>
                  <a:pt x="82099" y="25525"/>
                  <a:pt x="81699" y="44518"/>
                  <a:pt x="81699" y="77060"/>
                </a:cubicBezTo>
                <a:cubicBezTo>
                  <a:pt x="81699" y="94778"/>
                  <a:pt x="82315" y="106651"/>
                  <a:pt x="83547" y="112680"/>
                </a:cubicBezTo>
                <a:cubicBezTo>
                  <a:pt x="84471" y="117047"/>
                  <a:pt x="85796" y="119969"/>
                  <a:pt x="87521" y="121446"/>
                </a:cubicBezTo>
                <a:cubicBezTo>
                  <a:pt x="89246" y="122923"/>
                  <a:pt x="91526" y="123661"/>
                  <a:pt x="94360" y="123661"/>
                </a:cubicBezTo>
                <a:cubicBezTo>
                  <a:pt x="97441" y="123661"/>
                  <a:pt x="99752" y="122677"/>
                  <a:pt x="101292" y="120709"/>
                </a:cubicBezTo>
                <a:cubicBezTo>
                  <a:pt x="103880" y="117263"/>
                  <a:pt x="105359" y="111941"/>
                  <a:pt x="105728" y="104743"/>
                </a:cubicBezTo>
                <a:lnTo>
                  <a:pt x="106098" y="65065"/>
                </a:lnTo>
                <a:close/>
                <a:moveTo>
                  <a:pt x="184842" y="2588"/>
                </a:moveTo>
                <a:lnTo>
                  <a:pt x="184842" y="162478"/>
                </a:lnTo>
                <a:lnTo>
                  <a:pt x="147688" y="162478"/>
                </a:lnTo>
                <a:lnTo>
                  <a:pt x="147688" y="158966"/>
                </a:lnTo>
                <a:lnTo>
                  <a:pt x="151847" y="158966"/>
                </a:lnTo>
                <a:cubicBezTo>
                  <a:pt x="155914" y="158966"/>
                  <a:pt x="158640" y="158566"/>
                  <a:pt x="160027" y="157765"/>
                </a:cubicBezTo>
                <a:cubicBezTo>
                  <a:pt x="161413" y="156964"/>
                  <a:pt x="162461" y="155732"/>
                  <a:pt x="163169" y="154068"/>
                </a:cubicBezTo>
                <a:cubicBezTo>
                  <a:pt x="163878" y="152404"/>
                  <a:pt x="164232" y="148492"/>
                  <a:pt x="164232" y="142330"/>
                </a:cubicBezTo>
                <a:lnTo>
                  <a:pt x="164232" y="22921"/>
                </a:lnTo>
                <a:cubicBezTo>
                  <a:pt x="164232" y="17006"/>
                  <a:pt x="164109" y="13617"/>
                  <a:pt x="163862" y="12754"/>
                </a:cubicBezTo>
                <a:cubicBezTo>
                  <a:pt x="163308" y="10598"/>
                  <a:pt x="162276" y="8980"/>
                  <a:pt x="160766" y="7902"/>
                </a:cubicBezTo>
                <a:cubicBezTo>
                  <a:pt x="159257" y="6824"/>
                  <a:pt x="156284" y="6285"/>
                  <a:pt x="151847" y="6285"/>
                </a:cubicBezTo>
                <a:lnTo>
                  <a:pt x="147688" y="6285"/>
                </a:lnTo>
                <a:lnTo>
                  <a:pt x="147688" y="2588"/>
                </a:lnTo>
                <a:lnTo>
                  <a:pt x="184842" y="2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3F634-E31D-464F-A01B-573A5682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384" y="418282"/>
            <a:ext cx="1135685" cy="52194"/>
          </a:xfrm>
          <a:custGeom xmlns:a="http://schemas.openxmlformats.org/drawingml/2006/main">
            <a:pathLst>
              <a:path w="1135685" h="52194" fill="none">
                <a:moveTo>
                  <a:pt x="1135685" y="0"/>
                </a:moveTo>
                <a:lnTo>
                  <a:pt x="0" y="0"/>
                </a:ln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AF4E2-3E4F-4442-9401-8C1A9DD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47" y="47047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3FF51-1C5C-4930-AB48-F9E63AB0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52" y="470476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236F9-8ED1-4705-91BA-F6DCD045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633" y="596470"/>
            <a:ext cx="599389" cy="189089"/>
          </a:xfrm>
          <a:custGeom xmlns:a="http://schemas.openxmlformats.org/drawingml/2006/main">
            <a:pathLst>
              <a:path w="599389" h="189089">
                <a:moveTo>
                  <a:pt x="0" y="189089"/>
                </a:moveTo>
                <a:lnTo>
                  <a:pt x="599389" y="189089"/>
                </a:lnTo>
                <a:lnTo>
                  <a:pt x="599389" y="0"/>
                </a:lnTo>
                <a:lnTo>
                  <a:pt x="0" y="0"/>
                </a:lnTo>
                <a:lnTo>
                  <a:pt x="0" y="189089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F56B7-B8BB-4DF9-BEF4-00E66C3C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632" y="596474"/>
            <a:ext cx="599389" cy="189092"/>
          </a:xfrm>
          <a:custGeom xmlns:a="http://schemas.openxmlformats.org/drawingml/2006/main">
            <a:pathLst>
              <a:path w="599389" h="189092" fill="none">
                <a:moveTo>
                  <a:pt x="0" y="0"/>
                </a:moveTo>
                <a:lnTo>
                  <a:pt x="599389" y="0"/>
                </a:lnTo>
                <a:lnTo>
                  <a:pt x="599389" y="189092"/>
                </a:lnTo>
                <a:lnTo>
                  <a:pt x="0" y="189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58" name="Text Index">
            <a:extLst xmlns:a="http://schemas.openxmlformats.org/drawingml/2006/main">
              <a:ext uri="{FF2B5EF4-FFF2-40B4-BE49-F238E27FC236}">
                <a16:creationId xmlns:a16="http://schemas.microsoft.com/office/drawing/2014/main" id="{33FACE69-2364-4A97-8950-C46EEA4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16" y="629946"/>
            <a:ext cx="388604" cy="122845"/>
          </a:xfrm>
          <a:custGeom xmlns:a="http://schemas.openxmlformats.org/drawingml/2006/main">
            <a:pathLst>
              <a:path w="388604" h="122845">
                <a:moveTo>
                  <a:pt x="49223" y="117253"/>
                </a:moveTo>
                <a:lnTo>
                  <a:pt x="49223" y="120472"/>
                </a:lnTo>
                <a:lnTo>
                  <a:pt x="0" y="120472"/>
                </a:lnTo>
                <a:lnTo>
                  <a:pt x="0" y="117253"/>
                </a:lnTo>
                <a:lnTo>
                  <a:pt x="4067" y="117253"/>
                </a:lnTo>
                <a:cubicBezTo>
                  <a:pt x="8811" y="117253"/>
                  <a:pt x="12256" y="115876"/>
                  <a:pt x="14402" y="113123"/>
                </a:cubicBezTo>
                <a:cubicBezTo>
                  <a:pt x="15758" y="111324"/>
                  <a:pt x="16436" y="106997"/>
                  <a:pt x="16436" y="100140"/>
                </a:cubicBezTo>
                <a:lnTo>
                  <a:pt x="16436" y="25924"/>
                </a:lnTo>
                <a:cubicBezTo>
                  <a:pt x="16436" y="20135"/>
                  <a:pt x="16069" y="16313"/>
                  <a:pt x="15334" y="14458"/>
                </a:cubicBezTo>
                <a:cubicBezTo>
                  <a:pt x="14770" y="13053"/>
                  <a:pt x="13612" y="11845"/>
                  <a:pt x="11861" y="10834"/>
                </a:cubicBezTo>
                <a:cubicBezTo>
                  <a:pt x="9376" y="9485"/>
                  <a:pt x="6778" y="8811"/>
                  <a:pt x="4067" y="8811"/>
                </a:cubicBezTo>
                <a:lnTo>
                  <a:pt x="0" y="8811"/>
                </a:lnTo>
                <a:lnTo>
                  <a:pt x="0" y="5592"/>
                </a:lnTo>
                <a:lnTo>
                  <a:pt x="49223" y="5592"/>
                </a:lnTo>
                <a:lnTo>
                  <a:pt x="49223" y="8811"/>
                </a:lnTo>
                <a:lnTo>
                  <a:pt x="45071" y="8811"/>
                </a:lnTo>
                <a:cubicBezTo>
                  <a:pt x="40383" y="8811"/>
                  <a:pt x="36966" y="10188"/>
                  <a:pt x="34820" y="12941"/>
                </a:cubicBezTo>
                <a:cubicBezTo>
                  <a:pt x="33408" y="14740"/>
                  <a:pt x="32702" y="19067"/>
                  <a:pt x="32702" y="25924"/>
                </a:cubicBezTo>
                <a:lnTo>
                  <a:pt x="32702" y="100140"/>
                </a:lnTo>
                <a:cubicBezTo>
                  <a:pt x="32702" y="105929"/>
                  <a:pt x="33069" y="109751"/>
                  <a:pt x="33803" y="111606"/>
                </a:cubicBezTo>
                <a:cubicBezTo>
                  <a:pt x="34368" y="113011"/>
                  <a:pt x="35554" y="114219"/>
                  <a:pt x="37362" y="115230"/>
                </a:cubicBezTo>
                <a:cubicBezTo>
                  <a:pt x="39790" y="116579"/>
                  <a:pt x="42360" y="117253"/>
                  <a:pt x="45071" y="117253"/>
                </a:cubicBezTo>
                <a:lnTo>
                  <a:pt x="49223" y="117253"/>
                </a:lnTo>
                <a:close/>
                <a:moveTo>
                  <a:pt x="81500" y="57017"/>
                </a:moveTo>
                <a:cubicBezTo>
                  <a:pt x="90593" y="46116"/>
                  <a:pt x="99263" y="40666"/>
                  <a:pt x="107509" y="40666"/>
                </a:cubicBezTo>
                <a:cubicBezTo>
                  <a:pt x="111745" y="40666"/>
                  <a:pt x="115388" y="41722"/>
                  <a:pt x="118438" y="43835"/>
                </a:cubicBezTo>
                <a:cubicBezTo>
                  <a:pt x="121488" y="45946"/>
                  <a:pt x="123916" y="49424"/>
                  <a:pt x="125724" y="54269"/>
                </a:cubicBezTo>
                <a:cubicBezTo>
                  <a:pt x="126966" y="57649"/>
                  <a:pt x="127587" y="62831"/>
                  <a:pt x="127587" y="69815"/>
                </a:cubicBezTo>
                <a:lnTo>
                  <a:pt x="127587" y="102851"/>
                </a:lnTo>
                <a:cubicBezTo>
                  <a:pt x="127587" y="107793"/>
                  <a:pt x="127983" y="111144"/>
                  <a:pt x="128774" y="112906"/>
                </a:cubicBezTo>
                <a:cubicBezTo>
                  <a:pt x="129395" y="114327"/>
                  <a:pt x="130397" y="115435"/>
                  <a:pt x="131781" y="116231"/>
                </a:cubicBezTo>
                <a:cubicBezTo>
                  <a:pt x="133165" y="117025"/>
                  <a:pt x="135721" y="117422"/>
                  <a:pt x="139448" y="117422"/>
                </a:cubicBezTo>
                <a:lnTo>
                  <a:pt x="139448" y="120472"/>
                </a:lnTo>
                <a:lnTo>
                  <a:pt x="101070" y="120472"/>
                </a:lnTo>
                <a:lnTo>
                  <a:pt x="101070" y="117422"/>
                </a:lnTo>
                <a:lnTo>
                  <a:pt x="102680" y="117422"/>
                </a:lnTo>
                <a:cubicBezTo>
                  <a:pt x="106294" y="117422"/>
                  <a:pt x="108822" y="116869"/>
                  <a:pt x="110262" y="115763"/>
                </a:cubicBezTo>
                <a:cubicBezTo>
                  <a:pt x="111702" y="114654"/>
                  <a:pt x="112705" y="113021"/>
                  <a:pt x="113270" y="110862"/>
                </a:cubicBezTo>
                <a:cubicBezTo>
                  <a:pt x="113496" y="110009"/>
                  <a:pt x="113609" y="107339"/>
                  <a:pt x="113609" y="102851"/>
                </a:cubicBezTo>
                <a:lnTo>
                  <a:pt x="113609" y="71133"/>
                </a:lnTo>
                <a:cubicBezTo>
                  <a:pt x="113609" y="64084"/>
                  <a:pt x="112691" y="58966"/>
                  <a:pt x="110855" y="55780"/>
                </a:cubicBezTo>
                <a:cubicBezTo>
                  <a:pt x="109020" y="52595"/>
                  <a:pt x="105927" y="51002"/>
                  <a:pt x="101578" y="51002"/>
                </a:cubicBezTo>
                <a:cubicBezTo>
                  <a:pt x="94857" y="51002"/>
                  <a:pt x="88164" y="54673"/>
                  <a:pt x="81500" y="62015"/>
                </a:cubicBezTo>
                <a:lnTo>
                  <a:pt x="81500" y="102851"/>
                </a:lnTo>
                <a:cubicBezTo>
                  <a:pt x="81500" y="108133"/>
                  <a:pt x="81810" y="111400"/>
                  <a:pt x="82432" y="112652"/>
                </a:cubicBezTo>
                <a:cubicBezTo>
                  <a:pt x="83222" y="114298"/>
                  <a:pt x="84309" y="115506"/>
                  <a:pt x="85693" y="116273"/>
                </a:cubicBezTo>
                <a:cubicBezTo>
                  <a:pt x="87077" y="117039"/>
                  <a:pt x="89887" y="117422"/>
                  <a:pt x="94123" y="117422"/>
                </a:cubicBezTo>
                <a:lnTo>
                  <a:pt x="94123" y="120472"/>
                </a:lnTo>
                <a:lnTo>
                  <a:pt x="55745" y="120472"/>
                </a:lnTo>
                <a:lnTo>
                  <a:pt x="55745" y="117422"/>
                </a:lnTo>
                <a:lnTo>
                  <a:pt x="57439" y="117422"/>
                </a:lnTo>
                <a:cubicBezTo>
                  <a:pt x="61393" y="117422"/>
                  <a:pt x="64061" y="116415"/>
                  <a:pt x="65445" y="114399"/>
                </a:cubicBezTo>
                <a:cubicBezTo>
                  <a:pt x="66829" y="112382"/>
                  <a:pt x="67521" y="108532"/>
                  <a:pt x="67521" y="102851"/>
                </a:cubicBezTo>
                <a:lnTo>
                  <a:pt x="67521" y="74215"/>
                </a:lnTo>
                <a:cubicBezTo>
                  <a:pt x="67521" y="64896"/>
                  <a:pt x="67309" y="59220"/>
                  <a:pt x="66885" y="57186"/>
                </a:cubicBezTo>
                <a:cubicBezTo>
                  <a:pt x="66462" y="55153"/>
                  <a:pt x="65812" y="53769"/>
                  <a:pt x="64937" y="53035"/>
                </a:cubicBezTo>
                <a:cubicBezTo>
                  <a:pt x="64061" y="52301"/>
                  <a:pt x="62889" y="51934"/>
                  <a:pt x="61421" y="51934"/>
                </a:cubicBezTo>
                <a:cubicBezTo>
                  <a:pt x="59839" y="51934"/>
                  <a:pt x="57947" y="52357"/>
                  <a:pt x="55745" y="53204"/>
                </a:cubicBezTo>
                <a:lnTo>
                  <a:pt x="54474" y="50154"/>
                </a:lnTo>
                <a:lnTo>
                  <a:pt x="77857" y="40666"/>
                </a:lnTo>
                <a:lnTo>
                  <a:pt x="81500" y="40666"/>
                </a:lnTo>
                <a:lnTo>
                  <a:pt x="81500" y="57017"/>
                </a:lnTo>
                <a:close/>
                <a:moveTo>
                  <a:pt x="200447" y="111752"/>
                </a:moveTo>
                <a:cubicBezTo>
                  <a:pt x="196663" y="115703"/>
                  <a:pt x="192964" y="118541"/>
                  <a:pt x="189349" y="120263"/>
                </a:cubicBezTo>
                <a:cubicBezTo>
                  <a:pt x="185734" y="121984"/>
                  <a:pt x="181837" y="122845"/>
                  <a:pt x="177658" y="122845"/>
                </a:cubicBezTo>
                <a:cubicBezTo>
                  <a:pt x="169186" y="122845"/>
                  <a:pt x="161787" y="119308"/>
                  <a:pt x="155461" y="112236"/>
                </a:cubicBezTo>
                <a:cubicBezTo>
                  <a:pt x="149135" y="105162"/>
                  <a:pt x="145972" y="96072"/>
                  <a:pt x="145972" y="84967"/>
                </a:cubicBezTo>
                <a:cubicBezTo>
                  <a:pt x="145972" y="73863"/>
                  <a:pt x="149474" y="63704"/>
                  <a:pt x="156477" y="54488"/>
                </a:cubicBezTo>
                <a:cubicBezTo>
                  <a:pt x="163481" y="45273"/>
                  <a:pt x="172490" y="40666"/>
                  <a:pt x="183503" y="40666"/>
                </a:cubicBezTo>
                <a:cubicBezTo>
                  <a:pt x="190337" y="40666"/>
                  <a:pt x="195985" y="42839"/>
                  <a:pt x="200447" y="47187"/>
                </a:cubicBezTo>
                <a:lnTo>
                  <a:pt x="200447" y="32702"/>
                </a:lnTo>
                <a:cubicBezTo>
                  <a:pt x="200447" y="23872"/>
                  <a:pt x="200236" y="18444"/>
                  <a:pt x="199812" y="16420"/>
                </a:cubicBezTo>
                <a:cubicBezTo>
                  <a:pt x="199388" y="14395"/>
                  <a:pt x="198725" y="13017"/>
                  <a:pt x="197821" y="12284"/>
                </a:cubicBezTo>
                <a:cubicBezTo>
                  <a:pt x="196917" y="11550"/>
                  <a:pt x="195788" y="11183"/>
                  <a:pt x="194432" y="11183"/>
                </a:cubicBezTo>
                <a:cubicBezTo>
                  <a:pt x="192964" y="11183"/>
                  <a:pt x="191015" y="11635"/>
                  <a:pt x="188587" y="12539"/>
                </a:cubicBezTo>
                <a:lnTo>
                  <a:pt x="187485" y="9489"/>
                </a:lnTo>
                <a:lnTo>
                  <a:pt x="210614" y="0"/>
                </a:lnTo>
                <a:lnTo>
                  <a:pt x="214426" y="0"/>
                </a:lnTo>
                <a:lnTo>
                  <a:pt x="214426" y="89804"/>
                </a:lnTo>
                <a:cubicBezTo>
                  <a:pt x="214426" y="98860"/>
                  <a:pt x="214638" y="104386"/>
                  <a:pt x="215062" y="106382"/>
                </a:cubicBezTo>
                <a:cubicBezTo>
                  <a:pt x="215485" y="108379"/>
                  <a:pt x="216163" y="109772"/>
                  <a:pt x="217095" y="110563"/>
                </a:cubicBezTo>
                <a:cubicBezTo>
                  <a:pt x="218027" y="111352"/>
                  <a:pt x="219114" y="111746"/>
                  <a:pt x="220357" y="111746"/>
                </a:cubicBezTo>
                <a:cubicBezTo>
                  <a:pt x="221882" y="111746"/>
                  <a:pt x="223915" y="111266"/>
                  <a:pt x="226457" y="110306"/>
                </a:cubicBezTo>
                <a:lnTo>
                  <a:pt x="227388" y="113356"/>
                </a:lnTo>
                <a:lnTo>
                  <a:pt x="204345" y="122845"/>
                </a:lnTo>
                <a:lnTo>
                  <a:pt x="200447" y="122845"/>
                </a:lnTo>
                <a:lnTo>
                  <a:pt x="200447" y="111752"/>
                </a:lnTo>
                <a:moveTo>
                  <a:pt x="200447" y="105834"/>
                </a:moveTo>
                <a:lnTo>
                  <a:pt x="200447" y="65947"/>
                </a:lnTo>
                <a:cubicBezTo>
                  <a:pt x="200108" y="62115"/>
                  <a:pt x="199092" y="58622"/>
                  <a:pt x="197397" y="55468"/>
                </a:cubicBezTo>
                <a:cubicBezTo>
                  <a:pt x="195703" y="52312"/>
                  <a:pt x="193458" y="49932"/>
                  <a:pt x="190662" y="48328"/>
                </a:cubicBezTo>
                <a:cubicBezTo>
                  <a:pt x="187866" y="46722"/>
                  <a:pt x="185141" y="45918"/>
                  <a:pt x="182487" y="45918"/>
                </a:cubicBezTo>
                <a:cubicBezTo>
                  <a:pt x="177516" y="45918"/>
                  <a:pt x="173083" y="48144"/>
                  <a:pt x="169186" y="52595"/>
                </a:cubicBezTo>
                <a:cubicBezTo>
                  <a:pt x="164046" y="58454"/>
                  <a:pt x="161476" y="67016"/>
                  <a:pt x="161476" y="78284"/>
                </a:cubicBezTo>
                <a:cubicBezTo>
                  <a:pt x="161476" y="89665"/>
                  <a:pt x="163961" y="98384"/>
                  <a:pt x="168931" y="104442"/>
                </a:cubicBezTo>
                <a:cubicBezTo>
                  <a:pt x="173902" y="110497"/>
                  <a:pt x="179437" y="113525"/>
                  <a:pt x="185537" y="113525"/>
                </a:cubicBezTo>
                <a:cubicBezTo>
                  <a:pt x="190676" y="113525"/>
                  <a:pt x="195647" y="110962"/>
                  <a:pt x="200447" y="105834"/>
                </a:cubicBezTo>
                <a:close/>
                <a:moveTo>
                  <a:pt x="245434" y="72182"/>
                </a:moveTo>
                <a:cubicBezTo>
                  <a:pt x="245378" y="83651"/>
                  <a:pt x="248173" y="92646"/>
                  <a:pt x="253822" y="99168"/>
                </a:cubicBezTo>
                <a:cubicBezTo>
                  <a:pt x="259470" y="105690"/>
                  <a:pt x="266106" y="108950"/>
                  <a:pt x="273731" y="108950"/>
                </a:cubicBezTo>
                <a:cubicBezTo>
                  <a:pt x="278814" y="108950"/>
                  <a:pt x="283234" y="107546"/>
                  <a:pt x="286990" y="104738"/>
                </a:cubicBezTo>
                <a:cubicBezTo>
                  <a:pt x="290745" y="101930"/>
                  <a:pt x="293894" y="97121"/>
                  <a:pt x="296436" y="90312"/>
                </a:cubicBezTo>
                <a:lnTo>
                  <a:pt x="299062" y="92014"/>
                </a:lnTo>
                <a:cubicBezTo>
                  <a:pt x="297876" y="99793"/>
                  <a:pt x="294431" y="106876"/>
                  <a:pt x="288726" y="113263"/>
                </a:cubicBezTo>
                <a:cubicBezTo>
                  <a:pt x="283022" y="119651"/>
                  <a:pt x="275877" y="122845"/>
                  <a:pt x="267292" y="122845"/>
                </a:cubicBezTo>
                <a:cubicBezTo>
                  <a:pt x="257973" y="122845"/>
                  <a:pt x="249995" y="119224"/>
                  <a:pt x="243359" y="111982"/>
                </a:cubicBezTo>
                <a:cubicBezTo>
                  <a:pt x="236722" y="104738"/>
                  <a:pt x="233404" y="95001"/>
                  <a:pt x="233404" y="82769"/>
                </a:cubicBezTo>
                <a:cubicBezTo>
                  <a:pt x="233404" y="69525"/>
                  <a:pt x="236807" y="59197"/>
                  <a:pt x="243613" y="51785"/>
                </a:cubicBezTo>
                <a:cubicBezTo>
                  <a:pt x="250419" y="44372"/>
                  <a:pt x="258961" y="40666"/>
                  <a:pt x="269241" y="40666"/>
                </a:cubicBezTo>
                <a:cubicBezTo>
                  <a:pt x="277939" y="40666"/>
                  <a:pt x="285083" y="43525"/>
                  <a:pt x="290675" y="49244"/>
                </a:cubicBezTo>
                <a:cubicBezTo>
                  <a:pt x="296266" y="54961"/>
                  <a:pt x="299062" y="62607"/>
                  <a:pt x="299062" y="72182"/>
                </a:cubicBezTo>
                <a:lnTo>
                  <a:pt x="245434" y="72182"/>
                </a:lnTo>
                <a:moveTo>
                  <a:pt x="245434" y="67268"/>
                </a:moveTo>
                <a:lnTo>
                  <a:pt x="281356" y="67268"/>
                </a:lnTo>
                <a:cubicBezTo>
                  <a:pt x="281073" y="62338"/>
                  <a:pt x="280480" y="58866"/>
                  <a:pt x="279577" y="56850"/>
                </a:cubicBezTo>
                <a:cubicBezTo>
                  <a:pt x="278165" y="53712"/>
                  <a:pt x="276061" y="51247"/>
                  <a:pt x="273265" y="49456"/>
                </a:cubicBezTo>
                <a:cubicBezTo>
                  <a:pt x="270469" y="47662"/>
                  <a:pt x="267546" y="46766"/>
                  <a:pt x="264496" y="46766"/>
                </a:cubicBezTo>
                <a:cubicBezTo>
                  <a:pt x="259808" y="46766"/>
                  <a:pt x="255615" y="48572"/>
                  <a:pt x="251915" y="52185"/>
                </a:cubicBezTo>
                <a:cubicBezTo>
                  <a:pt x="248216" y="55798"/>
                  <a:pt x="246055" y="60826"/>
                  <a:pt x="245434" y="67268"/>
                </a:cubicBezTo>
                <a:close/>
                <a:moveTo>
                  <a:pt x="306255" y="42869"/>
                </a:moveTo>
                <a:lnTo>
                  <a:pt x="342770" y="42869"/>
                </a:lnTo>
                <a:lnTo>
                  <a:pt x="342770" y="45918"/>
                </a:lnTo>
                <a:cubicBezTo>
                  <a:pt x="340454" y="45918"/>
                  <a:pt x="338830" y="46318"/>
                  <a:pt x="337899" y="47118"/>
                </a:cubicBezTo>
                <a:cubicBezTo>
                  <a:pt x="336967" y="47916"/>
                  <a:pt x="336501" y="48970"/>
                  <a:pt x="336501" y="50282"/>
                </a:cubicBezTo>
                <a:cubicBezTo>
                  <a:pt x="336501" y="51651"/>
                  <a:pt x="337489" y="53762"/>
                  <a:pt x="339466" y="56614"/>
                </a:cubicBezTo>
                <a:cubicBezTo>
                  <a:pt x="340087" y="57499"/>
                  <a:pt x="341019" y="58882"/>
                  <a:pt x="342262" y="60763"/>
                </a:cubicBezTo>
                <a:lnTo>
                  <a:pt x="347768" y="69606"/>
                </a:lnTo>
                <a:lnTo>
                  <a:pt x="354123" y="60795"/>
                </a:lnTo>
                <a:cubicBezTo>
                  <a:pt x="358189" y="55258"/>
                  <a:pt x="360222" y="51740"/>
                  <a:pt x="360222" y="50242"/>
                </a:cubicBezTo>
                <a:cubicBezTo>
                  <a:pt x="360222" y="49031"/>
                  <a:pt x="359742" y="48008"/>
                  <a:pt x="358782" y="47173"/>
                </a:cubicBezTo>
                <a:cubicBezTo>
                  <a:pt x="357822" y="46337"/>
                  <a:pt x="356269" y="45918"/>
                  <a:pt x="354123" y="45918"/>
                </a:cubicBezTo>
                <a:lnTo>
                  <a:pt x="354123" y="42869"/>
                </a:lnTo>
                <a:lnTo>
                  <a:pt x="380386" y="42869"/>
                </a:lnTo>
                <a:lnTo>
                  <a:pt x="380386" y="45918"/>
                </a:lnTo>
                <a:cubicBezTo>
                  <a:pt x="377618" y="46088"/>
                  <a:pt x="375218" y="46851"/>
                  <a:pt x="373185" y="48209"/>
                </a:cubicBezTo>
                <a:cubicBezTo>
                  <a:pt x="370417" y="50131"/>
                  <a:pt x="366633" y="54314"/>
                  <a:pt x="361832" y="60758"/>
                </a:cubicBezTo>
                <a:lnTo>
                  <a:pt x="351242" y="74890"/>
                </a:lnTo>
                <a:lnTo>
                  <a:pt x="370558" y="102747"/>
                </a:lnTo>
                <a:cubicBezTo>
                  <a:pt x="375303" y="109590"/>
                  <a:pt x="378691" y="113705"/>
                  <a:pt x="380725" y="115090"/>
                </a:cubicBezTo>
                <a:cubicBezTo>
                  <a:pt x="382758" y="116476"/>
                  <a:pt x="385384" y="117253"/>
                  <a:pt x="388604" y="117422"/>
                </a:cubicBezTo>
                <a:lnTo>
                  <a:pt x="388604" y="120472"/>
                </a:lnTo>
                <a:lnTo>
                  <a:pt x="352004" y="120472"/>
                </a:lnTo>
                <a:lnTo>
                  <a:pt x="352004" y="117422"/>
                </a:lnTo>
                <a:cubicBezTo>
                  <a:pt x="354546" y="117422"/>
                  <a:pt x="356523" y="116857"/>
                  <a:pt x="357935" y="115725"/>
                </a:cubicBezTo>
                <a:cubicBezTo>
                  <a:pt x="359008" y="114933"/>
                  <a:pt x="359545" y="113885"/>
                  <a:pt x="359545" y="112583"/>
                </a:cubicBezTo>
                <a:cubicBezTo>
                  <a:pt x="359545" y="111282"/>
                  <a:pt x="357737" y="108000"/>
                  <a:pt x="354123" y="102737"/>
                </a:cubicBezTo>
                <a:lnTo>
                  <a:pt x="342770" y="86137"/>
                </a:lnTo>
                <a:lnTo>
                  <a:pt x="330316" y="102668"/>
                </a:lnTo>
                <a:cubicBezTo>
                  <a:pt x="326475" y="107841"/>
                  <a:pt x="324555" y="110911"/>
                  <a:pt x="324555" y="111879"/>
                </a:cubicBezTo>
                <a:cubicBezTo>
                  <a:pt x="324555" y="113243"/>
                  <a:pt x="325190" y="114480"/>
                  <a:pt x="326461" y="115590"/>
                </a:cubicBezTo>
                <a:cubicBezTo>
                  <a:pt x="327732" y="116699"/>
                  <a:pt x="329638" y="117310"/>
                  <a:pt x="332180" y="117422"/>
                </a:cubicBezTo>
                <a:lnTo>
                  <a:pt x="332180" y="120472"/>
                </a:lnTo>
                <a:lnTo>
                  <a:pt x="306849" y="120472"/>
                </a:lnTo>
                <a:lnTo>
                  <a:pt x="306849" y="117422"/>
                </a:lnTo>
                <a:cubicBezTo>
                  <a:pt x="308882" y="117140"/>
                  <a:pt x="310661" y="116433"/>
                  <a:pt x="312186" y="115302"/>
                </a:cubicBezTo>
                <a:cubicBezTo>
                  <a:pt x="314332" y="113662"/>
                  <a:pt x="317947" y="109477"/>
                  <a:pt x="323030" y="102747"/>
                </a:cubicBezTo>
                <a:lnTo>
                  <a:pt x="339296" y="81099"/>
                </a:lnTo>
                <a:lnTo>
                  <a:pt x="324555" y="59744"/>
                </a:lnTo>
                <a:cubicBezTo>
                  <a:pt x="320376" y="53637"/>
                  <a:pt x="317142" y="49806"/>
                  <a:pt x="314855" y="48251"/>
                </a:cubicBezTo>
                <a:cubicBezTo>
                  <a:pt x="312567" y="46696"/>
                  <a:pt x="309701" y="45918"/>
                  <a:pt x="306255" y="45918"/>
                </a:cubicBezTo>
                <a:lnTo>
                  <a:pt x="306255" y="42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0BDCF-F79F-44B9-9A82-F99480C8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119" y="369763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60" name="Text [">
            <a:extLst xmlns:a="http://schemas.openxmlformats.org/drawingml/2006/main">
              <a:ext uri="{FF2B5EF4-FFF2-40B4-BE49-F238E27FC236}">
                <a16:creationId xmlns:a16="http://schemas.microsoft.com/office/drawing/2014/main" id="{EE9C4ABD-DB1D-4645-A3CA-B793AF2A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267" y="482696"/>
            <a:ext cx="37154" cy="159891"/>
          </a:xfrm>
          <a:custGeom xmlns:a="http://schemas.openxmlformats.org/drawingml/2006/main">
            <a:pathLst>
              <a:path w="37154" h="159891">
                <a:moveTo>
                  <a:pt x="0" y="159891"/>
                </a:moveTo>
                <a:lnTo>
                  <a:pt x="0" y="0"/>
                </a:lnTo>
                <a:lnTo>
                  <a:pt x="37154" y="0"/>
                </a:lnTo>
                <a:lnTo>
                  <a:pt x="37154" y="3882"/>
                </a:lnTo>
                <a:lnTo>
                  <a:pt x="32995" y="3882"/>
                </a:lnTo>
                <a:cubicBezTo>
                  <a:pt x="28928" y="3882"/>
                  <a:pt x="26202" y="4301"/>
                  <a:pt x="24815" y="5138"/>
                </a:cubicBezTo>
                <a:cubicBezTo>
                  <a:pt x="23429" y="5974"/>
                  <a:pt x="22382" y="7213"/>
                  <a:pt x="21673" y="8855"/>
                </a:cubicBezTo>
                <a:cubicBezTo>
                  <a:pt x="20964" y="10496"/>
                  <a:pt x="20610" y="14445"/>
                  <a:pt x="20610" y="20703"/>
                </a:cubicBezTo>
                <a:lnTo>
                  <a:pt x="20610" y="139927"/>
                </a:lnTo>
                <a:cubicBezTo>
                  <a:pt x="20610" y="145842"/>
                  <a:pt x="20733" y="149231"/>
                  <a:pt x="20980" y="150094"/>
                </a:cubicBezTo>
                <a:cubicBezTo>
                  <a:pt x="21534" y="152312"/>
                  <a:pt x="22566" y="153945"/>
                  <a:pt x="24076" y="154992"/>
                </a:cubicBezTo>
                <a:cubicBezTo>
                  <a:pt x="25586" y="156040"/>
                  <a:pt x="28558" y="156563"/>
                  <a:pt x="32995" y="156563"/>
                </a:cubicBezTo>
                <a:lnTo>
                  <a:pt x="37154" y="156563"/>
                </a:lnTo>
                <a:lnTo>
                  <a:pt x="37154" y="159891"/>
                </a:lnTo>
                <a:lnTo>
                  <a:pt x="0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67">
            <a:extLst xmlns:a="http://schemas.openxmlformats.org/drawingml/2006/main">
              <a:ext uri="{FF2B5EF4-FFF2-40B4-BE49-F238E27FC236}">
                <a16:creationId xmlns:a16="http://schemas.microsoft.com/office/drawing/2014/main" id="{FA5BFD29-605D-4D2E-B8D3-6A43F97F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42" y="480109"/>
            <a:ext cx="177728" cy="130500"/>
          </a:xfrm>
          <a:custGeom xmlns:a="http://schemas.openxmlformats.org/drawingml/2006/main">
            <a:pathLst>
              <a:path w="177728" h="130500">
                <a:moveTo>
                  <a:pt x="81886" y="0"/>
                </a:moveTo>
                <a:lnTo>
                  <a:pt x="81886" y="2588"/>
                </a:lnTo>
                <a:cubicBezTo>
                  <a:pt x="70734" y="5414"/>
                  <a:pt x="61784" y="9055"/>
                  <a:pt x="55037" y="13511"/>
                </a:cubicBezTo>
                <a:cubicBezTo>
                  <a:pt x="48291" y="17967"/>
                  <a:pt x="42961" y="23375"/>
                  <a:pt x="39048" y="29737"/>
                </a:cubicBezTo>
                <a:cubicBezTo>
                  <a:pt x="35136" y="36097"/>
                  <a:pt x="32101" y="43978"/>
                  <a:pt x="29945" y="53380"/>
                </a:cubicBezTo>
                <a:cubicBezTo>
                  <a:pt x="32656" y="51514"/>
                  <a:pt x="34905" y="50301"/>
                  <a:pt x="36692" y="49741"/>
                </a:cubicBezTo>
                <a:cubicBezTo>
                  <a:pt x="40697" y="48497"/>
                  <a:pt x="44732" y="47875"/>
                  <a:pt x="48799" y="47875"/>
                </a:cubicBezTo>
                <a:cubicBezTo>
                  <a:pt x="58164" y="47875"/>
                  <a:pt x="65974" y="51287"/>
                  <a:pt x="72228" y="58111"/>
                </a:cubicBezTo>
                <a:cubicBezTo>
                  <a:pt x="78482" y="64934"/>
                  <a:pt x="81609" y="74244"/>
                  <a:pt x="81609" y="86039"/>
                </a:cubicBezTo>
                <a:cubicBezTo>
                  <a:pt x="81609" y="94313"/>
                  <a:pt x="79914" y="101908"/>
                  <a:pt x="76526" y="108824"/>
                </a:cubicBezTo>
                <a:cubicBezTo>
                  <a:pt x="73137" y="115741"/>
                  <a:pt x="68331" y="121083"/>
                  <a:pt x="62108" y="124851"/>
                </a:cubicBezTo>
                <a:cubicBezTo>
                  <a:pt x="55885" y="128617"/>
                  <a:pt x="49230" y="130500"/>
                  <a:pt x="42145" y="130500"/>
                </a:cubicBezTo>
                <a:cubicBezTo>
                  <a:pt x="34443" y="130500"/>
                  <a:pt x="27326" y="128390"/>
                  <a:pt x="20795" y="124169"/>
                </a:cubicBezTo>
                <a:cubicBezTo>
                  <a:pt x="14264" y="119949"/>
                  <a:pt x="9165" y="113772"/>
                  <a:pt x="5499" y="105639"/>
                </a:cubicBezTo>
                <a:cubicBezTo>
                  <a:pt x="1833" y="97505"/>
                  <a:pt x="0" y="88664"/>
                  <a:pt x="0" y="79113"/>
                </a:cubicBezTo>
                <a:cubicBezTo>
                  <a:pt x="0" y="65065"/>
                  <a:pt x="3373" y="51988"/>
                  <a:pt x="10120" y="39880"/>
                </a:cubicBezTo>
                <a:cubicBezTo>
                  <a:pt x="16867" y="27773"/>
                  <a:pt x="26448" y="18130"/>
                  <a:pt x="38864" y="10952"/>
                </a:cubicBezTo>
                <a:cubicBezTo>
                  <a:pt x="51279" y="3774"/>
                  <a:pt x="65620" y="123"/>
                  <a:pt x="81886" y="0"/>
                </a:cubicBezTo>
                <a:moveTo>
                  <a:pt x="28743" y="60915"/>
                </a:moveTo>
                <a:cubicBezTo>
                  <a:pt x="28250" y="69441"/>
                  <a:pt x="28004" y="75681"/>
                  <a:pt x="28004" y="79636"/>
                </a:cubicBezTo>
                <a:cubicBezTo>
                  <a:pt x="28004" y="88162"/>
                  <a:pt x="28820" y="96411"/>
                  <a:pt x="30453" y="104382"/>
                </a:cubicBezTo>
                <a:cubicBezTo>
                  <a:pt x="32086" y="112352"/>
                  <a:pt x="34319" y="117943"/>
                  <a:pt x="37154" y="121157"/>
                </a:cubicBezTo>
                <a:cubicBezTo>
                  <a:pt x="39187" y="123442"/>
                  <a:pt x="41590" y="124585"/>
                  <a:pt x="44363" y="124585"/>
                </a:cubicBezTo>
                <a:cubicBezTo>
                  <a:pt x="47197" y="124585"/>
                  <a:pt x="49723" y="122932"/>
                  <a:pt x="51941" y="119626"/>
                </a:cubicBezTo>
                <a:cubicBezTo>
                  <a:pt x="54159" y="116320"/>
                  <a:pt x="55269" y="109601"/>
                  <a:pt x="55269" y="99469"/>
                </a:cubicBezTo>
                <a:cubicBezTo>
                  <a:pt x="55269" y="82416"/>
                  <a:pt x="53204" y="70645"/>
                  <a:pt x="49076" y="64158"/>
                </a:cubicBezTo>
                <a:cubicBezTo>
                  <a:pt x="46427" y="59957"/>
                  <a:pt x="42853" y="57856"/>
                  <a:pt x="38355" y="57856"/>
                </a:cubicBezTo>
                <a:cubicBezTo>
                  <a:pt x="35891" y="57856"/>
                  <a:pt x="32687" y="58876"/>
                  <a:pt x="28743" y="60915"/>
                </a:cubicBezTo>
                <a:close/>
                <a:moveTo>
                  <a:pt x="121166" y="130500"/>
                </a:moveTo>
                <a:lnTo>
                  <a:pt x="155270" y="27172"/>
                </a:lnTo>
                <a:lnTo>
                  <a:pt x="129299" y="27172"/>
                </a:lnTo>
                <a:cubicBezTo>
                  <a:pt x="119133" y="27172"/>
                  <a:pt x="111492" y="28497"/>
                  <a:pt x="106378" y="31146"/>
                </a:cubicBezTo>
                <a:cubicBezTo>
                  <a:pt x="102805" y="32995"/>
                  <a:pt x="99847" y="36476"/>
                  <a:pt x="97506" y="41590"/>
                </a:cubicBezTo>
                <a:lnTo>
                  <a:pt x="93994" y="41590"/>
                </a:lnTo>
                <a:lnTo>
                  <a:pt x="103051" y="2588"/>
                </a:lnTo>
                <a:lnTo>
                  <a:pt x="177728" y="2588"/>
                </a:lnTo>
                <a:lnTo>
                  <a:pt x="135676" y="130500"/>
                </a:lnTo>
                <a:lnTo>
                  <a:pt x="121166" y="13050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:16]">
            <a:extLst xmlns:a="http://schemas.openxmlformats.org/drawingml/2006/main">
              <a:ext uri="{FF2B5EF4-FFF2-40B4-BE49-F238E27FC236}">
                <a16:creationId xmlns:a16="http://schemas.microsoft.com/office/drawing/2014/main" id="{13B0490D-3840-4901-BBCB-CAEECDDD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73" y="480109"/>
            <a:ext cx="279483" cy="162478"/>
          </a:xfrm>
          <a:custGeom xmlns:a="http://schemas.openxmlformats.org/drawingml/2006/main">
            <a:pathLst>
              <a:path w="279483" h="162478">
                <a:moveTo>
                  <a:pt x="15435" y="39002"/>
                </a:moveTo>
                <a:cubicBezTo>
                  <a:pt x="19686" y="39002"/>
                  <a:pt x="23306" y="40496"/>
                  <a:pt x="26294" y="43485"/>
                </a:cubicBezTo>
                <a:cubicBezTo>
                  <a:pt x="29282" y="46473"/>
                  <a:pt x="30777" y="50093"/>
                  <a:pt x="30777" y="54344"/>
                </a:cubicBezTo>
                <a:cubicBezTo>
                  <a:pt x="30777" y="58596"/>
                  <a:pt x="29282" y="62216"/>
                  <a:pt x="26294" y="65204"/>
                </a:cubicBezTo>
                <a:cubicBezTo>
                  <a:pt x="23306" y="68192"/>
                  <a:pt x="19686" y="69686"/>
                  <a:pt x="15435" y="69686"/>
                </a:cubicBezTo>
                <a:cubicBezTo>
                  <a:pt x="11183" y="69686"/>
                  <a:pt x="7563" y="68192"/>
                  <a:pt x="4575" y="65204"/>
                </a:cubicBezTo>
                <a:cubicBezTo>
                  <a:pt x="1587" y="62216"/>
                  <a:pt x="92" y="58596"/>
                  <a:pt x="92" y="54344"/>
                </a:cubicBezTo>
                <a:cubicBezTo>
                  <a:pt x="92" y="50093"/>
                  <a:pt x="1587" y="46473"/>
                  <a:pt x="4575" y="43485"/>
                </a:cubicBezTo>
                <a:cubicBezTo>
                  <a:pt x="7563" y="40496"/>
                  <a:pt x="11183" y="39002"/>
                  <a:pt x="15435" y="39002"/>
                </a:cubicBezTo>
                <a:moveTo>
                  <a:pt x="15342" y="99446"/>
                </a:moveTo>
                <a:cubicBezTo>
                  <a:pt x="19655" y="99446"/>
                  <a:pt x="23306" y="100961"/>
                  <a:pt x="26294" y="103989"/>
                </a:cubicBezTo>
                <a:cubicBezTo>
                  <a:pt x="29282" y="107016"/>
                  <a:pt x="30777" y="110662"/>
                  <a:pt x="30777" y="114927"/>
                </a:cubicBezTo>
                <a:cubicBezTo>
                  <a:pt x="30777" y="119192"/>
                  <a:pt x="29267" y="122823"/>
                  <a:pt x="26248" y="125821"/>
                </a:cubicBezTo>
                <a:cubicBezTo>
                  <a:pt x="23229" y="128817"/>
                  <a:pt x="19594" y="130315"/>
                  <a:pt x="15342" y="130315"/>
                </a:cubicBezTo>
                <a:cubicBezTo>
                  <a:pt x="11091" y="130315"/>
                  <a:pt x="7471" y="128817"/>
                  <a:pt x="4482" y="125821"/>
                </a:cubicBezTo>
                <a:cubicBezTo>
                  <a:pt x="1494" y="122823"/>
                  <a:pt x="0" y="119192"/>
                  <a:pt x="0" y="114927"/>
                </a:cubicBezTo>
                <a:cubicBezTo>
                  <a:pt x="0" y="110662"/>
                  <a:pt x="1494" y="107016"/>
                  <a:pt x="4482" y="103989"/>
                </a:cubicBezTo>
                <a:cubicBezTo>
                  <a:pt x="7471" y="100961"/>
                  <a:pt x="11091" y="99446"/>
                  <a:pt x="15342" y="99446"/>
                </a:cubicBezTo>
                <a:close/>
                <a:moveTo>
                  <a:pt x="108501" y="0"/>
                </a:moveTo>
                <a:lnTo>
                  <a:pt x="108501" y="102404"/>
                </a:lnTo>
                <a:cubicBezTo>
                  <a:pt x="108501" y="110171"/>
                  <a:pt x="108840" y="115126"/>
                  <a:pt x="109518" y="117269"/>
                </a:cubicBezTo>
                <a:cubicBezTo>
                  <a:pt x="110195" y="119412"/>
                  <a:pt x="111613" y="121168"/>
                  <a:pt x="113769" y="122535"/>
                </a:cubicBezTo>
                <a:cubicBezTo>
                  <a:pt x="115926" y="123902"/>
                  <a:pt x="119376" y="124585"/>
                  <a:pt x="124120" y="124585"/>
                </a:cubicBezTo>
                <a:lnTo>
                  <a:pt x="126986" y="124585"/>
                </a:lnTo>
                <a:lnTo>
                  <a:pt x="126986" y="127912"/>
                </a:lnTo>
                <a:lnTo>
                  <a:pt x="60996" y="127912"/>
                </a:lnTo>
                <a:lnTo>
                  <a:pt x="60996" y="124585"/>
                </a:lnTo>
                <a:lnTo>
                  <a:pt x="64323" y="124585"/>
                </a:lnTo>
                <a:cubicBezTo>
                  <a:pt x="69684" y="124585"/>
                  <a:pt x="73504" y="123964"/>
                  <a:pt x="75784" y="122722"/>
                </a:cubicBezTo>
                <a:cubicBezTo>
                  <a:pt x="78063" y="121478"/>
                  <a:pt x="79604" y="119770"/>
                  <a:pt x="80405" y="117596"/>
                </a:cubicBezTo>
                <a:cubicBezTo>
                  <a:pt x="81206" y="115420"/>
                  <a:pt x="81606" y="110356"/>
                  <a:pt x="81606" y="102404"/>
                </a:cubicBezTo>
                <a:lnTo>
                  <a:pt x="81606" y="37523"/>
                </a:lnTo>
                <a:cubicBezTo>
                  <a:pt x="81606" y="31732"/>
                  <a:pt x="81329" y="28112"/>
                  <a:pt x="80774" y="26664"/>
                </a:cubicBezTo>
                <a:cubicBezTo>
                  <a:pt x="80220" y="25216"/>
                  <a:pt x="79188" y="23984"/>
                  <a:pt x="77678" y="22967"/>
                </a:cubicBezTo>
                <a:cubicBezTo>
                  <a:pt x="76169" y="21950"/>
                  <a:pt x="74428" y="21442"/>
                  <a:pt x="72456" y="21442"/>
                </a:cubicBezTo>
                <a:cubicBezTo>
                  <a:pt x="69314" y="21442"/>
                  <a:pt x="65494" y="22428"/>
                  <a:pt x="60996" y="24399"/>
                </a:cubicBezTo>
                <a:lnTo>
                  <a:pt x="59332" y="21072"/>
                </a:lnTo>
                <a:lnTo>
                  <a:pt x="105451" y="0"/>
                </a:lnTo>
                <a:lnTo>
                  <a:pt x="108501" y="0"/>
                </a:lnTo>
                <a:close/>
                <a:moveTo>
                  <a:pt x="230406" y="0"/>
                </a:moveTo>
                <a:lnTo>
                  <a:pt x="230406" y="2588"/>
                </a:lnTo>
                <a:cubicBezTo>
                  <a:pt x="219254" y="5414"/>
                  <a:pt x="210304" y="9055"/>
                  <a:pt x="203558" y="13511"/>
                </a:cubicBezTo>
                <a:cubicBezTo>
                  <a:pt x="196811" y="17967"/>
                  <a:pt x="191481" y="23375"/>
                  <a:pt x="187569" y="29737"/>
                </a:cubicBezTo>
                <a:cubicBezTo>
                  <a:pt x="183656" y="36097"/>
                  <a:pt x="180622" y="43978"/>
                  <a:pt x="178465" y="53380"/>
                </a:cubicBezTo>
                <a:cubicBezTo>
                  <a:pt x="181176" y="51514"/>
                  <a:pt x="183425" y="50301"/>
                  <a:pt x="185212" y="49741"/>
                </a:cubicBezTo>
                <a:cubicBezTo>
                  <a:pt x="189217" y="48497"/>
                  <a:pt x="193253" y="47875"/>
                  <a:pt x="197319" y="47875"/>
                </a:cubicBezTo>
                <a:cubicBezTo>
                  <a:pt x="206685" y="47875"/>
                  <a:pt x="214494" y="51287"/>
                  <a:pt x="220748" y="58111"/>
                </a:cubicBezTo>
                <a:cubicBezTo>
                  <a:pt x="227002" y="64934"/>
                  <a:pt x="230129" y="74244"/>
                  <a:pt x="230129" y="86039"/>
                </a:cubicBezTo>
                <a:cubicBezTo>
                  <a:pt x="230129" y="94313"/>
                  <a:pt x="228435" y="101908"/>
                  <a:pt x="225046" y="108824"/>
                </a:cubicBezTo>
                <a:cubicBezTo>
                  <a:pt x="221657" y="115741"/>
                  <a:pt x="216851" y="121083"/>
                  <a:pt x="210628" y="124851"/>
                </a:cubicBezTo>
                <a:cubicBezTo>
                  <a:pt x="204405" y="128617"/>
                  <a:pt x="197750" y="130500"/>
                  <a:pt x="190665" y="130500"/>
                </a:cubicBezTo>
                <a:cubicBezTo>
                  <a:pt x="182963" y="130500"/>
                  <a:pt x="175846" y="128390"/>
                  <a:pt x="169315" y="124169"/>
                </a:cubicBezTo>
                <a:cubicBezTo>
                  <a:pt x="162784" y="119949"/>
                  <a:pt x="157685" y="113772"/>
                  <a:pt x="154019" y="105639"/>
                </a:cubicBezTo>
                <a:cubicBezTo>
                  <a:pt x="150353" y="97505"/>
                  <a:pt x="148520" y="88664"/>
                  <a:pt x="148520" y="79113"/>
                </a:cubicBezTo>
                <a:cubicBezTo>
                  <a:pt x="148520" y="65065"/>
                  <a:pt x="151894" y="51988"/>
                  <a:pt x="158640" y="39880"/>
                </a:cubicBezTo>
                <a:cubicBezTo>
                  <a:pt x="165387" y="27773"/>
                  <a:pt x="174968" y="18130"/>
                  <a:pt x="187384" y="10952"/>
                </a:cubicBezTo>
                <a:cubicBezTo>
                  <a:pt x="199799" y="3774"/>
                  <a:pt x="214140" y="123"/>
                  <a:pt x="230406" y="0"/>
                </a:cubicBezTo>
                <a:moveTo>
                  <a:pt x="177264" y="60915"/>
                </a:moveTo>
                <a:cubicBezTo>
                  <a:pt x="176771" y="69441"/>
                  <a:pt x="176524" y="75681"/>
                  <a:pt x="176524" y="79636"/>
                </a:cubicBezTo>
                <a:cubicBezTo>
                  <a:pt x="176524" y="88162"/>
                  <a:pt x="177341" y="96411"/>
                  <a:pt x="178973" y="104382"/>
                </a:cubicBezTo>
                <a:cubicBezTo>
                  <a:pt x="180606" y="112352"/>
                  <a:pt x="182840" y="117943"/>
                  <a:pt x="185674" y="121157"/>
                </a:cubicBezTo>
                <a:cubicBezTo>
                  <a:pt x="187707" y="123442"/>
                  <a:pt x="190110" y="124585"/>
                  <a:pt x="192883" y="124585"/>
                </a:cubicBezTo>
                <a:cubicBezTo>
                  <a:pt x="195717" y="124585"/>
                  <a:pt x="198243" y="122932"/>
                  <a:pt x="200462" y="119626"/>
                </a:cubicBezTo>
                <a:cubicBezTo>
                  <a:pt x="202680" y="116320"/>
                  <a:pt x="203789" y="109601"/>
                  <a:pt x="203789" y="99469"/>
                </a:cubicBezTo>
                <a:cubicBezTo>
                  <a:pt x="203789" y="82416"/>
                  <a:pt x="201725" y="70645"/>
                  <a:pt x="197596" y="64158"/>
                </a:cubicBezTo>
                <a:cubicBezTo>
                  <a:pt x="194947" y="59957"/>
                  <a:pt x="191373" y="57856"/>
                  <a:pt x="186875" y="57856"/>
                </a:cubicBezTo>
                <a:cubicBezTo>
                  <a:pt x="184411" y="57856"/>
                  <a:pt x="181207" y="58876"/>
                  <a:pt x="177264" y="60915"/>
                </a:cubicBezTo>
                <a:close/>
                <a:moveTo>
                  <a:pt x="279483" y="2588"/>
                </a:moveTo>
                <a:lnTo>
                  <a:pt x="279483" y="162478"/>
                </a:lnTo>
                <a:lnTo>
                  <a:pt x="242329" y="162478"/>
                </a:lnTo>
                <a:lnTo>
                  <a:pt x="242329" y="158966"/>
                </a:lnTo>
                <a:lnTo>
                  <a:pt x="246488" y="158966"/>
                </a:lnTo>
                <a:cubicBezTo>
                  <a:pt x="250555" y="158966"/>
                  <a:pt x="253281" y="158566"/>
                  <a:pt x="254668" y="157765"/>
                </a:cubicBezTo>
                <a:cubicBezTo>
                  <a:pt x="256054" y="156964"/>
                  <a:pt x="257101" y="155732"/>
                  <a:pt x="257810" y="154068"/>
                </a:cubicBezTo>
                <a:cubicBezTo>
                  <a:pt x="258519" y="152404"/>
                  <a:pt x="258873" y="148492"/>
                  <a:pt x="258873" y="142330"/>
                </a:cubicBezTo>
                <a:lnTo>
                  <a:pt x="258873" y="22921"/>
                </a:lnTo>
                <a:cubicBezTo>
                  <a:pt x="258873" y="17006"/>
                  <a:pt x="258750" y="13617"/>
                  <a:pt x="258503" y="12754"/>
                </a:cubicBezTo>
                <a:cubicBezTo>
                  <a:pt x="257949" y="10598"/>
                  <a:pt x="256917" y="8980"/>
                  <a:pt x="255407" y="7902"/>
                </a:cubicBezTo>
                <a:cubicBezTo>
                  <a:pt x="253897" y="6824"/>
                  <a:pt x="250925" y="6285"/>
                  <a:pt x="246488" y="6285"/>
                </a:cubicBezTo>
                <a:lnTo>
                  <a:pt x="242329" y="6285"/>
                </a:lnTo>
                <a:lnTo>
                  <a:pt x="242329" y="2588"/>
                </a:lnTo>
                <a:lnTo>
                  <a:pt x="279483" y="2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CB182-732C-49F3-8DBA-475DC519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95" y="799620"/>
            <a:ext cx="10" cy="52194"/>
          </a:xfrm>
          <a:custGeom xmlns:a="http://schemas.openxmlformats.org/drawingml/2006/main">
            <a:pathLst>
              <a:path w="1" h="52194" fill="none">
                <a:moveTo>
                  <a:pt x="0" y="0"/>
                </a:move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B3C67-ECEB-4ACE-9D33-79523424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64" y="85180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01C3B-7ED6-449B-B490-2DD1D12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63" y="851814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F8FE5-EBA5-43BB-B15D-CBBDF06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777" y="799620"/>
            <a:ext cx="10" cy="52194"/>
          </a:xfrm>
          <a:custGeom xmlns:a="http://schemas.openxmlformats.org/drawingml/2006/main">
            <a:pathLst>
              <a:path w="1" h="52194" fill="none">
                <a:moveTo>
                  <a:pt x="0" y="0"/>
                </a:move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0E3D3-DE27-4152-ADA1-2916366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52" y="85180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6C2E4-63EC-407A-8954-BB9FD264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46" y="851814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78344-0BAA-4F87-AE9F-9AF0E38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334" y="799620"/>
            <a:ext cx="10" cy="52194"/>
          </a:xfrm>
          <a:custGeom xmlns:a="http://schemas.openxmlformats.org/drawingml/2006/main">
            <a:pathLst>
              <a:path w="1" h="52194" fill="none">
                <a:moveTo>
                  <a:pt x="0" y="0"/>
                </a:move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DC27D-E223-46A6-BA9A-C51AE2A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01" y="85180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73F6D-323F-4B4A-AB3B-091BECD7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02" y="851814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D7D00-1E9E-43EB-A512-4519475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969" y="2118197"/>
            <a:ext cx="10" cy="66075"/>
          </a:xfrm>
          <a:custGeom xmlns:a="http://schemas.openxmlformats.org/drawingml/2006/main">
            <a:pathLst>
              <a:path w="1" h="66075" fill="none">
                <a:moveTo>
                  <a:pt x="0" y="0"/>
                </a:moveTo>
                <a:lnTo>
                  <a:pt x="0" y="6607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5CA8C-AAA8-4B35-B02F-992145F9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938" y="2184267"/>
            <a:ext cx="52052" cy="69403"/>
          </a:xfrm>
          <a:custGeom xmlns:a="http://schemas.openxmlformats.org/drawingml/2006/main">
            <a:pathLst>
              <a:path w="52052" h="69403">
                <a:moveTo>
                  <a:pt x="26026" y="69403"/>
                </a:moveTo>
                <a:lnTo>
                  <a:pt x="52052" y="0"/>
                </a:lnTo>
                <a:lnTo>
                  <a:pt x="0" y="0"/>
                </a:lnTo>
                <a:lnTo>
                  <a:pt x="26026" y="69403"/>
                </a:lnTo>
                <a:close/>
                <a:moveTo>
                  <a:pt x="26026" y="694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3D587-89F5-432C-B976-DDDB14AD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943" y="2184272"/>
            <a:ext cx="52052" cy="69403"/>
          </a:xfrm>
          <a:custGeom xmlns:a="http://schemas.openxmlformats.org/drawingml/2006/main">
            <a:pathLst>
              <a:path w="52052" h="69403" fill="none">
                <a:moveTo>
                  <a:pt x="26026" y="69403"/>
                </a:moveTo>
                <a:lnTo>
                  <a:pt x="52052" y="0"/>
                </a:lnTo>
                <a:lnTo>
                  <a:pt x="0" y="0"/>
                </a:lnTo>
                <a:lnTo>
                  <a:pt x="26026" y="69403"/>
                </a:lnTo>
                <a:close/>
                <a:moveTo>
                  <a:pt x="26026" y="69403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F4B89-488E-4856-A3D9-AE3B7BDE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080" y="2294681"/>
            <a:ext cx="449542" cy="176483"/>
          </a:xfrm>
          <a:custGeom xmlns:a="http://schemas.openxmlformats.org/drawingml/2006/main">
            <a:pathLst>
              <a:path w="449542" h="176483">
                <a:moveTo>
                  <a:pt x="361301" y="0"/>
                </a:moveTo>
                <a:lnTo>
                  <a:pt x="88241" y="0"/>
                </a:lnTo>
                <a:cubicBezTo>
                  <a:pt x="39508" y="0"/>
                  <a:pt x="0" y="39507"/>
                  <a:pt x="0" y="88242"/>
                </a:cubicBezTo>
                <a:cubicBezTo>
                  <a:pt x="0" y="136976"/>
                  <a:pt x="39508" y="176483"/>
                  <a:pt x="88241" y="176483"/>
                </a:cubicBezTo>
                <a:lnTo>
                  <a:pt x="361301" y="176483"/>
                </a:lnTo>
                <a:cubicBezTo>
                  <a:pt x="410034" y="176483"/>
                  <a:pt x="449542" y="136976"/>
                  <a:pt x="449542" y="88242"/>
                </a:cubicBezTo>
                <a:cubicBezTo>
                  <a:pt x="449542" y="39507"/>
                  <a:pt x="410034" y="0"/>
                  <a:pt x="361301" y="0"/>
                </a:cubicBezTo>
                <a:close/>
                <a:moveTo>
                  <a:pt x="36130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ECBAB-1BA5-4323-9CC9-0A608CBA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085" y="2294686"/>
            <a:ext cx="449542" cy="176473"/>
          </a:xfrm>
          <a:custGeom xmlns:a="http://schemas.openxmlformats.org/drawingml/2006/main">
            <a:pathLst>
              <a:path w="449542" h="176473" fill="none">
                <a:moveTo>
                  <a:pt x="361290" y="0"/>
                </a:moveTo>
                <a:lnTo>
                  <a:pt x="88236" y="0"/>
                </a:lnTo>
                <a:cubicBezTo>
                  <a:pt x="39497" y="0"/>
                  <a:pt x="0" y="39497"/>
                  <a:pt x="0" y="88236"/>
                </a:cubicBezTo>
                <a:cubicBezTo>
                  <a:pt x="0" y="136976"/>
                  <a:pt x="39497" y="176473"/>
                  <a:pt x="88236" y="176473"/>
                </a:cubicBezTo>
                <a:lnTo>
                  <a:pt x="361290" y="176473"/>
                </a:lnTo>
                <a:cubicBezTo>
                  <a:pt x="410030" y="176473"/>
                  <a:pt x="449542" y="136976"/>
                  <a:pt x="449542" y="88236"/>
                </a:cubicBezTo>
                <a:cubicBezTo>
                  <a:pt x="449542" y="39497"/>
                  <a:pt x="410030" y="0"/>
                  <a:pt x="361290" y="0"/>
                </a:cubicBezTo>
                <a:close/>
                <a:moveTo>
                  <a:pt x="36129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283450"/>
            </a:solidFill>
            <a:round/>
          </a:ln>
        </p:spPr>
      </p:sp>
      <p:sp>
        <p:nvSpPr>
          <p:cNvPr id="177" name="Text =?">
            <a:extLst xmlns:a="http://schemas.openxmlformats.org/drawingml/2006/main">
              <a:ext uri="{FF2B5EF4-FFF2-40B4-BE49-F238E27FC236}">
                <a16:creationId xmlns:a16="http://schemas.microsoft.com/office/drawing/2014/main" id="{CA0354EB-36A3-4BEC-942E-538BA6B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303" y="2313897"/>
            <a:ext cx="188169" cy="130685"/>
          </a:xfrm>
          <a:custGeom xmlns:a="http://schemas.openxmlformats.org/drawingml/2006/main">
            <a:pathLst>
              <a:path w="188169" h="130685">
                <a:moveTo>
                  <a:pt x="0" y="44548"/>
                </a:moveTo>
                <a:lnTo>
                  <a:pt x="101110" y="44548"/>
                </a:lnTo>
                <a:lnTo>
                  <a:pt x="101110" y="56562"/>
                </a:lnTo>
                <a:lnTo>
                  <a:pt x="0" y="56562"/>
                </a:lnTo>
                <a:lnTo>
                  <a:pt x="0" y="44548"/>
                </a:lnTo>
                <a:moveTo>
                  <a:pt x="0" y="74862"/>
                </a:moveTo>
                <a:lnTo>
                  <a:pt x="101110" y="74862"/>
                </a:lnTo>
                <a:lnTo>
                  <a:pt x="101110" y="86877"/>
                </a:lnTo>
                <a:lnTo>
                  <a:pt x="0" y="86877"/>
                </a:lnTo>
                <a:lnTo>
                  <a:pt x="0" y="74862"/>
                </a:lnTo>
                <a:close/>
                <a:moveTo>
                  <a:pt x="149074" y="87247"/>
                </a:moveTo>
                <a:lnTo>
                  <a:pt x="145285" y="87247"/>
                </a:lnTo>
                <a:cubicBezTo>
                  <a:pt x="145162" y="80423"/>
                  <a:pt x="145485" y="75320"/>
                  <a:pt x="146255" y="71939"/>
                </a:cubicBezTo>
                <a:cubicBezTo>
                  <a:pt x="147025" y="68558"/>
                  <a:pt x="149028" y="63901"/>
                  <a:pt x="152263" y="57969"/>
                </a:cubicBezTo>
                <a:cubicBezTo>
                  <a:pt x="155497" y="52037"/>
                  <a:pt x="157623" y="47273"/>
                  <a:pt x="158640" y="43678"/>
                </a:cubicBezTo>
                <a:cubicBezTo>
                  <a:pt x="159656" y="40081"/>
                  <a:pt x="160165" y="35639"/>
                  <a:pt x="160165" y="30352"/>
                </a:cubicBezTo>
                <a:cubicBezTo>
                  <a:pt x="160165" y="22177"/>
                  <a:pt x="158563" y="16153"/>
                  <a:pt x="155359" y="12281"/>
                </a:cubicBezTo>
                <a:cubicBezTo>
                  <a:pt x="152155" y="8407"/>
                  <a:pt x="148366" y="6470"/>
                  <a:pt x="143991" y="6470"/>
                </a:cubicBezTo>
                <a:cubicBezTo>
                  <a:pt x="140664" y="6470"/>
                  <a:pt x="137860" y="7355"/>
                  <a:pt x="135580" y="9127"/>
                </a:cubicBezTo>
                <a:cubicBezTo>
                  <a:pt x="133855" y="10473"/>
                  <a:pt x="132993" y="11879"/>
                  <a:pt x="132993" y="13346"/>
                </a:cubicBezTo>
                <a:cubicBezTo>
                  <a:pt x="132993" y="14323"/>
                  <a:pt x="133578" y="15850"/>
                  <a:pt x="134749" y="17930"/>
                </a:cubicBezTo>
                <a:cubicBezTo>
                  <a:pt x="137398" y="22636"/>
                  <a:pt x="138723" y="26639"/>
                  <a:pt x="138723" y="29939"/>
                </a:cubicBezTo>
                <a:cubicBezTo>
                  <a:pt x="138723" y="32933"/>
                  <a:pt x="137691" y="35439"/>
                  <a:pt x="135627" y="37457"/>
                </a:cubicBezTo>
                <a:cubicBezTo>
                  <a:pt x="133563" y="39473"/>
                  <a:pt x="130990" y="40481"/>
                  <a:pt x="127909" y="40481"/>
                </a:cubicBezTo>
                <a:cubicBezTo>
                  <a:pt x="124459" y="40481"/>
                  <a:pt x="121563" y="39270"/>
                  <a:pt x="119222" y="36848"/>
                </a:cubicBezTo>
                <a:cubicBezTo>
                  <a:pt x="116880" y="34423"/>
                  <a:pt x="115710" y="31218"/>
                  <a:pt x="115710" y="27233"/>
                </a:cubicBezTo>
                <a:cubicBezTo>
                  <a:pt x="115710" y="19995"/>
                  <a:pt x="118852" y="13647"/>
                  <a:pt x="125137" y="8188"/>
                </a:cubicBezTo>
                <a:cubicBezTo>
                  <a:pt x="131421" y="2729"/>
                  <a:pt x="140202" y="0"/>
                  <a:pt x="151477" y="0"/>
                </a:cubicBezTo>
                <a:cubicBezTo>
                  <a:pt x="163430" y="0"/>
                  <a:pt x="172534" y="2847"/>
                  <a:pt x="178788" y="8540"/>
                </a:cubicBezTo>
                <a:cubicBezTo>
                  <a:pt x="185042" y="14234"/>
                  <a:pt x="188169" y="21112"/>
                  <a:pt x="188169" y="29174"/>
                </a:cubicBezTo>
                <a:cubicBezTo>
                  <a:pt x="188169" y="35021"/>
                  <a:pt x="186567" y="40423"/>
                  <a:pt x="183363" y="45379"/>
                </a:cubicBezTo>
                <a:cubicBezTo>
                  <a:pt x="180159" y="50334"/>
                  <a:pt x="173966" y="55826"/>
                  <a:pt x="164786" y="61856"/>
                </a:cubicBezTo>
                <a:cubicBezTo>
                  <a:pt x="158624" y="65919"/>
                  <a:pt x="154573" y="69536"/>
                  <a:pt x="152632" y="72707"/>
                </a:cubicBezTo>
                <a:cubicBezTo>
                  <a:pt x="150691" y="75877"/>
                  <a:pt x="149505" y="80723"/>
                  <a:pt x="149074" y="87247"/>
                </a:cubicBezTo>
                <a:moveTo>
                  <a:pt x="148057" y="100740"/>
                </a:moveTo>
                <a:cubicBezTo>
                  <a:pt x="152186" y="100740"/>
                  <a:pt x="155698" y="102193"/>
                  <a:pt x="158594" y="105099"/>
                </a:cubicBezTo>
                <a:cubicBezTo>
                  <a:pt x="161489" y="108002"/>
                  <a:pt x="162937" y="111525"/>
                  <a:pt x="162937" y="115666"/>
                </a:cubicBezTo>
                <a:cubicBezTo>
                  <a:pt x="162937" y="119808"/>
                  <a:pt x="161489" y="123347"/>
                  <a:pt x="158594" y="126283"/>
                </a:cubicBezTo>
                <a:cubicBezTo>
                  <a:pt x="155698" y="129218"/>
                  <a:pt x="152186" y="130685"/>
                  <a:pt x="148057" y="130685"/>
                </a:cubicBezTo>
                <a:cubicBezTo>
                  <a:pt x="143929" y="130685"/>
                  <a:pt x="140417" y="129218"/>
                  <a:pt x="137521" y="126283"/>
                </a:cubicBezTo>
                <a:cubicBezTo>
                  <a:pt x="134625" y="123347"/>
                  <a:pt x="133177" y="119808"/>
                  <a:pt x="133177" y="115666"/>
                </a:cubicBezTo>
                <a:cubicBezTo>
                  <a:pt x="133177" y="111525"/>
                  <a:pt x="134625" y="108002"/>
                  <a:pt x="137521" y="105099"/>
                </a:cubicBezTo>
                <a:cubicBezTo>
                  <a:pt x="140417" y="102193"/>
                  <a:pt x="143929" y="100740"/>
                  <a:pt x="148057" y="10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7E407-F64F-4737-B723-6EDF3576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64" y="799620"/>
            <a:ext cx="301587" cy="1575747"/>
          </a:xfrm>
          <a:custGeom xmlns:a="http://schemas.openxmlformats.org/drawingml/2006/main">
            <a:pathLst>
              <a:path w="301587" h="1575747" fill="none">
                <a:moveTo>
                  <a:pt x="301587" y="0"/>
                </a:moveTo>
                <a:lnTo>
                  <a:pt x="301587" y="1575747"/>
                </a:lnTo>
                <a:lnTo>
                  <a:pt x="0" y="1575747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FDF40-A18C-45B9-BA04-59095882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76" y="2344128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4139C-AFB3-4507-8CB6-2E217A49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81" y="2344135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7B7B5-6421-45FD-A69C-A22CD013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64" y="2121352"/>
            <a:ext cx="2240" cy="66091"/>
          </a:xfrm>
          <a:custGeom xmlns:a="http://schemas.openxmlformats.org/drawingml/2006/main">
            <a:pathLst>
              <a:path w="2240" h="66091" fill="none">
                <a:moveTo>
                  <a:pt x="0" y="0"/>
                </a:moveTo>
                <a:lnTo>
                  <a:pt x="2240" y="66091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D7DAA-EA9F-4CCF-85F7-AA35C507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78" y="2186916"/>
            <a:ext cx="52041" cy="69914"/>
          </a:xfrm>
          <a:custGeom xmlns:a="http://schemas.openxmlformats.org/drawingml/2006/main">
            <a:pathLst>
              <a:path w="52041" h="69914">
                <a:moveTo>
                  <a:pt x="24621" y="69914"/>
                </a:moveTo>
                <a:lnTo>
                  <a:pt x="52041" y="1050"/>
                </a:lnTo>
                <a:lnTo>
                  <a:pt x="0" y="0"/>
                </a:lnTo>
                <a:lnTo>
                  <a:pt x="24621" y="69914"/>
                </a:lnTo>
                <a:close/>
                <a:moveTo>
                  <a:pt x="24621" y="6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2B64D-BCB7-423A-BAB5-D4A61650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78" y="2186922"/>
            <a:ext cx="52036" cy="69908"/>
          </a:xfrm>
          <a:custGeom xmlns:a="http://schemas.openxmlformats.org/drawingml/2006/main">
            <a:pathLst>
              <a:path w="52036" h="69908" fill="none">
                <a:moveTo>
                  <a:pt x="24622" y="69908"/>
                </a:moveTo>
                <a:lnTo>
                  <a:pt x="52036" y="1041"/>
                </a:lnTo>
                <a:lnTo>
                  <a:pt x="0" y="0"/>
                </a:lnTo>
                <a:lnTo>
                  <a:pt x="24622" y="69908"/>
                </a:lnTo>
                <a:close/>
                <a:moveTo>
                  <a:pt x="24622" y="69908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96D89-E0CC-4814-A65F-72D3C1A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286" y="2297833"/>
            <a:ext cx="449542" cy="176483"/>
          </a:xfrm>
          <a:custGeom xmlns:a="http://schemas.openxmlformats.org/drawingml/2006/main">
            <a:pathLst>
              <a:path w="449542" h="176483">
                <a:moveTo>
                  <a:pt x="361301" y="0"/>
                </a:moveTo>
                <a:lnTo>
                  <a:pt x="88243" y="0"/>
                </a:lnTo>
                <a:cubicBezTo>
                  <a:pt x="39508" y="0"/>
                  <a:pt x="0" y="39507"/>
                  <a:pt x="0" y="88242"/>
                </a:cubicBezTo>
                <a:cubicBezTo>
                  <a:pt x="0" y="136976"/>
                  <a:pt x="39508" y="176483"/>
                  <a:pt x="88243" y="176483"/>
                </a:cubicBezTo>
                <a:lnTo>
                  <a:pt x="361301" y="176483"/>
                </a:lnTo>
                <a:cubicBezTo>
                  <a:pt x="410036" y="176483"/>
                  <a:pt x="449542" y="136976"/>
                  <a:pt x="449542" y="88242"/>
                </a:cubicBezTo>
                <a:cubicBezTo>
                  <a:pt x="449542" y="39507"/>
                  <a:pt x="410036" y="0"/>
                  <a:pt x="361301" y="0"/>
                </a:cubicBezTo>
                <a:close/>
                <a:moveTo>
                  <a:pt x="36130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4FF43-4E55-43F8-8EA2-C7766565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280" y="2297840"/>
            <a:ext cx="449542" cy="176473"/>
          </a:xfrm>
          <a:custGeom xmlns:a="http://schemas.openxmlformats.org/drawingml/2006/main">
            <a:pathLst>
              <a:path w="449542" h="176473" fill="none">
                <a:moveTo>
                  <a:pt x="361306" y="0"/>
                </a:moveTo>
                <a:lnTo>
                  <a:pt x="88252" y="0"/>
                </a:lnTo>
                <a:cubicBezTo>
                  <a:pt x="39512" y="0"/>
                  <a:pt x="0" y="39497"/>
                  <a:pt x="0" y="88236"/>
                </a:cubicBezTo>
                <a:cubicBezTo>
                  <a:pt x="0" y="136976"/>
                  <a:pt x="39512" y="176473"/>
                  <a:pt x="88252" y="176473"/>
                </a:cubicBezTo>
                <a:lnTo>
                  <a:pt x="361306" y="176473"/>
                </a:lnTo>
                <a:cubicBezTo>
                  <a:pt x="410045" y="176473"/>
                  <a:pt x="449542" y="136976"/>
                  <a:pt x="449542" y="88236"/>
                </a:cubicBezTo>
                <a:cubicBezTo>
                  <a:pt x="449542" y="39497"/>
                  <a:pt x="410045" y="0"/>
                  <a:pt x="361306" y="0"/>
                </a:cubicBezTo>
                <a:close/>
                <a:moveTo>
                  <a:pt x="36130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283450"/>
            </a:solidFill>
            <a:round/>
          </a:ln>
        </p:spPr>
      </p:sp>
      <p:sp>
        <p:nvSpPr>
          <p:cNvPr id="186" name="Text =?">
            <a:extLst xmlns:a="http://schemas.openxmlformats.org/drawingml/2006/main">
              <a:ext uri="{FF2B5EF4-FFF2-40B4-BE49-F238E27FC236}">
                <a16:creationId xmlns:a16="http://schemas.microsoft.com/office/drawing/2014/main" id="{593154D1-A748-48F3-86AC-28AC3839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498" y="2317050"/>
            <a:ext cx="188169" cy="130685"/>
          </a:xfrm>
          <a:custGeom xmlns:a="http://schemas.openxmlformats.org/drawingml/2006/main">
            <a:pathLst>
              <a:path w="188169" h="130685">
                <a:moveTo>
                  <a:pt x="0" y="44548"/>
                </a:moveTo>
                <a:lnTo>
                  <a:pt x="101110" y="44548"/>
                </a:lnTo>
                <a:lnTo>
                  <a:pt x="101110" y="56562"/>
                </a:lnTo>
                <a:lnTo>
                  <a:pt x="0" y="56562"/>
                </a:lnTo>
                <a:lnTo>
                  <a:pt x="0" y="44548"/>
                </a:lnTo>
                <a:moveTo>
                  <a:pt x="0" y="74862"/>
                </a:moveTo>
                <a:lnTo>
                  <a:pt x="101110" y="74862"/>
                </a:lnTo>
                <a:lnTo>
                  <a:pt x="101110" y="86877"/>
                </a:lnTo>
                <a:lnTo>
                  <a:pt x="0" y="86877"/>
                </a:lnTo>
                <a:lnTo>
                  <a:pt x="0" y="74862"/>
                </a:lnTo>
                <a:close/>
                <a:moveTo>
                  <a:pt x="149074" y="87247"/>
                </a:moveTo>
                <a:lnTo>
                  <a:pt x="145285" y="87247"/>
                </a:lnTo>
                <a:cubicBezTo>
                  <a:pt x="145162" y="80423"/>
                  <a:pt x="145485" y="75320"/>
                  <a:pt x="146255" y="71939"/>
                </a:cubicBezTo>
                <a:cubicBezTo>
                  <a:pt x="147025" y="68558"/>
                  <a:pt x="149028" y="63901"/>
                  <a:pt x="152263" y="57969"/>
                </a:cubicBezTo>
                <a:cubicBezTo>
                  <a:pt x="155497" y="52037"/>
                  <a:pt x="157623" y="47273"/>
                  <a:pt x="158640" y="43678"/>
                </a:cubicBezTo>
                <a:cubicBezTo>
                  <a:pt x="159656" y="40081"/>
                  <a:pt x="160165" y="35639"/>
                  <a:pt x="160165" y="30352"/>
                </a:cubicBezTo>
                <a:cubicBezTo>
                  <a:pt x="160165" y="22177"/>
                  <a:pt x="158563" y="16153"/>
                  <a:pt x="155359" y="12281"/>
                </a:cubicBezTo>
                <a:cubicBezTo>
                  <a:pt x="152155" y="8407"/>
                  <a:pt x="148366" y="6470"/>
                  <a:pt x="143991" y="6470"/>
                </a:cubicBezTo>
                <a:cubicBezTo>
                  <a:pt x="140664" y="6470"/>
                  <a:pt x="137860" y="7355"/>
                  <a:pt x="135580" y="9127"/>
                </a:cubicBezTo>
                <a:cubicBezTo>
                  <a:pt x="133855" y="10473"/>
                  <a:pt x="132993" y="11879"/>
                  <a:pt x="132993" y="13346"/>
                </a:cubicBezTo>
                <a:cubicBezTo>
                  <a:pt x="132993" y="14323"/>
                  <a:pt x="133578" y="15850"/>
                  <a:pt x="134749" y="17930"/>
                </a:cubicBezTo>
                <a:cubicBezTo>
                  <a:pt x="137398" y="22636"/>
                  <a:pt x="138723" y="26639"/>
                  <a:pt x="138723" y="29939"/>
                </a:cubicBezTo>
                <a:cubicBezTo>
                  <a:pt x="138723" y="32933"/>
                  <a:pt x="137691" y="35439"/>
                  <a:pt x="135627" y="37457"/>
                </a:cubicBezTo>
                <a:cubicBezTo>
                  <a:pt x="133563" y="39473"/>
                  <a:pt x="130990" y="40481"/>
                  <a:pt x="127909" y="40481"/>
                </a:cubicBezTo>
                <a:cubicBezTo>
                  <a:pt x="124459" y="40481"/>
                  <a:pt x="121563" y="39270"/>
                  <a:pt x="119222" y="36848"/>
                </a:cubicBezTo>
                <a:cubicBezTo>
                  <a:pt x="116880" y="34423"/>
                  <a:pt x="115710" y="31218"/>
                  <a:pt x="115710" y="27233"/>
                </a:cubicBezTo>
                <a:cubicBezTo>
                  <a:pt x="115710" y="19995"/>
                  <a:pt x="118852" y="13647"/>
                  <a:pt x="125137" y="8188"/>
                </a:cubicBezTo>
                <a:cubicBezTo>
                  <a:pt x="131421" y="2729"/>
                  <a:pt x="140202" y="0"/>
                  <a:pt x="151477" y="0"/>
                </a:cubicBezTo>
                <a:cubicBezTo>
                  <a:pt x="163430" y="0"/>
                  <a:pt x="172534" y="2847"/>
                  <a:pt x="178788" y="8540"/>
                </a:cubicBezTo>
                <a:cubicBezTo>
                  <a:pt x="185042" y="14234"/>
                  <a:pt x="188169" y="21112"/>
                  <a:pt x="188169" y="29174"/>
                </a:cubicBezTo>
                <a:cubicBezTo>
                  <a:pt x="188169" y="35021"/>
                  <a:pt x="186567" y="40423"/>
                  <a:pt x="183363" y="45379"/>
                </a:cubicBezTo>
                <a:cubicBezTo>
                  <a:pt x="180159" y="50334"/>
                  <a:pt x="173966" y="55826"/>
                  <a:pt x="164786" y="61856"/>
                </a:cubicBezTo>
                <a:cubicBezTo>
                  <a:pt x="158624" y="65919"/>
                  <a:pt x="154573" y="69536"/>
                  <a:pt x="152632" y="72707"/>
                </a:cubicBezTo>
                <a:cubicBezTo>
                  <a:pt x="150691" y="75877"/>
                  <a:pt x="149505" y="80723"/>
                  <a:pt x="149074" y="87247"/>
                </a:cubicBezTo>
                <a:moveTo>
                  <a:pt x="148057" y="100740"/>
                </a:moveTo>
                <a:cubicBezTo>
                  <a:pt x="152186" y="100740"/>
                  <a:pt x="155698" y="102193"/>
                  <a:pt x="158594" y="105099"/>
                </a:cubicBezTo>
                <a:cubicBezTo>
                  <a:pt x="161489" y="108002"/>
                  <a:pt x="162937" y="111525"/>
                  <a:pt x="162937" y="115666"/>
                </a:cubicBezTo>
                <a:cubicBezTo>
                  <a:pt x="162937" y="119808"/>
                  <a:pt x="161489" y="123347"/>
                  <a:pt x="158594" y="126283"/>
                </a:cubicBezTo>
                <a:cubicBezTo>
                  <a:pt x="155698" y="129218"/>
                  <a:pt x="152186" y="130685"/>
                  <a:pt x="148057" y="130685"/>
                </a:cubicBezTo>
                <a:cubicBezTo>
                  <a:pt x="143929" y="130685"/>
                  <a:pt x="140417" y="129218"/>
                  <a:pt x="137521" y="126283"/>
                </a:cubicBezTo>
                <a:cubicBezTo>
                  <a:pt x="134625" y="123347"/>
                  <a:pt x="133177" y="119808"/>
                  <a:pt x="133177" y="115666"/>
                </a:cubicBezTo>
                <a:cubicBezTo>
                  <a:pt x="133177" y="111525"/>
                  <a:pt x="134625" y="108002"/>
                  <a:pt x="137521" y="105099"/>
                </a:cubicBezTo>
                <a:cubicBezTo>
                  <a:pt x="140417" y="102193"/>
                  <a:pt x="143929" y="100740"/>
                  <a:pt x="148057" y="10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8541B-A0FF-4A3E-BAB0-5D2ABA43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060" y="802774"/>
            <a:ext cx="301587" cy="1575731"/>
          </a:xfrm>
          <a:custGeom xmlns:a="http://schemas.openxmlformats.org/drawingml/2006/main">
            <a:pathLst>
              <a:path w="301587" h="1575731" fill="none">
                <a:moveTo>
                  <a:pt x="301587" y="0"/>
                </a:moveTo>
                <a:lnTo>
                  <a:pt x="301587" y="1575731"/>
                </a:lnTo>
                <a:lnTo>
                  <a:pt x="0" y="1575731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377C7-285A-47BC-8676-6B2A85E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782" y="2347279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E7612-89A5-4C04-94A8-FC3C88E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776" y="2347274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79452-95C1-4A9D-9F07-2B7E71F3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424" y="2121352"/>
            <a:ext cx="10" cy="66075"/>
          </a:xfrm>
          <a:custGeom xmlns:a="http://schemas.openxmlformats.org/drawingml/2006/main">
            <a:pathLst>
              <a:path w="1" h="66075" fill="none">
                <a:moveTo>
                  <a:pt x="0" y="0"/>
                </a:moveTo>
                <a:lnTo>
                  <a:pt x="0" y="6607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E4B1D-8977-4C80-9D9B-B2EB0BE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393" y="2187419"/>
            <a:ext cx="52052" cy="69403"/>
          </a:xfrm>
          <a:custGeom xmlns:a="http://schemas.openxmlformats.org/drawingml/2006/main">
            <a:pathLst>
              <a:path w="52052" h="69403">
                <a:moveTo>
                  <a:pt x="26026" y="69403"/>
                </a:moveTo>
                <a:lnTo>
                  <a:pt x="52052" y="0"/>
                </a:lnTo>
                <a:lnTo>
                  <a:pt x="0" y="0"/>
                </a:lnTo>
                <a:lnTo>
                  <a:pt x="26026" y="69403"/>
                </a:lnTo>
                <a:close/>
                <a:moveTo>
                  <a:pt x="26026" y="694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06852-70C1-4366-BF66-154F8917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398" y="2187427"/>
            <a:ext cx="52052" cy="69403"/>
          </a:xfrm>
          <a:custGeom xmlns:a="http://schemas.openxmlformats.org/drawingml/2006/main">
            <a:pathLst>
              <a:path w="52052" h="69403" fill="none">
                <a:moveTo>
                  <a:pt x="26026" y="69403"/>
                </a:moveTo>
                <a:lnTo>
                  <a:pt x="52052" y="0"/>
                </a:lnTo>
                <a:lnTo>
                  <a:pt x="0" y="0"/>
                </a:lnTo>
                <a:lnTo>
                  <a:pt x="26026" y="69403"/>
                </a:lnTo>
                <a:close/>
                <a:moveTo>
                  <a:pt x="26026" y="69403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B5A7C-91C3-459B-ABF7-ECCA6805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535" y="2297833"/>
            <a:ext cx="449542" cy="176483"/>
          </a:xfrm>
          <a:custGeom xmlns:a="http://schemas.openxmlformats.org/drawingml/2006/main">
            <a:pathLst>
              <a:path w="449542" h="176483">
                <a:moveTo>
                  <a:pt x="361301" y="0"/>
                </a:moveTo>
                <a:lnTo>
                  <a:pt x="88241" y="0"/>
                </a:lnTo>
                <a:cubicBezTo>
                  <a:pt x="39508" y="0"/>
                  <a:pt x="0" y="39507"/>
                  <a:pt x="0" y="88242"/>
                </a:cubicBezTo>
                <a:cubicBezTo>
                  <a:pt x="0" y="136976"/>
                  <a:pt x="39508" y="176483"/>
                  <a:pt x="88241" y="176483"/>
                </a:cubicBezTo>
                <a:lnTo>
                  <a:pt x="361301" y="176483"/>
                </a:lnTo>
                <a:cubicBezTo>
                  <a:pt x="410034" y="176483"/>
                  <a:pt x="449542" y="136976"/>
                  <a:pt x="449542" y="88242"/>
                </a:cubicBezTo>
                <a:cubicBezTo>
                  <a:pt x="449542" y="39507"/>
                  <a:pt x="410034" y="0"/>
                  <a:pt x="361301" y="0"/>
                </a:cubicBezTo>
                <a:close/>
                <a:moveTo>
                  <a:pt x="36130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19240-6CC6-4AB8-9E4B-EA190235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540" y="2297840"/>
            <a:ext cx="449542" cy="176473"/>
          </a:xfrm>
          <a:custGeom xmlns:a="http://schemas.openxmlformats.org/drawingml/2006/main">
            <a:pathLst>
              <a:path w="449542" h="176473" fill="none">
                <a:moveTo>
                  <a:pt x="361290" y="0"/>
                </a:moveTo>
                <a:lnTo>
                  <a:pt x="88236" y="0"/>
                </a:lnTo>
                <a:cubicBezTo>
                  <a:pt x="39497" y="0"/>
                  <a:pt x="0" y="39497"/>
                  <a:pt x="0" y="88236"/>
                </a:cubicBezTo>
                <a:cubicBezTo>
                  <a:pt x="0" y="136976"/>
                  <a:pt x="39497" y="176473"/>
                  <a:pt x="88236" y="176473"/>
                </a:cubicBezTo>
                <a:lnTo>
                  <a:pt x="361290" y="176473"/>
                </a:lnTo>
                <a:cubicBezTo>
                  <a:pt x="410030" y="176473"/>
                  <a:pt x="449542" y="136976"/>
                  <a:pt x="449542" y="88236"/>
                </a:cubicBezTo>
                <a:cubicBezTo>
                  <a:pt x="449542" y="39497"/>
                  <a:pt x="410030" y="0"/>
                  <a:pt x="361290" y="0"/>
                </a:cubicBezTo>
                <a:close/>
                <a:moveTo>
                  <a:pt x="36129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283450"/>
            </a:solidFill>
            <a:round/>
          </a:ln>
        </p:spPr>
      </p:sp>
      <p:sp>
        <p:nvSpPr>
          <p:cNvPr id="195" name="Text =?">
            <a:extLst xmlns:a="http://schemas.openxmlformats.org/drawingml/2006/main">
              <a:ext uri="{FF2B5EF4-FFF2-40B4-BE49-F238E27FC236}">
                <a16:creationId xmlns:a16="http://schemas.microsoft.com/office/drawing/2014/main" id="{519CDBC5-6D58-4D3B-AB52-16FBAB3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757" y="2317050"/>
            <a:ext cx="188169" cy="130685"/>
          </a:xfrm>
          <a:custGeom xmlns:a="http://schemas.openxmlformats.org/drawingml/2006/main">
            <a:pathLst>
              <a:path w="188169" h="130685">
                <a:moveTo>
                  <a:pt x="0" y="44548"/>
                </a:moveTo>
                <a:lnTo>
                  <a:pt x="101110" y="44548"/>
                </a:lnTo>
                <a:lnTo>
                  <a:pt x="101110" y="56562"/>
                </a:lnTo>
                <a:lnTo>
                  <a:pt x="0" y="56562"/>
                </a:lnTo>
                <a:lnTo>
                  <a:pt x="0" y="44548"/>
                </a:lnTo>
                <a:moveTo>
                  <a:pt x="0" y="74862"/>
                </a:moveTo>
                <a:lnTo>
                  <a:pt x="101110" y="74862"/>
                </a:lnTo>
                <a:lnTo>
                  <a:pt x="101110" y="86877"/>
                </a:lnTo>
                <a:lnTo>
                  <a:pt x="0" y="86877"/>
                </a:lnTo>
                <a:lnTo>
                  <a:pt x="0" y="74862"/>
                </a:lnTo>
                <a:close/>
                <a:moveTo>
                  <a:pt x="149074" y="87247"/>
                </a:moveTo>
                <a:lnTo>
                  <a:pt x="145285" y="87247"/>
                </a:lnTo>
                <a:cubicBezTo>
                  <a:pt x="145162" y="80423"/>
                  <a:pt x="145485" y="75320"/>
                  <a:pt x="146256" y="71939"/>
                </a:cubicBezTo>
                <a:cubicBezTo>
                  <a:pt x="147026" y="68558"/>
                  <a:pt x="149028" y="63901"/>
                  <a:pt x="152263" y="57969"/>
                </a:cubicBezTo>
                <a:cubicBezTo>
                  <a:pt x="155498" y="52037"/>
                  <a:pt x="157623" y="47273"/>
                  <a:pt x="158640" y="43678"/>
                </a:cubicBezTo>
                <a:cubicBezTo>
                  <a:pt x="159657" y="40081"/>
                  <a:pt x="160165" y="35639"/>
                  <a:pt x="160165" y="30352"/>
                </a:cubicBezTo>
                <a:cubicBezTo>
                  <a:pt x="160165" y="22177"/>
                  <a:pt x="158563" y="16153"/>
                  <a:pt x="155359" y="12281"/>
                </a:cubicBezTo>
                <a:cubicBezTo>
                  <a:pt x="152155" y="8407"/>
                  <a:pt x="148366" y="6470"/>
                  <a:pt x="143991" y="6470"/>
                </a:cubicBezTo>
                <a:cubicBezTo>
                  <a:pt x="140664" y="6470"/>
                  <a:pt x="137860" y="7355"/>
                  <a:pt x="135581" y="9127"/>
                </a:cubicBezTo>
                <a:cubicBezTo>
                  <a:pt x="133856" y="10473"/>
                  <a:pt x="132993" y="11879"/>
                  <a:pt x="132993" y="13346"/>
                </a:cubicBezTo>
                <a:cubicBezTo>
                  <a:pt x="132993" y="14323"/>
                  <a:pt x="133578" y="15850"/>
                  <a:pt x="134749" y="17930"/>
                </a:cubicBezTo>
                <a:cubicBezTo>
                  <a:pt x="137398" y="22636"/>
                  <a:pt x="138723" y="26639"/>
                  <a:pt x="138723" y="29939"/>
                </a:cubicBezTo>
                <a:cubicBezTo>
                  <a:pt x="138723" y="32933"/>
                  <a:pt x="137691" y="35439"/>
                  <a:pt x="135627" y="37457"/>
                </a:cubicBezTo>
                <a:cubicBezTo>
                  <a:pt x="133563" y="39473"/>
                  <a:pt x="130990" y="40481"/>
                  <a:pt x="127910" y="40481"/>
                </a:cubicBezTo>
                <a:cubicBezTo>
                  <a:pt x="124459" y="40481"/>
                  <a:pt x="121563" y="39270"/>
                  <a:pt x="119222" y="36848"/>
                </a:cubicBezTo>
                <a:cubicBezTo>
                  <a:pt x="116881" y="34423"/>
                  <a:pt x="115710" y="31218"/>
                  <a:pt x="115710" y="27233"/>
                </a:cubicBezTo>
                <a:cubicBezTo>
                  <a:pt x="115710" y="19995"/>
                  <a:pt x="118852" y="13647"/>
                  <a:pt x="125137" y="8188"/>
                </a:cubicBezTo>
                <a:cubicBezTo>
                  <a:pt x="131422" y="2729"/>
                  <a:pt x="140202" y="0"/>
                  <a:pt x="151477" y="0"/>
                </a:cubicBezTo>
                <a:cubicBezTo>
                  <a:pt x="163431" y="0"/>
                  <a:pt x="172534" y="2847"/>
                  <a:pt x="178788" y="8540"/>
                </a:cubicBezTo>
                <a:cubicBezTo>
                  <a:pt x="185042" y="14234"/>
                  <a:pt x="188169" y="21112"/>
                  <a:pt x="188169" y="29174"/>
                </a:cubicBezTo>
                <a:cubicBezTo>
                  <a:pt x="188169" y="35021"/>
                  <a:pt x="186567" y="40423"/>
                  <a:pt x="183363" y="45379"/>
                </a:cubicBezTo>
                <a:cubicBezTo>
                  <a:pt x="180159" y="50334"/>
                  <a:pt x="173967" y="55826"/>
                  <a:pt x="164786" y="61856"/>
                </a:cubicBezTo>
                <a:cubicBezTo>
                  <a:pt x="158625" y="65919"/>
                  <a:pt x="154574" y="69536"/>
                  <a:pt x="152633" y="72707"/>
                </a:cubicBezTo>
                <a:cubicBezTo>
                  <a:pt x="150692" y="75877"/>
                  <a:pt x="149506" y="80723"/>
                  <a:pt x="149074" y="87247"/>
                </a:cubicBezTo>
                <a:moveTo>
                  <a:pt x="148058" y="100740"/>
                </a:moveTo>
                <a:cubicBezTo>
                  <a:pt x="152186" y="100740"/>
                  <a:pt x="155698" y="102193"/>
                  <a:pt x="158594" y="105099"/>
                </a:cubicBezTo>
                <a:cubicBezTo>
                  <a:pt x="161490" y="108002"/>
                  <a:pt x="162938" y="111525"/>
                  <a:pt x="162938" y="115666"/>
                </a:cubicBezTo>
                <a:cubicBezTo>
                  <a:pt x="162938" y="119808"/>
                  <a:pt x="161490" y="123347"/>
                  <a:pt x="158594" y="126283"/>
                </a:cubicBezTo>
                <a:cubicBezTo>
                  <a:pt x="155698" y="129218"/>
                  <a:pt x="152186" y="130685"/>
                  <a:pt x="148058" y="130685"/>
                </a:cubicBezTo>
                <a:cubicBezTo>
                  <a:pt x="143930" y="130685"/>
                  <a:pt x="140417" y="129218"/>
                  <a:pt x="137522" y="126283"/>
                </a:cubicBezTo>
                <a:cubicBezTo>
                  <a:pt x="134626" y="123347"/>
                  <a:pt x="133178" y="119808"/>
                  <a:pt x="133178" y="115666"/>
                </a:cubicBezTo>
                <a:cubicBezTo>
                  <a:pt x="133178" y="111525"/>
                  <a:pt x="134626" y="108002"/>
                  <a:pt x="137522" y="105099"/>
                </a:cubicBezTo>
                <a:cubicBezTo>
                  <a:pt x="140417" y="102193"/>
                  <a:pt x="143930" y="100740"/>
                  <a:pt x="148058" y="10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DBF60-30C3-4399-A653-70F5659D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319" y="802774"/>
            <a:ext cx="301587" cy="1575731"/>
          </a:xfrm>
          <a:custGeom xmlns:a="http://schemas.openxmlformats.org/drawingml/2006/main">
            <a:pathLst>
              <a:path w="301587" h="1575731" fill="none">
                <a:moveTo>
                  <a:pt x="301587" y="0"/>
                </a:moveTo>
                <a:lnTo>
                  <a:pt x="301587" y="1575731"/>
                </a:lnTo>
                <a:lnTo>
                  <a:pt x="0" y="1575731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22BAB-1D16-41AA-BFB0-2399BD13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031" y="2347279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71DC1-8589-4858-8C2E-AB62CFA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036" y="2347274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199" name="Text Table0">
            <a:extLst xmlns:a="http://schemas.openxmlformats.org/drawingml/2006/main">
              <a:ext uri="{FF2B5EF4-FFF2-40B4-BE49-F238E27FC236}">
                <a16:creationId xmlns:a16="http://schemas.microsoft.com/office/drawing/2014/main" id="{69D68088-6B34-4495-B487-35CB431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59" y="806346"/>
            <a:ext cx="573568" cy="130500"/>
          </a:xfrm>
          <a:custGeom xmlns:a="http://schemas.openxmlformats.org/drawingml/2006/main">
            <a:pathLst>
              <a:path w="573568" h="130500">
                <a:moveTo>
                  <a:pt x="112570" y="2588"/>
                </a:moveTo>
                <a:lnTo>
                  <a:pt x="112570" y="36599"/>
                </a:lnTo>
                <a:lnTo>
                  <a:pt x="109243" y="36599"/>
                </a:lnTo>
                <a:cubicBezTo>
                  <a:pt x="107271" y="28747"/>
                  <a:pt x="105084" y="23106"/>
                  <a:pt x="102681" y="19674"/>
                </a:cubicBezTo>
                <a:cubicBezTo>
                  <a:pt x="100278" y="16243"/>
                  <a:pt x="96982" y="13507"/>
                  <a:pt x="92792" y="11466"/>
                </a:cubicBezTo>
                <a:cubicBezTo>
                  <a:pt x="90451" y="10353"/>
                  <a:pt x="86353" y="9797"/>
                  <a:pt x="80500" y="9797"/>
                </a:cubicBezTo>
                <a:lnTo>
                  <a:pt x="71165" y="9797"/>
                </a:lnTo>
                <a:lnTo>
                  <a:pt x="71165" y="106470"/>
                </a:lnTo>
                <a:cubicBezTo>
                  <a:pt x="71165" y="112911"/>
                  <a:pt x="71519" y="116937"/>
                  <a:pt x="72228" y="118549"/>
                </a:cubicBezTo>
                <a:cubicBezTo>
                  <a:pt x="72937" y="120159"/>
                  <a:pt x="74323" y="121567"/>
                  <a:pt x="76387" y="122774"/>
                </a:cubicBezTo>
                <a:cubicBezTo>
                  <a:pt x="78451" y="123982"/>
                  <a:pt x="81270" y="124585"/>
                  <a:pt x="84844" y="124585"/>
                </a:cubicBezTo>
                <a:lnTo>
                  <a:pt x="89003" y="124585"/>
                </a:lnTo>
                <a:lnTo>
                  <a:pt x="89003" y="127912"/>
                </a:lnTo>
                <a:lnTo>
                  <a:pt x="23383" y="127912"/>
                </a:lnTo>
                <a:lnTo>
                  <a:pt x="23383" y="124585"/>
                </a:lnTo>
                <a:lnTo>
                  <a:pt x="27542" y="124585"/>
                </a:lnTo>
                <a:cubicBezTo>
                  <a:pt x="31177" y="124585"/>
                  <a:pt x="34104" y="123935"/>
                  <a:pt x="36322" y="122636"/>
                </a:cubicBezTo>
                <a:cubicBezTo>
                  <a:pt x="37924" y="121767"/>
                  <a:pt x="39187" y="120281"/>
                  <a:pt x="40111" y="118176"/>
                </a:cubicBezTo>
                <a:cubicBezTo>
                  <a:pt x="40789" y="116690"/>
                  <a:pt x="41128" y="112788"/>
                  <a:pt x="41128" y="106470"/>
                </a:cubicBezTo>
                <a:lnTo>
                  <a:pt x="41128" y="9797"/>
                </a:lnTo>
                <a:lnTo>
                  <a:pt x="32071" y="9797"/>
                </a:lnTo>
                <a:cubicBezTo>
                  <a:pt x="23629" y="9797"/>
                  <a:pt x="17499" y="11589"/>
                  <a:pt x="13678" y="15175"/>
                </a:cubicBezTo>
                <a:cubicBezTo>
                  <a:pt x="8318" y="20183"/>
                  <a:pt x="4929" y="27324"/>
                  <a:pt x="3512" y="36599"/>
                </a:cubicBezTo>
                <a:lnTo>
                  <a:pt x="0" y="36599"/>
                </a:lnTo>
                <a:lnTo>
                  <a:pt x="0" y="2588"/>
                </a:lnTo>
                <a:lnTo>
                  <a:pt x="112570" y="2588"/>
                </a:lnTo>
                <a:close/>
                <a:moveTo>
                  <a:pt x="156104" y="115158"/>
                </a:moveTo>
                <a:cubicBezTo>
                  <a:pt x="145568" y="124524"/>
                  <a:pt x="136110" y="129206"/>
                  <a:pt x="127730" y="129206"/>
                </a:cubicBezTo>
                <a:cubicBezTo>
                  <a:pt x="122801" y="129206"/>
                  <a:pt x="118703" y="127584"/>
                  <a:pt x="115438" y="124340"/>
                </a:cubicBezTo>
                <a:cubicBezTo>
                  <a:pt x="112172" y="121093"/>
                  <a:pt x="110539" y="117029"/>
                  <a:pt x="110539" y="112146"/>
                </a:cubicBezTo>
                <a:cubicBezTo>
                  <a:pt x="110539" y="105530"/>
                  <a:pt x="113374" y="99579"/>
                  <a:pt x="119042" y="94294"/>
                </a:cubicBezTo>
                <a:cubicBezTo>
                  <a:pt x="124711" y="89008"/>
                  <a:pt x="137065" y="81977"/>
                  <a:pt x="156104" y="73198"/>
                </a:cubicBezTo>
                <a:lnTo>
                  <a:pt x="156104" y="64511"/>
                </a:lnTo>
                <a:cubicBezTo>
                  <a:pt x="156104" y="57980"/>
                  <a:pt x="155749" y="53867"/>
                  <a:pt x="155041" y="52172"/>
                </a:cubicBezTo>
                <a:cubicBezTo>
                  <a:pt x="154332" y="50478"/>
                  <a:pt x="152992" y="48999"/>
                  <a:pt x="151020" y="47736"/>
                </a:cubicBezTo>
                <a:cubicBezTo>
                  <a:pt x="149049" y="46473"/>
                  <a:pt x="146831" y="45841"/>
                  <a:pt x="144366" y="45841"/>
                </a:cubicBezTo>
                <a:cubicBezTo>
                  <a:pt x="140361" y="45841"/>
                  <a:pt x="137065" y="46735"/>
                  <a:pt x="134477" y="48522"/>
                </a:cubicBezTo>
                <a:cubicBezTo>
                  <a:pt x="132875" y="49631"/>
                  <a:pt x="132074" y="50925"/>
                  <a:pt x="132074" y="52403"/>
                </a:cubicBezTo>
                <a:cubicBezTo>
                  <a:pt x="132074" y="53697"/>
                  <a:pt x="132936" y="55299"/>
                  <a:pt x="134662" y="57209"/>
                </a:cubicBezTo>
                <a:cubicBezTo>
                  <a:pt x="137003" y="59859"/>
                  <a:pt x="138174" y="62416"/>
                  <a:pt x="138174" y="64880"/>
                </a:cubicBezTo>
                <a:cubicBezTo>
                  <a:pt x="138174" y="67900"/>
                  <a:pt x="137049" y="70472"/>
                  <a:pt x="134800" y="72598"/>
                </a:cubicBezTo>
                <a:cubicBezTo>
                  <a:pt x="132551" y="74723"/>
                  <a:pt x="129609" y="75786"/>
                  <a:pt x="125974" y="75786"/>
                </a:cubicBezTo>
                <a:cubicBezTo>
                  <a:pt x="122092" y="75786"/>
                  <a:pt x="118842" y="74616"/>
                  <a:pt x="116223" y="72274"/>
                </a:cubicBezTo>
                <a:cubicBezTo>
                  <a:pt x="113605" y="69933"/>
                  <a:pt x="112296" y="67191"/>
                  <a:pt x="112296" y="64049"/>
                </a:cubicBezTo>
                <a:cubicBezTo>
                  <a:pt x="112296" y="59612"/>
                  <a:pt x="114052" y="55376"/>
                  <a:pt x="117564" y="51341"/>
                </a:cubicBezTo>
                <a:cubicBezTo>
                  <a:pt x="121076" y="47305"/>
                  <a:pt x="125974" y="44209"/>
                  <a:pt x="132259" y="42052"/>
                </a:cubicBezTo>
                <a:cubicBezTo>
                  <a:pt x="138543" y="39896"/>
                  <a:pt x="145075" y="38817"/>
                  <a:pt x="151852" y="38817"/>
                </a:cubicBezTo>
                <a:cubicBezTo>
                  <a:pt x="160047" y="38817"/>
                  <a:pt x="166532" y="40563"/>
                  <a:pt x="171307" y="44054"/>
                </a:cubicBezTo>
                <a:cubicBezTo>
                  <a:pt x="176082" y="47543"/>
                  <a:pt x="179178" y="51325"/>
                  <a:pt x="180596" y="55401"/>
                </a:cubicBezTo>
                <a:cubicBezTo>
                  <a:pt x="181458" y="57995"/>
                  <a:pt x="181889" y="63954"/>
                  <a:pt x="181889" y="73279"/>
                </a:cubicBezTo>
                <a:lnTo>
                  <a:pt x="181889" y="106907"/>
                </a:lnTo>
                <a:cubicBezTo>
                  <a:pt x="181889" y="110860"/>
                  <a:pt x="182044" y="113346"/>
                  <a:pt x="182352" y="114367"/>
                </a:cubicBezTo>
                <a:cubicBezTo>
                  <a:pt x="182660" y="115385"/>
                  <a:pt x="183122" y="116142"/>
                  <a:pt x="183738" y="116637"/>
                </a:cubicBezTo>
                <a:cubicBezTo>
                  <a:pt x="184354" y="117130"/>
                  <a:pt x="185063" y="117376"/>
                  <a:pt x="185864" y="117376"/>
                </a:cubicBezTo>
                <a:cubicBezTo>
                  <a:pt x="187466" y="117376"/>
                  <a:pt x="189098" y="116236"/>
                  <a:pt x="190762" y="113957"/>
                </a:cubicBezTo>
                <a:lnTo>
                  <a:pt x="193535" y="116175"/>
                </a:lnTo>
                <a:cubicBezTo>
                  <a:pt x="190454" y="120734"/>
                  <a:pt x="187265" y="124046"/>
                  <a:pt x="183969" y="126110"/>
                </a:cubicBezTo>
                <a:cubicBezTo>
                  <a:pt x="180673" y="128174"/>
                  <a:pt x="176929" y="129206"/>
                  <a:pt x="172740" y="129206"/>
                </a:cubicBezTo>
                <a:cubicBezTo>
                  <a:pt x="167810" y="129206"/>
                  <a:pt x="163960" y="128043"/>
                  <a:pt x="161187" y="125717"/>
                </a:cubicBezTo>
                <a:cubicBezTo>
                  <a:pt x="158414" y="123391"/>
                  <a:pt x="156720" y="119872"/>
                  <a:pt x="156104" y="115158"/>
                </a:cubicBezTo>
                <a:moveTo>
                  <a:pt x="156104" y="108319"/>
                </a:moveTo>
                <a:lnTo>
                  <a:pt x="156104" y="79408"/>
                </a:lnTo>
                <a:cubicBezTo>
                  <a:pt x="148648" y="83804"/>
                  <a:pt x="143103" y="88510"/>
                  <a:pt x="139468" y="93526"/>
                </a:cubicBezTo>
                <a:cubicBezTo>
                  <a:pt x="137065" y="96868"/>
                  <a:pt x="135863" y="100243"/>
                  <a:pt x="135863" y="103649"/>
                </a:cubicBezTo>
                <a:cubicBezTo>
                  <a:pt x="135863" y="106496"/>
                  <a:pt x="136880" y="109004"/>
                  <a:pt x="138913" y="111172"/>
                </a:cubicBezTo>
                <a:cubicBezTo>
                  <a:pt x="140453" y="112844"/>
                  <a:pt x="142610" y="113679"/>
                  <a:pt x="145383" y="113679"/>
                </a:cubicBezTo>
                <a:cubicBezTo>
                  <a:pt x="148463" y="113679"/>
                  <a:pt x="152037" y="111893"/>
                  <a:pt x="156104" y="108319"/>
                </a:cubicBezTo>
                <a:close/>
                <a:moveTo>
                  <a:pt x="236511" y="2588"/>
                </a:moveTo>
                <a:lnTo>
                  <a:pt x="236511" y="50093"/>
                </a:lnTo>
                <a:cubicBezTo>
                  <a:pt x="243782" y="42576"/>
                  <a:pt x="251730" y="38817"/>
                  <a:pt x="260356" y="38817"/>
                </a:cubicBezTo>
                <a:cubicBezTo>
                  <a:pt x="266271" y="38817"/>
                  <a:pt x="271847" y="40560"/>
                  <a:pt x="277085" y="44045"/>
                </a:cubicBezTo>
                <a:cubicBezTo>
                  <a:pt x="282322" y="47530"/>
                  <a:pt x="286419" y="52479"/>
                  <a:pt x="289377" y="58893"/>
                </a:cubicBezTo>
                <a:cubicBezTo>
                  <a:pt x="292334" y="65307"/>
                  <a:pt x="293813" y="72708"/>
                  <a:pt x="293813" y="81098"/>
                </a:cubicBezTo>
                <a:cubicBezTo>
                  <a:pt x="293813" y="90534"/>
                  <a:pt x="291934" y="99107"/>
                  <a:pt x="288175" y="106817"/>
                </a:cubicBezTo>
                <a:cubicBezTo>
                  <a:pt x="284417" y="114527"/>
                  <a:pt x="279395" y="120401"/>
                  <a:pt x="273111" y="124441"/>
                </a:cubicBezTo>
                <a:cubicBezTo>
                  <a:pt x="266826" y="128480"/>
                  <a:pt x="259648" y="130500"/>
                  <a:pt x="251576" y="130500"/>
                </a:cubicBezTo>
                <a:cubicBezTo>
                  <a:pt x="246893" y="130500"/>
                  <a:pt x="242734" y="129761"/>
                  <a:pt x="239099" y="128282"/>
                </a:cubicBezTo>
                <a:cubicBezTo>
                  <a:pt x="235464" y="126803"/>
                  <a:pt x="231890" y="124400"/>
                  <a:pt x="228378" y="121073"/>
                </a:cubicBezTo>
                <a:lnTo>
                  <a:pt x="214053" y="130500"/>
                </a:lnTo>
                <a:lnTo>
                  <a:pt x="210910" y="130500"/>
                </a:lnTo>
                <a:lnTo>
                  <a:pt x="210910" y="20518"/>
                </a:lnTo>
                <a:cubicBezTo>
                  <a:pt x="210910" y="15494"/>
                  <a:pt x="210695" y="12394"/>
                  <a:pt x="210263" y="11218"/>
                </a:cubicBezTo>
                <a:cubicBezTo>
                  <a:pt x="209647" y="9481"/>
                  <a:pt x="208677" y="8194"/>
                  <a:pt x="207352" y="7356"/>
                </a:cubicBezTo>
                <a:cubicBezTo>
                  <a:pt x="206027" y="6519"/>
                  <a:pt x="203794" y="6038"/>
                  <a:pt x="200651" y="5915"/>
                </a:cubicBezTo>
                <a:lnTo>
                  <a:pt x="200651" y="2588"/>
                </a:lnTo>
                <a:lnTo>
                  <a:pt x="236511" y="2588"/>
                </a:lnTo>
                <a:moveTo>
                  <a:pt x="236511" y="58330"/>
                </a:moveTo>
                <a:lnTo>
                  <a:pt x="236511" y="96824"/>
                </a:lnTo>
                <a:cubicBezTo>
                  <a:pt x="236511" y="104659"/>
                  <a:pt x="236696" y="109656"/>
                  <a:pt x="237066" y="111817"/>
                </a:cubicBezTo>
                <a:cubicBezTo>
                  <a:pt x="237682" y="115456"/>
                  <a:pt x="239161" y="118402"/>
                  <a:pt x="241502" y="120654"/>
                </a:cubicBezTo>
                <a:cubicBezTo>
                  <a:pt x="243843" y="122905"/>
                  <a:pt x="246832" y="124031"/>
                  <a:pt x="250467" y="124031"/>
                </a:cubicBezTo>
                <a:cubicBezTo>
                  <a:pt x="253609" y="124031"/>
                  <a:pt x="256305" y="123136"/>
                  <a:pt x="258554" y="121348"/>
                </a:cubicBezTo>
                <a:cubicBezTo>
                  <a:pt x="260803" y="119559"/>
                  <a:pt x="262682" y="116012"/>
                  <a:pt x="264192" y="110707"/>
                </a:cubicBezTo>
                <a:cubicBezTo>
                  <a:pt x="265701" y="105401"/>
                  <a:pt x="266456" y="95838"/>
                  <a:pt x="266456" y="82019"/>
                </a:cubicBezTo>
                <a:cubicBezTo>
                  <a:pt x="266456" y="68754"/>
                  <a:pt x="264793" y="59655"/>
                  <a:pt x="261465" y="54720"/>
                </a:cubicBezTo>
                <a:cubicBezTo>
                  <a:pt x="259062" y="51142"/>
                  <a:pt x="255828" y="49353"/>
                  <a:pt x="251761" y="49353"/>
                </a:cubicBezTo>
                <a:cubicBezTo>
                  <a:pt x="246462" y="49353"/>
                  <a:pt x="241379" y="52346"/>
                  <a:pt x="236511" y="58330"/>
                </a:cubicBezTo>
                <a:close/>
                <a:moveTo>
                  <a:pt x="342159" y="2588"/>
                </a:moveTo>
                <a:lnTo>
                  <a:pt x="342159" y="109982"/>
                </a:lnTo>
                <a:cubicBezTo>
                  <a:pt x="342159" y="116082"/>
                  <a:pt x="342868" y="119980"/>
                  <a:pt x="344285" y="121674"/>
                </a:cubicBezTo>
                <a:cubicBezTo>
                  <a:pt x="345702" y="123368"/>
                  <a:pt x="348475" y="124339"/>
                  <a:pt x="352603" y="124585"/>
                </a:cubicBezTo>
                <a:lnTo>
                  <a:pt x="352603" y="127912"/>
                </a:lnTo>
                <a:lnTo>
                  <a:pt x="305930" y="127912"/>
                </a:lnTo>
                <a:lnTo>
                  <a:pt x="305930" y="124585"/>
                </a:lnTo>
                <a:cubicBezTo>
                  <a:pt x="309750" y="124462"/>
                  <a:pt x="312584" y="123353"/>
                  <a:pt x="314432" y="121258"/>
                </a:cubicBezTo>
                <a:cubicBezTo>
                  <a:pt x="315665" y="119841"/>
                  <a:pt x="316281" y="116082"/>
                  <a:pt x="316281" y="109982"/>
                </a:cubicBezTo>
                <a:lnTo>
                  <a:pt x="316281" y="20518"/>
                </a:lnTo>
                <a:cubicBezTo>
                  <a:pt x="316281" y="14441"/>
                  <a:pt x="315572" y="10551"/>
                  <a:pt x="314155" y="8847"/>
                </a:cubicBezTo>
                <a:cubicBezTo>
                  <a:pt x="312738" y="7141"/>
                  <a:pt x="309996" y="6163"/>
                  <a:pt x="305930" y="5915"/>
                </a:cubicBezTo>
                <a:lnTo>
                  <a:pt x="305930" y="2588"/>
                </a:lnTo>
                <a:lnTo>
                  <a:pt x="342159" y="2588"/>
                </a:lnTo>
                <a:close/>
                <a:moveTo>
                  <a:pt x="434113" y="81516"/>
                </a:moveTo>
                <a:lnTo>
                  <a:pt x="386701" y="81516"/>
                </a:lnTo>
                <a:cubicBezTo>
                  <a:pt x="387255" y="93008"/>
                  <a:pt x="390305" y="102089"/>
                  <a:pt x="395850" y="108761"/>
                </a:cubicBezTo>
                <a:cubicBezTo>
                  <a:pt x="400102" y="113888"/>
                  <a:pt x="405216" y="116452"/>
                  <a:pt x="411192" y="116452"/>
                </a:cubicBezTo>
                <a:cubicBezTo>
                  <a:pt x="414889" y="116452"/>
                  <a:pt x="418247" y="115420"/>
                  <a:pt x="421266" y="113356"/>
                </a:cubicBezTo>
                <a:cubicBezTo>
                  <a:pt x="424286" y="111292"/>
                  <a:pt x="427520" y="107580"/>
                  <a:pt x="430971" y="102219"/>
                </a:cubicBezTo>
                <a:lnTo>
                  <a:pt x="434113" y="104252"/>
                </a:lnTo>
                <a:cubicBezTo>
                  <a:pt x="429430" y="113803"/>
                  <a:pt x="424255" y="120565"/>
                  <a:pt x="418586" y="124539"/>
                </a:cubicBezTo>
                <a:cubicBezTo>
                  <a:pt x="412918" y="128513"/>
                  <a:pt x="406356" y="130500"/>
                  <a:pt x="398900" y="130500"/>
                </a:cubicBezTo>
                <a:cubicBezTo>
                  <a:pt x="386084" y="130500"/>
                  <a:pt x="376380" y="125566"/>
                  <a:pt x="369787" y="115698"/>
                </a:cubicBezTo>
                <a:cubicBezTo>
                  <a:pt x="364488" y="107742"/>
                  <a:pt x="361839" y="97874"/>
                  <a:pt x="361839" y="86094"/>
                </a:cubicBezTo>
                <a:cubicBezTo>
                  <a:pt x="361839" y="71661"/>
                  <a:pt x="365736" y="60174"/>
                  <a:pt x="373530" y="51632"/>
                </a:cubicBezTo>
                <a:cubicBezTo>
                  <a:pt x="381325" y="43089"/>
                  <a:pt x="390459" y="38817"/>
                  <a:pt x="400934" y="38817"/>
                </a:cubicBezTo>
                <a:cubicBezTo>
                  <a:pt x="409683" y="38817"/>
                  <a:pt x="417277" y="42406"/>
                  <a:pt x="423716" y="49585"/>
                </a:cubicBezTo>
                <a:cubicBezTo>
                  <a:pt x="430154" y="56763"/>
                  <a:pt x="433620" y="67407"/>
                  <a:pt x="434113" y="81516"/>
                </a:cubicBezTo>
                <a:moveTo>
                  <a:pt x="411377" y="75417"/>
                </a:moveTo>
                <a:cubicBezTo>
                  <a:pt x="411377" y="65497"/>
                  <a:pt x="410838" y="58688"/>
                  <a:pt x="409760" y="54991"/>
                </a:cubicBezTo>
                <a:cubicBezTo>
                  <a:pt x="408682" y="51294"/>
                  <a:pt x="407003" y="48491"/>
                  <a:pt x="404723" y="46581"/>
                </a:cubicBezTo>
                <a:cubicBezTo>
                  <a:pt x="403429" y="45472"/>
                  <a:pt x="401704" y="44917"/>
                  <a:pt x="399547" y="44917"/>
                </a:cubicBezTo>
                <a:cubicBezTo>
                  <a:pt x="396343" y="44917"/>
                  <a:pt x="393725" y="46488"/>
                  <a:pt x="391691" y="49631"/>
                </a:cubicBezTo>
                <a:cubicBezTo>
                  <a:pt x="388056" y="55114"/>
                  <a:pt x="386238" y="62631"/>
                  <a:pt x="386238" y="72182"/>
                </a:cubicBezTo>
                <a:lnTo>
                  <a:pt x="386238" y="75417"/>
                </a:lnTo>
                <a:lnTo>
                  <a:pt x="411377" y="75417"/>
                </a:lnTo>
                <a:close/>
                <a:moveTo>
                  <a:pt x="573568" y="65250"/>
                </a:moveTo>
                <a:cubicBezTo>
                  <a:pt x="573568" y="77758"/>
                  <a:pt x="571812" y="89434"/>
                  <a:pt x="568300" y="100278"/>
                </a:cubicBezTo>
                <a:cubicBezTo>
                  <a:pt x="566206" y="106933"/>
                  <a:pt x="563387" y="112385"/>
                  <a:pt x="559844" y="116637"/>
                </a:cubicBezTo>
                <a:cubicBezTo>
                  <a:pt x="556301" y="120888"/>
                  <a:pt x="552281" y="124262"/>
                  <a:pt x="547783" y="126757"/>
                </a:cubicBezTo>
                <a:cubicBezTo>
                  <a:pt x="543285" y="129253"/>
                  <a:pt x="538386" y="130500"/>
                  <a:pt x="533088" y="130500"/>
                </a:cubicBezTo>
                <a:cubicBezTo>
                  <a:pt x="527049" y="130500"/>
                  <a:pt x="521596" y="128960"/>
                  <a:pt x="516729" y="125879"/>
                </a:cubicBezTo>
                <a:cubicBezTo>
                  <a:pt x="511861" y="122798"/>
                  <a:pt x="507548" y="118393"/>
                  <a:pt x="503790" y="112663"/>
                </a:cubicBezTo>
                <a:cubicBezTo>
                  <a:pt x="501079" y="108473"/>
                  <a:pt x="498706" y="102897"/>
                  <a:pt x="496673" y="95934"/>
                </a:cubicBezTo>
                <a:cubicBezTo>
                  <a:pt x="494024" y="86507"/>
                  <a:pt x="492699" y="76772"/>
                  <a:pt x="492699" y="66729"/>
                </a:cubicBezTo>
                <a:cubicBezTo>
                  <a:pt x="492699" y="53112"/>
                  <a:pt x="494609" y="40604"/>
                  <a:pt x="498429" y="29205"/>
                </a:cubicBezTo>
                <a:cubicBezTo>
                  <a:pt x="501572" y="19778"/>
                  <a:pt x="506347" y="12554"/>
                  <a:pt x="512755" y="7532"/>
                </a:cubicBezTo>
                <a:cubicBezTo>
                  <a:pt x="519163" y="2511"/>
                  <a:pt x="525940" y="0"/>
                  <a:pt x="533088" y="0"/>
                </a:cubicBezTo>
                <a:cubicBezTo>
                  <a:pt x="540358" y="0"/>
                  <a:pt x="547151" y="2480"/>
                  <a:pt x="553467" y="7440"/>
                </a:cubicBezTo>
                <a:cubicBezTo>
                  <a:pt x="559782" y="12400"/>
                  <a:pt x="564419" y="19070"/>
                  <a:pt x="567376" y="27449"/>
                </a:cubicBezTo>
                <a:cubicBezTo>
                  <a:pt x="571504" y="38971"/>
                  <a:pt x="573568" y="51572"/>
                  <a:pt x="573568" y="65250"/>
                </a:cubicBezTo>
                <a:moveTo>
                  <a:pt x="545102" y="65065"/>
                </a:moveTo>
                <a:cubicBezTo>
                  <a:pt x="545102" y="43165"/>
                  <a:pt x="544979" y="30400"/>
                  <a:pt x="544733" y="26771"/>
                </a:cubicBezTo>
                <a:cubicBezTo>
                  <a:pt x="544117" y="18220"/>
                  <a:pt x="542638" y="12437"/>
                  <a:pt x="540296" y="9421"/>
                </a:cubicBezTo>
                <a:cubicBezTo>
                  <a:pt x="538756" y="7453"/>
                  <a:pt x="536261" y="6470"/>
                  <a:pt x="532810" y="6470"/>
                </a:cubicBezTo>
                <a:cubicBezTo>
                  <a:pt x="530161" y="6470"/>
                  <a:pt x="528066" y="7208"/>
                  <a:pt x="526526" y="8685"/>
                </a:cubicBezTo>
                <a:cubicBezTo>
                  <a:pt x="524246" y="10837"/>
                  <a:pt x="522705" y="14636"/>
                  <a:pt x="521904" y="20082"/>
                </a:cubicBezTo>
                <a:cubicBezTo>
                  <a:pt x="521103" y="25525"/>
                  <a:pt x="520703" y="44518"/>
                  <a:pt x="520703" y="77060"/>
                </a:cubicBezTo>
                <a:cubicBezTo>
                  <a:pt x="520703" y="94778"/>
                  <a:pt x="521319" y="106651"/>
                  <a:pt x="522551" y="112680"/>
                </a:cubicBezTo>
                <a:cubicBezTo>
                  <a:pt x="523476" y="117047"/>
                  <a:pt x="524800" y="119969"/>
                  <a:pt x="526526" y="121446"/>
                </a:cubicBezTo>
                <a:cubicBezTo>
                  <a:pt x="528251" y="122923"/>
                  <a:pt x="530531" y="123661"/>
                  <a:pt x="533365" y="123661"/>
                </a:cubicBezTo>
                <a:cubicBezTo>
                  <a:pt x="536446" y="123661"/>
                  <a:pt x="538756" y="122677"/>
                  <a:pt x="540296" y="120709"/>
                </a:cubicBezTo>
                <a:cubicBezTo>
                  <a:pt x="542884" y="117263"/>
                  <a:pt x="544363" y="111941"/>
                  <a:pt x="544733" y="104743"/>
                </a:cubicBezTo>
                <a:lnTo>
                  <a:pt x="545102" y="65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Table1">
            <a:extLst xmlns:a="http://schemas.openxmlformats.org/drawingml/2006/main">
              <a:ext uri="{FF2B5EF4-FFF2-40B4-BE49-F238E27FC236}">
                <a16:creationId xmlns:a16="http://schemas.microsoft.com/office/drawing/2014/main" id="{63FFDE0D-9387-4D36-AB28-F5549EB2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33" y="806346"/>
            <a:ext cx="565990" cy="130500"/>
          </a:xfrm>
          <a:custGeom xmlns:a="http://schemas.openxmlformats.org/drawingml/2006/main">
            <a:pathLst>
              <a:path w="565990" h="130500">
                <a:moveTo>
                  <a:pt x="112570" y="2588"/>
                </a:moveTo>
                <a:lnTo>
                  <a:pt x="112570" y="36599"/>
                </a:lnTo>
                <a:lnTo>
                  <a:pt x="109243" y="36599"/>
                </a:lnTo>
                <a:cubicBezTo>
                  <a:pt x="107271" y="28747"/>
                  <a:pt x="105084" y="23106"/>
                  <a:pt x="102681" y="19674"/>
                </a:cubicBezTo>
                <a:cubicBezTo>
                  <a:pt x="100278" y="16243"/>
                  <a:pt x="96982" y="13507"/>
                  <a:pt x="92792" y="11466"/>
                </a:cubicBezTo>
                <a:cubicBezTo>
                  <a:pt x="90451" y="10353"/>
                  <a:pt x="86353" y="9797"/>
                  <a:pt x="80500" y="9797"/>
                </a:cubicBezTo>
                <a:lnTo>
                  <a:pt x="71165" y="9797"/>
                </a:lnTo>
                <a:lnTo>
                  <a:pt x="71165" y="106470"/>
                </a:lnTo>
                <a:cubicBezTo>
                  <a:pt x="71165" y="112911"/>
                  <a:pt x="71519" y="116937"/>
                  <a:pt x="72228" y="118549"/>
                </a:cubicBezTo>
                <a:cubicBezTo>
                  <a:pt x="72937" y="120159"/>
                  <a:pt x="74323" y="121567"/>
                  <a:pt x="76387" y="122774"/>
                </a:cubicBezTo>
                <a:cubicBezTo>
                  <a:pt x="78451" y="123982"/>
                  <a:pt x="81270" y="124585"/>
                  <a:pt x="84844" y="124585"/>
                </a:cubicBezTo>
                <a:lnTo>
                  <a:pt x="89003" y="124585"/>
                </a:lnTo>
                <a:lnTo>
                  <a:pt x="89003" y="127912"/>
                </a:lnTo>
                <a:lnTo>
                  <a:pt x="23383" y="127912"/>
                </a:lnTo>
                <a:lnTo>
                  <a:pt x="23383" y="124585"/>
                </a:lnTo>
                <a:lnTo>
                  <a:pt x="27542" y="124585"/>
                </a:lnTo>
                <a:cubicBezTo>
                  <a:pt x="31177" y="124585"/>
                  <a:pt x="34104" y="123935"/>
                  <a:pt x="36322" y="122636"/>
                </a:cubicBezTo>
                <a:cubicBezTo>
                  <a:pt x="37924" y="121767"/>
                  <a:pt x="39187" y="120281"/>
                  <a:pt x="40111" y="118176"/>
                </a:cubicBezTo>
                <a:cubicBezTo>
                  <a:pt x="40789" y="116690"/>
                  <a:pt x="41128" y="112788"/>
                  <a:pt x="41128" y="106470"/>
                </a:cubicBezTo>
                <a:lnTo>
                  <a:pt x="41128" y="9797"/>
                </a:lnTo>
                <a:lnTo>
                  <a:pt x="32071" y="9797"/>
                </a:lnTo>
                <a:cubicBezTo>
                  <a:pt x="23629" y="9797"/>
                  <a:pt x="17499" y="11589"/>
                  <a:pt x="13678" y="15175"/>
                </a:cubicBezTo>
                <a:cubicBezTo>
                  <a:pt x="8318" y="20183"/>
                  <a:pt x="4929" y="27324"/>
                  <a:pt x="3512" y="36599"/>
                </a:cubicBezTo>
                <a:lnTo>
                  <a:pt x="0" y="36599"/>
                </a:lnTo>
                <a:lnTo>
                  <a:pt x="0" y="2588"/>
                </a:lnTo>
                <a:lnTo>
                  <a:pt x="112570" y="2588"/>
                </a:lnTo>
                <a:close/>
                <a:moveTo>
                  <a:pt x="156104" y="115158"/>
                </a:moveTo>
                <a:cubicBezTo>
                  <a:pt x="145568" y="124524"/>
                  <a:pt x="136110" y="129206"/>
                  <a:pt x="127730" y="129206"/>
                </a:cubicBezTo>
                <a:cubicBezTo>
                  <a:pt x="122801" y="129206"/>
                  <a:pt x="118703" y="127584"/>
                  <a:pt x="115438" y="124340"/>
                </a:cubicBezTo>
                <a:cubicBezTo>
                  <a:pt x="112172" y="121093"/>
                  <a:pt x="110539" y="117029"/>
                  <a:pt x="110539" y="112146"/>
                </a:cubicBezTo>
                <a:cubicBezTo>
                  <a:pt x="110539" y="105530"/>
                  <a:pt x="113374" y="99579"/>
                  <a:pt x="119042" y="94294"/>
                </a:cubicBezTo>
                <a:cubicBezTo>
                  <a:pt x="124711" y="89008"/>
                  <a:pt x="137065" y="81977"/>
                  <a:pt x="156104" y="73198"/>
                </a:cubicBezTo>
                <a:lnTo>
                  <a:pt x="156104" y="64511"/>
                </a:lnTo>
                <a:cubicBezTo>
                  <a:pt x="156104" y="57980"/>
                  <a:pt x="155749" y="53867"/>
                  <a:pt x="155041" y="52172"/>
                </a:cubicBezTo>
                <a:cubicBezTo>
                  <a:pt x="154332" y="50478"/>
                  <a:pt x="152992" y="48999"/>
                  <a:pt x="151020" y="47736"/>
                </a:cubicBezTo>
                <a:cubicBezTo>
                  <a:pt x="149049" y="46473"/>
                  <a:pt x="146831" y="45841"/>
                  <a:pt x="144366" y="45841"/>
                </a:cubicBezTo>
                <a:cubicBezTo>
                  <a:pt x="140361" y="45841"/>
                  <a:pt x="137065" y="46735"/>
                  <a:pt x="134477" y="48522"/>
                </a:cubicBezTo>
                <a:cubicBezTo>
                  <a:pt x="132875" y="49631"/>
                  <a:pt x="132074" y="50925"/>
                  <a:pt x="132074" y="52403"/>
                </a:cubicBezTo>
                <a:cubicBezTo>
                  <a:pt x="132074" y="53697"/>
                  <a:pt x="132936" y="55299"/>
                  <a:pt x="134662" y="57209"/>
                </a:cubicBezTo>
                <a:cubicBezTo>
                  <a:pt x="137003" y="59859"/>
                  <a:pt x="138174" y="62416"/>
                  <a:pt x="138174" y="64880"/>
                </a:cubicBezTo>
                <a:cubicBezTo>
                  <a:pt x="138174" y="67900"/>
                  <a:pt x="137049" y="70472"/>
                  <a:pt x="134800" y="72598"/>
                </a:cubicBezTo>
                <a:cubicBezTo>
                  <a:pt x="132551" y="74723"/>
                  <a:pt x="129609" y="75786"/>
                  <a:pt x="125974" y="75786"/>
                </a:cubicBezTo>
                <a:cubicBezTo>
                  <a:pt x="122092" y="75786"/>
                  <a:pt x="118842" y="74616"/>
                  <a:pt x="116223" y="72274"/>
                </a:cubicBezTo>
                <a:cubicBezTo>
                  <a:pt x="113605" y="69933"/>
                  <a:pt x="112296" y="67191"/>
                  <a:pt x="112296" y="64049"/>
                </a:cubicBezTo>
                <a:cubicBezTo>
                  <a:pt x="112296" y="59612"/>
                  <a:pt x="114052" y="55376"/>
                  <a:pt x="117564" y="51341"/>
                </a:cubicBezTo>
                <a:cubicBezTo>
                  <a:pt x="121076" y="47305"/>
                  <a:pt x="125974" y="44209"/>
                  <a:pt x="132259" y="42052"/>
                </a:cubicBezTo>
                <a:cubicBezTo>
                  <a:pt x="138543" y="39896"/>
                  <a:pt x="145075" y="38817"/>
                  <a:pt x="151852" y="38817"/>
                </a:cubicBezTo>
                <a:cubicBezTo>
                  <a:pt x="160047" y="38817"/>
                  <a:pt x="166532" y="40563"/>
                  <a:pt x="171307" y="44054"/>
                </a:cubicBezTo>
                <a:cubicBezTo>
                  <a:pt x="176082" y="47543"/>
                  <a:pt x="179178" y="51325"/>
                  <a:pt x="180596" y="55401"/>
                </a:cubicBezTo>
                <a:cubicBezTo>
                  <a:pt x="181458" y="57995"/>
                  <a:pt x="181889" y="63954"/>
                  <a:pt x="181889" y="73279"/>
                </a:cubicBezTo>
                <a:lnTo>
                  <a:pt x="181889" y="106907"/>
                </a:lnTo>
                <a:cubicBezTo>
                  <a:pt x="181889" y="110860"/>
                  <a:pt x="182044" y="113346"/>
                  <a:pt x="182352" y="114367"/>
                </a:cubicBezTo>
                <a:cubicBezTo>
                  <a:pt x="182660" y="115385"/>
                  <a:pt x="183122" y="116142"/>
                  <a:pt x="183738" y="116637"/>
                </a:cubicBezTo>
                <a:cubicBezTo>
                  <a:pt x="184354" y="117130"/>
                  <a:pt x="185063" y="117376"/>
                  <a:pt x="185864" y="117376"/>
                </a:cubicBezTo>
                <a:cubicBezTo>
                  <a:pt x="187466" y="117376"/>
                  <a:pt x="189098" y="116236"/>
                  <a:pt x="190762" y="113957"/>
                </a:cubicBezTo>
                <a:lnTo>
                  <a:pt x="193535" y="116175"/>
                </a:lnTo>
                <a:cubicBezTo>
                  <a:pt x="190454" y="120734"/>
                  <a:pt x="187265" y="124046"/>
                  <a:pt x="183969" y="126110"/>
                </a:cubicBezTo>
                <a:cubicBezTo>
                  <a:pt x="180673" y="128174"/>
                  <a:pt x="176929" y="129206"/>
                  <a:pt x="172740" y="129206"/>
                </a:cubicBezTo>
                <a:cubicBezTo>
                  <a:pt x="167810" y="129206"/>
                  <a:pt x="163960" y="128043"/>
                  <a:pt x="161187" y="125717"/>
                </a:cubicBezTo>
                <a:cubicBezTo>
                  <a:pt x="158414" y="123391"/>
                  <a:pt x="156720" y="119872"/>
                  <a:pt x="156104" y="115158"/>
                </a:cubicBezTo>
                <a:moveTo>
                  <a:pt x="156104" y="108319"/>
                </a:moveTo>
                <a:lnTo>
                  <a:pt x="156104" y="79408"/>
                </a:lnTo>
                <a:cubicBezTo>
                  <a:pt x="148648" y="83804"/>
                  <a:pt x="143103" y="88510"/>
                  <a:pt x="139468" y="93526"/>
                </a:cubicBezTo>
                <a:cubicBezTo>
                  <a:pt x="137065" y="96868"/>
                  <a:pt x="135863" y="100243"/>
                  <a:pt x="135863" y="103649"/>
                </a:cubicBezTo>
                <a:cubicBezTo>
                  <a:pt x="135863" y="106496"/>
                  <a:pt x="136880" y="109004"/>
                  <a:pt x="138913" y="111172"/>
                </a:cubicBezTo>
                <a:cubicBezTo>
                  <a:pt x="140453" y="112844"/>
                  <a:pt x="142610" y="113679"/>
                  <a:pt x="145383" y="113679"/>
                </a:cubicBezTo>
                <a:cubicBezTo>
                  <a:pt x="148463" y="113679"/>
                  <a:pt x="152037" y="111893"/>
                  <a:pt x="156104" y="108319"/>
                </a:cubicBezTo>
                <a:close/>
                <a:moveTo>
                  <a:pt x="236508" y="2588"/>
                </a:moveTo>
                <a:lnTo>
                  <a:pt x="236508" y="50093"/>
                </a:lnTo>
                <a:cubicBezTo>
                  <a:pt x="243778" y="42576"/>
                  <a:pt x="251727" y="38817"/>
                  <a:pt x="260353" y="38817"/>
                </a:cubicBezTo>
                <a:cubicBezTo>
                  <a:pt x="266268" y="38817"/>
                  <a:pt x="271844" y="40560"/>
                  <a:pt x="277081" y="44045"/>
                </a:cubicBezTo>
                <a:cubicBezTo>
                  <a:pt x="282319" y="47530"/>
                  <a:pt x="286416" y="52479"/>
                  <a:pt x="289373" y="58893"/>
                </a:cubicBezTo>
                <a:cubicBezTo>
                  <a:pt x="292331" y="65307"/>
                  <a:pt x="293810" y="72708"/>
                  <a:pt x="293810" y="81098"/>
                </a:cubicBezTo>
                <a:cubicBezTo>
                  <a:pt x="293810" y="90534"/>
                  <a:pt x="291930" y="99107"/>
                  <a:pt x="288172" y="106817"/>
                </a:cubicBezTo>
                <a:cubicBezTo>
                  <a:pt x="284413" y="114527"/>
                  <a:pt x="279392" y="120401"/>
                  <a:pt x="273107" y="124441"/>
                </a:cubicBezTo>
                <a:cubicBezTo>
                  <a:pt x="266822" y="128480"/>
                  <a:pt x="259644" y="130500"/>
                  <a:pt x="251573" y="130500"/>
                </a:cubicBezTo>
                <a:cubicBezTo>
                  <a:pt x="246890" y="130500"/>
                  <a:pt x="242731" y="129761"/>
                  <a:pt x="239096" y="128282"/>
                </a:cubicBezTo>
                <a:cubicBezTo>
                  <a:pt x="235460" y="126803"/>
                  <a:pt x="231887" y="124400"/>
                  <a:pt x="228375" y="121073"/>
                </a:cubicBezTo>
                <a:lnTo>
                  <a:pt x="214049" y="130500"/>
                </a:lnTo>
                <a:lnTo>
                  <a:pt x="210907" y="130500"/>
                </a:lnTo>
                <a:lnTo>
                  <a:pt x="210907" y="20518"/>
                </a:lnTo>
                <a:cubicBezTo>
                  <a:pt x="210907" y="15494"/>
                  <a:pt x="210691" y="12394"/>
                  <a:pt x="210260" y="11218"/>
                </a:cubicBezTo>
                <a:cubicBezTo>
                  <a:pt x="209644" y="9481"/>
                  <a:pt x="208673" y="8194"/>
                  <a:pt x="207349" y="7356"/>
                </a:cubicBezTo>
                <a:cubicBezTo>
                  <a:pt x="206024" y="6519"/>
                  <a:pt x="203790" y="6038"/>
                  <a:pt x="200648" y="5915"/>
                </a:cubicBezTo>
                <a:lnTo>
                  <a:pt x="200648" y="2588"/>
                </a:lnTo>
                <a:lnTo>
                  <a:pt x="236508" y="2588"/>
                </a:lnTo>
                <a:moveTo>
                  <a:pt x="236508" y="58330"/>
                </a:moveTo>
                <a:lnTo>
                  <a:pt x="236508" y="96824"/>
                </a:lnTo>
                <a:cubicBezTo>
                  <a:pt x="236508" y="104659"/>
                  <a:pt x="236693" y="109656"/>
                  <a:pt x="237062" y="111817"/>
                </a:cubicBezTo>
                <a:cubicBezTo>
                  <a:pt x="237679" y="115456"/>
                  <a:pt x="239157" y="118402"/>
                  <a:pt x="241499" y="120654"/>
                </a:cubicBezTo>
                <a:cubicBezTo>
                  <a:pt x="243840" y="122905"/>
                  <a:pt x="246828" y="124031"/>
                  <a:pt x="250464" y="124031"/>
                </a:cubicBezTo>
                <a:cubicBezTo>
                  <a:pt x="253606" y="124031"/>
                  <a:pt x="256302" y="123136"/>
                  <a:pt x="258551" y="121348"/>
                </a:cubicBezTo>
                <a:cubicBezTo>
                  <a:pt x="260800" y="119559"/>
                  <a:pt x="262679" y="116012"/>
                  <a:pt x="264188" y="110707"/>
                </a:cubicBezTo>
                <a:cubicBezTo>
                  <a:pt x="265698" y="105401"/>
                  <a:pt x="266453" y="95838"/>
                  <a:pt x="266453" y="82019"/>
                </a:cubicBezTo>
                <a:cubicBezTo>
                  <a:pt x="266453" y="68754"/>
                  <a:pt x="264789" y="59655"/>
                  <a:pt x="261462" y="54720"/>
                </a:cubicBezTo>
                <a:cubicBezTo>
                  <a:pt x="259059" y="51142"/>
                  <a:pt x="255824" y="49353"/>
                  <a:pt x="251758" y="49353"/>
                </a:cubicBezTo>
                <a:cubicBezTo>
                  <a:pt x="246459" y="49353"/>
                  <a:pt x="241375" y="52346"/>
                  <a:pt x="236508" y="58330"/>
                </a:cubicBezTo>
                <a:close/>
                <a:moveTo>
                  <a:pt x="342157" y="2588"/>
                </a:moveTo>
                <a:lnTo>
                  <a:pt x="342157" y="109982"/>
                </a:lnTo>
                <a:cubicBezTo>
                  <a:pt x="342157" y="116082"/>
                  <a:pt x="342866" y="119980"/>
                  <a:pt x="344283" y="121674"/>
                </a:cubicBezTo>
                <a:cubicBezTo>
                  <a:pt x="345700" y="123368"/>
                  <a:pt x="348473" y="124339"/>
                  <a:pt x="352601" y="124585"/>
                </a:cubicBezTo>
                <a:lnTo>
                  <a:pt x="352601" y="127912"/>
                </a:lnTo>
                <a:lnTo>
                  <a:pt x="305928" y="127912"/>
                </a:lnTo>
                <a:lnTo>
                  <a:pt x="305928" y="124585"/>
                </a:lnTo>
                <a:cubicBezTo>
                  <a:pt x="309748" y="124462"/>
                  <a:pt x="312582" y="123353"/>
                  <a:pt x="314430" y="121258"/>
                </a:cubicBezTo>
                <a:cubicBezTo>
                  <a:pt x="315663" y="119841"/>
                  <a:pt x="316279" y="116082"/>
                  <a:pt x="316279" y="109982"/>
                </a:cubicBezTo>
                <a:lnTo>
                  <a:pt x="316279" y="20518"/>
                </a:lnTo>
                <a:cubicBezTo>
                  <a:pt x="316279" y="14441"/>
                  <a:pt x="315570" y="10551"/>
                  <a:pt x="314153" y="8847"/>
                </a:cubicBezTo>
                <a:cubicBezTo>
                  <a:pt x="312736" y="7141"/>
                  <a:pt x="309994" y="6163"/>
                  <a:pt x="305928" y="5915"/>
                </a:cubicBezTo>
                <a:lnTo>
                  <a:pt x="305928" y="2588"/>
                </a:lnTo>
                <a:lnTo>
                  <a:pt x="342157" y="2588"/>
                </a:lnTo>
                <a:close/>
                <a:moveTo>
                  <a:pt x="434113" y="81516"/>
                </a:moveTo>
                <a:lnTo>
                  <a:pt x="386700" y="81516"/>
                </a:lnTo>
                <a:cubicBezTo>
                  <a:pt x="387255" y="93008"/>
                  <a:pt x="390305" y="102089"/>
                  <a:pt x="395850" y="108761"/>
                </a:cubicBezTo>
                <a:cubicBezTo>
                  <a:pt x="400102" y="113888"/>
                  <a:pt x="405216" y="116452"/>
                  <a:pt x="411192" y="116452"/>
                </a:cubicBezTo>
                <a:cubicBezTo>
                  <a:pt x="414889" y="116452"/>
                  <a:pt x="418247" y="115420"/>
                  <a:pt x="421266" y="113356"/>
                </a:cubicBezTo>
                <a:cubicBezTo>
                  <a:pt x="424285" y="111292"/>
                  <a:pt x="427520" y="107580"/>
                  <a:pt x="430971" y="102219"/>
                </a:cubicBezTo>
                <a:lnTo>
                  <a:pt x="434113" y="104252"/>
                </a:lnTo>
                <a:cubicBezTo>
                  <a:pt x="429430" y="113803"/>
                  <a:pt x="424255" y="120565"/>
                  <a:pt x="418586" y="124539"/>
                </a:cubicBezTo>
                <a:cubicBezTo>
                  <a:pt x="412917" y="128513"/>
                  <a:pt x="406355" y="130500"/>
                  <a:pt x="398900" y="130500"/>
                </a:cubicBezTo>
                <a:cubicBezTo>
                  <a:pt x="386084" y="130500"/>
                  <a:pt x="376380" y="125566"/>
                  <a:pt x="369787" y="115698"/>
                </a:cubicBezTo>
                <a:cubicBezTo>
                  <a:pt x="364488" y="107742"/>
                  <a:pt x="361839" y="97874"/>
                  <a:pt x="361839" y="86094"/>
                </a:cubicBezTo>
                <a:cubicBezTo>
                  <a:pt x="361839" y="71661"/>
                  <a:pt x="365736" y="60174"/>
                  <a:pt x="373530" y="51632"/>
                </a:cubicBezTo>
                <a:cubicBezTo>
                  <a:pt x="381324" y="43089"/>
                  <a:pt x="390459" y="38817"/>
                  <a:pt x="400933" y="38817"/>
                </a:cubicBezTo>
                <a:cubicBezTo>
                  <a:pt x="409683" y="38817"/>
                  <a:pt x="417277" y="42406"/>
                  <a:pt x="423715" y="49585"/>
                </a:cubicBezTo>
                <a:cubicBezTo>
                  <a:pt x="430154" y="56763"/>
                  <a:pt x="433620" y="67407"/>
                  <a:pt x="434113" y="81516"/>
                </a:cubicBezTo>
                <a:moveTo>
                  <a:pt x="411377" y="75417"/>
                </a:moveTo>
                <a:cubicBezTo>
                  <a:pt x="411377" y="65497"/>
                  <a:pt x="410838" y="58688"/>
                  <a:pt x="409760" y="54991"/>
                </a:cubicBezTo>
                <a:cubicBezTo>
                  <a:pt x="408681" y="51294"/>
                  <a:pt x="407002" y="48491"/>
                  <a:pt x="404723" y="46581"/>
                </a:cubicBezTo>
                <a:cubicBezTo>
                  <a:pt x="403429" y="45472"/>
                  <a:pt x="401704" y="44917"/>
                  <a:pt x="399547" y="44917"/>
                </a:cubicBezTo>
                <a:cubicBezTo>
                  <a:pt x="396343" y="44917"/>
                  <a:pt x="393724" y="46488"/>
                  <a:pt x="391691" y="49631"/>
                </a:cubicBezTo>
                <a:cubicBezTo>
                  <a:pt x="388056" y="55114"/>
                  <a:pt x="386238" y="62631"/>
                  <a:pt x="386238" y="72182"/>
                </a:cubicBezTo>
                <a:lnTo>
                  <a:pt x="386238" y="75417"/>
                </a:lnTo>
                <a:lnTo>
                  <a:pt x="411377" y="75417"/>
                </a:lnTo>
                <a:close/>
                <a:moveTo>
                  <a:pt x="547505" y="0"/>
                </a:moveTo>
                <a:lnTo>
                  <a:pt x="547505" y="102404"/>
                </a:lnTo>
                <a:cubicBezTo>
                  <a:pt x="547505" y="110171"/>
                  <a:pt x="547844" y="115126"/>
                  <a:pt x="548522" y="117269"/>
                </a:cubicBezTo>
                <a:cubicBezTo>
                  <a:pt x="549200" y="119412"/>
                  <a:pt x="550617" y="121168"/>
                  <a:pt x="552773" y="122535"/>
                </a:cubicBezTo>
                <a:cubicBezTo>
                  <a:pt x="554930" y="123902"/>
                  <a:pt x="558380" y="124585"/>
                  <a:pt x="563125" y="124585"/>
                </a:cubicBezTo>
                <a:lnTo>
                  <a:pt x="565990" y="124585"/>
                </a:lnTo>
                <a:lnTo>
                  <a:pt x="565990" y="127912"/>
                </a:lnTo>
                <a:lnTo>
                  <a:pt x="500000" y="127912"/>
                </a:lnTo>
                <a:lnTo>
                  <a:pt x="500000" y="124585"/>
                </a:lnTo>
                <a:lnTo>
                  <a:pt x="503328" y="124585"/>
                </a:lnTo>
                <a:cubicBezTo>
                  <a:pt x="508688" y="124585"/>
                  <a:pt x="512508" y="123964"/>
                  <a:pt x="514788" y="122722"/>
                </a:cubicBezTo>
                <a:cubicBezTo>
                  <a:pt x="517068" y="121478"/>
                  <a:pt x="518608" y="119770"/>
                  <a:pt x="519409" y="117596"/>
                </a:cubicBezTo>
                <a:cubicBezTo>
                  <a:pt x="520210" y="115420"/>
                  <a:pt x="520611" y="110356"/>
                  <a:pt x="520611" y="102404"/>
                </a:cubicBezTo>
                <a:lnTo>
                  <a:pt x="520611" y="37523"/>
                </a:lnTo>
                <a:cubicBezTo>
                  <a:pt x="520611" y="31732"/>
                  <a:pt x="520333" y="28112"/>
                  <a:pt x="519779" y="26664"/>
                </a:cubicBezTo>
                <a:cubicBezTo>
                  <a:pt x="519224" y="25216"/>
                  <a:pt x="518192" y="23984"/>
                  <a:pt x="516683" y="22967"/>
                </a:cubicBezTo>
                <a:cubicBezTo>
                  <a:pt x="515173" y="21950"/>
                  <a:pt x="513432" y="21442"/>
                  <a:pt x="511461" y="21442"/>
                </a:cubicBezTo>
                <a:cubicBezTo>
                  <a:pt x="508318" y="21442"/>
                  <a:pt x="504498" y="22428"/>
                  <a:pt x="500000" y="24399"/>
                </a:cubicBezTo>
                <a:lnTo>
                  <a:pt x="498337" y="21072"/>
                </a:lnTo>
                <a:lnTo>
                  <a:pt x="544455" y="0"/>
                </a:lnTo>
                <a:lnTo>
                  <a:pt x="5475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Table2">
            <a:extLst xmlns:a="http://schemas.openxmlformats.org/drawingml/2006/main">
              <a:ext uri="{FF2B5EF4-FFF2-40B4-BE49-F238E27FC236}">
                <a16:creationId xmlns:a16="http://schemas.microsoft.com/office/drawing/2014/main" id="{DEA325C3-2AC8-4BD7-987B-D18A203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830" y="806346"/>
            <a:ext cx="571255" cy="130500"/>
          </a:xfrm>
          <a:custGeom xmlns:a="http://schemas.openxmlformats.org/drawingml/2006/main">
            <a:pathLst>
              <a:path w="571255" h="130500">
                <a:moveTo>
                  <a:pt x="112570" y="2588"/>
                </a:moveTo>
                <a:lnTo>
                  <a:pt x="112570" y="36599"/>
                </a:lnTo>
                <a:lnTo>
                  <a:pt x="109243" y="36599"/>
                </a:lnTo>
                <a:cubicBezTo>
                  <a:pt x="107271" y="28747"/>
                  <a:pt x="105084" y="23106"/>
                  <a:pt x="102681" y="19674"/>
                </a:cubicBezTo>
                <a:cubicBezTo>
                  <a:pt x="100278" y="16243"/>
                  <a:pt x="96982" y="13507"/>
                  <a:pt x="92792" y="11466"/>
                </a:cubicBezTo>
                <a:cubicBezTo>
                  <a:pt x="90451" y="10353"/>
                  <a:pt x="86353" y="9797"/>
                  <a:pt x="80500" y="9797"/>
                </a:cubicBezTo>
                <a:lnTo>
                  <a:pt x="71165" y="9797"/>
                </a:lnTo>
                <a:lnTo>
                  <a:pt x="71165" y="106470"/>
                </a:lnTo>
                <a:cubicBezTo>
                  <a:pt x="71165" y="112911"/>
                  <a:pt x="71519" y="116937"/>
                  <a:pt x="72228" y="118549"/>
                </a:cubicBezTo>
                <a:cubicBezTo>
                  <a:pt x="72937" y="120159"/>
                  <a:pt x="74323" y="121567"/>
                  <a:pt x="76387" y="122774"/>
                </a:cubicBezTo>
                <a:cubicBezTo>
                  <a:pt x="78451" y="123982"/>
                  <a:pt x="81270" y="124585"/>
                  <a:pt x="84844" y="124585"/>
                </a:cubicBezTo>
                <a:lnTo>
                  <a:pt x="89003" y="124585"/>
                </a:lnTo>
                <a:lnTo>
                  <a:pt x="89003" y="127912"/>
                </a:lnTo>
                <a:lnTo>
                  <a:pt x="23383" y="127912"/>
                </a:lnTo>
                <a:lnTo>
                  <a:pt x="23383" y="124585"/>
                </a:lnTo>
                <a:lnTo>
                  <a:pt x="27542" y="124585"/>
                </a:lnTo>
                <a:cubicBezTo>
                  <a:pt x="31177" y="124585"/>
                  <a:pt x="34104" y="123935"/>
                  <a:pt x="36322" y="122636"/>
                </a:cubicBezTo>
                <a:cubicBezTo>
                  <a:pt x="37924" y="121767"/>
                  <a:pt x="39187" y="120281"/>
                  <a:pt x="40111" y="118176"/>
                </a:cubicBezTo>
                <a:cubicBezTo>
                  <a:pt x="40789" y="116690"/>
                  <a:pt x="41128" y="112788"/>
                  <a:pt x="41128" y="106470"/>
                </a:cubicBezTo>
                <a:lnTo>
                  <a:pt x="41128" y="9797"/>
                </a:lnTo>
                <a:lnTo>
                  <a:pt x="32071" y="9797"/>
                </a:lnTo>
                <a:cubicBezTo>
                  <a:pt x="23629" y="9797"/>
                  <a:pt x="17499" y="11589"/>
                  <a:pt x="13678" y="15175"/>
                </a:cubicBezTo>
                <a:cubicBezTo>
                  <a:pt x="8318" y="20183"/>
                  <a:pt x="4929" y="27324"/>
                  <a:pt x="3512" y="36599"/>
                </a:cubicBezTo>
                <a:lnTo>
                  <a:pt x="0" y="36599"/>
                </a:lnTo>
                <a:lnTo>
                  <a:pt x="0" y="2588"/>
                </a:lnTo>
                <a:lnTo>
                  <a:pt x="112570" y="2588"/>
                </a:lnTo>
                <a:close/>
                <a:moveTo>
                  <a:pt x="156104" y="115158"/>
                </a:moveTo>
                <a:cubicBezTo>
                  <a:pt x="145568" y="124524"/>
                  <a:pt x="136110" y="129206"/>
                  <a:pt x="127730" y="129206"/>
                </a:cubicBezTo>
                <a:cubicBezTo>
                  <a:pt x="122801" y="129206"/>
                  <a:pt x="118703" y="127584"/>
                  <a:pt x="115438" y="124340"/>
                </a:cubicBezTo>
                <a:cubicBezTo>
                  <a:pt x="112172" y="121093"/>
                  <a:pt x="110539" y="117029"/>
                  <a:pt x="110539" y="112146"/>
                </a:cubicBezTo>
                <a:cubicBezTo>
                  <a:pt x="110539" y="105530"/>
                  <a:pt x="113374" y="99579"/>
                  <a:pt x="119042" y="94294"/>
                </a:cubicBezTo>
                <a:cubicBezTo>
                  <a:pt x="124711" y="89008"/>
                  <a:pt x="137065" y="81977"/>
                  <a:pt x="156104" y="73198"/>
                </a:cubicBezTo>
                <a:lnTo>
                  <a:pt x="156104" y="64511"/>
                </a:lnTo>
                <a:cubicBezTo>
                  <a:pt x="156104" y="57980"/>
                  <a:pt x="155749" y="53867"/>
                  <a:pt x="155041" y="52172"/>
                </a:cubicBezTo>
                <a:cubicBezTo>
                  <a:pt x="154332" y="50478"/>
                  <a:pt x="152992" y="48999"/>
                  <a:pt x="151020" y="47736"/>
                </a:cubicBezTo>
                <a:cubicBezTo>
                  <a:pt x="149049" y="46473"/>
                  <a:pt x="146831" y="45841"/>
                  <a:pt x="144366" y="45841"/>
                </a:cubicBezTo>
                <a:cubicBezTo>
                  <a:pt x="140361" y="45841"/>
                  <a:pt x="137065" y="46735"/>
                  <a:pt x="134477" y="48522"/>
                </a:cubicBezTo>
                <a:cubicBezTo>
                  <a:pt x="132875" y="49631"/>
                  <a:pt x="132074" y="50925"/>
                  <a:pt x="132074" y="52403"/>
                </a:cubicBezTo>
                <a:cubicBezTo>
                  <a:pt x="132074" y="53697"/>
                  <a:pt x="132936" y="55299"/>
                  <a:pt x="134662" y="57209"/>
                </a:cubicBezTo>
                <a:cubicBezTo>
                  <a:pt x="137003" y="59859"/>
                  <a:pt x="138174" y="62416"/>
                  <a:pt x="138174" y="64880"/>
                </a:cubicBezTo>
                <a:cubicBezTo>
                  <a:pt x="138174" y="67900"/>
                  <a:pt x="137049" y="70472"/>
                  <a:pt x="134800" y="72598"/>
                </a:cubicBezTo>
                <a:cubicBezTo>
                  <a:pt x="132551" y="74723"/>
                  <a:pt x="129609" y="75786"/>
                  <a:pt x="125974" y="75786"/>
                </a:cubicBezTo>
                <a:cubicBezTo>
                  <a:pt x="122092" y="75786"/>
                  <a:pt x="118842" y="74616"/>
                  <a:pt x="116223" y="72274"/>
                </a:cubicBezTo>
                <a:cubicBezTo>
                  <a:pt x="113605" y="69933"/>
                  <a:pt x="112296" y="67191"/>
                  <a:pt x="112296" y="64049"/>
                </a:cubicBezTo>
                <a:cubicBezTo>
                  <a:pt x="112296" y="59612"/>
                  <a:pt x="114052" y="55376"/>
                  <a:pt x="117564" y="51341"/>
                </a:cubicBezTo>
                <a:cubicBezTo>
                  <a:pt x="121076" y="47305"/>
                  <a:pt x="125974" y="44209"/>
                  <a:pt x="132259" y="42052"/>
                </a:cubicBezTo>
                <a:cubicBezTo>
                  <a:pt x="138543" y="39896"/>
                  <a:pt x="145075" y="38817"/>
                  <a:pt x="151852" y="38817"/>
                </a:cubicBezTo>
                <a:cubicBezTo>
                  <a:pt x="160047" y="38817"/>
                  <a:pt x="166532" y="40563"/>
                  <a:pt x="171307" y="44054"/>
                </a:cubicBezTo>
                <a:cubicBezTo>
                  <a:pt x="176082" y="47543"/>
                  <a:pt x="179178" y="51325"/>
                  <a:pt x="180596" y="55401"/>
                </a:cubicBezTo>
                <a:cubicBezTo>
                  <a:pt x="181458" y="57995"/>
                  <a:pt x="181889" y="63954"/>
                  <a:pt x="181889" y="73279"/>
                </a:cubicBezTo>
                <a:lnTo>
                  <a:pt x="181889" y="106907"/>
                </a:lnTo>
                <a:cubicBezTo>
                  <a:pt x="181889" y="110860"/>
                  <a:pt x="182044" y="113346"/>
                  <a:pt x="182352" y="114367"/>
                </a:cubicBezTo>
                <a:cubicBezTo>
                  <a:pt x="182660" y="115385"/>
                  <a:pt x="183122" y="116142"/>
                  <a:pt x="183738" y="116637"/>
                </a:cubicBezTo>
                <a:cubicBezTo>
                  <a:pt x="184354" y="117130"/>
                  <a:pt x="185063" y="117376"/>
                  <a:pt x="185864" y="117376"/>
                </a:cubicBezTo>
                <a:cubicBezTo>
                  <a:pt x="187466" y="117376"/>
                  <a:pt x="189098" y="116236"/>
                  <a:pt x="190762" y="113957"/>
                </a:cubicBezTo>
                <a:lnTo>
                  <a:pt x="193535" y="116175"/>
                </a:lnTo>
                <a:cubicBezTo>
                  <a:pt x="190454" y="120734"/>
                  <a:pt x="187265" y="124046"/>
                  <a:pt x="183969" y="126110"/>
                </a:cubicBezTo>
                <a:cubicBezTo>
                  <a:pt x="180673" y="128174"/>
                  <a:pt x="176929" y="129206"/>
                  <a:pt x="172740" y="129206"/>
                </a:cubicBezTo>
                <a:cubicBezTo>
                  <a:pt x="167810" y="129206"/>
                  <a:pt x="163960" y="128043"/>
                  <a:pt x="161187" y="125717"/>
                </a:cubicBezTo>
                <a:cubicBezTo>
                  <a:pt x="158414" y="123391"/>
                  <a:pt x="156720" y="119872"/>
                  <a:pt x="156104" y="115158"/>
                </a:cubicBezTo>
                <a:moveTo>
                  <a:pt x="156104" y="108319"/>
                </a:moveTo>
                <a:lnTo>
                  <a:pt x="156104" y="79408"/>
                </a:lnTo>
                <a:cubicBezTo>
                  <a:pt x="148648" y="83804"/>
                  <a:pt x="143103" y="88510"/>
                  <a:pt x="139468" y="93526"/>
                </a:cubicBezTo>
                <a:cubicBezTo>
                  <a:pt x="137065" y="96868"/>
                  <a:pt x="135863" y="100243"/>
                  <a:pt x="135863" y="103649"/>
                </a:cubicBezTo>
                <a:cubicBezTo>
                  <a:pt x="135863" y="106496"/>
                  <a:pt x="136880" y="109004"/>
                  <a:pt x="138913" y="111172"/>
                </a:cubicBezTo>
                <a:cubicBezTo>
                  <a:pt x="140453" y="112844"/>
                  <a:pt x="142610" y="113679"/>
                  <a:pt x="145383" y="113679"/>
                </a:cubicBezTo>
                <a:cubicBezTo>
                  <a:pt x="148463" y="113679"/>
                  <a:pt x="152037" y="111893"/>
                  <a:pt x="156104" y="108319"/>
                </a:cubicBezTo>
                <a:close/>
                <a:moveTo>
                  <a:pt x="236512" y="2588"/>
                </a:moveTo>
                <a:lnTo>
                  <a:pt x="236512" y="50093"/>
                </a:lnTo>
                <a:cubicBezTo>
                  <a:pt x="243782" y="42576"/>
                  <a:pt x="251730" y="38817"/>
                  <a:pt x="260357" y="38817"/>
                </a:cubicBezTo>
                <a:cubicBezTo>
                  <a:pt x="266272" y="38817"/>
                  <a:pt x="271848" y="40560"/>
                  <a:pt x="277085" y="44045"/>
                </a:cubicBezTo>
                <a:cubicBezTo>
                  <a:pt x="282322" y="47530"/>
                  <a:pt x="286420" y="52479"/>
                  <a:pt x="289377" y="58893"/>
                </a:cubicBezTo>
                <a:cubicBezTo>
                  <a:pt x="292335" y="65307"/>
                  <a:pt x="293813" y="72708"/>
                  <a:pt x="293813" y="81098"/>
                </a:cubicBezTo>
                <a:cubicBezTo>
                  <a:pt x="293813" y="90534"/>
                  <a:pt x="291934" y="99107"/>
                  <a:pt x="288176" y="106817"/>
                </a:cubicBezTo>
                <a:cubicBezTo>
                  <a:pt x="284417" y="114527"/>
                  <a:pt x="279396" y="120401"/>
                  <a:pt x="273111" y="124441"/>
                </a:cubicBezTo>
                <a:cubicBezTo>
                  <a:pt x="266826" y="128480"/>
                  <a:pt x="259648" y="130500"/>
                  <a:pt x="251576" y="130500"/>
                </a:cubicBezTo>
                <a:cubicBezTo>
                  <a:pt x="246894" y="130500"/>
                  <a:pt x="242735" y="129761"/>
                  <a:pt x="239099" y="128282"/>
                </a:cubicBezTo>
                <a:cubicBezTo>
                  <a:pt x="235464" y="126803"/>
                  <a:pt x="231891" y="124400"/>
                  <a:pt x="228378" y="121073"/>
                </a:cubicBezTo>
                <a:lnTo>
                  <a:pt x="214053" y="130500"/>
                </a:lnTo>
                <a:lnTo>
                  <a:pt x="210911" y="130500"/>
                </a:lnTo>
                <a:lnTo>
                  <a:pt x="210911" y="20518"/>
                </a:lnTo>
                <a:cubicBezTo>
                  <a:pt x="210911" y="15494"/>
                  <a:pt x="210695" y="12394"/>
                  <a:pt x="210264" y="11218"/>
                </a:cubicBezTo>
                <a:cubicBezTo>
                  <a:pt x="209648" y="9481"/>
                  <a:pt x="208677" y="8194"/>
                  <a:pt x="207352" y="7356"/>
                </a:cubicBezTo>
                <a:cubicBezTo>
                  <a:pt x="206028" y="6519"/>
                  <a:pt x="203794" y="6038"/>
                  <a:pt x="200652" y="5915"/>
                </a:cubicBezTo>
                <a:lnTo>
                  <a:pt x="200652" y="2588"/>
                </a:lnTo>
                <a:lnTo>
                  <a:pt x="236512" y="2588"/>
                </a:lnTo>
                <a:moveTo>
                  <a:pt x="236512" y="58330"/>
                </a:moveTo>
                <a:lnTo>
                  <a:pt x="236512" y="96824"/>
                </a:lnTo>
                <a:cubicBezTo>
                  <a:pt x="236512" y="104659"/>
                  <a:pt x="236696" y="109656"/>
                  <a:pt x="237066" y="111817"/>
                </a:cubicBezTo>
                <a:cubicBezTo>
                  <a:pt x="237682" y="115456"/>
                  <a:pt x="239161" y="118402"/>
                  <a:pt x="241502" y="120654"/>
                </a:cubicBezTo>
                <a:cubicBezTo>
                  <a:pt x="243844" y="122905"/>
                  <a:pt x="246832" y="124031"/>
                  <a:pt x="250467" y="124031"/>
                </a:cubicBezTo>
                <a:cubicBezTo>
                  <a:pt x="253610" y="124031"/>
                  <a:pt x="256305" y="123136"/>
                  <a:pt x="258554" y="121348"/>
                </a:cubicBezTo>
                <a:cubicBezTo>
                  <a:pt x="260803" y="119559"/>
                  <a:pt x="262683" y="116012"/>
                  <a:pt x="264192" y="110707"/>
                </a:cubicBezTo>
                <a:cubicBezTo>
                  <a:pt x="265702" y="105401"/>
                  <a:pt x="266456" y="95838"/>
                  <a:pt x="266456" y="82019"/>
                </a:cubicBezTo>
                <a:cubicBezTo>
                  <a:pt x="266456" y="68754"/>
                  <a:pt x="264793" y="59655"/>
                  <a:pt x="261466" y="54720"/>
                </a:cubicBezTo>
                <a:cubicBezTo>
                  <a:pt x="259063" y="51142"/>
                  <a:pt x="255828" y="49353"/>
                  <a:pt x="251761" y="49353"/>
                </a:cubicBezTo>
                <a:cubicBezTo>
                  <a:pt x="246462" y="49353"/>
                  <a:pt x="241379" y="52346"/>
                  <a:pt x="236512" y="58330"/>
                </a:cubicBezTo>
                <a:close/>
                <a:moveTo>
                  <a:pt x="342161" y="2588"/>
                </a:moveTo>
                <a:lnTo>
                  <a:pt x="342161" y="109982"/>
                </a:lnTo>
                <a:cubicBezTo>
                  <a:pt x="342161" y="116082"/>
                  <a:pt x="342869" y="119980"/>
                  <a:pt x="344286" y="121674"/>
                </a:cubicBezTo>
                <a:cubicBezTo>
                  <a:pt x="345704" y="123368"/>
                  <a:pt x="348476" y="124339"/>
                  <a:pt x="352604" y="124585"/>
                </a:cubicBezTo>
                <a:lnTo>
                  <a:pt x="352604" y="127912"/>
                </a:lnTo>
                <a:lnTo>
                  <a:pt x="305931" y="127912"/>
                </a:lnTo>
                <a:lnTo>
                  <a:pt x="305931" y="124585"/>
                </a:lnTo>
                <a:cubicBezTo>
                  <a:pt x="309751" y="124462"/>
                  <a:pt x="312586" y="123353"/>
                  <a:pt x="314434" y="121258"/>
                </a:cubicBezTo>
                <a:cubicBezTo>
                  <a:pt x="315666" y="119841"/>
                  <a:pt x="316283" y="116082"/>
                  <a:pt x="316283" y="109982"/>
                </a:cubicBezTo>
                <a:lnTo>
                  <a:pt x="316283" y="20518"/>
                </a:lnTo>
                <a:cubicBezTo>
                  <a:pt x="316283" y="14441"/>
                  <a:pt x="315574" y="10551"/>
                  <a:pt x="314157" y="8847"/>
                </a:cubicBezTo>
                <a:cubicBezTo>
                  <a:pt x="312740" y="7141"/>
                  <a:pt x="309998" y="6163"/>
                  <a:pt x="305931" y="5915"/>
                </a:cubicBezTo>
                <a:lnTo>
                  <a:pt x="305931" y="2588"/>
                </a:lnTo>
                <a:lnTo>
                  <a:pt x="342161" y="2588"/>
                </a:lnTo>
                <a:close/>
                <a:moveTo>
                  <a:pt x="434113" y="81516"/>
                </a:moveTo>
                <a:lnTo>
                  <a:pt x="386701" y="81516"/>
                </a:lnTo>
                <a:cubicBezTo>
                  <a:pt x="387255" y="93008"/>
                  <a:pt x="390305" y="102089"/>
                  <a:pt x="395850" y="108761"/>
                </a:cubicBezTo>
                <a:cubicBezTo>
                  <a:pt x="400102" y="113888"/>
                  <a:pt x="405216" y="116452"/>
                  <a:pt x="411192" y="116452"/>
                </a:cubicBezTo>
                <a:cubicBezTo>
                  <a:pt x="414889" y="116452"/>
                  <a:pt x="418247" y="115420"/>
                  <a:pt x="421267" y="113356"/>
                </a:cubicBezTo>
                <a:cubicBezTo>
                  <a:pt x="424286" y="111292"/>
                  <a:pt x="427520" y="107580"/>
                  <a:pt x="430971" y="102219"/>
                </a:cubicBezTo>
                <a:lnTo>
                  <a:pt x="434113" y="104252"/>
                </a:lnTo>
                <a:cubicBezTo>
                  <a:pt x="429430" y="113803"/>
                  <a:pt x="424255" y="120565"/>
                  <a:pt x="418586" y="124539"/>
                </a:cubicBezTo>
                <a:cubicBezTo>
                  <a:pt x="412918" y="128513"/>
                  <a:pt x="406356" y="130500"/>
                  <a:pt x="398900" y="130500"/>
                </a:cubicBezTo>
                <a:cubicBezTo>
                  <a:pt x="386084" y="130500"/>
                  <a:pt x="376380" y="125566"/>
                  <a:pt x="369787" y="115698"/>
                </a:cubicBezTo>
                <a:cubicBezTo>
                  <a:pt x="364488" y="107742"/>
                  <a:pt x="361839" y="97874"/>
                  <a:pt x="361839" y="86094"/>
                </a:cubicBezTo>
                <a:cubicBezTo>
                  <a:pt x="361839" y="71661"/>
                  <a:pt x="365736" y="60174"/>
                  <a:pt x="373530" y="51632"/>
                </a:cubicBezTo>
                <a:cubicBezTo>
                  <a:pt x="381325" y="43089"/>
                  <a:pt x="390459" y="38817"/>
                  <a:pt x="400934" y="38817"/>
                </a:cubicBezTo>
                <a:cubicBezTo>
                  <a:pt x="409683" y="38817"/>
                  <a:pt x="417277" y="42406"/>
                  <a:pt x="423716" y="49585"/>
                </a:cubicBezTo>
                <a:cubicBezTo>
                  <a:pt x="430154" y="56763"/>
                  <a:pt x="433620" y="67407"/>
                  <a:pt x="434113" y="81516"/>
                </a:cubicBezTo>
                <a:moveTo>
                  <a:pt x="411377" y="75417"/>
                </a:moveTo>
                <a:cubicBezTo>
                  <a:pt x="411377" y="65497"/>
                  <a:pt x="410838" y="58688"/>
                  <a:pt x="409760" y="54991"/>
                </a:cubicBezTo>
                <a:cubicBezTo>
                  <a:pt x="408682" y="51294"/>
                  <a:pt x="407003" y="48491"/>
                  <a:pt x="404723" y="46581"/>
                </a:cubicBezTo>
                <a:cubicBezTo>
                  <a:pt x="403429" y="45472"/>
                  <a:pt x="401704" y="44917"/>
                  <a:pt x="399547" y="44917"/>
                </a:cubicBezTo>
                <a:cubicBezTo>
                  <a:pt x="396343" y="44917"/>
                  <a:pt x="393725" y="46488"/>
                  <a:pt x="391691" y="49631"/>
                </a:cubicBezTo>
                <a:cubicBezTo>
                  <a:pt x="388056" y="55114"/>
                  <a:pt x="386238" y="62631"/>
                  <a:pt x="386238" y="72182"/>
                </a:cubicBezTo>
                <a:lnTo>
                  <a:pt x="386238" y="75417"/>
                </a:lnTo>
                <a:lnTo>
                  <a:pt x="411377" y="75417"/>
                </a:lnTo>
                <a:close/>
                <a:moveTo>
                  <a:pt x="564230" y="127912"/>
                </a:moveTo>
                <a:lnTo>
                  <a:pt x="490477" y="127912"/>
                </a:lnTo>
                <a:lnTo>
                  <a:pt x="490477" y="125879"/>
                </a:lnTo>
                <a:cubicBezTo>
                  <a:pt x="513090" y="98977"/>
                  <a:pt x="526815" y="80878"/>
                  <a:pt x="531652" y="71584"/>
                </a:cubicBezTo>
                <a:cubicBezTo>
                  <a:pt x="536488" y="62288"/>
                  <a:pt x="538907" y="53207"/>
                  <a:pt x="538907" y="44342"/>
                </a:cubicBezTo>
                <a:cubicBezTo>
                  <a:pt x="538907" y="37879"/>
                  <a:pt x="536904" y="32508"/>
                  <a:pt x="532899" y="28229"/>
                </a:cubicBezTo>
                <a:cubicBezTo>
                  <a:pt x="528894" y="23951"/>
                  <a:pt x="523996" y="21812"/>
                  <a:pt x="518204" y="21812"/>
                </a:cubicBezTo>
                <a:cubicBezTo>
                  <a:pt x="508715" y="21812"/>
                  <a:pt x="501352" y="26549"/>
                  <a:pt x="496115" y="36024"/>
                </a:cubicBezTo>
                <a:lnTo>
                  <a:pt x="492696" y="34826"/>
                </a:lnTo>
                <a:cubicBezTo>
                  <a:pt x="496023" y="22971"/>
                  <a:pt x="501075" y="14203"/>
                  <a:pt x="507853" y="8523"/>
                </a:cubicBezTo>
                <a:cubicBezTo>
                  <a:pt x="514630" y="2841"/>
                  <a:pt x="522456" y="0"/>
                  <a:pt x="531328" y="0"/>
                </a:cubicBezTo>
                <a:cubicBezTo>
                  <a:pt x="537674" y="0"/>
                  <a:pt x="543466" y="1479"/>
                  <a:pt x="548703" y="4436"/>
                </a:cubicBezTo>
                <a:cubicBezTo>
                  <a:pt x="553941" y="7394"/>
                  <a:pt x="558038" y="11445"/>
                  <a:pt x="560996" y="16590"/>
                </a:cubicBezTo>
                <a:cubicBezTo>
                  <a:pt x="563953" y="21735"/>
                  <a:pt x="565432" y="26556"/>
                  <a:pt x="565432" y="31054"/>
                </a:cubicBezTo>
                <a:cubicBezTo>
                  <a:pt x="565432" y="39249"/>
                  <a:pt x="563152" y="47567"/>
                  <a:pt x="558593" y="56008"/>
                </a:cubicBezTo>
                <a:cubicBezTo>
                  <a:pt x="552370" y="67407"/>
                  <a:pt x="538783" y="83303"/>
                  <a:pt x="517834" y="103698"/>
                </a:cubicBezTo>
                <a:lnTo>
                  <a:pt x="544914" y="103698"/>
                </a:lnTo>
                <a:cubicBezTo>
                  <a:pt x="551569" y="103698"/>
                  <a:pt x="555897" y="103421"/>
                  <a:pt x="557899" y="102866"/>
                </a:cubicBezTo>
                <a:cubicBezTo>
                  <a:pt x="559902" y="102311"/>
                  <a:pt x="561550" y="101372"/>
                  <a:pt x="562844" y="100047"/>
                </a:cubicBezTo>
                <a:cubicBezTo>
                  <a:pt x="564138" y="98722"/>
                  <a:pt x="565832" y="95934"/>
                  <a:pt x="567927" y="91683"/>
                </a:cubicBezTo>
                <a:lnTo>
                  <a:pt x="571255" y="91683"/>
                </a:lnTo>
                <a:lnTo>
                  <a:pt x="564230" y="127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BTB">
            <a:extLst xmlns:a="http://schemas.openxmlformats.org/drawingml/2006/main">
              <a:ext uri="{FF2B5EF4-FFF2-40B4-BE49-F238E27FC236}">
                <a16:creationId xmlns:a16="http://schemas.microsoft.com/office/drawing/2014/main" id="{33065081-694B-4220-9B1F-CD1B793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5" y="808934"/>
            <a:ext cx="368123" cy="125325"/>
          </a:xfrm>
          <a:custGeom xmlns:a="http://schemas.openxmlformats.org/drawingml/2006/main">
            <a:pathLst>
              <a:path w="368123" h="125325">
                <a:moveTo>
                  <a:pt x="80223" y="58873"/>
                </a:moveTo>
                <a:cubicBezTo>
                  <a:pt x="92114" y="61646"/>
                  <a:pt x="100463" y="65004"/>
                  <a:pt x="105269" y="68947"/>
                </a:cubicBezTo>
                <a:cubicBezTo>
                  <a:pt x="112170" y="74554"/>
                  <a:pt x="115620" y="81825"/>
                  <a:pt x="115620" y="90759"/>
                </a:cubicBezTo>
                <a:cubicBezTo>
                  <a:pt x="115620" y="100186"/>
                  <a:pt x="111831" y="107980"/>
                  <a:pt x="104252" y="114141"/>
                </a:cubicBezTo>
                <a:cubicBezTo>
                  <a:pt x="94948" y="121597"/>
                  <a:pt x="81424" y="125325"/>
                  <a:pt x="63679" y="125325"/>
                </a:cubicBezTo>
                <a:lnTo>
                  <a:pt x="0" y="125325"/>
                </a:lnTo>
                <a:lnTo>
                  <a:pt x="0" y="121997"/>
                </a:lnTo>
                <a:cubicBezTo>
                  <a:pt x="5792" y="121997"/>
                  <a:pt x="9720" y="121455"/>
                  <a:pt x="11784" y="120371"/>
                </a:cubicBezTo>
                <a:cubicBezTo>
                  <a:pt x="13848" y="119287"/>
                  <a:pt x="15296" y="117879"/>
                  <a:pt x="16128" y="116146"/>
                </a:cubicBezTo>
                <a:cubicBezTo>
                  <a:pt x="16959" y="114413"/>
                  <a:pt x="17375" y="110140"/>
                  <a:pt x="17375" y="103328"/>
                </a:cubicBezTo>
                <a:lnTo>
                  <a:pt x="17375" y="21996"/>
                </a:lnTo>
                <a:cubicBezTo>
                  <a:pt x="17375" y="15184"/>
                  <a:pt x="16959" y="10896"/>
                  <a:pt x="16128" y="9132"/>
                </a:cubicBezTo>
                <a:cubicBezTo>
                  <a:pt x="15296" y="7367"/>
                  <a:pt x="13833" y="5958"/>
                  <a:pt x="11738" y="4907"/>
                </a:cubicBezTo>
                <a:cubicBezTo>
                  <a:pt x="9643" y="3854"/>
                  <a:pt x="5730" y="3327"/>
                  <a:pt x="0" y="3327"/>
                </a:cubicBezTo>
                <a:lnTo>
                  <a:pt x="0" y="0"/>
                </a:lnTo>
                <a:lnTo>
                  <a:pt x="60074" y="0"/>
                </a:lnTo>
                <a:cubicBezTo>
                  <a:pt x="74431" y="0"/>
                  <a:pt x="84597" y="1279"/>
                  <a:pt x="90574" y="3836"/>
                </a:cubicBezTo>
                <a:cubicBezTo>
                  <a:pt x="96550" y="6393"/>
                  <a:pt x="101264" y="10213"/>
                  <a:pt x="104714" y="15296"/>
                </a:cubicBezTo>
                <a:cubicBezTo>
                  <a:pt x="108165" y="20379"/>
                  <a:pt x="109890" y="25786"/>
                  <a:pt x="109890" y="31516"/>
                </a:cubicBezTo>
                <a:cubicBezTo>
                  <a:pt x="109890" y="37554"/>
                  <a:pt x="107703" y="42930"/>
                  <a:pt x="103328" y="47644"/>
                </a:cubicBezTo>
                <a:cubicBezTo>
                  <a:pt x="98953" y="52357"/>
                  <a:pt x="91252" y="56100"/>
                  <a:pt x="80223" y="58873"/>
                </a:cubicBezTo>
                <a:moveTo>
                  <a:pt x="46581" y="56378"/>
                </a:moveTo>
                <a:cubicBezTo>
                  <a:pt x="55330" y="56378"/>
                  <a:pt x="61784" y="55392"/>
                  <a:pt x="65943" y="53420"/>
                </a:cubicBezTo>
                <a:cubicBezTo>
                  <a:pt x="70102" y="51448"/>
                  <a:pt x="73291" y="48676"/>
                  <a:pt x="75509" y="45102"/>
                </a:cubicBezTo>
                <a:cubicBezTo>
                  <a:pt x="77727" y="41528"/>
                  <a:pt x="78836" y="36969"/>
                  <a:pt x="78836" y="31424"/>
                </a:cubicBezTo>
                <a:cubicBezTo>
                  <a:pt x="78836" y="25878"/>
                  <a:pt x="77743" y="21334"/>
                  <a:pt x="75555" y="17791"/>
                </a:cubicBezTo>
                <a:cubicBezTo>
                  <a:pt x="73368" y="14248"/>
                  <a:pt x="70241" y="11553"/>
                  <a:pt x="66174" y="9704"/>
                </a:cubicBezTo>
                <a:cubicBezTo>
                  <a:pt x="62108" y="7856"/>
                  <a:pt x="55577" y="6962"/>
                  <a:pt x="46581" y="7024"/>
                </a:cubicBezTo>
                <a:lnTo>
                  <a:pt x="46581" y="56378"/>
                </a:lnTo>
                <a:moveTo>
                  <a:pt x="46581" y="63587"/>
                </a:moveTo>
                <a:lnTo>
                  <a:pt x="46581" y="103790"/>
                </a:lnTo>
                <a:lnTo>
                  <a:pt x="46488" y="108354"/>
                </a:lnTo>
                <a:cubicBezTo>
                  <a:pt x="46488" y="111638"/>
                  <a:pt x="47336" y="114117"/>
                  <a:pt x="49030" y="115791"/>
                </a:cubicBezTo>
                <a:cubicBezTo>
                  <a:pt x="50724" y="117464"/>
                  <a:pt x="53235" y="118301"/>
                  <a:pt x="56562" y="118301"/>
                </a:cubicBezTo>
                <a:cubicBezTo>
                  <a:pt x="61492" y="118301"/>
                  <a:pt x="66036" y="117211"/>
                  <a:pt x="70195" y="115031"/>
                </a:cubicBezTo>
                <a:cubicBezTo>
                  <a:pt x="74354" y="112851"/>
                  <a:pt x="77542" y="109689"/>
                  <a:pt x="79760" y="105543"/>
                </a:cubicBezTo>
                <a:cubicBezTo>
                  <a:pt x="81979" y="101398"/>
                  <a:pt x="83088" y="96777"/>
                  <a:pt x="83088" y="91680"/>
                </a:cubicBezTo>
                <a:cubicBezTo>
                  <a:pt x="83088" y="85848"/>
                  <a:pt x="81732" y="80613"/>
                  <a:pt x="79021" y="75977"/>
                </a:cubicBezTo>
                <a:cubicBezTo>
                  <a:pt x="76310" y="71340"/>
                  <a:pt x="72582" y="68101"/>
                  <a:pt x="67838" y="66258"/>
                </a:cubicBezTo>
                <a:cubicBezTo>
                  <a:pt x="63094" y="64415"/>
                  <a:pt x="56008" y="63525"/>
                  <a:pt x="46581" y="63587"/>
                </a:cubicBezTo>
                <a:close/>
                <a:moveTo>
                  <a:pt x="241688" y="0"/>
                </a:moveTo>
                <a:lnTo>
                  <a:pt x="241688" y="34011"/>
                </a:lnTo>
                <a:lnTo>
                  <a:pt x="238360" y="34011"/>
                </a:lnTo>
                <a:cubicBezTo>
                  <a:pt x="236389" y="26159"/>
                  <a:pt x="234201" y="20518"/>
                  <a:pt x="231798" y="17087"/>
                </a:cubicBezTo>
                <a:cubicBezTo>
                  <a:pt x="229395" y="13655"/>
                  <a:pt x="226099" y="10919"/>
                  <a:pt x="221909" y="8878"/>
                </a:cubicBezTo>
                <a:cubicBezTo>
                  <a:pt x="219568" y="7765"/>
                  <a:pt x="215470" y="7209"/>
                  <a:pt x="209617" y="7209"/>
                </a:cubicBezTo>
                <a:lnTo>
                  <a:pt x="200282" y="7209"/>
                </a:lnTo>
                <a:lnTo>
                  <a:pt x="200282" y="103883"/>
                </a:lnTo>
                <a:cubicBezTo>
                  <a:pt x="200282" y="110323"/>
                  <a:pt x="200637" y="114349"/>
                  <a:pt x="201345" y="115961"/>
                </a:cubicBezTo>
                <a:cubicBezTo>
                  <a:pt x="202054" y="117571"/>
                  <a:pt x="203440" y="118979"/>
                  <a:pt x="205504" y="120186"/>
                </a:cubicBezTo>
                <a:cubicBezTo>
                  <a:pt x="207568" y="121394"/>
                  <a:pt x="210387" y="121997"/>
                  <a:pt x="213961" y="121997"/>
                </a:cubicBezTo>
                <a:lnTo>
                  <a:pt x="218120" y="121997"/>
                </a:lnTo>
                <a:lnTo>
                  <a:pt x="218120" y="125325"/>
                </a:lnTo>
                <a:lnTo>
                  <a:pt x="152500" y="125325"/>
                </a:lnTo>
                <a:lnTo>
                  <a:pt x="152500" y="121997"/>
                </a:lnTo>
                <a:lnTo>
                  <a:pt x="156659" y="121997"/>
                </a:lnTo>
                <a:cubicBezTo>
                  <a:pt x="160294" y="121997"/>
                  <a:pt x="163221" y="121348"/>
                  <a:pt x="165439" y="120048"/>
                </a:cubicBezTo>
                <a:cubicBezTo>
                  <a:pt x="167041" y="119179"/>
                  <a:pt x="168304" y="117693"/>
                  <a:pt x="169229" y="115588"/>
                </a:cubicBezTo>
                <a:cubicBezTo>
                  <a:pt x="169906" y="114102"/>
                  <a:pt x="170245" y="110200"/>
                  <a:pt x="170245" y="103883"/>
                </a:cubicBezTo>
                <a:lnTo>
                  <a:pt x="170245" y="7209"/>
                </a:lnTo>
                <a:lnTo>
                  <a:pt x="161188" y="7209"/>
                </a:lnTo>
                <a:cubicBezTo>
                  <a:pt x="152747" y="7209"/>
                  <a:pt x="146616" y="9002"/>
                  <a:pt x="142796" y="12587"/>
                </a:cubicBezTo>
                <a:cubicBezTo>
                  <a:pt x="137435" y="17595"/>
                  <a:pt x="134046" y="24736"/>
                  <a:pt x="132629" y="34011"/>
                </a:cubicBezTo>
                <a:lnTo>
                  <a:pt x="129117" y="34011"/>
                </a:lnTo>
                <a:lnTo>
                  <a:pt x="129117" y="0"/>
                </a:lnTo>
                <a:lnTo>
                  <a:pt x="241688" y="0"/>
                </a:lnTo>
                <a:close/>
                <a:moveTo>
                  <a:pt x="332725" y="58873"/>
                </a:moveTo>
                <a:cubicBezTo>
                  <a:pt x="344617" y="61646"/>
                  <a:pt x="352966" y="65004"/>
                  <a:pt x="357772" y="68947"/>
                </a:cubicBezTo>
                <a:cubicBezTo>
                  <a:pt x="364672" y="74554"/>
                  <a:pt x="368123" y="81825"/>
                  <a:pt x="368123" y="90759"/>
                </a:cubicBezTo>
                <a:cubicBezTo>
                  <a:pt x="368123" y="100186"/>
                  <a:pt x="364334" y="107980"/>
                  <a:pt x="356755" y="114141"/>
                </a:cubicBezTo>
                <a:cubicBezTo>
                  <a:pt x="347451" y="121597"/>
                  <a:pt x="333927" y="125325"/>
                  <a:pt x="316182" y="125325"/>
                </a:cubicBezTo>
                <a:lnTo>
                  <a:pt x="252503" y="125325"/>
                </a:lnTo>
                <a:lnTo>
                  <a:pt x="252503" y="121997"/>
                </a:lnTo>
                <a:cubicBezTo>
                  <a:pt x="258294" y="121997"/>
                  <a:pt x="262222" y="121455"/>
                  <a:pt x="264286" y="120371"/>
                </a:cubicBezTo>
                <a:cubicBezTo>
                  <a:pt x="266351" y="119287"/>
                  <a:pt x="267799" y="117879"/>
                  <a:pt x="268630" y="116146"/>
                </a:cubicBezTo>
                <a:cubicBezTo>
                  <a:pt x="269462" y="114413"/>
                  <a:pt x="269878" y="110140"/>
                  <a:pt x="269878" y="103328"/>
                </a:cubicBezTo>
                <a:lnTo>
                  <a:pt x="269878" y="21996"/>
                </a:lnTo>
                <a:cubicBezTo>
                  <a:pt x="269878" y="15184"/>
                  <a:pt x="269462" y="10896"/>
                  <a:pt x="268630" y="9132"/>
                </a:cubicBezTo>
                <a:cubicBezTo>
                  <a:pt x="267799" y="7367"/>
                  <a:pt x="266335" y="5958"/>
                  <a:pt x="264240" y="4907"/>
                </a:cubicBezTo>
                <a:cubicBezTo>
                  <a:pt x="262145" y="3854"/>
                  <a:pt x="258233" y="3327"/>
                  <a:pt x="252503" y="3327"/>
                </a:cubicBezTo>
                <a:lnTo>
                  <a:pt x="252503" y="0"/>
                </a:lnTo>
                <a:lnTo>
                  <a:pt x="312577" y="0"/>
                </a:lnTo>
                <a:cubicBezTo>
                  <a:pt x="326933" y="0"/>
                  <a:pt x="337100" y="1279"/>
                  <a:pt x="343076" y="3836"/>
                </a:cubicBezTo>
                <a:cubicBezTo>
                  <a:pt x="349053" y="6393"/>
                  <a:pt x="353767" y="10213"/>
                  <a:pt x="357217" y="15296"/>
                </a:cubicBezTo>
                <a:cubicBezTo>
                  <a:pt x="360667" y="20379"/>
                  <a:pt x="362393" y="25786"/>
                  <a:pt x="362393" y="31516"/>
                </a:cubicBezTo>
                <a:cubicBezTo>
                  <a:pt x="362393" y="37554"/>
                  <a:pt x="360205" y="42930"/>
                  <a:pt x="355831" y="47644"/>
                </a:cubicBezTo>
                <a:cubicBezTo>
                  <a:pt x="351456" y="52357"/>
                  <a:pt x="343754" y="56100"/>
                  <a:pt x="332725" y="58873"/>
                </a:cubicBezTo>
                <a:moveTo>
                  <a:pt x="299083" y="56378"/>
                </a:moveTo>
                <a:cubicBezTo>
                  <a:pt x="307833" y="56378"/>
                  <a:pt x="314287" y="55392"/>
                  <a:pt x="318446" y="53420"/>
                </a:cubicBezTo>
                <a:cubicBezTo>
                  <a:pt x="322605" y="51448"/>
                  <a:pt x="325793" y="48676"/>
                  <a:pt x="328012" y="45102"/>
                </a:cubicBezTo>
                <a:cubicBezTo>
                  <a:pt x="330230" y="41528"/>
                  <a:pt x="331339" y="36969"/>
                  <a:pt x="331339" y="31424"/>
                </a:cubicBezTo>
                <a:cubicBezTo>
                  <a:pt x="331339" y="25878"/>
                  <a:pt x="330245" y="21334"/>
                  <a:pt x="328058" y="17791"/>
                </a:cubicBezTo>
                <a:cubicBezTo>
                  <a:pt x="325870" y="14248"/>
                  <a:pt x="322744" y="11553"/>
                  <a:pt x="318677" y="9704"/>
                </a:cubicBezTo>
                <a:cubicBezTo>
                  <a:pt x="314610" y="7856"/>
                  <a:pt x="308079" y="6962"/>
                  <a:pt x="299083" y="7024"/>
                </a:cubicBezTo>
                <a:lnTo>
                  <a:pt x="299083" y="56378"/>
                </a:lnTo>
                <a:moveTo>
                  <a:pt x="299083" y="63587"/>
                </a:moveTo>
                <a:lnTo>
                  <a:pt x="299083" y="103790"/>
                </a:lnTo>
                <a:lnTo>
                  <a:pt x="298991" y="108354"/>
                </a:lnTo>
                <a:cubicBezTo>
                  <a:pt x="298991" y="111638"/>
                  <a:pt x="299838" y="114117"/>
                  <a:pt x="301533" y="115791"/>
                </a:cubicBezTo>
                <a:cubicBezTo>
                  <a:pt x="303227" y="117464"/>
                  <a:pt x="305738" y="118301"/>
                  <a:pt x="309065" y="118301"/>
                </a:cubicBezTo>
                <a:cubicBezTo>
                  <a:pt x="313994" y="118301"/>
                  <a:pt x="318538" y="117211"/>
                  <a:pt x="322697" y="115031"/>
                </a:cubicBezTo>
                <a:cubicBezTo>
                  <a:pt x="326856" y="112851"/>
                  <a:pt x="330045" y="109689"/>
                  <a:pt x="332263" y="105543"/>
                </a:cubicBezTo>
                <a:cubicBezTo>
                  <a:pt x="334481" y="101398"/>
                  <a:pt x="335590" y="96777"/>
                  <a:pt x="335590" y="91680"/>
                </a:cubicBezTo>
                <a:cubicBezTo>
                  <a:pt x="335590" y="85848"/>
                  <a:pt x="334235" y="80613"/>
                  <a:pt x="331524" y="75977"/>
                </a:cubicBezTo>
                <a:cubicBezTo>
                  <a:pt x="328813" y="71340"/>
                  <a:pt x="325085" y="68101"/>
                  <a:pt x="320341" y="66258"/>
                </a:cubicBezTo>
                <a:cubicBezTo>
                  <a:pt x="315596" y="64415"/>
                  <a:pt x="308511" y="63525"/>
                  <a:pt x="299083" y="63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C9910-3732-46FB-8B92-ADBBAA4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979252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DE5FF-F854-44B7-961E-9E01163D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979247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7B45D-8584-40AA-9113-F4D38CF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1168232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BC4B7-B84F-40F7-ACC6-AA6FFA63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1168228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F9F9D-4B50-4822-94A1-85F543B0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1357213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CFED7-E7E7-491F-A8D2-7503ECC5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1357209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4BEEE-633C-4571-8961-17066E6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1546193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B4E1D-D971-4497-A08D-FAB5D18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1546191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B34D2-803A-453A-AC53-5D8E629D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9" y="979252"/>
            <a:ext cx="421606" cy="188980"/>
          </a:xfrm>
          <a:custGeom xmlns:a="http://schemas.openxmlformats.org/drawingml/2006/main">
            <a:pathLst>
              <a:path w="421606" h="188980">
                <a:moveTo>
                  <a:pt x="0" y="188980"/>
                </a:moveTo>
                <a:lnTo>
                  <a:pt x="421606" y="188980"/>
                </a:lnTo>
                <a:lnTo>
                  <a:pt x="42160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23E0D-E5A1-4B03-99F4-0C438154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979247"/>
            <a:ext cx="421607" cy="188981"/>
          </a:xfrm>
          <a:custGeom xmlns:a="http://schemas.openxmlformats.org/drawingml/2006/main">
            <a:pathLst>
              <a:path w="421607" h="188981" fill="none">
                <a:moveTo>
                  <a:pt x="0" y="0"/>
                </a:moveTo>
                <a:lnTo>
                  <a:pt x="421607" y="0"/>
                </a:lnTo>
                <a:lnTo>
                  <a:pt x="421607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13" name="Text …">
            <a:extLst xmlns:a="http://schemas.openxmlformats.org/drawingml/2006/main">
              <a:ext uri="{FF2B5EF4-FFF2-40B4-BE49-F238E27FC236}">
                <a16:creationId xmlns:a16="http://schemas.microsoft.com/office/drawing/2014/main" id="{4952CA95-7532-411F-88F0-8FC407E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8" y="1114885"/>
            <a:ext cx="146767" cy="20518"/>
          </a:xfrm>
          <a:custGeom xmlns:a="http://schemas.openxmlformats.org/drawingml/2006/main">
            <a:pathLst>
              <a:path w="146767" h="20518">
                <a:moveTo>
                  <a:pt x="10259" y="0"/>
                </a:moveTo>
                <a:cubicBezTo>
                  <a:pt x="13155" y="0"/>
                  <a:pt x="15589" y="1001"/>
                  <a:pt x="17560" y="3004"/>
                </a:cubicBezTo>
                <a:cubicBezTo>
                  <a:pt x="19532" y="5006"/>
                  <a:pt x="20518" y="7425"/>
                  <a:pt x="20518" y="10259"/>
                </a:cubicBezTo>
                <a:cubicBezTo>
                  <a:pt x="20518" y="13093"/>
                  <a:pt x="19516" y="15512"/>
                  <a:pt x="17514" y="17514"/>
                </a:cubicBezTo>
                <a:cubicBezTo>
                  <a:pt x="15512" y="19517"/>
                  <a:pt x="13093" y="20518"/>
                  <a:pt x="10259" y="20518"/>
                </a:cubicBezTo>
                <a:cubicBezTo>
                  <a:pt x="7425" y="20518"/>
                  <a:pt x="5006" y="19517"/>
                  <a:pt x="3004" y="17514"/>
                </a:cubicBezTo>
                <a:cubicBezTo>
                  <a:pt x="1001" y="15512"/>
                  <a:pt x="0" y="13093"/>
                  <a:pt x="0" y="10259"/>
                </a:cubicBezTo>
                <a:cubicBezTo>
                  <a:pt x="0" y="7363"/>
                  <a:pt x="1001" y="4929"/>
                  <a:pt x="3004" y="2958"/>
                </a:cubicBezTo>
                <a:cubicBezTo>
                  <a:pt x="5006" y="986"/>
                  <a:pt x="7425" y="0"/>
                  <a:pt x="10259" y="0"/>
                </a:cubicBezTo>
                <a:moveTo>
                  <a:pt x="73383" y="0"/>
                </a:moveTo>
                <a:cubicBezTo>
                  <a:pt x="76218" y="0"/>
                  <a:pt x="78636" y="1001"/>
                  <a:pt x="80638" y="3004"/>
                </a:cubicBezTo>
                <a:cubicBezTo>
                  <a:pt x="82641" y="5006"/>
                  <a:pt x="83642" y="7425"/>
                  <a:pt x="83642" y="10259"/>
                </a:cubicBezTo>
                <a:cubicBezTo>
                  <a:pt x="83642" y="13093"/>
                  <a:pt x="82641" y="15512"/>
                  <a:pt x="80638" y="17514"/>
                </a:cubicBezTo>
                <a:cubicBezTo>
                  <a:pt x="78636" y="19517"/>
                  <a:pt x="76218" y="20518"/>
                  <a:pt x="73383" y="20518"/>
                </a:cubicBezTo>
                <a:cubicBezTo>
                  <a:pt x="70549" y="20518"/>
                  <a:pt x="68131" y="19517"/>
                  <a:pt x="66128" y="17514"/>
                </a:cubicBezTo>
                <a:cubicBezTo>
                  <a:pt x="64126" y="15512"/>
                  <a:pt x="63124" y="13093"/>
                  <a:pt x="63124" y="10259"/>
                </a:cubicBezTo>
                <a:cubicBezTo>
                  <a:pt x="63124" y="7363"/>
                  <a:pt x="64126" y="4929"/>
                  <a:pt x="66128" y="2958"/>
                </a:cubicBezTo>
                <a:cubicBezTo>
                  <a:pt x="68131" y="986"/>
                  <a:pt x="70549" y="0"/>
                  <a:pt x="73383" y="0"/>
                </a:cubicBezTo>
                <a:moveTo>
                  <a:pt x="136508" y="0"/>
                </a:moveTo>
                <a:cubicBezTo>
                  <a:pt x="139342" y="0"/>
                  <a:pt x="141760" y="1001"/>
                  <a:pt x="143763" y="3004"/>
                </a:cubicBezTo>
                <a:cubicBezTo>
                  <a:pt x="145765" y="5006"/>
                  <a:pt x="146767" y="7425"/>
                  <a:pt x="146767" y="10259"/>
                </a:cubicBezTo>
                <a:cubicBezTo>
                  <a:pt x="146767" y="13093"/>
                  <a:pt x="145765" y="15512"/>
                  <a:pt x="143763" y="17514"/>
                </a:cubicBezTo>
                <a:cubicBezTo>
                  <a:pt x="141760" y="19517"/>
                  <a:pt x="139342" y="20518"/>
                  <a:pt x="136508" y="20518"/>
                </a:cubicBezTo>
                <a:cubicBezTo>
                  <a:pt x="133673" y="20518"/>
                  <a:pt x="131255" y="19517"/>
                  <a:pt x="129253" y="17514"/>
                </a:cubicBezTo>
                <a:cubicBezTo>
                  <a:pt x="127250" y="15512"/>
                  <a:pt x="126249" y="13093"/>
                  <a:pt x="126249" y="10259"/>
                </a:cubicBezTo>
                <a:cubicBezTo>
                  <a:pt x="126249" y="7363"/>
                  <a:pt x="127235" y="4929"/>
                  <a:pt x="129206" y="2958"/>
                </a:cubicBezTo>
                <a:cubicBezTo>
                  <a:pt x="131178" y="986"/>
                  <a:pt x="133612" y="0"/>
                  <a:pt x="13650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1F9A6-CEF8-4187-8FBD-53D03416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75" y="979252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2FB99-CCF3-41B8-98D8-E5EB6A89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83" y="979247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135E6-803D-4E64-88A3-E39EEAB6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75" y="1168232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0EC77-9DAD-42D4-807F-D442B392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83" y="1168228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CDBB0-6857-4A6F-B139-A39E1EE1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75" y="1357213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ABF7B-8623-496A-8983-2B5ECC02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83" y="1357209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6BE84-5E69-4BD3-AC6F-08F9DEF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75" y="1546193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D0C9E-23D5-43BC-85CF-F626ADF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83" y="1546191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017BE-1682-4E24-9685-4BF4B660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1735173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B8522-7BCC-443E-91F2-10041D12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1735172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E0D65-3ADC-4883-B956-38BECC2F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1924154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29016-4A0C-41AE-B8AA-3BDEDD91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1924153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CB666-3512-4227-A9E3-D08B2D23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75" y="1735173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ED855-AB37-4D1B-B307-7BCAE38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83" y="1735172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8D921-FACC-4831-BD34-248D3043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75" y="1924154"/>
            <a:ext cx="220766" cy="188980"/>
          </a:xfrm>
          <a:custGeom xmlns:a="http://schemas.openxmlformats.org/drawingml/2006/main">
            <a:pathLst>
              <a:path w="220766" h="188980">
                <a:moveTo>
                  <a:pt x="0" y="188980"/>
                </a:moveTo>
                <a:lnTo>
                  <a:pt x="220766" y="188980"/>
                </a:lnTo>
                <a:lnTo>
                  <a:pt x="22076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16D51-60A9-4DDA-B39E-F6A12C9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83" y="1924153"/>
            <a:ext cx="220765" cy="188981"/>
          </a:xfrm>
          <a:custGeom xmlns:a="http://schemas.openxmlformats.org/drawingml/2006/main">
            <a:pathLst>
              <a:path w="220765" h="188981" fill="none">
                <a:moveTo>
                  <a:pt x="0" y="0"/>
                </a:moveTo>
                <a:lnTo>
                  <a:pt x="220765" y="0"/>
                </a:lnTo>
                <a:lnTo>
                  <a:pt x="220765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810E8-1337-44B6-8D58-C7495E8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9" y="1168232"/>
            <a:ext cx="421606" cy="188980"/>
          </a:xfrm>
          <a:custGeom xmlns:a="http://schemas.openxmlformats.org/drawingml/2006/main">
            <a:pathLst>
              <a:path w="421606" h="188980">
                <a:moveTo>
                  <a:pt x="0" y="188980"/>
                </a:moveTo>
                <a:lnTo>
                  <a:pt x="421606" y="188980"/>
                </a:lnTo>
                <a:lnTo>
                  <a:pt x="42160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E72A5-FEB7-4D49-860F-666D308A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1168228"/>
            <a:ext cx="421607" cy="188981"/>
          </a:xfrm>
          <a:custGeom xmlns:a="http://schemas.openxmlformats.org/drawingml/2006/main">
            <a:pathLst>
              <a:path w="421607" h="188981" fill="none">
                <a:moveTo>
                  <a:pt x="0" y="0"/>
                </a:moveTo>
                <a:lnTo>
                  <a:pt x="421607" y="0"/>
                </a:lnTo>
                <a:lnTo>
                  <a:pt x="421607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32" name="Text …">
            <a:extLst xmlns:a="http://schemas.openxmlformats.org/drawingml/2006/main">
              <a:ext uri="{FF2B5EF4-FFF2-40B4-BE49-F238E27FC236}">
                <a16:creationId xmlns:a16="http://schemas.microsoft.com/office/drawing/2014/main" id="{AB2B92F9-51C6-4CB7-86EA-369BAC9E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8" y="1303866"/>
            <a:ext cx="146767" cy="20518"/>
          </a:xfrm>
          <a:custGeom xmlns:a="http://schemas.openxmlformats.org/drawingml/2006/main">
            <a:pathLst>
              <a:path w="146767" h="20518">
                <a:moveTo>
                  <a:pt x="10259" y="0"/>
                </a:moveTo>
                <a:cubicBezTo>
                  <a:pt x="13155" y="0"/>
                  <a:pt x="15589" y="1001"/>
                  <a:pt x="17560" y="3004"/>
                </a:cubicBezTo>
                <a:cubicBezTo>
                  <a:pt x="19532" y="5006"/>
                  <a:pt x="20518" y="7425"/>
                  <a:pt x="20518" y="10259"/>
                </a:cubicBezTo>
                <a:cubicBezTo>
                  <a:pt x="20518" y="13093"/>
                  <a:pt x="19516" y="15512"/>
                  <a:pt x="17514" y="17514"/>
                </a:cubicBezTo>
                <a:cubicBezTo>
                  <a:pt x="15512" y="19517"/>
                  <a:pt x="13093" y="20518"/>
                  <a:pt x="10259" y="20518"/>
                </a:cubicBezTo>
                <a:cubicBezTo>
                  <a:pt x="7425" y="20518"/>
                  <a:pt x="5006" y="19517"/>
                  <a:pt x="3004" y="17514"/>
                </a:cubicBezTo>
                <a:cubicBezTo>
                  <a:pt x="1001" y="15512"/>
                  <a:pt x="0" y="13093"/>
                  <a:pt x="0" y="10259"/>
                </a:cubicBezTo>
                <a:cubicBezTo>
                  <a:pt x="0" y="7363"/>
                  <a:pt x="1001" y="4929"/>
                  <a:pt x="3004" y="2958"/>
                </a:cubicBezTo>
                <a:cubicBezTo>
                  <a:pt x="5006" y="986"/>
                  <a:pt x="7425" y="0"/>
                  <a:pt x="10259" y="0"/>
                </a:cubicBezTo>
                <a:moveTo>
                  <a:pt x="73383" y="0"/>
                </a:moveTo>
                <a:cubicBezTo>
                  <a:pt x="76218" y="0"/>
                  <a:pt x="78636" y="1001"/>
                  <a:pt x="80638" y="3004"/>
                </a:cubicBezTo>
                <a:cubicBezTo>
                  <a:pt x="82641" y="5006"/>
                  <a:pt x="83642" y="7425"/>
                  <a:pt x="83642" y="10259"/>
                </a:cubicBezTo>
                <a:cubicBezTo>
                  <a:pt x="83642" y="13093"/>
                  <a:pt x="82641" y="15512"/>
                  <a:pt x="80638" y="17514"/>
                </a:cubicBezTo>
                <a:cubicBezTo>
                  <a:pt x="78636" y="19517"/>
                  <a:pt x="76218" y="20518"/>
                  <a:pt x="73383" y="20518"/>
                </a:cubicBezTo>
                <a:cubicBezTo>
                  <a:pt x="70549" y="20518"/>
                  <a:pt x="68131" y="19517"/>
                  <a:pt x="66128" y="17514"/>
                </a:cubicBezTo>
                <a:cubicBezTo>
                  <a:pt x="64126" y="15512"/>
                  <a:pt x="63124" y="13093"/>
                  <a:pt x="63124" y="10259"/>
                </a:cubicBezTo>
                <a:cubicBezTo>
                  <a:pt x="63124" y="7363"/>
                  <a:pt x="64126" y="4929"/>
                  <a:pt x="66128" y="2958"/>
                </a:cubicBezTo>
                <a:cubicBezTo>
                  <a:pt x="68131" y="986"/>
                  <a:pt x="70549" y="0"/>
                  <a:pt x="73383" y="0"/>
                </a:cubicBezTo>
                <a:moveTo>
                  <a:pt x="136508" y="0"/>
                </a:moveTo>
                <a:cubicBezTo>
                  <a:pt x="139342" y="0"/>
                  <a:pt x="141760" y="1001"/>
                  <a:pt x="143763" y="3004"/>
                </a:cubicBezTo>
                <a:cubicBezTo>
                  <a:pt x="145765" y="5006"/>
                  <a:pt x="146767" y="7425"/>
                  <a:pt x="146767" y="10259"/>
                </a:cubicBezTo>
                <a:cubicBezTo>
                  <a:pt x="146767" y="13093"/>
                  <a:pt x="145765" y="15512"/>
                  <a:pt x="143763" y="17514"/>
                </a:cubicBezTo>
                <a:cubicBezTo>
                  <a:pt x="141760" y="19517"/>
                  <a:pt x="139342" y="20518"/>
                  <a:pt x="136508" y="20518"/>
                </a:cubicBezTo>
                <a:cubicBezTo>
                  <a:pt x="133673" y="20518"/>
                  <a:pt x="131255" y="19517"/>
                  <a:pt x="129253" y="17514"/>
                </a:cubicBezTo>
                <a:cubicBezTo>
                  <a:pt x="127250" y="15512"/>
                  <a:pt x="126249" y="13093"/>
                  <a:pt x="126249" y="10259"/>
                </a:cubicBezTo>
                <a:cubicBezTo>
                  <a:pt x="126249" y="7363"/>
                  <a:pt x="127235" y="4929"/>
                  <a:pt x="129206" y="2958"/>
                </a:cubicBezTo>
                <a:cubicBezTo>
                  <a:pt x="131178" y="986"/>
                  <a:pt x="133612" y="0"/>
                  <a:pt x="13650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B0683-7CEF-486E-B8BC-D56B6A77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9" y="1357213"/>
            <a:ext cx="421606" cy="188980"/>
          </a:xfrm>
          <a:custGeom xmlns:a="http://schemas.openxmlformats.org/drawingml/2006/main">
            <a:pathLst>
              <a:path w="421606" h="188980">
                <a:moveTo>
                  <a:pt x="0" y="188980"/>
                </a:moveTo>
                <a:lnTo>
                  <a:pt x="421606" y="188980"/>
                </a:lnTo>
                <a:lnTo>
                  <a:pt x="42160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97FB2-9F23-4205-80C0-2657DB3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1357209"/>
            <a:ext cx="421607" cy="188981"/>
          </a:xfrm>
          <a:custGeom xmlns:a="http://schemas.openxmlformats.org/drawingml/2006/main">
            <a:pathLst>
              <a:path w="421607" h="188981" fill="none">
                <a:moveTo>
                  <a:pt x="0" y="0"/>
                </a:moveTo>
                <a:lnTo>
                  <a:pt x="421607" y="0"/>
                </a:lnTo>
                <a:lnTo>
                  <a:pt x="421607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35" name="Text …">
            <a:extLst xmlns:a="http://schemas.openxmlformats.org/drawingml/2006/main">
              <a:ext uri="{FF2B5EF4-FFF2-40B4-BE49-F238E27FC236}">
                <a16:creationId xmlns:a16="http://schemas.microsoft.com/office/drawing/2014/main" id="{6B1E0270-A6AC-49F5-8ADC-D1887A49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8" y="1492848"/>
            <a:ext cx="146767" cy="20518"/>
          </a:xfrm>
          <a:custGeom xmlns:a="http://schemas.openxmlformats.org/drawingml/2006/main">
            <a:pathLst>
              <a:path w="146767" h="20518">
                <a:moveTo>
                  <a:pt x="10259" y="0"/>
                </a:moveTo>
                <a:cubicBezTo>
                  <a:pt x="13155" y="0"/>
                  <a:pt x="15589" y="1001"/>
                  <a:pt x="17560" y="3004"/>
                </a:cubicBezTo>
                <a:cubicBezTo>
                  <a:pt x="19532" y="5006"/>
                  <a:pt x="20518" y="7425"/>
                  <a:pt x="20518" y="10259"/>
                </a:cubicBezTo>
                <a:cubicBezTo>
                  <a:pt x="20518" y="13093"/>
                  <a:pt x="19516" y="15512"/>
                  <a:pt x="17514" y="17514"/>
                </a:cubicBezTo>
                <a:cubicBezTo>
                  <a:pt x="15512" y="19517"/>
                  <a:pt x="13093" y="20518"/>
                  <a:pt x="10259" y="20518"/>
                </a:cubicBezTo>
                <a:cubicBezTo>
                  <a:pt x="7425" y="20518"/>
                  <a:pt x="5006" y="19517"/>
                  <a:pt x="3004" y="17514"/>
                </a:cubicBezTo>
                <a:cubicBezTo>
                  <a:pt x="1001" y="15512"/>
                  <a:pt x="0" y="13093"/>
                  <a:pt x="0" y="10259"/>
                </a:cubicBezTo>
                <a:cubicBezTo>
                  <a:pt x="0" y="7363"/>
                  <a:pt x="1001" y="4929"/>
                  <a:pt x="3004" y="2958"/>
                </a:cubicBezTo>
                <a:cubicBezTo>
                  <a:pt x="5006" y="986"/>
                  <a:pt x="7425" y="0"/>
                  <a:pt x="10259" y="0"/>
                </a:cubicBezTo>
                <a:moveTo>
                  <a:pt x="73383" y="0"/>
                </a:moveTo>
                <a:cubicBezTo>
                  <a:pt x="76218" y="0"/>
                  <a:pt x="78636" y="1001"/>
                  <a:pt x="80638" y="3004"/>
                </a:cubicBezTo>
                <a:cubicBezTo>
                  <a:pt x="82641" y="5006"/>
                  <a:pt x="83642" y="7425"/>
                  <a:pt x="83642" y="10259"/>
                </a:cubicBezTo>
                <a:cubicBezTo>
                  <a:pt x="83642" y="13093"/>
                  <a:pt x="82641" y="15512"/>
                  <a:pt x="80638" y="17514"/>
                </a:cubicBezTo>
                <a:cubicBezTo>
                  <a:pt x="78636" y="19517"/>
                  <a:pt x="76218" y="20518"/>
                  <a:pt x="73383" y="20518"/>
                </a:cubicBezTo>
                <a:cubicBezTo>
                  <a:pt x="70549" y="20518"/>
                  <a:pt x="68131" y="19517"/>
                  <a:pt x="66128" y="17514"/>
                </a:cubicBezTo>
                <a:cubicBezTo>
                  <a:pt x="64126" y="15512"/>
                  <a:pt x="63124" y="13093"/>
                  <a:pt x="63124" y="10259"/>
                </a:cubicBezTo>
                <a:cubicBezTo>
                  <a:pt x="63124" y="7363"/>
                  <a:pt x="64126" y="4929"/>
                  <a:pt x="66128" y="2958"/>
                </a:cubicBezTo>
                <a:cubicBezTo>
                  <a:pt x="68131" y="986"/>
                  <a:pt x="70549" y="0"/>
                  <a:pt x="73383" y="0"/>
                </a:cubicBezTo>
                <a:moveTo>
                  <a:pt x="136508" y="0"/>
                </a:moveTo>
                <a:cubicBezTo>
                  <a:pt x="139342" y="0"/>
                  <a:pt x="141760" y="1001"/>
                  <a:pt x="143763" y="3004"/>
                </a:cubicBezTo>
                <a:cubicBezTo>
                  <a:pt x="145765" y="5006"/>
                  <a:pt x="146767" y="7425"/>
                  <a:pt x="146767" y="10259"/>
                </a:cubicBezTo>
                <a:cubicBezTo>
                  <a:pt x="146767" y="13093"/>
                  <a:pt x="145765" y="15512"/>
                  <a:pt x="143763" y="17514"/>
                </a:cubicBezTo>
                <a:cubicBezTo>
                  <a:pt x="141760" y="19517"/>
                  <a:pt x="139342" y="20518"/>
                  <a:pt x="136508" y="20518"/>
                </a:cubicBezTo>
                <a:cubicBezTo>
                  <a:pt x="133673" y="20518"/>
                  <a:pt x="131255" y="19517"/>
                  <a:pt x="129253" y="17514"/>
                </a:cubicBezTo>
                <a:cubicBezTo>
                  <a:pt x="127250" y="15512"/>
                  <a:pt x="126249" y="13093"/>
                  <a:pt x="126249" y="10259"/>
                </a:cubicBezTo>
                <a:cubicBezTo>
                  <a:pt x="126249" y="7363"/>
                  <a:pt x="127235" y="4929"/>
                  <a:pt x="129206" y="2958"/>
                </a:cubicBezTo>
                <a:cubicBezTo>
                  <a:pt x="131178" y="986"/>
                  <a:pt x="133612" y="0"/>
                  <a:pt x="13650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7F32C-1CC1-4231-A1FF-BA5EF8C8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9" y="1546193"/>
            <a:ext cx="421606" cy="188980"/>
          </a:xfrm>
          <a:custGeom xmlns:a="http://schemas.openxmlformats.org/drawingml/2006/main">
            <a:pathLst>
              <a:path w="421606" h="188980">
                <a:moveTo>
                  <a:pt x="0" y="188980"/>
                </a:moveTo>
                <a:lnTo>
                  <a:pt x="421606" y="188980"/>
                </a:lnTo>
                <a:lnTo>
                  <a:pt x="42160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7C515-FEC7-414F-A0DB-FADB5539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1546191"/>
            <a:ext cx="421607" cy="188981"/>
          </a:xfrm>
          <a:custGeom xmlns:a="http://schemas.openxmlformats.org/drawingml/2006/main">
            <a:pathLst>
              <a:path w="421607" h="188981" fill="none">
                <a:moveTo>
                  <a:pt x="0" y="0"/>
                </a:moveTo>
                <a:lnTo>
                  <a:pt x="421607" y="0"/>
                </a:lnTo>
                <a:lnTo>
                  <a:pt x="421607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38" name="Text …">
            <a:extLst xmlns:a="http://schemas.openxmlformats.org/drawingml/2006/main">
              <a:ext uri="{FF2B5EF4-FFF2-40B4-BE49-F238E27FC236}">
                <a16:creationId xmlns:a16="http://schemas.microsoft.com/office/drawing/2014/main" id="{926C87D8-8A62-4872-958D-44E20E3B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8" y="1681829"/>
            <a:ext cx="146767" cy="20518"/>
          </a:xfrm>
          <a:custGeom xmlns:a="http://schemas.openxmlformats.org/drawingml/2006/main">
            <a:pathLst>
              <a:path w="146767" h="20518">
                <a:moveTo>
                  <a:pt x="10259" y="0"/>
                </a:moveTo>
                <a:cubicBezTo>
                  <a:pt x="13155" y="0"/>
                  <a:pt x="15589" y="1001"/>
                  <a:pt x="17560" y="3004"/>
                </a:cubicBezTo>
                <a:cubicBezTo>
                  <a:pt x="19532" y="5006"/>
                  <a:pt x="20518" y="7425"/>
                  <a:pt x="20518" y="10259"/>
                </a:cubicBezTo>
                <a:cubicBezTo>
                  <a:pt x="20518" y="13093"/>
                  <a:pt x="19516" y="15512"/>
                  <a:pt x="17514" y="17514"/>
                </a:cubicBezTo>
                <a:cubicBezTo>
                  <a:pt x="15512" y="19517"/>
                  <a:pt x="13093" y="20518"/>
                  <a:pt x="10259" y="20518"/>
                </a:cubicBezTo>
                <a:cubicBezTo>
                  <a:pt x="7425" y="20518"/>
                  <a:pt x="5006" y="19517"/>
                  <a:pt x="3004" y="17514"/>
                </a:cubicBezTo>
                <a:cubicBezTo>
                  <a:pt x="1001" y="15512"/>
                  <a:pt x="0" y="13093"/>
                  <a:pt x="0" y="10259"/>
                </a:cubicBezTo>
                <a:cubicBezTo>
                  <a:pt x="0" y="7363"/>
                  <a:pt x="1001" y="4929"/>
                  <a:pt x="3004" y="2958"/>
                </a:cubicBezTo>
                <a:cubicBezTo>
                  <a:pt x="5006" y="986"/>
                  <a:pt x="7425" y="0"/>
                  <a:pt x="10259" y="0"/>
                </a:cubicBezTo>
                <a:moveTo>
                  <a:pt x="73383" y="0"/>
                </a:moveTo>
                <a:cubicBezTo>
                  <a:pt x="76218" y="0"/>
                  <a:pt x="78636" y="1001"/>
                  <a:pt x="80638" y="3004"/>
                </a:cubicBezTo>
                <a:cubicBezTo>
                  <a:pt x="82641" y="5006"/>
                  <a:pt x="83642" y="7425"/>
                  <a:pt x="83642" y="10259"/>
                </a:cubicBezTo>
                <a:cubicBezTo>
                  <a:pt x="83642" y="13093"/>
                  <a:pt x="82641" y="15512"/>
                  <a:pt x="80638" y="17514"/>
                </a:cubicBezTo>
                <a:cubicBezTo>
                  <a:pt x="78636" y="19517"/>
                  <a:pt x="76218" y="20518"/>
                  <a:pt x="73383" y="20518"/>
                </a:cubicBezTo>
                <a:cubicBezTo>
                  <a:pt x="70549" y="20518"/>
                  <a:pt x="68131" y="19517"/>
                  <a:pt x="66128" y="17514"/>
                </a:cubicBezTo>
                <a:cubicBezTo>
                  <a:pt x="64126" y="15512"/>
                  <a:pt x="63124" y="13093"/>
                  <a:pt x="63124" y="10259"/>
                </a:cubicBezTo>
                <a:cubicBezTo>
                  <a:pt x="63124" y="7363"/>
                  <a:pt x="64126" y="4929"/>
                  <a:pt x="66128" y="2958"/>
                </a:cubicBezTo>
                <a:cubicBezTo>
                  <a:pt x="68131" y="986"/>
                  <a:pt x="70549" y="0"/>
                  <a:pt x="73383" y="0"/>
                </a:cubicBezTo>
                <a:moveTo>
                  <a:pt x="136508" y="0"/>
                </a:moveTo>
                <a:cubicBezTo>
                  <a:pt x="139342" y="0"/>
                  <a:pt x="141760" y="1001"/>
                  <a:pt x="143763" y="3004"/>
                </a:cubicBezTo>
                <a:cubicBezTo>
                  <a:pt x="145765" y="5006"/>
                  <a:pt x="146767" y="7425"/>
                  <a:pt x="146767" y="10259"/>
                </a:cubicBezTo>
                <a:cubicBezTo>
                  <a:pt x="146767" y="13093"/>
                  <a:pt x="145765" y="15512"/>
                  <a:pt x="143763" y="17514"/>
                </a:cubicBezTo>
                <a:cubicBezTo>
                  <a:pt x="141760" y="19517"/>
                  <a:pt x="139342" y="20518"/>
                  <a:pt x="136508" y="20518"/>
                </a:cubicBezTo>
                <a:cubicBezTo>
                  <a:pt x="133673" y="20518"/>
                  <a:pt x="131255" y="19517"/>
                  <a:pt x="129253" y="17514"/>
                </a:cubicBezTo>
                <a:cubicBezTo>
                  <a:pt x="127250" y="15512"/>
                  <a:pt x="126249" y="13093"/>
                  <a:pt x="126249" y="10259"/>
                </a:cubicBezTo>
                <a:cubicBezTo>
                  <a:pt x="126249" y="7363"/>
                  <a:pt x="127235" y="4929"/>
                  <a:pt x="129206" y="2958"/>
                </a:cubicBezTo>
                <a:cubicBezTo>
                  <a:pt x="131178" y="986"/>
                  <a:pt x="133612" y="0"/>
                  <a:pt x="13650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20A27-6907-456B-A771-D56F6DFB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9" y="1735173"/>
            <a:ext cx="421606" cy="188980"/>
          </a:xfrm>
          <a:custGeom xmlns:a="http://schemas.openxmlformats.org/drawingml/2006/main">
            <a:pathLst>
              <a:path w="421606" h="188980">
                <a:moveTo>
                  <a:pt x="0" y="188980"/>
                </a:moveTo>
                <a:lnTo>
                  <a:pt x="421606" y="188980"/>
                </a:lnTo>
                <a:lnTo>
                  <a:pt x="42160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3D416-9D10-451D-9A2E-AB8E169B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1735172"/>
            <a:ext cx="421607" cy="188981"/>
          </a:xfrm>
          <a:custGeom xmlns:a="http://schemas.openxmlformats.org/drawingml/2006/main">
            <a:pathLst>
              <a:path w="421607" h="188981" fill="none">
                <a:moveTo>
                  <a:pt x="0" y="0"/>
                </a:moveTo>
                <a:lnTo>
                  <a:pt x="421607" y="0"/>
                </a:lnTo>
                <a:lnTo>
                  <a:pt x="421607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AC429-AE80-463A-A0D9-A3408933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9" y="1924154"/>
            <a:ext cx="421606" cy="188980"/>
          </a:xfrm>
          <a:custGeom xmlns:a="http://schemas.openxmlformats.org/drawingml/2006/main">
            <a:pathLst>
              <a:path w="421606" h="188980">
                <a:moveTo>
                  <a:pt x="0" y="188980"/>
                </a:moveTo>
                <a:lnTo>
                  <a:pt x="421606" y="188980"/>
                </a:lnTo>
                <a:lnTo>
                  <a:pt x="421606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248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0591E-2F73-43AE-A1ED-8959F8BE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5" y="1924153"/>
            <a:ext cx="421607" cy="188981"/>
          </a:xfrm>
          <a:custGeom xmlns:a="http://schemas.openxmlformats.org/drawingml/2006/main">
            <a:pathLst>
              <a:path w="421607" h="188981" fill="none">
                <a:moveTo>
                  <a:pt x="0" y="0"/>
                </a:moveTo>
                <a:lnTo>
                  <a:pt x="421607" y="0"/>
                </a:lnTo>
                <a:lnTo>
                  <a:pt x="421607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666666"/>
            </a:solidFill>
            <a:round/>
          </a:ln>
        </p:spPr>
      </p:sp>
      <p:sp>
        <p:nvSpPr>
          <p:cNvPr id="243" name="Text …">
            <a:extLst xmlns:a="http://schemas.openxmlformats.org/drawingml/2006/main">
              <a:ext uri="{FF2B5EF4-FFF2-40B4-BE49-F238E27FC236}">
                <a16:creationId xmlns:a16="http://schemas.microsoft.com/office/drawing/2014/main" id="{BFB687C9-B313-4A3B-999E-95D5507B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88" y="2059792"/>
            <a:ext cx="146767" cy="20518"/>
          </a:xfrm>
          <a:custGeom xmlns:a="http://schemas.openxmlformats.org/drawingml/2006/main">
            <a:pathLst>
              <a:path w="146767" h="20518">
                <a:moveTo>
                  <a:pt x="10259" y="0"/>
                </a:moveTo>
                <a:cubicBezTo>
                  <a:pt x="13155" y="0"/>
                  <a:pt x="15589" y="1001"/>
                  <a:pt x="17560" y="3004"/>
                </a:cubicBezTo>
                <a:cubicBezTo>
                  <a:pt x="19532" y="5006"/>
                  <a:pt x="20518" y="7425"/>
                  <a:pt x="20518" y="10259"/>
                </a:cubicBezTo>
                <a:cubicBezTo>
                  <a:pt x="20518" y="13093"/>
                  <a:pt x="19516" y="15512"/>
                  <a:pt x="17514" y="17514"/>
                </a:cubicBezTo>
                <a:cubicBezTo>
                  <a:pt x="15512" y="19517"/>
                  <a:pt x="13093" y="20518"/>
                  <a:pt x="10259" y="20518"/>
                </a:cubicBezTo>
                <a:cubicBezTo>
                  <a:pt x="7425" y="20518"/>
                  <a:pt x="5006" y="19517"/>
                  <a:pt x="3004" y="17514"/>
                </a:cubicBezTo>
                <a:cubicBezTo>
                  <a:pt x="1001" y="15512"/>
                  <a:pt x="0" y="13093"/>
                  <a:pt x="0" y="10259"/>
                </a:cubicBezTo>
                <a:cubicBezTo>
                  <a:pt x="0" y="7363"/>
                  <a:pt x="1001" y="4929"/>
                  <a:pt x="3004" y="2958"/>
                </a:cubicBezTo>
                <a:cubicBezTo>
                  <a:pt x="5006" y="986"/>
                  <a:pt x="7425" y="0"/>
                  <a:pt x="10259" y="0"/>
                </a:cubicBezTo>
                <a:moveTo>
                  <a:pt x="73383" y="0"/>
                </a:moveTo>
                <a:cubicBezTo>
                  <a:pt x="76218" y="0"/>
                  <a:pt x="78636" y="1001"/>
                  <a:pt x="80638" y="3004"/>
                </a:cubicBezTo>
                <a:cubicBezTo>
                  <a:pt x="82641" y="5006"/>
                  <a:pt x="83642" y="7425"/>
                  <a:pt x="83642" y="10259"/>
                </a:cubicBezTo>
                <a:cubicBezTo>
                  <a:pt x="83642" y="13093"/>
                  <a:pt x="82641" y="15512"/>
                  <a:pt x="80638" y="17514"/>
                </a:cubicBezTo>
                <a:cubicBezTo>
                  <a:pt x="78636" y="19517"/>
                  <a:pt x="76218" y="20518"/>
                  <a:pt x="73383" y="20518"/>
                </a:cubicBezTo>
                <a:cubicBezTo>
                  <a:pt x="70549" y="20518"/>
                  <a:pt x="68131" y="19517"/>
                  <a:pt x="66128" y="17514"/>
                </a:cubicBezTo>
                <a:cubicBezTo>
                  <a:pt x="64126" y="15512"/>
                  <a:pt x="63124" y="13093"/>
                  <a:pt x="63124" y="10259"/>
                </a:cubicBezTo>
                <a:cubicBezTo>
                  <a:pt x="63124" y="7363"/>
                  <a:pt x="64126" y="4929"/>
                  <a:pt x="66128" y="2958"/>
                </a:cubicBezTo>
                <a:cubicBezTo>
                  <a:pt x="68131" y="986"/>
                  <a:pt x="70549" y="0"/>
                  <a:pt x="73383" y="0"/>
                </a:cubicBezTo>
                <a:moveTo>
                  <a:pt x="136508" y="0"/>
                </a:moveTo>
                <a:cubicBezTo>
                  <a:pt x="139342" y="0"/>
                  <a:pt x="141760" y="1001"/>
                  <a:pt x="143763" y="3004"/>
                </a:cubicBezTo>
                <a:cubicBezTo>
                  <a:pt x="145765" y="5006"/>
                  <a:pt x="146767" y="7425"/>
                  <a:pt x="146767" y="10259"/>
                </a:cubicBezTo>
                <a:cubicBezTo>
                  <a:pt x="146767" y="13093"/>
                  <a:pt x="145765" y="15512"/>
                  <a:pt x="143763" y="17514"/>
                </a:cubicBezTo>
                <a:cubicBezTo>
                  <a:pt x="141760" y="19517"/>
                  <a:pt x="139342" y="20518"/>
                  <a:pt x="136508" y="20518"/>
                </a:cubicBezTo>
                <a:cubicBezTo>
                  <a:pt x="133673" y="20518"/>
                  <a:pt x="131255" y="19517"/>
                  <a:pt x="129253" y="17514"/>
                </a:cubicBezTo>
                <a:cubicBezTo>
                  <a:pt x="127250" y="15512"/>
                  <a:pt x="126249" y="13093"/>
                  <a:pt x="126249" y="10259"/>
                </a:cubicBezTo>
                <a:cubicBezTo>
                  <a:pt x="126249" y="7363"/>
                  <a:pt x="127235" y="4929"/>
                  <a:pt x="129206" y="2958"/>
                </a:cubicBezTo>
                <a:cubicBezTo>
                  <a:pt x="131178" y="986"/>
                  <a:pt x="133612" y="0"/>
                  <a:pt x="13650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14918-978B-41D2-A6CD-3735378E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3" y="1735173"/>
            <a:ext cx="863138" cy="188980"/>
          </a:xfrm>
          <a:custGeom xmlns:a="http://schemas.openxmlformats.org/drawingml/2006/main">
            <a:pathLst>
              <a:path w="863138" h="188980">
                <a:moveTo>
                  <a:pt x="0" y="188980"/>
                </a:moveTo>
                <a:lnTo>
                  <a:pt x="863138" y="188980"/>
                </a:lnTo>
                <a:lnTo>
                  <a:pt x="863138" y="0"/>
                </a:lnTo>
                <a:lnTo>
                  <a:pt x="0" y="0"/>
                </a:lnTo>
                <a:lnTo>
                  <a:pt x="0" y="18898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766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42950-C25C-48A2-BCEB-7CB5DF3E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1" y="1735172"/>
            <a:ext cx="863136" cy="188981"/>
          </a:xfrm>
          <a:custGeom xmlns:a="http://schemas.openxmlformats.org/drawingml/2006/main">
            <a:pathLst>
              <a:path w="863136" h="188981" fill="none">
                <a:moveTo>
                  <a:pt x="0" y="0"/>
                </a:moveTo>
                <a:lnTo>
                  <a:pt x="863136" y="0"/>
                </a:lnTo>
                <a:lnTo>
                  <a:pt x="863136" y="188981"/>
                </a:lnTo>
                <a:lnTo>
                  <a:pt x="0" y="1889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46" name="Text 12">
            <a:extLst xmlns:a="http://schemas.openxmlformats.org/drawingml/2006/main">
              <a:ext uri="{FF2B5EF4-FFF2-40B4-BE49-F238E27FC236}">
                <a16:creationId xmlns:a16="http://schemas.microsoft.com/office/drawing/2014/main" id="{4F9804F1-4803-481F-98A8-71433AF9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41" y="1766507"/>
            <a:ext cx="159244" cy="127912"/>
          </a:xfrm>
          <a:custGeom xmlns:a="http://schemas.openxmlformats.org/drawingml/2006/main">
            <a:pathLst>
              <a:path w="159244" h="127912">
                <a:moveTo>
                  <a:pt x="0" y="14788"/>
                </a:moveTo>
                <a:lnTo>
                  <a:pt x="30499" y="0"/>
                </a:lnTo>
                <a:lnTo>
                  <a:pt x="33549" y="0"/>
                </a:lnTo>
                <a:lnTo>
                  <a:pt x="33549" y="105731"/>
                </a:lnTo>
                <a:cubicBezTo>
                  <a:pt x="33549" y="112755"/>
                  <a:pt x="33842" y="117130"/>
                  <a:pt x="34427" y="118855"/>
                </a:cubicBezTo>
                <a:cubicBezTo>
                  <a:pt x="35013" y="120580"/>
                  <a:pt x="36230" y="121905"/>
                  <a:pt x="38078" y="122829"/>
                </a:cubicBezTo>
                <a:cubicBezTo>
                  <a:pt x="39926" y="123753"/>
                  <a:pt x="43685" y="124277"/>
                  <a:pt x="49353" y="124400"/>
                </a:cubicBezTo>
                <a:lnTo>
                  <a:pt x="49353" y="127912"/>
                </a:lnTo>
                <a:lnTo>
                  <a:pt x="2218" y="127912"/>
                </a:lnTo>
                <a:lnTo>
                  <a:pt x="2218" y="124400"/>
                </a:lnTo>
                <a:cubicBezTo>
                  <a:pt x="8133" y="124277"/>
                  <a:pt x="11953" y="123769"/>
                  <a:pt x="13678" y="122875"/>
                </a:cubicBezTo>
                <a:cubicBezTo>
                  <a:pt x="15404" y="121982"/>
                  <a:pt x="16605" y="120780"/>
                  <a:pt x="17283" y="119271"/>
                </a:cubicBezTo>
                <a:cubicBezTo>
                  <a:pt x="17961" y="117761"/>
                  <a:pt x="18300" y="113248"/>
                  <a:pt x="18300" y="105731"/>
                </a:cubicBezTo>
                <a:lnTo>
                  <a:pt x="18300" y="38078"/>
                </a:lnTo>
                <a:cubicBezTo>
                  <a:pt x="18300" y="28999"/>
                  <a:pt x="17992" y="23173"/>
                  <a:pt x="17375" y="20599"/>
                </a:cubicBezTo>
                <a:cubicBezTo>
                  <a:pt x="16944" y="18635"/>
                  <a:pt x="16158" y="17191"/>
                  <a:pt x="15019" y="16266"/>
                </a:cubicBezTo>
                <a:cubicBezTo>
                  <a:pt x="13879" y="15342"/>
                  <a:pt x="12508" y="14880"/>
                  <a:pt x="10906" y="14880"/>
                </a:cubicBezTo>
                <a:cubicBezTo>
                  <a:pt x="8626" y="14880"/>
                  <a:pt x="5453" y="15835"/>
                  <a:pt x="1386" y="17745"/>
                </a:cubicBezTo>
                <a:lnTo>
                  <a:pt x="0" y="14788"/>
                </a:lnTo>
                <a:close/>
                <a:moveTo>
                  <a:pt x="159244" y="103513"/>
                </a:moveTo>
                <a:lnTo>
                  <a:pt x="150464" y="127912"/>
                </a:lnTo>
                <a:lnTo>
                  <a:pt x="76526" y="127912"/>
                </a:lnTo>
                <a:lnTo>
                  <a:pt x="76526" y="124423"/>
                </a:lnTo>
                <a:cubicBezTo>
                  <a:pt x="98276" y="104605"/>
                  <a:pt x="113587" y="88417"/>
                  <a:pt x="122460" y="75861"/>
                </a:cubicBezTo>
                <a:cubicBezTo>
                  <a:pt x="131332" y="63303"/>
                  <a:pt x="135769" y="51818"/>
                  <a:pt x="135769" y="41405"/>
                </a:cubicBezTo>
                <a:cubicBezTo>
                  <a:pt x="135769" y="33484"/>
                  <a:pt x="133335" y="26975"/>
                  <a:pt x="128467" y="21878"/>
                </a:cubicBezTo>
                <a:cubicBezTo>
                  <a:pt x="123600" y="16781"/>
                  <a:pt x="117777" y="14233"/>
                  <a:pt x="110999" y="14233"/>
                </a:cubicBezTo>
                <a:cubicBezTo>
                  <a:pt x="104838" y="14233"/>
                  <a:pt x="99308" y="16020"/>
                  <a:pt x="94410" y="19594"/>
                </a:cubicBezTo>
                <a:cubicBezTo>
                  <a:pt x="89511" y="23165"/>
                  <a:pt x="85891" y="28403"/>
                  <a:pt x="83550" y="35305"/>
                </a:cubicBezTo>
                <a:lnTo>
                  <a:pt x="80130" y="35305"/>
                </a:lnTo>
                <a:cubicBezTo>
                  <a:pt x="81671" y="23935"/>
                  <a:pt x="85630" y="15209"/>
                  <a:pt x="92007" y="9127"/>
                </a:cubicBezTo>
                <a:cubicBezTo>
                  <a:pt x="98384" y="3042"/>
                  <a:pt x="106348" y="0"/>
                  <a:pt x="115898" y="0"/>
                </a:cubicBezTo>
                <a:cubicBezTo>
                  <a:pt x="126064" y="0"/>
                  <a:pt x="134552" y="3266"/>
                  <a:pt x="141360" y="9797"/>
                </a:cubicBezTo>
                <a:cubicBezTo>
                  <a:pt x="148169" y="16328"/>
                  <a:pt x="151573" y="24030"/>
                  <a:pt x="151573" y="32902"/>
                </a:cubicBezTo>
                <a:cubicBezTo>
                  <a:pt x="151573" y="39249"/>
                  <a:pt x="150094" y="45595"/>
                  <a:pt x="147137" y="51941"/>
                </a:cubicBezTo>
                <a:cubicBezTo>
                  <a:pt x="142577" y="61923"/>
                  <a:pt x="135183" y="72490"/>
                  <a:pt x="124955" y="83642"/>
                </a:cubicBezTo>
                <a:cubicBezTo>
                  <a:pt x="109613" y="100367"/>
                  <a:pt x="100032" y="110379"/>
                  <a:pt x="96212" y="113679"/>
                </a:cubicBezTo>
                <a:lnTo>
                  <a:pt x="128929" y="113679"/>
                </a:lnTo>
                <a:cubicBezTo>
                  <a:pt x="135584" y="113679"/>
                  <a:pt x="140251" y="113433"/>
                  <a:pt x="142931" y="112940"/>
                </a:cubicBezTo>
                <a:cubicBezTo>
                  <a:pt x="145612" y="112447"/>
                  <a:pt x="148030" y="111446"/>
                  <a:pt x="150186" y="109936"/>
                </a:cubicBezTo>
                <a:cubicBezTo>
                  <a:pt x="152343" y="108427"/>
                  <a:pt x="154222" y="106286"/>
                  <a:pt x="155824" y="103513"/>
                </a:cubicBezTo>
                <a:lnTo>
                  <a:pt x="159244" y="103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18CD2-23B6-4012-8C14-CE21E04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07" y="1835348"/>
            <a:ext cx="212136" cy="10"/>
          </a:xfrm>
          <a:custGeom xmlns:a="http://schemas.openxmlformats.org/drawingml/2006/main">
            <a:pathLst>
              <a:path w="212136" h="1" fill="none">
                <a:moveTo>
                  <a:pt x="0" y="0"/>
                </a:moveTo>
                <a:lnTo>
                  <a:pt x="2121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000000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B5CC5-1722-48B2-8A6B-9F17FF0A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44" y="1825887"/>
            <a:ext cx="25237" cy="18928"/>
          </a:xfrm>
          <a:custGeom xmlns:a="http://schemas.openxmlformats.org/drawingml/2006/main">
            <a:pathLst>
              <a:path w="25237" h="18928">
                <a:moveTo>
                  <a:pt x="25237" y="9464"/>
                </a:moveTo>
                <a:lnTo>
                  <a:pt x="0" y="0"/>
                </a:lnTo>
                <a:lnTo>
                  <a:pt x="0" y="18928"/>
                </a:lnTo>
                <a:lnTo>
                  <a:pt x="25237" y="9464"/>
                </a:lnTo>
                <a:close/>
                <a:moveTo>
                  <a:pt x="25237" y="94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BBC8F-2EA5-4AE2-909C-579453B2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44" y="1825884"/>
            <a:ext cx="25237" cy="18928"/>
          </a:xfrm>
          <a:custGeom xmlns:a="http://schemas.openxmlformats.org/drawingml/2006/main">
            <a:pathLst>
              <a:path w="25237" h="18928" fill="none">
                <a:moveTo>
                  <a:pt x="25237" y="9464"/>
                </a:moveTo>
                <a:lnTo>
                  <a:pt x="0" y="0"/>
                </a:lnTo>
                <a:lnTo>
                  <a:pt x="0" y="18928"/>
                </a:lnTo>
                <a:lnTo>
                  <a:pt x="25237" y="9464"/>
                </a:lnTo>
                <a:close/>
                <a:moveTo>
                  <a:pt x="25237" y="9464"/>
                </a:moveTo>
              </a:path>
            </a:pathLst>
          </a:custGeom>
          <a:noFill xmlns:a="http://schemas.openxmlformats.org/drawingml/2006/main"/>
          <a:ln xmlns:a="http://schemas.openxmlformats.org/drawingml/2006/main" w="15773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35A33-9B6E-40DF-95F1-AFCC2C2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8" y="1835348"/>
            <a:ext cx="186394" cy="10"/>
          </a:xfrm>
          <a:custGeom xmlns:a="http://schemas.openxmlformats.org/drawingml/2006/main">
            <a:pathLst>
              <a:path w="186394" h="1" fill="none">
                <a:moveTo>
                  <a:pt x="1863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000000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6D909-0463-467C-A956-45BBC8E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63" y="1825887"/>
            <a:ext cx="25237" cy="18928"/>
          </a:xfrm>
          <a:custGeom xmlns:a="http://schemas.openxmlformats.org/drawingml/2006/main">
            <a:pathLst>
              <a:path w="25237" h="18928">
                <a:moveTo>
                  <a:pt x="0" y="9464"/>
                </a:moveTo>
                <a:lnTo>
                  <a:pt x="25237" y="18928"/>
                </a:lnTo>
                <a:lnTo>
                  <a:pt x="25237" y="0"/>
                </a:lnTo>
                <a:lnTo>
                  <a:pt x="0" y="9464"/>
                </a:lnTo>
                <a:close/>
                <a:moveTo>
                  <a:pt x="0" y="94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1F5D6-113B-409A-A7DB-FF1A27B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61" y="1825884"/>
            <a:ext cx="25237" cy="18928"/>
          </a:xfrm>
          <a:custGeom xmlns:a="http://schemas.openxmlformats.org/drawingml/2006/main">
            <a:pathLst>
              <a:path w="25237" h="18928" fill="none">
                <a:moveTo>
                  <a:pt x="0" y="9464"/>
                </a:moveTo>
                <a:lnTo>
                  <a:pt x="25237" y="18928"/>
                </a:lnTo>
                <a:lnTo>
                  <a:pt x="25237" y="0"/>
                </a:lnTo>
                <a:lnTo>
                  <a:pt x="0" y="9464"/>
                </a:lnTo>
                <a:close/>
                <a:moveTo>
                  <a:pt x="0" y="9464"/>
                </a:moveTo>
              </a:path>
            </a:pathLst>
          </a:custGeom>
          <a:noFill xmlns:a="http://schemas.openxmlformats.org/drawingml/2006/main"/>
          <a:ln xmlns:a="http://schemas.openxmlformats.org/drawingml/2006/main" w="15773" cap="flat">
            <a:solidFill>
              <a:srgbClr val="00000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98205-FFC3-45D3-8B6A-DA623FD9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28" y="979252"/>
            <a:ext cx="220766" cy="1127707"/>
          </a:xfrm>
          <a:custGeom xmlns:a="http://schemas.openxmlformats.org/drawingml/2006/main">
            <a:pathLst>
              <a:path w="220766" h="1127707">
                <a:moveTo>
                  <a:pt x="0" y="1127707"/>
                </a:moveTo>
                <a:lnTo>
                  <a:pt x="220766" y="1127707"/>
                </a:lnTo>
                <a:lnTo>
                  <a:pt x="220766" y="0"/>
                </a:lnTo>
                <a:lnTo>
                  <a:pt x="0" y="0"/>
                </a:lnTo>
                <a:lnTo>
                  <a:pt x="0" y="1127707"/>
                </a:lnTo>
                <a:close/>
              </a:path>
            </a:pathLst>
          </a:custGeom>
          <a:solidFill xmlns:a="http://schemas.openxmlformats.org/drawingml/2006/main">
            <a:srgbClr val="EBEBEB">
              <a:alpha val="6633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A582-038F-4551-A426-6E31D225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30" y="979247"/>
            <a:ext cx="220765" cy="1127703"/>
          </a:xfrm>
          <a:custGeom xmlns:a="http://schemas.openxmlformats.org/drawingml/2006/main">
            <a:pathLst>
              <a:path w="220765" h="1127703" fill="none">
                <a:moveTo>
                  <a:pt x="0" y="0"/>
                </a:moveTo>
                <a:lnTo>
                  <a:pt x="220765" y="0"/>
                </a:lnTo>
                <a:lnTo>
                  <a:pt x="220765" y="1127703"/>
                </a:lnTo>
                <a:lnTo>
                  <a:pt x="0" y="11277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55" name="Text 1">
            <a:extLst xmlns:a="http://schemas.openxmlformats.org/drawingml/2006/main">
              <a:ext uri="{FF2B5EF4-FFF2-40B4-BE49-F238E27FC236}">
                <a16:creationId xmlns:a16="http://schemas.microsoft.com/office/drawing/2014/main" id="{0DECC644-7837-4EED-BC8F-9A32FCF5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0" y="1386299"/>
            <a:ext cx="127912" cy="49353"/>
          </a:xfrm>
          <a:custGeom xmlns:a="http://schemas.openxmlformats.org/drawingml/2006/main">
            <a:pathLst>
              <a:path w="127912" h="49353">
                <a:moveTo>
                  <a:pt x="113125" y="0"/>
                </a:moveTo>
                <a:lnTo>
                  <a:pt x="127912" y="30499"/>
                </a:lnTo>
                <a:lnTo>
                  <a:pt x="127912" y="33549"/>
                </a:lnTo>
                <a:lnTo>
                  <a:pt x="22181" y="33549"/>
                </a:lnTo>
                <a:cubicBezTo>
                  <a:pt x="15157" y="33549"/>
                  <a:pt x="10783" y="33842"/>
                  <a:pt x="9057" y="34427"/>
                </a:cubicBezTo>
                <a:cubicBezTo>
                  <a:pt x="7332" y="35013"/>
                  <a:pt x="6007" y="36230"/>
                  <a:pt x="5083" y="38078"/>
                </a:cubicBezTo>
                <a:cubicBezTo>
                  <a:pt x="4159" y="39926"/>
                  <a:pt x="3635" y="43685"/>
                  <a:pt x="3512" y="49353"/>
                </a:cubicBezTo>
                <a:lnTo>
                  <a:pt x="0" y="49353"/>
                </a:lnTo>
                <a:lnTo>
                  <a:pt x="0" y="2218"/>
                </a:lnTo>
                <a:lnTo>
                  <a:pt x="3512" y="2218"/>
                </a:lnTo>
                <a:cubicBezTo>
                  <a:pt x="3635" y="8133"/>
                  <a:pt x="4144" y="11953"/>
                  <a:pt x="5037" y="13678"/>
                </a:cubicBezTo>
                <a:cubicBezTo>
                  <a:pt x="5930" y="15404"/>
                  <a:pt x="7132" y="16605"/>
                  <a:pt x="8641" y="17283"/>
                </a:cubicBezTo>
                <a:cubicBezTo>
                  <a:pt x="10151" y="17961"/>
                  <a:pt x="14664" y="18300"/>
                  <a:pt x="22181" y="18300"/>
                </a:cubicBezTo>
                <a:lnTo>
                  <a:pt x="89834" y="18300"/>
                </a:lnTo>
                <a:cubicBezTo>
                  <a:pt x="98913" y="18300"/>
                  <a:pt x="104739" y="17992"/>
                  <a:pt x="107314" y="17375"/>
                </a:cubicBezTo>
                <a:cubicBezTo>
                  <a:pt x="109278" y="16944"/>
                  <a:pt x="110722" y="16158"/>
                  <a:pt x="111646" y="15019"/>
                </a:cubicBezTo>
                <a:cubicBezTo>
                  <a:pt x="112570" y="13879"/>
                  <a:pt x="113032" y="12508"/>
                  <a:pt x="113032" y="10906"/>
                </a:cubicBezTo>
                <a:cubicBezTo>
                  <a:pt x="113032" y="8626"/>
                  <a:pt x="112077" y="5453"/>
                  <a:pt x="110167" y="1386"/>
                </a:cubicBezTo>
                <a:lnTo>
                  <a:pt x="1131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0">
            <a:extLst xmlns:a="http://schemas.openxmlformats.org/drawingml/2006/main">
              <a:ext uri="{FF2B5EF4-FFF2-40B4-BE49-F238E27FC236}">
                <a16:creationId xmlns:a16="http://schemas.microsoft.com/office/drawing/2014/main" id="{04ACBAFA-3701-4925-90A4-47786C19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22" y="1465598"/>
            <a:ext cx="130131" cy="81054"/>
          </a:xfrm>
          <a:custGeom xmlns:a="http://schemas.openxmlformats.org/drawingml/2006/main">
            <a:pathLst>
              <a:path w="130131" h="81054">
                <a:moveTo>
                  <a:pt x="64141" y="0"/>
                </a:moveTo>
                <a:cubicBezTo>
                  <a:pt x="78436" y="0"/>
                  <a:pt x="90743" y="2157"/>
                  <a:pt x="101064" y="6470"/>
                </a:cubicBezTo>
                <a:cubicBezTo>
                  <a:pt x="111384" y="10783"/>
                  <a:pt x="119071" y="16513"/>
                  <a:pt x="124123" y="23660"/>
                </a:cubicBezTo>
                <a:cubicBezTo>
                  <a:pt x="128128" y="29205"/>
                  <a:pt x="130131" y="34936"/>
                  <a:pt x="130131" y="40851"/>
                </a:cubicBezTo>
                <a:cubicBezTo>
                  <a:pt x="130131" y="50463"/>
                  <a:pt x="125232" y="59089"/>
                  <a:pt x="115435" y="66729"/>
                </a:cubicBezTo>
                <a:cubicBezTo>
                  <a:pt x="103297" y="76279"/>
                  <a:pt x="86846" y="81054"/>
                  <a:pt x="66082" y="81054"/>
                </a:cubicBezTo>
                <a:cubicBezTo>
                  <a:pt x="51541" y="81054"/>
                  <a:pt x="39187" y="78959"/>
                  <a:pt x="29021" y="74770"/>
                </a:cubicBezTo>
                <a:cubicBezTo>
                  <a:pt x="18854" y="70580"/>
                  <a:pt x="11476" y="65235"/>
                  <a:pt x="6885" y="58734"/>
                </a:cubicBezTo>
                <a:cubicBezTo>
                  <a:pt x="2295" y="52234"/>
                  <a:pt x="0" y="45965"/>
                  <a:pt x="0" y="39926"/>
                </a:cubicBezTo>
                <a:cubicBezTo>
                  <a:pt x="0" y="27973"/>
                  <a:pt x="7055" y="18022"/>
                  <a:pt x="21165" y="10074"/>
                </a:cubicBezTo>
                <a:cubicBezTo>
                  <a:pt x="33056" y="3358"/>
                  <a:pt x="47382" y="0"/>
                  <a:pt x="64141" y="0"/>
                </a:cubicBezTo>
                <a:moveTo>
                  <a:pt x="61880" y="18115"/>
                </a:moveTo>
                <a:cubicBezTo>
                  <a:pt x="44641" y="18115"/>
                  <a:pt x="30573" y="20240"/>
                  <a:pt x="19674" y="24492"/>
                </a:cubicBezTo>
                <a:cubicBezTo>
                  <a:pt x="10501" y="28004"/>
                  <a:pt x="5915" y="33241"/>
                  <a:pt x="5915" y="40204"/>
                </a:cubicBezTo>
                <a:cubicBezTo>
                  <a:pt x="5915" y="43531"/>
                  <a:pt x="7408" y="46981"/>
                  <a:pt x="10395" y="50555"/>
                </a:cubicBezTo>
                <a:cubicBezTo>
                  <a:pt x="13381" y="54129"/>
                  <a:pt x="18383" y="56840"/>
                  <a:pt x="25402" y="58688"/>
                </a:cubicBezTo>
                <a:cubicBezTo>
                  <a:pt x="35990" y="61522"/>
                  <a:pt x="50920" y="62940"/>
                  <a:pt x="70192" y="62940"/>
                </a:cubicBezTo>
                <a:cubicBezTo>
                  <a:pt x="84475" y="62940"/>
                  <a:pt x="96388" y="61461"/>
                  <a:pt x="105930" y="58503"/>
                </a:cubicBezTo>
                <a:cubicBezTo>
                  <a:pt x="113010" y="56285"/>
                  <a:pt x="118028" y="53420"/>
                  <a:pt x="120984" y="49908"/>
                </a:cubicBezTo>
                <a:cubicBezTo>
                  <a:pt x="123015" y="47382"/>
                  <a:pt x="124031" y="44332"/>
                  <a:pt x="124031" y="40758"/>
                </a:cubicBezTo>
                <a:cubicBezTo>
                  <a:pt x="124031" y="36568"/>
                  <a:pt x="122153" y="32841"/>
                  <a:pt x="118399" y="29575"/>
                </a:cubicBezTo>
                <a:cubicBezTo>
                  <a:pt x="113289" y="25139"/>
                  <a:pt x="105254" y="22120"/>
                  <a:pt x="94294" y="20518"/>
                </a:cubicBezTo>
                <a:cubicBezTo>
                  <a:pt x="83336" y="18916"/>
                  <a:pt x="72531" y="18115"/>
                  <a:pt x="61880" y="181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2">
            <a:extLst xmlns:a="http://schemas.openxmlformats.org/drawingml/2006/main">
              <a:ext uri="{FF2B5EF4-FFF2-40B4-BE49-F238E27FC236}">
                <a16:creationId xmlns:a16="http://schemas.microsoft.com/office/drawing/2014/main" id="{54306D44-5A35-4624-AB42-CE7DD20E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0" y="1557466"/>
            <a:ext cx="127912" cy="82718"/>
          </a:xfrm>
          <a:custGeom xmlns:a="http://schemas.openxmlformats.org/drawingml/2006/main">
            <a:pathLst>
              <a:path w="127912" h="82718">
                <a:moveTo>
                  <a:pt x="24399" y="82718"/>
                </a:moveTo>
                <a:lnTo>
                  <a:pt x="0" y="73938"/>
                </a:lnTo>
                <a:lnTo>
                  <a:pt x="0" y="0"/>
                </a:lnTo>
                <a:lnTo>
                  <a:pt x="3489" y="0"/>
                </a:lnTo>
                <a:cubicBezTo>
                  <a:pt x="23308" y="21750"/>
                  <a:pt x="39495" y="37061"/>
                  <a:pt x="52051" y="45934"/>
                </a:cubicBezTo>
                <a:cubicBezTo>
                  <a:pt x="64609" y="54806"/>
                  <a:pt x="76094" y="59243"/>
                  <a:pt x="86507" y="59243"/>
                </a:cubicBezTo>
                <a:cubicBezTo>
                  <a:pt x="94429" y="59243"/>
                  <a:pt x="100938" y="56809"/>
                  <a:pt x="106034" y="51941"/>
                </a:cubicBezTo>
                <a:cubicBezTo>
                  <a:pt x="111131" y="47074"/>
                  <a:pt x="113679" y="41251"/>
                  <a:pt x="113679" y="34474"/>
                </a:cubicBezTo>
                <a:cubicBezTo>
                  <a:pt x="113679" y="28312"/>
                  <a:pt x="111893" y="22782"/>
                  <a:pt x="108319" y="17884"/>
                </a:cubicBezTo>
                <a:cubicBezTo>
                  <a:pt x="104747" y="12985"/>
                  <a:pt x="99510" y="9365"/>
                  <a:pt x="92607" y="7024"/>
                </a:cubicBezTo>
                <a:lnTo>
                  <a:pt x="92607" y="3604"/>
                </a:lnTo>
                <a:cubicBezTo>
                  <a:pt x="103977" y="5145"/>
                  <a:pt x="112703" y="9104"/>
                  <a:pt x="118786" y="15481"/>
                </a:cubicBezTo>
                <a:cubicBezTo>
                  <a:pt x="124870" y="21858"/>
                  <a:pt x="127912" y="29822"/>
                  <a:pt x="127912" y="39372"/>
                </a:cubicBezTo>
                <a:cubicBezTo>
                  <a:pt x="127912" y="49538"/>
                  <a:pt x="124647" y="58026"/>
                  <a:pt x="118116" y="64834"/>
                </a:cubicBezTo>
                <a:cubicBezTo>
                  <a:pt x="111584" y="71643"/>
                  <a:pt x="103883" y="75047"/>
                  <a:pt x="95010" y="75047"/>
                </a:cubicBezTo>
                <a:cubicBezTo>
                  <a:pt x="88664" y="75047"/>
                  <a:pt x="82317" y="73568"/>
                  <a:pt x="75971" y="70611"/>
                </a:cubicBezTo>
                <a:cubicBezTo>
                  <a:pt x="65989" y="66051"/>
                  <a:pt x="55423" y="58657"/>
                  <a:pt x="44270" y="48429"/>
                </a:cubicBezTo>
                <a:cubicBezTo>
                  <a:pt x="27546" y="33087"/>
                  <a:pt x="17533" y="23506"/>
                  <a:pt x="14233" y="19686"/>
                </a:cubicBezTo>
                <a:lnTo>
                  <a:pt x="14233" y="52403"/>
                </a:lnTo>
                <a:cubicBezTo>
                  <a:pt x="14233" y="59058"/>
                  <a:pt x="14479" y="63725"/>
                  <a:pt x="14972" y="66405"/>
                </a:cubicBezTo>
                <a:cubicBezTo>
                  <a:pt x="15465" y="69086"/>
                  <a:pt x="16467" y="71504"/>
                  <a:pt x="17976" y="73661"/>
                </a:cubicBezTo>
                <a:cubicBezTo>
                  <a:pt x="19486" y="75817"/>
                  <a:pt x="21627" y="77696"/>
                  <a:pt x="24399" y="79298"/>
                </a:cubicBezTo>
                <a:lnTo>
                  <a:pt x="24399" y="82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4">
            <a:extLst xmlns:a="http://schemas.openxmlformats.org/drawingml/2006/main">
              <a:ext uri="{FF2B5EF4-FFF2-40B4-BE49-F238E27FC236}">
                <a16:creationId xmlns:a16="http://schemas.microsoft.com/office/drawing/2014/main" id="{43EAF7F3-2961-4B9E-9266-BE86A012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0" y="1650996"/>
            <a:ext cx="127912" cy="85121"/>
          </a:xfrm>
          <a:custGeom xmlns:a="http://schemas.openxmlformats.org/drawingml/2006/main">
            <a:pathLst>
              <a:path w="127912" h="85121">
                <a:moveTo>
                  <a:pt x="46211" y="85121"/>
                </a:moveTo>
                <a:lnTo>
                  <a:pt x="33087" y="85121"/>
                </a:lnTo>
                <a:lnTo>
                  <a:pt x="33087" y="68300"/>
                </a:lnTo>
                <a:lnTo>
                  <a:pt x="0" y="68300"/>
                </a:lnTo>
                <a:lnTo>
                  <a:pt x="0" y="53050"/>
                </a:lnTo>
                <a:lnTo>
                  <a:pt x="33087" y="53050"/>
                </a:lnTo>
                <a:lnTo>
                  <a:pt x="33087" y="0"/>
                </a:lnTo>
                <a:lnTo>
                  <a:pt x="44917" y="0"/>
                </a:lnTo>
                <a:lnTo>
                  <a:pt x="127912" y="58134"/>
                </a:lnTo>
                <a:lnTo>
                  <a:pt x="127912" y="68300"/>
                </a:lnTo>
                <a:lnTo>
                  <a:pt x="46211" y="68300"/>
                </a:lnTo>
                <a:lnTo>
                  <a:pt x="46211" y="85121"/>
                </a:lnTo>
                <a:moveTo>
                  <a:pt x="46211" y="53050"/>
                </a:moveTo>
                <a:lnTo>
                  <a:pt x="108377" y="53050"/>
                </a:lnTo>
                <a:lnTo>
                  <a:pt x="46211" y="9057"/>
                </a:lnTo>
                <a:lnTo>
                  <a:pt x="46211" y="530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FCFDD-C82E-4BE6-83BD-59F124E7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12" y="1767775"/>
            <a:ext cx="10" cy="256586"/>
          </a:xfrm>
          <a:custGeom xmlns:a="http://schemas.openxmlformats.org/drawingml/2006/main">
            <a:pathLst>
              <a:path w="1" h="256586" fill="none">
                <a:moveTo>
                  <a:pt x="0" y="0"/>
                </a:moveTo>
                <a:lnTo>
                  <a:pt x="0" y="256586"/>
                </a:lnTo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000000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61890-CB68-4447-8368-3F07102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83" y="2024354"/>
            <a:ext cx="37856" cy="50475"/>
          </a:xfrm>
          <a:custGeom xmlns:a="http://schemas.openxmlformats.org/drawingml/2006/main">
            <a:pathLst>
              <a:path w="37856" h="50475">
                <a:moveTo>
                  <a:pt x="18928" y="50475"/>
                </a:moveTo>
                <a:lnTo>
                  <a:pt x="37856" y="0"/>
                </a:lnTo>
                <a:lnTo>
                  <a:pt x="0" y="0"/>
                </a:lnTo>
                <a:lnTo>
                  <a:pt x="18928" y="50475"/>
                </a:lnTo>
                <a:close/>
                <a:moveTo>
                  <a:pt x="18928" y="504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76B8A-F20E-455B-9C15-5A3F4E6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84" y="2024361"/>
            <a:ext cx="37856" cy="50475"/>
          </a:xfrm>
          <a:custGeom xmlns:a="http://schemas.openxmlformats.org/drawingml/2006/main">
            <a:pathLst>
              <a:path w="37856" h="50475" fill="none">
                <a:moveTo>
                  <a:pt x="18928" y="50475"/>
                </a:moveTo>
                <a:lnTo>
                  <a:pt x="37856" y="0"/>
                </a:lnTo>
                <a:lnTo>
                  <a:pt x="0" y="0"/>
                </a:lnTo>
                <a:lnTo>
                  <a:pt x="18928" y="50475"/>
                </a:lnTo>
                <a:close/>
                <a:moveTo>
                  <a:pt x="18928" y="50475"/>
                </a:moveTo>
              </a:path>
            </a:pathLst>
          </a:custGeom>
          <a:noFill xmlns:a="http://schemas.openxmlformats.org/drawingml/2006/main"/>
          <a:ln xmlns:a="http://schemas.openxmlformats.org/drawingml/2006/main" w="15773" cap="flat">
            <a:solidFill>
              <a:srgbClr val="000000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5FA42-407F-470F-8FF8-6720C78C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12" y="1067263"/>
            <a:ext cx="10" cy="271760"/>
          </a:xfrm>
          <a:custGeom xmlns:a="http://schemas.openxmlformats.org/drawingml/2006/main">
            <a:pathLst>
              <a:path w="1" h="271760" fill="none">
                <a:moveTo>
                  <a:pt x="0" y="2717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000000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3A23A-4D1B-4724-8551-1577074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83" y="1016784"/>
            <a:ext cx="37856" cy="50475"/>
          </a:xfrm>
          <a:custGeom xmlns:a="http://schemas.openxmlformats.org/drawingml/2006/main">
            <a:pathLst>
              <a:path w="37856" h="50475">
                <a:moveTo>
                  <a:pt x="18928" y="0"/>
                </a:moveTo>
                <a:lnTo>
                  <a:pt x="0" y="50475"/>
                </a:lnTo>
                <a:lnTo>
                  <a:pt x="37856" y="50475"/>
                </a:lnTo>
                <a:lnTo>
                  <a:pt x="18928" y="0"/>
                </a:lnTo>
                <a:close/>
                <a:moveTo>
                  <a:pt x="189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89A85-3433-4B14-BBF0-82BB8D2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84" y="1016788"/>
            <a:ext cx="37856" cy="50475"/>
          </a:xfrm>
          <a:custGeom xmlns:a="http://schemas.openxmlformats.org/drawingml/2006/main">
            <a:pathLst>
              <a:path w="37856" h="50475" fill="none">
                <a:moveTo>
                  <a:pt x="18928" y="0"/>
                </a:moveTo>
                <a:lnTo>
                  <a:pt x="0" y="50475"/>
                </a:lnTo>
                <a:lnTo>
                  <a:pt x="37856" y="50475"/>
                </a:lnTo>
                <a:lnTo>
                  <a:pt x="18928" y="0"/>
                </a:lnTo>
                <a:close/>
                <a:moveTo>
                  <a:pt x="1892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5773" cap="flat">
            <a:solidFill>
              <a:srgbClr val="000000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56417-0E4B-405E-B241-73CEB1C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52" y="736589"/>
            <a:ext cx="10" cy="115225"/>
          </a:xfrm>
          <a:custGeom xmlns:a="http://schemas.openxmlformats.org/drawingml/2006/main">
            <a:pathLst>
              <a:path w="1" h="115225" fill="none">
                <a:moveTo>
                  <a:pt x="0" y="0"/>
                </a:moveTo>
                <a:lnTo>
                  <a:pt x="0" y="11522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1CC9D-EF0D-4F61-B542-D91EA689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26" y="85180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38F8B-A7CF-426F-BE71-0829EB3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21" y="851814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68" name="Text PC[23:0]">
            <a:extLst xmlns:a="http://schemas.openxmlformats.org/drawingml/2006/main">
              <a:ext uri="{FF2B5EF4-FFF2-40B4-BE49-F238E27FC236}">
                <a16:creationId xmlns:a16="http://schemas.microsoft.com/office/drawing/2014/main" id="{4CED45E2-ED4D-4C5C-8ECC-A57C91E2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18" y="561076"/>
            <a:ext cx="700832" cy="162663"/>
          </a:xfrm>
          <a:custGeom xmlns:a="http://schemas.openxmlformats.org/drawingml/2006/main">
            <a:pathLst>
              <a:path w="700832" h="162663">
                <a:moveTo>
                  <a:pt x="46304" y="71350"/>
                </a:moveTo>
                <a:lnTo>
                  <a:pt x="46304" y="106101"/>
                </a:lnTo>
                <a:cubicBezTo>
                  <a:pt x="46304" y="112913"/>
                  <a:pt x="46719" y="117202"/>
                  <a:pt x="47551" y="118968"/>
                </a:cubicBezTo>
                <a:cubicBezTo>
                  <a:pt x="48383" y="120731"/>
                  <a:pt x="49862" y="122140"/>
                  <a:pt x="51988" y="123193"/>
                </a:cubicBezTo>
                <a:cubicBezTo>
                  <a:pt x="54113" y="124244"/>
                  <a:pt x="58010" y="124770"/>
                  <a:pt x="63679" y="124770"/>
                </a:cubicBezTo>
                <a:lnTo>
                  <a:pt x="63679" y="128097"/>
                </a:lnTo>
                <a:lnTo>
                  <a:pt x="0" y="128097"/>
                </a:lnTo>
                <a:lnTo>
                  <a:pt x="0" y="124770"/>
                </a:lnTo>
                <a:cubicBezTo>
                  <a:pt x="5792" y="124770"/>
                  <a:pt x="9720" y="124228"/>
                  <a:pt x="11784" y="123144"/>
                </a:cubicBezTo>
                <a:cubicBezTo>
                  <a:pt x="13848" y="122060"/>
                  <a:pt x="15296" y="120651"/>
                  <a:pt x="16128" y="118919"/>
                </a:cubicBezTo>
                <a:cubicBezTo>
                  <a:pt x="16959" y="117186"/>
                  <a:pt x="17375" y="112913"/>
                  <a:pt x="17375" y="106101"/>
                </a:cubicBezTo>
                <a:lnTo>
                  <a:pt x="17375" y="24769"/>
                </a:lnTo>
                <a:cubicBezTo>
                  <a:pt x="17375" y="17957"/>
                  <a:pt x="16959" y="13669"/>
                  <a:pt x="16128" y="11905"/>
                </a:cubicBezTo>
                <a:cubicBezTo>
                  <a:pt x="15296" y="10139"/>
                  <a:pt x="13833" y="8731"/>
                  <a:pt x="11738" y="7680"/>
                </a:cubicBezTo>
                <a:cubicBezTo>
                  <a:pt x="9643" y="6626"/>
                  <a:pt x="5730" y="6100"/>
                  <a:pt x="0" y="6100"/>
                </a:cubicBezTo>
                <a:lnTo>
                  <a:pt x="0" y="2773"/>
                </a:lnTo>
                <a:lnTo>
                  <a:pt x="54622" y="2773"/>
                </a:lnTo>
                <a:cubicBezTo>
                  <a:pt x="72613" y="2773"/>
                  <a:pt x="85521" y="5977"/>
                  <a:pt x="93346" y="12385"/>
                </a:cubicBezTo>
                <a:cubicBezTo>
                  <a:pt x="101172" y="18793"/>
                  <a:pt x="105084" y="26802"/>
                  <a:pt x="105084" y="36414"/>
                </a:cubicBezTo>
                <a:cubicBezTo>
                  <a:pt x="105084" y="44548"/>
                  <a:pt x="102558" y="51510"/>
                  <a:pt x="97505" y="57302"/>
                </a:cubicBezTo>
                <a:cubicBezTo>
                  <a:pt x="92453" y="63094"/>
                  <a:pt x="85491" y="67037"/>
                  <a:pt x="76618" y="69132"/>
                </a:cubicBezTo>
                <a:cubicBezTo>
                  <a:pt x="70641" y="70611"/>
                  <a:pt x="60537" y="71350"/>
                  <a:pt x="46304" y="71350"/>
                </a:cubicBezTo>
                <a:moveTo>
                  <a:pt x="46304" y="9982"/>
                </a:moveTo>
                <a:lnTo>
                  <a:pt x="46304" y="64141"/>
                </a:lnTo>
                <a:cubicBezTo>
                  <a:pt x="48337" y="64264"/>
                  <a:pt x="49877" y="64326"/>
                  <a:pt x="50925" y="64326"/>
                </a:cubicBezTo>
                <a:cubicBezTo>
                  <a:pt x="58442" y="64326"/>
                  <a:pt x="64233" y="62092"/>
                  <a:pt x="68300" y="57625"/>
                </a:cubicBezTo>
                <a:cubicBezTo>
                  <a:pt x="72367" y="53158"/>
                  <a:pt x="74400" y="46242"/>
                  <a:pt x="74400" y="36876"/>
                </a:cubicBezTo>
                <a:cubicBezTo>
                  <a:pt x="74400" y="27573"/>
                  <a:pt x="72367" y="20764"/>
                  <a:pt x="68300" y="16451"/>
                </a:cubicBezTo>
                <a:cubicBezTo>
                  <a:pt x="64233" y="12138"/>
                  <a:pt x="58164" y="9982"/>
                  <a:pt x="50093" y="9982"/>
                </a:cubicBezTo>
                <a:lnTo>
                  <a:pt x="46304" y="9982"/>
                </a:lnTo>
                <a:close/>
                <a:moveTo>
                  <a:pt x="237147" y="0"/>
                </a:moveTo>
                <a:lnTo>
                  <a:pt x="237147" y="43438"/>
                </a:lnTo>
                <a:lnTo>
                  <a:pt x="233542" y="43438"/>
                </a:lnTo>
                <a:cubicBezTo>
                  <a:pt x="230831" y="32042"/>
                  <a:pt x="225779" y="23309"/>
                  <a:pt x="218385" y="17240"/>
                </a:cubicBezTo>
                <a:cubicBezTo>
                  <a:pt x="210991" y="11169"/>
                  <a:pt x="202612" y="8133"/>
                  <a:pt x="193246" y="8133"/>
                </a:cubicBezTo>
                <a:cubicBezTo>
                  <a:pt x="185421" y="8133"/>
                  <a:pt x="178243" y="10382"/>
                  <a:pt x="171712" y="14880"/>
                </a:cubicBezTo>
                <a:cubicBezTo>
                  <a:pt x="165181" y="19378"/>
                  <a:pt x="160406" y="25262"/>
                  <a:pt x="157386" y="32533"/>
                </a:cubicBezTo>
                <a:cubicBezTo>
                  <a:pt x="153505" y="41836"/>
                  <a:pt x="151564" y="52188"/>
                  <a:pt x="151564" y="63587"/>
                </a:cubicBezTo>
                <a:cubicBezTo>
                  <a:pt x="151564" y="74800"/>
                  <a:pt x="152981" y="85013"/>
                  <a:pt x="155815" y="94224"/>
                </a:cubicBezTo>
                <a:cubicBezTo>
                  <a:pt x="158650" y="103436"/>
                  <a:pt x="163086" y="110398"/>
                  <a:pt x="169124" y="115112"/>
                </a:cubicBezTo>
                <a:cubicBezTo>
                  <a:pt x="175162" y="119825"/>
                  <a:pt x="182987" y="122182"/>
                  <a:pt x="192599" y="122182"/>
                </a:cubicBezTo>
                <a:cubicBezTo>
                  <a:pt x="200486" y="122182"/>
                  <a:pt x="207710" y="120457"/>
                  <a:pt x="214272" y="117007"/>
                </a:cubicBezTo>
                <a:cubicBezTo>
                  <a:pt x="220834" y="113556"/>
                  <a:pt x="227751" y="107610"/>
                  <a:pt x="235021" y="99169"/>
                </a:cubicBezTo>
                <a:lnTo>
                  <a:pt x="235021" y="109982"/>
                </a:lnTo>
                <a:cubicBezTo>
                  <a:pt x="227997" y="117315"/>
                  <a:pt x="220680" y="122629"/>
                  <a:pt x="213071" y="125925"/>
                </a:cubicBezTo>
                <a:cubicBezTo>
                  <a:pt x="205461" y="129222"/>
                  <a:pt x="196573" y="130870"/>
                  <a:pt x="186407" y="130870"/>
                </a:cubicBezTo>
                <a:cubicBezTo>
                  <a:pt x="173037" y="130870"/>
                  <a:pt x="161160" y="128194"/>
                  <a:pt x="150778" y="122841"/>
                </a:cubicBezTo>
                <a:cubicBezTo>
                  <a:pt x="140396" y="117488"/>
                  <a:pt x="132386" y="109798"/>
                  <a:pt x="126748" y="99770"/>
                </a:cubicBezTo>
                <a:cubicBezTo>
                  <a:pt x="121111" y="89740"/>
                  <a:pt x="118292" y="79064"/>
                  <a:pt x="118292" y="67743"/>
                </a:cubicBezTo>
                <a:cubicBezTo>
                  <a:pt x="118292" y="55807"/>
                  <a:pt x="121419" y="44486"/>
                  <a:pt x="127673" y="33780"/>
                </a:cubicBezTo>
                <a:cubicBezTo>
                  <a:pt x="133927" y="23073"/>
                  <a:pt x="142368" y="14766"/>
                  <a:pt x="152996" y="8861"/>
                </a:cubicBezTo>
                <a:cubicBezTo>
                  <a:pt x="163625" y="2954"/>
                  <a:pt x="174916" y="0"/>
                  <a:pt x="186869" y="0"/>
                </a:cubicBezTo>
                <a:cubicBezTo>
                  <a:pt x="195680" y="0"/>
                  <a:pt x="204984" y="1910"/>
                  <a:pt x="214781" y="5730"/>
                </a:cubicBezTo>
                <a:cubicBezTo>
                  <a:pt x="220449" y="7948"/>
                  <a:pt x="224054" y="9057"/>
                  <a:pt x="225594" y="9057"/>
                </a:cubicBezTo>
                <a:cubicBezTo>
                  <a:pt x="227566" y="9057"/>
                  <a:pt x="229276" y="8333"/>
                  <a:pt x="230723" y="6885"/>
                </a:cubicBezTo>
                <a:cubicBezTo>
                  <a:pt x="232171" y="5438"/>
                  <a:pt x="233111" y="3142"/>
                  <a:pt x="233542" y="0"/>
                </a:cubicBezTo>
                <a:lnTo>
                  <a:pt x="237147" y="0"/>
                </a:lnTo>
                <a:close/>
                <a:moveTo>
                  <a:pt x="267208" y="162663"/>
                </a:moveTo>
                <a:lnTo>
                  <a:pt x="267208" y="2773"/>
                </a:lnTo>
                <a:lnTo>
                  <a:pt x="304362" y="2773"/>
                </a:lnTo>
                <a:lnTo>
                  <a:pt x="304362" y="6654"/>
                </a:lnTo>
                <a:lnTo>
                  <a:pt x="300203" y="6654"/>
                </a:lnTo>
                <a:cubicBezTo>
                  <a:pt x="296136" y="6654"/>
                  <a:pt x="293410" y="7073"/>
                  <a:pt x="292024" y="7911"/>
                </a:cubicBezTo>
                <a:cubicBezTo>
                  <a:pt x="290637" y="8746"/>
                  <a:pt x="289590" y="9985"/>
                  <a:pt x="288881" y="11628"/>
                </a:cubicBezTo>
                <a:cubicBezTo>
                  <a:pt x="288173" y="13268"/>
                  <a:pt x="287818" y="17217"/>
                  <a:pt x="287818" y="23475"/>
                </a:cubicBezTo>
                <a:lnTo>
                  <a:pt x="287818" y="142700"/>
                </a:lnTo>
                <a:cubicBezTo>
                  <a:pt x="287818" y="148615"/>
                  <a:pt x="287942" y="152004"/>
                  <a:pt x="288188" y="152866"/>
                </a:cubicBezTo>
                <a:cubicBezTo>
                  <a:pt x="288743" y="155085"/>
                  <a:pt x="289775" y="156717"/>
                  <a:pt x="291284" y="157765"/>
                </a:cubicBezTo>
                <a:cubicBezTo>
                  <a:pt x="292794" y="158812"/>
                  <a:pt x="295767" y="159336"/>
                  <a:pt x="300203" y="159336"/>
                </a:cubicBezTo>
                <a:lnTo>
                  <a:pt x="304362" y="159336"/>
                </a:lnTo>
                <a:lnTo>
                  <a:pt x="304362" y="162663"/>
                </a:lnTo>
                <a:lnTo>
                  <a:pt x="267208" y="162663"/>
                </a:lnTo>
                <a:close/>
                <a:moveTo>
                  <a:pt x="388908" y="128097"/>
                </a:moveTo>
                <a:lnTo>
                  <a:pt x="315155" y="128097"/>
                </a:lnTo>
                <a:lnTo>
                  <a:pt x="315155" y="126064"/>
                </a:lnTo>
                <a:cubicBezTo>
                  <a:pt x="337768" y="99161"/>
                  <a:pt x="351493" y="81063"/>
                  <a:pt x="356329" y="71769"/>
                </a:cubicBezTo>
                <a:cubicBezTo>
                  <a:pt x="361166" y="62473"/>
                  <a:pt x="363584" y="53392"/>
                  <a:pt x="363584" y="44527"/>
                </a:cubicBezTo>
                <a:cubicBezTo>
                  <a:pt x="363584" y="38064"/>
                  <a:pt x="361582" y="32692"/>
                  <a:pt x="357577" y="28414"/>
                </a:cubicBezTo>
                <a:cubicBezTo>
                  <a:pt x="353572" y="24136"/>
                  <a:pt x="348674" y="21996"/>
                  <a:pt x="342882" y="21996"/>
                </a:cubicBezTo>
                <a:cubicBezTo>
                  <a:pt x="333393" y="21996"/>
                  <a:pt x="326030" y="26734"/>
                  <a:pt x="320793" y="36209"/>
                </a:cubicBezTo>
                <a:lnTo>
                  <a:pt x="317373" y="35011"/>
                </a:lnTo>
                <a:cubicBezTo>
                  <a:pt x="320701" y="23156"/>
                  <a:pt x="325753" y="14388"/>
                  <a:pt x="332531" y="8708"/>
                </a:cubicBezTo>
                <a:cubicBezTo>
                  <a:pt x="339308" y="3026"/>
                  <a:pt x="347133" y="185"/>
                  <a:pt x="356006" y="185"/>
                </a:cubicBezTo>
                <a:cubicBezTo>
                  <a:pt x="362352" y="185"/>
                  <a:pt x="368144" y="1664"/>
                  <a:pt x="373381" y="4621"/>
                </a:cubicBezTo>
                <a:cubicBezTo>
                  <a:pt x="378619" y="7579"/>
                  <a:pt x="382716" y="11630"/>
                  <a:pt x="385673" y="16775"/>
                </a:cubicBezTo>
                <a:cubicBezTo>
                  <a:pt x="388631" y="21919"/>
                  <a:pt x="390110" y="26741"/>
                  <a:pt x="390110" y="31239"/>
                </a:cubicBezTo>
                <a:cubicBezTo>
                  <a:pt x="390110" y="39433"/>
                  <a:pt x="387830" y="47751"/>
                  <a:pt x="383270" y="56193"/>
                </a:cubicBezTo>
                <a:cubicBezTo>
                  <a:pt x="377047" y="67591"/>
                  <a:pt x="363461" y="83488"/>
                  <a:pt x="342512" y="103883"/>
                </a:cubicBezTo>
                <a:lnTo>
                  <a:pt x="369592" y="103883"/>
                </a:lnTo>
                <a:cubicBezTo>
                  <a:pt x="376246" y="103883"/>
                  <a:pt x="380575" y="103605"/>
                  <a:pt x="382577" y="103051"/>
                </a:cubicBezTo>
                <a:cubicBezTo>
                  <a:pt x="384580" y="102496"/>
                  <a:pt x="386228" y="101557"/>
                  <a:pt x="387522" y="100232"/>
                </a:cubicBezTo>
                <a:cubicBezTo>
                  <a:pt x="388816" y="98907"/>
                  <a:pt x="390510" y="96119"/>
                  <a:pt x="392605" y="91868"/>
                </a:cubicBezTo>
                <a:lnTo>
                  <a:pt x="395932" y="91868"/>
                </a:lnTo>
                <a:lnTo>
                  <a:pt x="388908" y="128097"/>
                </a:lnTo>
                <a:close/>
                <a:moveTo>
                  <a:pt x="433179" y="65250"/>
                </a:moveTo>
                <a:lnTo>
                  <a:pt x="433179" y="61923"/>
                </a:lnTo>
                <a:cubicBezTo>
                  <a:pt x="440203" y="59893"/>
                  <a:pt x="445070" y="58003"/>
                  <a:pt x="447781" y="56250"/>
                </a:cubicBezTo>
                <a:cubicBezTo>
                  <a:pt x="450493" y="54498"/>
                  <a:pt x="452834" y="51824"/>
                  <a:pt x="454806" y="48227"/>
                </a:cubicBezTo>
                <a:cubicBezTo>
                  <a:pt x="456777" y="44630"/>
                  <a:pt x="457763" y="40987"/>
                  <a:pt x="457763" y="37298"/>
                </a:cubicBezTo>
                <a:cubicBezTo>
                  <a:pt x="457763" y="32196"/>
                  <a:pt x="455899" y="27815"/>
                  <a:pt x="452172" y="24157"/>
                </a:cubicBezTo>
                <a:cubicBezTo>
                  <a:pt x="448444" y="20498"/>
                  <a:pt x="443807" y="18669"/>
                  <a:pt x="438262" y="18669"/>
                </a:cubicBezTo>
                <a:cubicBezTo>
                  <a:pt x="429636" y="18669"/>
                  <a:pt x="422304" y="23260"/>
                  <a:pt x="416265" y="32440"/>
                </a:cubicBezTo>
                <a:lnTo>
                  <a:pt x="412846" y="31239"/>
                </a:lnTo>
                <a:cubicBezTo>
                  <a:pt x="417282" y="20918"/>
                  <a:pt x="422966" y="13162"/>
                  <a:pt x="429898" y="7971"/>
                </a:cubicBezTo>
                <a:cubicBezTo>
                  <a:pt x="436829" y="2780"/>
                  <a:pt x="444547" y="185"/>
                  <a:pt x="453050" y="185"/>
                </a:cubicBezTo>
                <a:cubicBezTo>
                  <a:pt x="461737" y="185"/>
                  <a:pt x="468900" y="2834"/>
                  <a:pt x="474538" y="8133"/>
                </a:cubicBezTo>
                <a:cubicBezTo>
                  <a:pt x="480175" y="13432"/>
                  <a:pt x="482994" y="19624"/>
                  <a:pt x="482994" y="26710"/>
                </a:cubicBezTo>
                <a:cubicBezTo>
                  <a:pt x="482994" y="31331"/>
                  <a:pt x="481685" y="35783"/>
                  <a:pt x="479066" y="40065"/>
                </a:cubicBezTo>
                <a:cubicBezTo>
                  <a:pt x="476448" y="44347"/>
                  <a:pt x="472335" y="48121"/>
                  <a:pt x="466728" y="51387"/>
                </a:cubicBezTo>
                <a:cubicBezTo>
                  <a:pt x="473937" y="54903"/>
                  <a:pt x="479436" y="59236"/>
                  <a:pt x="483225" y="64387"/>
                </a:cubicBezTo>
                <a:cubicBezTo>
                  <a:pt x="487015" y="69537"/>
                  <a:pt x="488909" y="75999"/>
                  <a:pt x="488909" y="83772"/>
                </a:cubicBezTo>
                <a:cubicBezTo>
                  <a:pt x="488909" y="96850"/>
                  <a:pt x="484180" y="107969"/>
                  <a:pt x="474723" y="117131"/>
                </a:cubicBezTo>
                <a:cubicBezTo>
                  <a:pt x="465265" y="126290"/>
                  <a:pt x="452587" y="130870"/>
                  <a:pt x="436691" y="130870"/>
                </a:cubicBezTo>
                <a:cubicBezTo>
                  <a:pt x="426093" y="130870"/>
                  <a:pt x="418360" y="129107"/>
                  <a:pt x="413493" y="125582"/>
                </a:cubicBezTo>
                <a:cubicBezTo>
                  <a:pt x="409981" y="123109"/>
                  <a:pt x="408225" y="119925"/>
                  <a:pt x="408225" y="116027"/>
                </a:cubicBezTo>
                <a:cubicBezTo>
                  <a:pt x="408225" y="113184"/>
                  <a:pt x="409241" y="110757"/>
                  <a:pt x="411275" y="108746"/>
                </a:cubicBezTo>
                <a:cubicBezTo>
                  <a:pt x="413308" y="106736"/>
                  <a:pt x="415649" y="105731"/>
                  <a:pt x="418299" y="105731"/>
                </a:cubicBezTo>
                <a:cubicBezTo>
                  <a:pt x="420332" y="105731"/>
                  <a:pt x="422242" y="106164"/>
                  <a:pt x="424029" y="107031"/>
                </a:cubicBezTo>
                <a:cubicBezTo>
                  <a:pt x="425015" y="107528"/>
                  <a:pt x="428511" y="110239"/>
                  <a:pt x="434519" y="115164"/>
                </a:cubicBezTo>
                <a:cubicBezTo>
                  <a:pt x="440526" y="120089"/>
                  <a:pt x="446149" y="122552"/>
                  <a:pt x="451386" y="122552"/>
                </a:cubicBezTo>
                <a:cubicBezTo>
                  <a:pt x="455945" y="122552"/>
                  <a:pt x="459858" y="120747"/>
                  <a:pt x="463124" y="117137"/>
                </a:cubicBezTo>
                <a:cubicBezTo>
                  <a:pt x="466389" y="113526"/>
                  <a:pt x="468022" y="108944"/>
                  <a:pt x="468022" y="103389"/>
                </a:cubicBezTo>
                <a:cubicBezTo>
                  <a:pt x="468022" y="94934"/>
                  <a:pt x="465064" y="87143"/>
                  <a:pt x="459149" y="80015"/>
                </a:cubicBezTo>
                <a:cubicBezTo>
                  <a:pt x="453234" y="72887"/>
                  <a:pt x="444578" y="67965"/>
                  <a:pt x="433179" y="65250"/>
                </a:cubicBezTo>
                <a:close/>
                <a:moveTo>
                  <a:pt x="531424" y="39187"/>
                </a:moveTo>
                <a:cubicBezTo>
                  <a:pt x="535675" y="39187"/>
                  <a:pt x="539295" y="40681"/>
                  <a:pt x="542284" y="43670"/>
                </a:cubicBezTo>
                <a:cubicBezTo>
                  <a:pt x="545272" y="46658"/>
                  <a:pt x="546766" y="50278"/>
                  <a:pt x="546766" y="54529"/>
                </a:cubicBezTo>
                <a:cubicBezTo>
                  <a:pt x="546766" y="58781"/>
                  <a:pt x="545272" y="62400"/>
                  <a:pt x="542284" y="65389"/>
                </a:cubicBezTo>
                <a:cubicBezTo>
                  <a:pt x="539295" y="68377"/>
                  <a:pt x="535675" y="69871"/>
                  <a:pt x="531424" y="69871"/>
                </a:cubicBezTo>
                <a:cubicBezTo>
                  <a:pt x="527173" y="69871"/>
                  <a:pt x="523553" y="68377"/>
                  <a:pt x="520564" y="65389"/>
                </a:cubicBezTo>
                <a:cubicBezTo>
                  <a:pt x="517576" y="62400"/>
                  <a:pt x="516082" y="58781"/>
                  <a:pt x="516082" y="54529"/>
                </a:cubicBezTo>
                <a:cubicBezTo>
                  <a:pt x="516082" y="50278"/>
                  <a:pt x="517576" y="46658"/>
                  <a:pt x="520564" y="43670"/>
                </a:cubicBezTo>
                <a:cubicBezTo>
                  <a:pt x="523553" y="40681"/>
                  <a:pt x="527173" y="39187"/>
                  <a:pt x="531424" y="39187"/>
                </a:cubicBezTo>
                <a:moveTo>
                  <a:pt x="531332" y="99631"/>
                </a:moveTo>
                <a:cubicBezTo>
                  <a:pt x="535645" y="99631"/>
                  <a:pt x="539295" y="101146"/>
                  <a:pt x="542284" y="104174"/>
                </a:cubicBezTo>
                <a:cubicBezTo>
                  <a:pt x="545272" y="107201"/>
                  <a:pt x="546766" y="110847"/>
                  <a:pt x="546766" y="115112"/>
                </a:cubicBezTo>
                <a:cubicBezTo>
                  <a:pt x="546766" y="119377"/>
                  <a:pt x="545257" y="123008"/>
                  <a:pt x="542237" y="126006"/>
                </a:cubicBezTo>
                <a:cubicBezTo>
                  <a:pt x="539218" y="129002"/>
                  <a:pt x="535583" y="130500"/>
                  <a:pt x="531332" y="130500"/>
                </a:cubicBezTo>
                <a:cubicBezTo>
                  <a:pt x="527080" y="130500"/>
                  <a:pt x="523460" y="129002"/>
                  <a:pt x="520472" y="126006"/>
                </a:cubicBezTo>
                <a:cubicBezTo>
                  <a:pt x="517484" y="123008"/>
                  <a:pt x="515989" y="119377"/>
                  <a:pt x="515989" y="115112"/>
                </a:cubicBezTo>
                <a:cubicBezTo>
                  <a:pt x="515989" y="110847"/>
                  <a:pt x="517484" y="107201"/>
                  <a:pt x="520472" y="104174"/>
                </a:cubicBezTo>
                <a:cubicBezTo>
                  <a:pt x="523460" y="101146"/>
                  <a:pt x="527080" y="99631"/>
                  <a:pt x="531332" y="99631"/>
                </a:cubicBezTo>
                <a:close/>
                <a:moveTo>
                  <a:pt x="650554" y="65435"/>
                </a:moveTo>
                <a:cubicBezTo>
                  <a:pt x="650554" y="77943"/>
                  <a:pt x="648798" y="89619"/>
                  <a:pt x="645286" y="100463"/>
                </a:cubicBezTo>
                <a:cubicBezTo>
                  <a:pt x="643191" y="107117"/>
                  <a:pt x="640372" y="112570"/>
                  <a:pt x="636829" y="116822"/>
                </a:cubicBezTo>
                <a:cubicBezTo>
                  <a:pt x="633286" y="121073"/>
                  <a:pt x="629266" y="124447"/>
                  <a:pt x="624768" y="126942"/>
                </a:cubicBezTo>
                <a:cubicBezTo>
                  <a:pt x="620270" y="129437"/>
                  <a:pt x="615372" y="130685"/>
                  <a:pt x="610073" y="130685"/>
                </a:cubicBezTo>
                <a:cubicBezTo>
                  <a:pt x="604034" y="130685"/>
                  <a:pt x="598581" y="129145"/>
                  <a:pt x="593714" y="126064"/>
                </a:cubicBezTo>
                <a:cubicBezTo>
                  <a:pt x="588846" y="122983"/>
                  <a:pt x="584533" y="118578"/>
                  <a:pt x="580775" y="112848"/>
                </a:cubicBezTo>
                <a:cubicBezTo>
                  <a:pt x="578064" y="108658"/>
                  <a:pt x="575692" y="103082"/>
                  <a:pt x="573658" y="96119"/>
                </a:cubicBezTo>
                <a:cubicBezTo>
                  <a:pt x="571009" y="86692"/>
                  <a:pt x="569684" y="76957"/>
                  <a:pt x="569684" y="66914"/>
                </a:cubicBezTo>
                <a:cubicBezTo>
                  <a:pt x="569684" y="53297"/>
                  <a:pt x="571594" y="40789"/>
                  <a:pt x="575414" y="29390"/>
                </a:cubicBezTo>
                <a:cubicBezTo>
                  <a:pt x="578557" y="19963"/>
                  <a:pt x="583332" y="12739"/>
                  <a:pt x="589740" y="7717"/>
                </a:cubicBezTo>
                <a:cubicBezTo>
                  <a:pt x="596148" y="2696"/>
                  <a:pt x="602925" y="185"/>
                  <a:pt x="610073" y="185"/>
                </a:cubicBezTo>
                <a:cubicBezTo>
                  <a:pt x="617343" y="185"/>
                  <a:pt x="624136" y="2665"/>
                  <a:pt x="630452" y="7625"/>
                </a:cubicBezTo>
                <a:cubicBezTo>
                  <a:pt x="636767" y="12585"/>
                  <a:pt x="641404" y="19255"/>
                  <a:pt x="644361" y="27634"/>
                </a:cubicBezTo>
                <a:cubicBezTo>
                  <a:pt x="648490" y="39156"/>
                  <a:pt x="650554" y="51756"/>
                  <a:pt x="650554" y="65435"/>
                </a:cubicBezTo>
                <a:moveTo>
                  <a:pt x="622088" y="65250"/>
                </a:moveTo>
                <a:cubicBezTo>
                  <a:pt x="622088" y="43350"/>
                  <a:pt x="621964" y="30585"/>
                  <a:pt x="621718" y="26956"/>
                </a:cubicBezTo>
                <a:cubicBezTo>
                  <a:pt x="621102" y="18405"/>
                  <a:pt x="619623" y="12621"/>
                  <a:pt x="617282" y="9606"/>
                </a:cubicBezTo>
                <a:cubicBezTo>
                  <a:pt x="615741" y="7638"/>
                  <a:pt x="613246" y="6654"/>
                  <a:pt x="609795" y="6654"/>
                </a:cubicBezTo>
                <a:cubicBezTo>
                  <a:pt x="607146" y="6654"/>
                  <a:pt x="605051" y="7393"/>
                  <a:pt x="603511" y="8870"/>
                </a:cubicBezTo>
                <a:cubicBezTo>
                  <a:pt x="601231" y="11022"/>
                  <a:pt x="599691" y="14821"/>
                  <a:pt x="598890" y="20266"/>
                </a:cubicBezTo>
                <a:cubicBezTo>
                  <a:pt x="598089" y="25710"/>
                  <a:pt x="597688" y="44703"/>
                  <a:pt x="597688" y="77245"/>
                </a:cubicBezTo>
                <a:cubicBezTo>
                  <a:pt x="597688" y="94963"/>
                  <a:pt x="598304" y="106836"/>
                  <a:pt x="599537" y="112865"/>
                </a:cubicBezTo>
                <a:cubicBezTo>
                  <a:pt x="600461" y="117232"/>
                  <a:pt x="601785" y="120154"/>
                  <a:pt x="603511" y="121631"/>
                </a:cubicBezTo>
                <a:cubicBezTo>
                  <a:pt x="605236" y="123107"/>
                  <a:pt x="607516" y="123846"/>
                  <a:pt x="610350" y="123846"/>
                </a:cubicBezTo>
                <a:cubicBezTo>
                  <a:pt x="613431" y="123846"/>
                  <a:pt x="615741" y="122862"/>
                  <a:pt x="617282" y="120894"/>
                </a:cubicBezTo>
                <a:cubicBezTo>
                  <a:pt x="619869" y="117448"/>
                  <a:pt x="621348" y="112126"/>
                  <a:pt x="621718" y="104928"/>
                </a:cubicBezTo>
                <a:lnTo>
                  <a:pt x="622088" y="65250"/>
                </a:lnTo>
                <a:close/>
                <a:moveTo>
                  <a:pt x="700832" y="2773"/>
                </a:moveTo>
                <a:lnTo>
                  <a:pt x="700832" y="162663"/>
                </a:lnTo>
                <a:lnTo>
                  <a:pt x="663678" y="162663"/>
                </a:lnTo>
                <a:lnTo>
                  <a:pt x="663678" y="159151"/>
                </a:lnTo>
                <a:lnTo>
                  <a:pt x="667837" y="159151"/>
                </a:lnTo>
                <a:cubicBezTo>
                  <a:pt x="671903" y="159151"/>
                  <a:pt x="674630" y="158751"/>
                  <a:pt x="676016" y="157950"/>
                </a:cubicBezTo>
                <a:cubicBezTo>
                  <a:pt x="677403" y="157149"/>
                  <a:pt x="678450" y="155916"/>
                  <a:pt x="679159" y="154253"/>
                </a:cubicBezTo>
                <a:cubicBezTo>
                  <a:pt x="679867" y="152589"/>
                  <a:pt x="680221" y="148677"/>
                  <a:pt x="680221" y="142515"/>
                </a:cubicBezTo>
                <a:lnTo>
                  <a:pt x="680221" y="23106"/>
                </a:lnTo>
                <a:cubicBezTo>
                  <a:pt x="680221" y="17191"/>
                  <a:pt x="680098" y="13802"/>
                  <a:pt x="679852" y="12939"/>
                </a:cubicBezTo>
                <a:cubicBezTo>
                  <a:pt x="679297" y="10783"/>
                  <a:pt x="678265" y="9165"/>
                  <a:pt x="676756" y="8087"/>
                </a:cubicBezTo>
                <a:cubicBezTo>
                  <a:pt x="675246" y="7009"/>
                  <a:pt x="672273" y="6470"/>
                  <a:pt x="667837" y="6470"/>
                </a:cubicBezTo>
                <a:lnTo>
                  <a:pt x="663678" y="6470"/>
                </a:lnTo>
                <a:lnTo>
                  <a:pt x="663678" y="2773"/>
                </a:lnTo>
                <a:lnTo>
                  <a:pt x="700832" y="2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10247-CA06-4240-A730-E9F10134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281" y="142216"/>
            <a:ext cx="10" cy="329522"/>
          </a:xfrm>
          <a:custGeom xmlns:a="http://schemas.openxmlformats.org/drawingml/2006/main">
            <a:pathLst>
              <a:path w="1" h="329522" fill="none">
                <a:moveTo>
                  <a:pt x="0" y="0"/>
                </a:moveTo>
                <a:lnTo>
                  <a:pt x="0" y="329522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A0553-9D05-467B-BD95-A6426C02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050" y="47173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1E0DA-6FBD-45EF-AA44-A434A807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050" y="471738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FACAB-AC68-4B5B-836F-31BF061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640" y="422068"/>
            <a:ext cx="10" cy="52194"/>
          </a:xfrm>
          <a:custGeom xmlns:a="http://schemas.openxmlformats.org/drawingml/2006/main">
            <a:pathLst>
              <a:path w="1" h="52194" fill="none">
                <a:moveTo>
                  <a:pt x="0" y="0"/>
                </a:moveTo>
                <a:lnTo>
                  <a:pt x="0" y="52194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3E3A2-CC6B-4000-8D8D-2D6CD7F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09" y="474258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AEB2F-4FFB-4498-838F-9A0DE59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09" y="474262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26200-D81D-4502-9789-0ABBE11E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4" y="134455"/>
            <a:ext cx="6216297" cy="354428"/>
          </a:xfrm>
          <a:custGeom xmlns:a="http://schemas.openxmlformats.org/drawingml/2006/main">
            <a:pathLst>
              <a:path w="6216297" h="354428" fill="none">
                <a:moveTo>
                  <a:pt x="6216297" y="287612"/>
                </a:moveTo>
                <a:lnTo>
                  <a:pt x="6216297" y="0"/>
                </a:lnTo>
                <a:lnTo>
                  <a:pt x="0" y="0"/>
                </a:lnTo>
                <a:lnTo>
                  <a:pt x="0" y="354428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76" name="Text [">
            <a:extLst xmlns:a="http://schemas.openxmlformats.org/drawingml/2006/main">
              <a:ext uri="{FF2B5EF4-FFF2-40B4-BE49-F238E27FC236}">
                <a16:creationId xmlns:a16="http://schemas.microsoft.com/office/drawing/2014/main" id="{E2AEA2CF-803A-4FA2-B344-157F5BBF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04" y="214059"/>
            <a:ext cx="37154" cy="159891"/>
          </a:xfrm>
          <a:custGeom xmlns:a="http://schemas.openxmlformats.org/drawingml/2006/main">
            <a:pathLst>
              <a:path w="37154" h="159891">
                <a:moveTo>
                  <a:pt x="0" y="159891"/>
                </a:moveTo>
                <a:lnTo>
                  <a:pt x="0" y="0"/>
                </a:lnTo>
                <a:lnTo>
                  <a:pt x="37154" y="0"/>
                </a:lnTo>
                <a:lnTo>
                  <a:pt x="37154" y="3882"/>
                </a:lnTo>
                <a:lnTo>
                  <a:pt x="32995" y="3882"/>
                </a:lnTo>
                <a:cubicBezTo>
                  <a:pt x="28928" y="3882"/>
                  <a:pt x="26202" y="4301"/>
                  <a:pt x="24815" y="5138"/>
                </a:cubicBezTo>
                <a:cubicBezTo>
                  <a:pt x="23429" y="5974"/>
                  <a:pt x="22382" y="7213"/>
                  <a:pt x="21673" y="8855"/>
                </a:cubicBezTo>
                <a:cubicBezTo>
                  <a:pt x="20964" y="10496"/>
                  <a:pt x="20610" y="14445"/>
                  <a:pt x="20610" y="20703"/>
                </a:cubicBezTo>
                <a:lnTo>
                  <a:pt x="20610" y="139927"/>
                </a:lnTo>
                <a:cubicBezTo>
                  <a:pt x="20610" y="145842"/>
                  <a:pt x="20733" y="149231"/>
                  <a:pt x="20980" y="150094"/>
                </a:cubicBezTo>
                <a:cubicBezTo>
                  <a:pt x="21534" y="152312"/>
                  <a:pt x="22566" y="153945"/>
                  <a:pt x="24076" y="154992"/>
                </a:cubicBezTo>
                <a:cubicBezTo>
                  <a:pt x="25586" y="156040"/>
                  <a:pt x="28558" y="156563"/>
                  <a:pt x="32995" y="156563"/>
                </a:cubicBezTo>
                <a:lnTo>
                  <a:pt x="37154" y="156563"/>
                </a:lnTo>
                <a:lnTo>
                  <a:pt x="37154" y="159891"/>
                </a:lnTo>
                <a:lnTo>
                  <a:pt x="0" y="159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15:6">
            <a:extLst xmlns:a="http://schemas.openxmlformats.org/drawingml/2006/main">
              <a:ext uri="{FF2B5EF4-FFF2-40B4-BE49-F238E27FC236}">
                <a16:creationId xmlns:a16="http://schemas.microsoft.com/office/drawing/2014/main" id="{2082937D-AD5C-41E8-A8E7-BAB990B6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34" y="211472"/>
            <a:ext cx="328744" cy="130500"/>
          </a:xfrm>
          <a:custGeom xmlns:a="http://schemas.openxmlformats.org/drawingml/2006/main">
            <a:pathLst>
              <a:path w="328744" h="130500">
                <a:moveTo>
                  <a:pt x="49169" y="0"/>
                </a:moveTo>
                <a:lnTo>
                  <a:pt x="49169" y="102404"/>
                </a:lnTo>
                <a:cubicBezTo>
                  <a:pt x="49169" y="110171"/>
                  <a:pt x="49508" y="115126"/>
                  <a:pt x="50185" y="117269"/>
                </a:cubicBezTo>
                <a:cubicBezTo>
                  <a:pt x="50863" y="119412"/>
                  <a:pt x="52280" y="121168"/>
                  <a:pt x="54437" y="122535"/>
                </a:cubicBezTo>
                <a:cubicBezTo>
                  <a:pt x="56593" y="123902"/>
                  <a:pt x="60044" y="124585"/>
                  <a:pt x="64788" y="124585"/>
                </a:cubicBezTo>
                <a:lnTo>
                  <a:pt x="67653" y="124585"/>
                </a:lnTo>
                <a:lnTo>
                  <a:pt x="67653" y="127912"/>
                </a:lnTo>
                <a:lnTo>
                  <a:pt x="1664" y="127912"/>
                </a:lnTo>
                <a:lnTo>
                  <a:pt x="1664" y="124585"/>
                </a:lnTo>
                <a:lnTo>
                  <a:pt x="4991" y="124585"/>
                </a:lnTo>
                <a:cubicBezTo>
                  <a:pt x="10351" y="124585"/>
                  <a:pt x="14171" y="123964"/>
                  <a:pt x="16451" y="122722"/>
                </a:cubicBezTo>
                <a:cubicBezTo>
                  <a:pt x="18731" y="121478"/>
                  <a:pt x="20271" y="119770"/>
                  <a:pt x="21072" y="117596"/>
                </a:cubicBezTo>
                <a:cubicBezTo>
                  <a:pt x="21873" y="115420"/>
                  <a:pt x="22274" y="110356"/>
                  <a:pt x="22274" y="102404"/>
                </a:cubicBezTo>
                <a:lnTo>
                  <a:pt x="22274" y="37523"/>
                </a:lnTo>
                <a:cubicBezTo>
                  <a:pt x="22274" y="31732"/>
                  <a:pt x="21996" y="28112"/>
                  <a:pt x="21442" y="26664"/>
                </a:cubicBezTo>
                <a:cubicBezTo>
                  <a:pt x="20887" y="25216"/>
                  <a:pt x="19855" y="23984"/>
                  <a:pt x="18346" y="22967"/>
                </a:cubicBezTo>
                <a:cubicBezTo>
                  <a:pt x="16836" y="21950"/>
                  <a:pt x="15096" y="21442"/>
                  <a:pt x="13124" y="21442"/>
                </a:cubicBezTo>
                <a:cubicBezTo>
                  <a:pt x="9982" y="21442"/>
                  <a:pt x="6161" y="22428"/>
                  <a:pt x="1664" y="24399"/>
                </a:cubicBezTo>
                <a:lnTo>
                  <a:pt x="0" y="21072"/>
                </a:lnTo>
                <a:lnTo>
                  <a:pt x="46119" y="0"/>
                </a:lnTo>
                <a:lnTo>
                  <a:pt x="49169" y="0"/>
                </a:lnTo>
                <a:close/>
                <a:moveTo>
                  <a:pt x="110999" y="2588"/>
                </a:moveTo>
                <a:lnTo>
                  <a:pt x="169688" y="2588"/>
                </a:lnTo>
                <a:lnTo>
                  <a:pt x="160353" y="26433"/>
                </a:lnTo>
                <a:lnTo>
                  <a:pt x="110999" y="26433"/>
                </a:lnTo>
                <a:lnTo>
                  <a:pt x="106286" y="39002"/>
                </a:lnTo>
                <a:cubicBezTo>
                  <a:pt x="127543" y="39801"/>
                  <a:pt x="143902" y="45088"/>
                  <a:pt x="155362" y="54861"/>
                </a:cubicBezTo>
                <a:cubicBezTo>
                  <a:pt x="164789" y="62915"/>
                  <a:pt x="169503" y="72937"/>
                  <a:pt x="169503" y="84925"/>
                </a:cubicBezTo>
                <a:cubicBezTo>
                  <a:pt x="169503" y="92607"/>
                  <a:pt x="167315" y="100122"/>
                  <a:pt x="162941" y="107470"/>
                </a:cubicBezTo>
                <a:cubicBezTo>
                  <a:pt x="158566" y="114815"/>
                  <a:pt x="152405" y="120491"/>
                  <a:pt x="144456" y="124496"/>
                </a:cubicBezTo>
                <a:cubicBezTo>
                  <a:pt x="136508" y="128499"/>
                  <a:pt x="127789" y="130500"/>
                  <a:pt x="118301" y="130500"/>
                </a:cubicBezTo>
                <a:cubicBezTo>
                  <a:pt x="108073" y="130500"/>
                  <a:pt x="100217" y="128583"/>
                  <a:pt x="94733" y="124750"/>
                </a:cubicBezTo>
                <a:cubicBezTo>
                  <a:pt x="90913" y="122027"/>
                  <a:pt x="89003" y="118935"/>
                  <a:pt x="89003" y="115473"/>
                </a:cubicBezTo>
                <a:cubicBezTo>
                  <a:pt x="89003" y="112814"/>
                  <a:pt x="90004" y="110464"/>
                  <a:pt x="92007" y="108423"/>
                </a:cubicBezTo>
                <a:cubicBezTo>
                  <a:pt x="94009" y="106382"/>
                  <a:pt x="96335" y="105361"/>
                  <a:pt x="98985" y="105361"/>
                </a:cubicBezTo>
                <a:cubicBezTo>
                  <a:pt x="101388" y="105361"/>
                  <a:pt x="103821" y="105854"/>
                  <a:pt x="106286" y="106840"/>
                </a:cubicBezTo>
                <a:cubicBezTo>
                  <a:pt x="108751" y="107826"/>
                  <a:pt x="112971" y="110414"/>
                  <a:pt x="118948" y="114604"/>
                </a:cubicBezTo>
                <a:cubicBezTo>
                  <a:pt x="122706" y="117191"/>
                  <a:pt x="125941" y="118978"/>
                  <a:pt x="128652" y="119964"/>
                </a:cubicBezTo>
                <a:cubicBezTo>
                  <a:pt x="130562" y="120703"/>
                  <a:pt x="132719" y="121073"/>
                  <a:pt x="135122" y="121073"/>
                </a:cubicBezTo>
                <a:cubicBezTo>
                  <a:pt x="140174" y="121073"/>
                  <a:pt x="144472" y="119227"/>
                  <a:pt x="148015" y="115534"/>
                </a:cubicBezTo>
                <a:cubicBezTo>
                  <a:pt x="151557" y="111839"/>
                  <a:pt x="153329" y="107405"/>
                  <a:pt x="153329" y="102233"/>
                </a:cubicBezTo>
                <a:cubicBezTo>
                  <a:pt x="153329" y="91468"/>
                  <a:pt x="147907" y="82721"/>
                  <a:pt x="137063" y="75991"/>
                </a:cubicBezTo>
                <a:cubicBezTo>
                  <a:pt x="126218" y="69262"/>
                  <a:pt x="112540" y="65897"/>
                  <a:pt x="96027" y="65897"/>
                </a:cubicBezTo>
                <a:cubicBezTo>
                  <a:pt x="94363" y="65897"/>
                  <a:pt x="91868" y="65928"/>
                  <a:pt x="88541" y="65989"/>
                </a:cubicBezTo>
                <a:lnTo>
                  <a:pt x="110999" y="2588"/>
                </a:lnTo>
                <a:close/>
                <a:moveTo>
                  <a:pt x="208413" y="39002"/>
                </a:moveTo>
                <a:cubicBezTo>
                  <a:pt x="212664" y="39002"/>
                  <a:pt x="216284" y="40496"/>
                  <a:pt x="219272" y="43485"/>
                </a:cubicBezTo>
                <a:cubicBezTo>
                  <a:pt x="222261" y="46473"/>
                  <a:pt x="223755" y="50093"/>
                  <a:pt x="223755" y="54344"/>
                </a:cubicBezTo>
                <a:cubicBezTo>
                  <a:pt x="223755" y="58596"/>
                  <a:pt x="222261" y="62216"/>
                  <a:pt x="219272" y="65204"/>
                </a:cubicBezTo>
                <a:cubicBezTo>
                  <a:pt x="216284" y="68192"/>
                  <a:pt x="212664" y="69686"/>
                  <a:pt x="208413" y="69686"/>
                </a:cubicBezTo>
                <a:cubicBezTo>
                  <a:pt x="204161" y="69686"/>
                  <a:pt x="200542" y="68192"/>
                  <a:pt x="197553" y="65204"/>
                </a:cubicBezTo>
                <a:cubicBezTo>
                  <a:pt x="194565" y="62216"/>
                  <a:pt x="193071" y="58596"/>
                  <a:pt x="193071" y="54344"/>
                </a:cubicBezTo>
                <a:cubicBezTo>
                  <a:pt x="193071" y="50093"/>
                  <a:pt x="194565" y="46473"/>
                  <a:pt x="197553" y="43485"/>
                </a:cubicBezTo>
                <a:cubicBezTo>
                  <a:pt x="200542" y="40496"/>
                  <a:pt x="204161" y="39002"/>
                  <a:pt x="208413" y="39002"/>
                </a:cubicBezTo>
                <a:moveTo>
                  <a:pt x="208320" y="99446"/>
                </a:moveTo>
                <a:cubicBezTo>
                  <a:pt x="212633" y="99446"/>
                  <a:pt x="216284" y="100961"/>
                  <a:pt x="219272" y="103989"/>
                </a:cubicBezTo>
                <a:cubicBezTo>
                  <a:pt x="222261" y="107016"/>
                  <a:pt x="223755" y="110662"/>
                  <a:pt x="223755" y="114927"/>
                </a:cubicBezTo>
                <a:cubicBezTo>
                  <a:pt x="223755" y="119192"/>
                  <a:pt x="222245" y="122823"/>
                  <a:pt x="219226" y="125821"/>
                </a:cubicBezTo>
                <a:cubicBezTo>
                  <a:pt x="216207" y="128817"/>
                  <a:pt x="212572" y="130315"/>
                  <a:pt x="208320" y="130315"/>
                </a:cubicBezTo>
                <a:cubicBezTo>
                  <a:pt x="204069" y="130315"/>
                  <a:pt x="200449" y="128817"/>
                  <a:pt x="197461" y="125821"/>
                </a:cubicBezTo>
                <a:cubicBezTo>
                  <a:pt x="194472" y="122823"/>
                  <a:pt x="192978" y="119192"/>
                  <a:pt x="192978" y="114927"/>
                </a:cubicBezTo>
                <a:cubicBezTo>
                  <a:pt x="192978" y="110662"/>
                  <a:pt x="194472" y="107016"/>
                  <a:pt x="197461" y="103989"/>
                </a:cubicBezTo>
                <a:cubicBezTo>
                  <a:pt x="200449" y="100961"/>
                  <a:pt x="204069" y="99446"/>
                  <a:pt x="208320" y="99446"/>
                </a:cubicBezTo>
                <a:close/>
                <a:moveTo>
                  <a:pt x="328744" y="0"/>
                </a:moveTo>
                <a:lnTo>
                  <a:pt x="328744" y="2588"/>
                </a:lnTo>
                <a:cubicBezTo>
                  <a:pt x="317592" y="5414"/>
                  <a:pt x="308642" y="9055"/>
                  <a:pt x="301895" y="13511"/>
                </a:cubicBezTo>
                <a:cubicBezTo>
                  <a:pt x="295148" y="17967"/>
                  <a:pt x="289819" y="23375"/>
                  <a:pt x="285906" y="29737"/>
                </a:cubicBezTo>
                <a:cubicBezTo>
                  <a:pt x="281994" y="36097"/>
                  <a:pt x="278959" y="43978"/>
                  <a:pt x="276803" y="53380"/>
                </a:cubicBezTo>
                <a:cubicBezTo>
                  <a:pt x="279514" y="51514"/>
                  <a:pt x="281763" y="50301"/>
                  <a:pt x="283549" y="49741"/>
                </a:cubicBezTo>
                <a:cubicBezTo>
                  <a:pt x="287554" y="48497"/>
                  <a:pt x="291590" y="47875"/>
                  <a:pt x="295657" y="47875"/>
                </a:cubicBezTo>
                <a:cubicBezTo>
                  <a:pt x="305022" y="47875"/>
                  <a:pt x="312832" y="51287"/>
                  <a:pt x="319086" y="58111"/>
                </a:cubicBezTo>
                <a:cubicBezTo>
                  <a:pt x="325340" y="64934"/>
                  <a:pt x="328467" y="74244"/>
                  <a:pt x="328467" y="86039"/>
                </a:cubicBezTo>
                <a:cubicBezTo>
                  <a:pt x="328467" y="94313"/>
                  <a:pt x="326772" y="101908"/>
                  <a:pt x="323383" y="108824"/>
                </a:cubicBezTo>
                <a:cubicBezTo>
                  <a:pt x="319995" y="115741"/>
                  <a:pt x="315189" y="121083"/>
                  <a:pt x="308966" y="124851"/>
                </a:cubicBezTo>
                <a:cubicBezTo>
                  <a:pt x="302742" y="128617"/>
                  <a:pt x="296088" y="130500"/>
                  <a:pt x="289002" y="130500"/>
                </a:cubicBezTo>
                <a:cubicBezTo>
                  <a:pt x="281300" y="130500"/>
                  <a:pt x="274184" y="128390"/>
                  <a:pt x="267653" y="124169"/>
                </a:cubicBezTo>
                <a:cubicBezTo>
                  <a:pt x="261122" y="119949"/>
                  <a:pt x="256023" y="113772"/>
                  <a:pt x="252357" y="105639"/>
                </a:cubicBezTo>
                <a:cubicBezTo>
                  <a:pt x="248691" y="97505"/>
                  <a:pt x="246858" y="88664"/>
                  <a:pt x="246858" y="79113"/>
                </a:cubicBezTo>
                <a:cubicBezTo>
                  <a:pt x="246858" y="65065"/>
                  <a:pt x="250231" y="51988"/>
                  <a:pt x="256978" y="39880"/>
                </a:cubicBezTo>
                <a:cubicBezTo>
                  <a:pt x="263725" y="27773"/>
                  <a:pt x="273306" y="18130"/>
                  <a:pt x="285721" y="10952"/>
                </a:cubicBezTo>
                <a:cubicBezTo>
                  <a:pt x="298137" y="3774"/>
                  <a:pt x="312478" y="123"/>
                  <a:pt x="328744" y="0"/>
                </a:cubicBezTo>
                <a:moveTo>
                  <a:pt x="275601" y="60915"/>
                </a:moveTo>
                <a:cubicBezTo>
                  <a:pt x="275108" y="69441"/>
                  <a:pt x="274862" y="75681"/>
                  <a:pt x="274862" y="79636"/>
                </a:cubicBezTo>
                <a:cubicBezTo>
                  <a:pt x="274862" y="88162"/>
                  <a:pt x="275678" y="96411"/>
                  <a:pt x="277311" y="104382"/>
                </a:cubicBezTo>
                <a:cubicBezTo>
                  <a:pt x="278944" y="112352"/>
                  <a:pt x="281177" y="117943"/>
                  <a:pt x="284012" y="121157"/>
                </a:cubicBezTo>
                <a:cubicBezTo>
                  <a:pt x="286045" y="123442"/>
                  <a:pt x="288448" y="124585"/>
                  <a:pt x="291220" y="124585"/>
                </a:cubicBezTo>
                <a:cubicBezTo>
                  <a:pt x="294055" y="124585"/>
                  <a:pt x="296581" y="122932"/>
                  <a:pt x="298799" y="119626"/>
                </a:cubicBezTo>
                <a:cubicBezTo>
                  <a:pt x="301017" y="116320"/>
                  <a:pt x="302126" y="109601"/>
                  <a:pt x="302126" y="99469"/>
                </a:cubicBezTo>
                <a:cubicBezTo>
                  <a:pt x="302126" y="82416"/>
                  <a:pt x="300062" y="70645"/>
                  <a:pt x="295934" y="64158"/>
                </a:cubicBezTo>
                <a:cubicBezTo>
                  <a:pt x="293285" y="59957"/>
                  <a:pt x="289711" y="57856"/>
                  <a:pt x="285213" y="57856"/>
                </a:cubicBezTo>
                <a:cubicBezTo>
                  <a:pt x="282748" y="57856"/>
                  <a:pt x="279544" y="58876"/>
                  <a:pt x="275601" y="60915"/>
                </a:cubicBez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]">
            <a:extLst xmlns:a="http://schemas.openxmlformats.org/drawingml/2006/main">
              <a:ext uri="{FF2B5EF4-FFF2-40B4-BE49-F238E27FC236}">
                <a16:creationId xmlns:a16="http://schemas.microsoft.com/office/drawing/2014/main" id="{F2EDA112-01B8-4BCA-A49D-D2F884A6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301" y="214059"/>
            <a:ext cx="37154" cy="159891"/>
          </a:xfrm>
          <a:custGeom xmlns:a="http://schemas.openxmlformats.org/drawingml/2006/main">
            <a:pathLst>
              <a:path w="37154" h="159891">
                <a:moveTo>
                  <a:pt x="37154" y="0"/>
                </a:moveTo>
                <a:lnTo>
                  <a:pt x="37154" y="159891"/>
                </a:lnTo>
                <a:lnTo>
                  <a:pt x="0" y="159891"/>
                </a:lnTo>
                <a:lnTo>
                  <a:pt x="0" y="156378"/>
                </a:lnTo>
                <a:lnTo>
                  <a:pt x="4159" y="156378"/>
                </a:lnTo>
                <a:cubicBezTo>
                  <a:pt x="8226" y="156378"/>
                  <a:pt x="10952" y="155978"/>
                  <a:pt x="12338" y="155177"/>
                </a:cubicBezTo>
                <a:cubicBezTo>
                  <a:pt x="13725" y="154376"/>
                  <a:pt x="14772" y="153144"/>
                  <a:pt x="15481" y="151480"/>
                </a:cubicBezTo>
                <a:cubicBezTo>
                  <a:pt x="16189" y="149816"/>
                  <a:pt x="16544" y="145904"/>
                  <a:pt x="16544" y="139742"/>
                </a:cubicBezTo>
                <a:lnTo>
                  <a:pt x="16544" y="20333"/>
                </a:lnTo>
                <a:cubicBezTo>
                  <a:pt x="16544" y="14418"/>
                  <a:pt x="16420" y="11029"/>
                  <a:pt x="16174" y="10166"/>
                </a:cubicBezTo>
                <a:cubicBezTo>
                  <a:pt x="15619" y="8010"/>
                  <a:pt x="14587" y="6393"/>
                  <a:pt x="13078" y="5314"/>
                </a:cubicBezTo>
                <a:cubicBezTo>
                  <a:pt x="11568" y="4236"/>
                  <a:pt x="8595" y="3697"/>
                  <a:pt x="4159" y="3697"/>
                </a:cubicBezTo>
                <a:lnTo>
                  <a:pt x="0" y="3697"/>
                </a:lnTo>
                <a:lnTo>
                  <a:pt x="0" y="0"/>
                </a:lnTo>
                <a:lnTo>
                  <a:pt x="371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9A3B6-860A-4FEF-8588-588E04F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04" y="85495"/>
            <a:ext cx="99167" cy="100839"/>
          </a:xfrm>
          <a:custGeom xmlns:a="http://schemas.openxmlformats.org/drawingml/2006/main">
            <a:pathLst>
              <a:path w="99167" h="100839" fill="none">
                <a:moveTo>
                  <a:pt x="99167" y="0"/>
                </a:moveTo>
                <a:lnTo>
                  <a:pt x="0" y="100839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8774B-5C30-4DD8-B3F2-C35F1CDE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54" y="2508352"/>
            <a:ext cx="618317" cy="172701"/>
          </a:xfrm>
          <a:custGeom xmlns:a="http://schemas.openxmlformats.org/drawingml/2006/main">
            <a:pathLst>
              <a:path w="618317" h="172701">
                <a:moveTo>
                  <a:pt x="0" y="0"/>
                </a:moveTo>
                <a:lnTo>
                  <a:pt x="618317" y="0"/>
                </a:lnTo>
                <a:lnTo>
                  <a:pt x="494654" y="172701"/>
                </a:lnTo>
                <a:lnTo>
                  <a:pt x="123663" y="17270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3407D-0DC8-422C-8EC2-73D4F2CF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54" y="2508352"/>
            <a:ext cx="618317" cy="172703"/>
          </a:xfrm>
          <a:custGeom xmlns:a="http://schemas.openxmlformats.org/drawingml/2006/main">
            <a:pathLst>
              <a:path w="618317" h="172703" fill="none">
                <a:moveTo>
                  <a:pt x="0" y="0"/>
                </a:moveTo>
                <a:lnTo>
                  <a:pt x="618317" y="0"/>
                </a:lnTo>
                <a:lnTo>
                  <a:pt x="494654" y="172703"/>
                </a:lnTo>
                <a:lnTo>
                  <a:pt x="123663" y="172703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82" name="Text Mux">
            <a:extLst xmlns:a="http://schemas.openxmlformats.org/drawingml/2006/main">
              <a:ext uri="{FF2B5EF4-FFF2-40B4-BE49-F238E27FC236}">
                <a16:creationId xmlns:a16="http://schemas.microsoft.com/office/drawing/2014/main" id="{767F4551-8C67-4DF2-BB70-7C741B5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373" y="2535778"/>
            <a:ext cx="322794" cy="117253"/>
          </a:xfrm>
          <a:custGeom xmlns:a="http://schemas.openxmlformats.org/drawingml/2006/main">
            <a:pathLst>
              <a:path w="322794" h="117253">
                <a:moveTo>
                  <a:pt x="68115" y="114881"/>
                </a:moveTo>
                <a:lnTo>
                  <a:pt x="23722" y="18215"/>
                </a:lnTo>
                <a:lnTo>
                  <a:pt x="23722" y="94887"/>
                </a:lnTo>
                <a:cubicBezTo>
                  <a:pt x="23722" y="101947"/>
                  <a:pt x="24484" y="106352"/>
                  <a:pt x="26009" y="108103"/>
                </a:cubicBezTo>
                <a:cubicBezTo>
                  <a:pt x="28099" y="110475"/>
                  <a:pt x="31403" y="111662"/>
                  <a:pt x="35921" y="111662"/>
                </a:cubicBezTo>
                <a:lnTo>
                  <a:pt x="39988" y="111662"/>
                </a:lnTo>
                <a:lnTo>
                  <a:pt x="39988" y="114881"/>
                </a:lnTo>
                <a:lnTo>
                  <a:pt x="0" y="114881"/>
                </a:lnTo>
                <a:lnTo>
                  <a:pt x="0" y="111662"/>
                </a:lnTo>
                <a:lnTo>
                  <a:pt x="4067" y="111662"/>
                </a:lnTo>
                <a:cubicBezTo>
                  <a:pt x="8924" y="111662"/>
                  <a:pt x="12369" y="110193"/>
                  <a:pt x="14402" y="107256"/>
                </a:cubicBezTo>
                <a:cubicBezTo>
                  <a:pt x="15645" y="105449"/>
                  <a:pt x="16266" y="101326"/>
                  <a:pt x="16266" y="94887"/>
                </a:cubicBezTo>
                <a:lnTo>
                  <a:pt x="16266" y="19994"/>
                </a:lnTo>
                <a:cubicBezTo>
                  <a:pt x="16266" y="14911"/>
                  <a:pt x="15702" y="11240"/>
                  <a:pt x="14572" y="8980"/>
                </a:cubicBezTo>
                <a:cubicBezTo>
                  <a:pt x="13781" y="7342"/>
                  <a:pt x="12327" y="5973"/>
                  <a:pt x="10209" y="4871"/>
                </a:cubicBezTo>
                <a:cubicBezTo>
                  <a:pt x="8091" y="3770"/>
                  <a:pt x="4688" y="3219"/>
                  <a:pt x="0" y="3219"/>
                </a:cubicBezTo>
                <a:lnTo>
                  <a:pt x="0" y="0"/>
                </a:lnTo>
                <a:lnTo>
                  <a:pt x="32533" y="0"/>
                </a:lnTo>
                <a:lnTo>
                  <a:pt x="74215" y="89870"/>
                </a:lnTo>
                <a:lnTo>
                  <a:pt x="115220" y="0"/>
                </a:lnTo>
                <a:lnTo>
                  <a:pt x="147752" y="0"/>
                </a:lnTo>
                <a:lnTo>
                  <a:pt x="147752" y="3219"/>
                </a:lnTo>
                <a:lnTo>
                  <a:pt x="143771" y="3219"/>
                </a:lnTo>
                <a:cubicBezTo>
                  <a:pt x="138857" y="3219"/>
                  <a:pt x="135383" y="4688"/>
                  <a:pt x="133350" y="7625"/>
                </a:cubicBezTo>
                <a:cubicBezTo>
                  <a:pt x="132107" y="9432"/>
                  <a:pt x="131486" y="13555"/>
                  <a:pt x="131486" y="19994"/>
                </a:cubicBezTo>
                <a:lnTo>
                  <a:pt x="131486" y="94887"/>
                </a:lnTo>
                <a:cubicBezTo>
                  <a:pt x="131486" y="101947"/>
                  <a:pt x="132277" y="106352"/>
                  <a:pt x="133858" y="108103"/>
                </a:cubicBezTo>
                <a:cubicBezTo>
                  <a:pt x="135948" y="110475"/>
                  <a:pt x="139252" y="111662"/>
                  <a:pt x="143771" y="111662"/>
                </a:cubicBezTo>
                <a:lnTo>
                  <a:pt x="147752" y="111662"/>
                </a:lnTo>
                <a:lnTo>
                  <a:pt x="147752" y="114881"/>
                </a:lnTo>
                <a:lnTo>
                  <a:pt x="98953" y="114881"/>
                </a:lnTo>
                <a:lnTo>
                  <a:pt x="98953" y="111662"/>
                </a:lnTo>
                <a:lnTo>
                  <a:pt x="103020" y="111662"/>
                </a:lnTo>
                <a:cubicBezTo>
                  <a:pt x="107934" y="111662"/>
                  <a:pt x="111379" y="110193"/>
                  <a:pt x="113356" y="107256"/>
                </a:cubicBezTo>
                <a:cubicBezTo>
                  <a:pt x="114598" y="105449"/>
                  <a:pt x="115220" y="101326"/>
                  <a:pt x="115220" y="94887"/>
                </a:cubicBezTo>
                <a:lnTo>
                  <a:pt x="115220" y="18215"/>
                </a:lnTo>
                <a:lnTo>
                  <a:pt x="70911" y="114881"/>
                </a:lnTo>
                <a:lnTo>
                  <a:pt x="68115" y="114881"/>
                </a:lnTo>
                <a:close/>
                <a:moveTo>
                  <a:pt x="224857" y="37277"/>
                </a:moveTo>
                <a:lnTo>
                  <a:pt x="224857" y="84551"/>
                </a:lnTo>
                <a:cubicBezTo>
                  <a:pt x="224857" y="93420"/>
                  <a:pt x="225069" y="98845"/>
                  <a:pt x="225492" y="100825"/>
                </a:cubicBezTo>
                <a:cubicBezTo>
                  <a:pt x="225916" y="102804"/>
                  <a:pt x="226594" y="104187"/>
                  <a:pt x="227526" y="104974"/>
                </a:cubicBezTo>
                <a:cubicBezTo>
                  <a:pt x="228457" y="105761"/>
                  <a:pt x="229545" y="106155"/>
                  <a:pt x="230787" y="106155"/>
                </a:cubicBezTo>
                <a:cubicBezTo>
                  <a:pt x="232538" y="106155"/>
                  <a:pt x="234515" y="105675"/>
                  <a:pt x="236718" y="104714"/>
                </a:cubicBezTo>
                <a:lnTo>
                  <a:pt x="237904" y="107764"/>
                </a:lnTo>
                <a:lnTo>
                  <a:pt x="214690" y="117253"/>
                </a:lnTo>
                <a:lnTo>
                  <a:pt x="210878" y="117253"/>
                </a:lnTo>
                <a:lnTo>
                  <a:pt x="210878" y="100894"/>
                </a:lnTo>
                <a:cubicBezTo>
                  <a:pt x="204213" y="108090"/>
                  <a:pt x="199130" y="112615"/>
                  <a:pt x="195628" y="114471"/>
                </a:cubicBezTo>
                <a:cubicBezTo>
                  <a:pt x="192126" y="116326"/>
                  <a:pt x="188427" y="117253"/>
                  <a:pt x="184530" y="117253"/>
                </a:cubicBezTo>
                <a:cubicBezTo>
                  <a:pt x="180181" y="117253"/>
                  <a:pt x="176411" y="115996"/>
                  <a:pt x="173220" y="113483"/>
                </a:cubicBezTo>
                <a:cubicBezTo>
                  <a:pt x="170029" y="110970"/>
                  <a:pt x="167812" y="107736"/>
                  <a:pt x="166569" y="103783"/>
                </a:cubicBezTo>
                <a:cubicBezTo>
                  <a:pt x="165327" y="99829"/>
                  <a:pt x="164705" y="94237"/>
                  <a:pt x="164705" y="87008"/>
                </a:cubicBezTo>
                <a:lnTo>
                  <a:pt x="164705" y="52357"/>
                </a:lnTo>
                <a:cubicBezTo>
                  <a:pt x="164705" y="48660"/>
                  <a:pt x="164310" y="46100"/>
                  <a:pt x="163519" y="44679"/>
                </a:cubicBezTo>
                <a:cubicBezTo>
                  <a:pt x="162729" y="43257"/>
                  <a:pt x="161557" y="42162"/>
                  <a:pt x="160003" y="41394"/>
                </a:cubicBezTo>
                <a:cubicBezTo>
                  <a:pt x="158450" y="40626"/>
                  <a:pt x="155640" y="40270"/>
                  <a:pt x="151574" y="40327"/>
                </a:cubicBezTo>
                <a:lnTo>
                  <a:pt x="151574" y="37277"/>
                </a:lnTo>
                <a:lnTo>
                  <a:pt x="178769" y="37277"/>
                </a:lnTo>
                <a:lnTo>
                  <a:pt x="178769" y="89274"/>
                </a:lnTo>
                <a:cubicBezTo>
                  <a:pt x="178769" y="96512"/>
                  <a:pt x="180026" y="101263"/>
                  <a:pt x="182539" y="103526"/>
                </a:cubicBezTo>
                <a:cubicBezTo>
                  <a:pt x="185052" y="105787"/>
                  <a:pt x="188088" y="106917"/>
                  <a:pt x="191646" y="106917"/>
                </a:cubicBezTo>
                <a:cubicBezTo>
                  <a:pt x="194075" y="106917"/>
                  <a:pt x="196828" y="106154"/>
                  <a:pt x="199907" y="104627"/>
                </a:cubicBezTo>
                <a:cubicBezTo>
                  <a:pt x="202985" y="103100"/>
                  <a:pt x="206642" y="100188"/>
                  <a:pt x="210878" y="95890"/>
                </a:cubicBezTo>
                <a:lnTo>
                  <a:pt x="210878" y="52018"/>
                </a:lnTo>
                <a:cubicBezTo>
                  <a:pt x="210878" y="47516"/>
                  <a:pt x="210073" y="44470"/>
                  <a:pt x="208463" y="42882"/>
                </a:cubicBezTo>
                <a:cubicBezTo>
                  <a:pt x="206854" y="41293"/>
                  <a:pt x="203507" y="40442"/>
                  <a:pt x="198424" y="40327"/>
                </a:cubicBezTo>
                <a:lnTo>
                  <a:pt x="198424" y="37277"/>
                </a:lnTo>
                <a:lnTo>
                  <a:pt x="224857" y="37277"/>
                </a:lnTo>
                <a:close/>
                <a:moveTo>
                  <a:pt x="240446" y="37277"/>
                </a:moveTo>
                <a:lnTo>
                  <a:pt x="276960" y="37277"/>
                </a:lnTo>
                <a:lnTo>
                  <a:pt x="276960" y="40327"/>
                </a:lnTo>
                <a:cubicBezTo>
                  <a:pt x="274644" y="40327"/>
                  <a:pt x="273021" y="40727"/>
                  <a:pt x="272089" y="41526"/>
                </a:cubicBezTo>
                <a:cubicBezTo>
                  <a:pt x="271157" y="42324"/>
                  <a:pt x="270691" y="43379"/>
                  <a:pt x="270691" y="44690"/>
                </a:cubicBezTo>
                <a:cubicBezTo>
                  <a:pt x="270691" y="46060"/>
                  <a:pt x="271679" y="48171"/>
                  <a:pt x="273656" y="51023"/>
                </a:cubicBezTo>
                <a:cubicBezTo>
                  <a:pt x="274277" y="51907"/>
                  <a:pt x="275209" y="53290"/>
                  <a:pt x="276452" y="55172"/>
                </a:cubicBezTo>
                <a:lnTo>
                  <a:pt x="281959" y="64014"/>
                </a:lnTo>
                <a:lnTo>
                  <a:pt x="288313" y="55203"/>
                </a:lnTo>
                <a:cubicBezTo>
                  <a:pt x="292379" y="49666"/>
                  <a:pt x="294413" y="46149"/>
                  <a:pt x="294413" y="44650"/>
                </a:cubicBezTo>
                <a:cubicBezTo>
                  <a:pt x="294413" y="43440"/>
                  <a:pt x="293932" y="42417"/>
                  <a:pt x="292972" y="41582"/>
                </a:cubicBezTo>
                <a:cubicBezTo>
                  <a:pt x="292012" y="40745"/>
                  <a:pt x="290459" y="40327"/>
                  <a:pt x="288313" y="40327"/>
                </a:cubicBezTo>
                <a:lnTo>
                  <a:pt x="288313" y="37277"/>
                </a:lnTo>
                <a:lnTo>
                  <a:pt x="314576" y="37277"/>
                </a:lnTo>
                <a:lnTo>
                  <a:pt x="314576" y="40327"/>
                </a:lnTo>
                <a:cubicBezTo>
                  <a:pt x="311808" y="40496"/>
                  <a:pt x="309408" y="41260"/>
                  <a:pt x="307375" y="42617"/>
                </a:cubicBezTo>
                <a:cubicBezTo>
                  <a:pt x="304607" y="44539"/>
                  <a:pt x="300823" y="48722"/>
                  <a:pt x="296022" y="55166"/>
                </a:cubicBezTo>
                <a:lnTo>
                  <a:pt x="285432" y="69299"/>
                </a:lnTo>
                <a:lnTo>
                  <a:pt x="304748" y="97156"/>
                </a:lnTo>
                <a:cubicBezTo>
                  <a:pt x="309493" y="103999"/>
                  <a:pt x="312882" y="108113"/>
                  <a:pt x="314915" y="109498"/>
                </a:cubicBezTo>
                <a:cubicBezTo>
                  <a:pt x="316948" y="110884"/>
                  <a:pt x="319575" y="111662"/>
                  <a:pt x="322794" y="111831"/>
                </a:cubicBezTo>
                <a:lnTo>
                  <a:pt x="322794" y="114881"/>
                </a:lnTo>
                <a:lnTo>
                  <a:pt x="286195" y="114881"/>
                </a:lnTo>
                <a:lnTo>
                  <a:pt x="286195" y="111831"/>
                </a:lnTo>
                <a:cubicBezTo>
                  <a:pt x="288736" y="111831"/>
                  <a:pt x="290713" y="111265"/>
                  <a:pt x="292125" y="110134"/>
                </a:cubicBezTo>
                <a:cubicBezTo>
                  <a:pt x="293198" y="109341"/>
                  <a:pt x="293735" y="108294"/>
                  <a:pt x="293735" y="106991"/>
                </a:cubicBezTo>
                <a:cubicBezTo>
                  <a:pt x="293735" y="105690"/>
                  <a:pt x="291927" y="102408"/>
                  <a:pt x="288313" y="97145"/>
                </a:cubicBezTo>
                <a:lnTo>
                  <a:pt x="276960" y="80545"/>
                </a:lnTo>
                <a:lnTo>
                  <a:pt x="264506" y="97076"/>
                </a:lnTo>
                <a:cubicBezTo>
                  <a:pt x="260666" y="102250"/>
                  <a:pt x="258745" y="105320"/>
                  <a:pt x="258745" y="106287"/>
                </a:cubicBezTo>
                <a:cubicBezTo>
                  <a:pt x="258745" y="107651"/>
                  <a:pt x="259381" y="108889"/>
                  <a:pt x="260651" y="109999"/>
                </a:cubicBezTo>
                <a:cubicBezTo>
                  <a:pt x="261922" y="111107"/>
                  <a:pt x="263828" y="111718"/>
                  <a:pt x="266370" y="111831"/>
                </a:cubicBezTo>
                <a:lnTo>
                  <a:pt x="266370" y="114881"/>
                </a:lnTo>
                <a:lnTo>
                  <a:pt x="241039" y="114881"/>
                </a:lnTo>
                <a:lnTo>
                  <a:pt x="241039" y="111831"/>
                </a:lnTo>
                <a:cubicBezTo>
                  <a:pt x="243072" y="111549"/>
                  <a:pt x="244851" y="110842"/>
                  <a:pt x="246376" y="109710"/>
                </a:cubicBezTo>
                <a:cubicBezTo>
                  <a:pt x="248522" y="108071"/>
                  <a:pt x="252137" y="103886"/>
                  <a:pt x="257220" y="97156"/>
                </a:cubicBezTo>
                <a:lnTo>
                  <a:pt x="273487" y="75507"/>
                </a:lnTo>
                <a:lnTo>
                  <a:pt x="258745" y="54152"/>
                </a:lnTo>
                <a:cubicBezTo>
                  <a:pt x="254566" y="48045"/>
                  <a:pt x="251332" y="44214"/>
                  <a:pt x="249045" y="42659"/>
                </a:cubicBezTo>
                <a:cubicBezTo>
                  <a:pt x="246757" y="41104"/>
                  <a:pt x="243891" y="40327"/>
                  <a:pt x="240446" y="40327"/>
                </a:cubicBezTo>
                <a:lnTo>
                  <a:pt x="240446" y="37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BFBCC-0829-430E-965E-659F85B7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989" y="2473051"/>
            <a:ext cx="333134" cy="126061"/>
          </a:xfrm>
          <a:custGeom xmlns:a="http://schemas.openxmlformats.org/drawingml/2006/main">
            <a:pathLst>
              <a:path w="333134" h="126061" fill="none">
                <a:moveTo>
                  <a:pt x="333134" y="0"/>
                </a:moveTo>
                <a:lnTo>
                  <a:pt x="333134" y="126061"/>
                </a:lnTo>
                <a:lnTo>
                  <a:pt x="0" y="126061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5F755-81B0-4F10-9A11-9387C2F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06" y="2567883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F2B8E-6C48-4E03-836B-33A2F90F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706" y="2567881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D0F0C-C27F-4B7E-AD09-20A12AF8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04" y="2297888"/>
            <a:ext cx="1726130" cy="479780"/>
          </a:xfrm>
          <a:custGeom xmlns:a="http://schemas.openxmlformats.org/drawingml/2006/main">
            <a:pathLst>
              <a:path w="1726130" h="479780" fill="none">
                <a:moveTo>
                  <a:pt x="0" y="394997"/>
                </a:moveTo>
                <a:lnTo>
                  <a:pt x="0" y="479780"/>
                </a:lnTo>
                <a:lnTo>
                  <a:pt x="1500287" y="479780"/>
                </a:lnTo>
                <a:lnTo>
                  <a:pt x="1500287" y="0"/>
                </a:lnTo>
                <a:lnTo>
                  <a:pt x="1726130" y="0"/>
                </a:lnTo>
                <a:lnTo>
                  <a:pt x="1726130" y="8301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C7CD7-6F52-4DE6-BE66-2A4A0787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504" y="238090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4F9AD-A90D-44A6-B74D-D1B013EC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504" y="2380903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560FE-15FB-4CAA-AFE6-AF89519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156" y="2291594"/>
            <a:ext cx="1672312" cy="486594"/>
          </a:xfrm>
          <a:custGeom xmlns:a="http://schemas.openxmlformats.org/drawingml/2006/main">
            <a:pathLst>
              <a:path w="1672312" h="486594" fill="none">
                <a:moveTo>
                  <a:pt x="0" y="401291"/>
                </a:moveTo>
                <a:lnTo>
                  <a:pt x="0" y="486594"/>
                </a:lnTo>
                <a:lnTo>
                  <a:pt x="1463125" y="486594"/>
                </a:lnTo>
                <a:lnTo>
                  <a:pt x="1463125" y="0"/>
                </a:lnTo>
                <a:lnTo>
                  <a:pt x="1672312" y="0"/>
                </a:lnTo>
                <a:lnTo>
                  <a:pt x="1672312" y="89940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B33FF-FD6C-4C50-BEFB-547526D4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38" y="2381536"/>
            <a:ext cx="62463" cy="83284"/>
          </a:xfrm>
          <a:custGeom xmlns:a="http://schemas.openxmlformats.org/drawingml/2006/main">
            <a:pathLst>
              <a:path w="62463" h="83284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19162-FA5E-4343-9A2B-F86D1447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37" y="2381534"/>
            <a:ext cx="62463" cy="83284"/>
          </a:xfrm>
          <a:custGeom xmlns:a="http://schemas.openxmlformats.org/drawingml/2006/main">
            <a:pathLst>
              <a:path w="62463" h="83284" fill="none">
                <a:moveTo>
                  <a:pt x="31231" y="83284"/>
                </a:moveTo>
                <a:lnTo>
                  <a:pt x="62463" y="0"/>
                </a:lnTo>
                <a:lnTo>
                  <a:pt x="0" y="0"/>
                </a:lnTo>
                <a:lnTo>
                  <a:pt x="31231" y="83284"/>
                </a:lnTo>
                <a:close/>
                <a:moveTo>
                  <a:pt x="31231" y="83284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F15EC-0FF8-49CA-AA77-FF8B494A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749" y="2474313"/>
            <a:ext cx="333134" cy="126061"/>
          </a:xfrm>
          <a:custGeom xmlns:a="http://schemas.openxmlformats.org/drawingml/2006/main">
            <a:pathLst>
              <a:path w="333134" h="126061" fill="none">
                <a:moveTo>
                  <a:pt x="333134" y="0"/>
                </a:moveTo>
                <a:lnTo>
                  <a:pt x="333134" y="126061"/>
                </a:lnTo>
                <a:lnTo>
                  <a:pt x="0" y="126061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C8EE2-6EFA-43D8-A7A1-0ECF379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463" y="2569144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2161B-ED47-41A0-A480-889F8552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466" y="2569143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89EC5-2886-4039-B5FB-524CAFEE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697" y="2480622"/>
            <a:ext cx="333134" cy="113442"/>
          </a:xfrm>
          <a:custGeom xmlns:a="http://schemas.openxmlformats.org/drawingml/2006/main">
            <a:pathLst>
              <a:path w="333134" h="113442" fill="none">
                <a:moveTo>
                  <a:pt x="333134" y="0"/>
                </a:moveTo>
                <a:lnTo>
                  <a:pt x="333134" y="113442"/>
                </a:lnTo>
                <a:lnTo>
                  <a:pt x="0" y="113442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5344B-9A20-4B0B-8223-D0284EA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3" y="2562841"/>
            <a:ext cx="83284" cy="62463"/>
          </a:xfrm>
          <a:custGeom xmlns:a="http://schemas.openxmlformats.org/drawingml/2006/main">
            <a:pathLst>
              <a:path w="83284" h="62463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5CDE9-5288-4703-86BB-F143E4D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413" y="2562833"/>
            <a:ext cx="83284" cy="62463"/>
          </a:xfrm>
          <a:custGeom xmlns:a="http://schemas.openxmlformats.org/drawingml/2006/main">
            <a:pathLst>
              <a:path w="83284" h="62463" fill="none">
                <a:moveTo>
                  <a:pt x="0" y="31231"/>
                </a:moveTo>
                <a:lnTo>
                  <a:pt x="83284" y="62463"/>
                </a:lnTo>
                <a:lnTo>
                  <a:pt x="83284" y="0"/>
                </a:lnTo>
                <a:lnTo>
                  <a:pt x="0" y="31231"/>
                </a:lnTo>
                <a:close/>
                <a:moveTo>
                  <a:pt x="0" y="31231"/>
                </a:moveTo>
              </a:path>
            </a:pathLst>
          </a:custGeom>
          <a:noFill xmlns:a="http://schemas.openxmlformats.org/drawingml/2006/main"/>
          <a:ln xmlns:a="http://schemas.openxmlformats.org/drawingml/2006/main" w="23660" cap="flat">
            <a:solidFill>
              <a:srgbClr val="000000"/>
            </a:solidFill>
            <a:miter/>
          </a:ln>
        </p:spPr>
      </p:sp>
      <p:sp>
        <p:nvSpPr>
          <p:cNvPr id="298" name="Text Prediction">
            <a:extLst xmlns:a="http://schemas.openxmlformats.org/drawingml/2006/main">
              <a:ext uri="{FF2B5EF4-FFF2-40B4-BE49-F238E27FC236}">
                <a16:creationId xmlns:a16="http://schemas.microsoft.com/office/drawing/2014/main" id="{61F43473-DBD1-46C0-BE48-09F795A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169" y="2633746"/>
            <a:ext cx="1102994" cy="174247"/>
          </a:xfrm>
          <a:custGeom xmlns:a="http://schemas.openxmlformats.org/drawingml/2006/main">
            <a:pathLst>
              <a:path w="1102994" h="174247">
                <a:moveTo>
                  <a:pt x="61738" y="95133"/>
                </a:moveTo>
                <a:lnTo>
                  <a:pt x="61738" y="141468"/>
                </a:lnTo>
                <a:cubicBezTo>
                  <a:pt x="61738" y="150551"/>
                  <a:pt x="62293" y="156269"/>
                  <a:pt x="63402" y="158624"/>
                </a:cubicBezTo>
                <a:cubicBezTo>
                  <a:pt x="64511" y="160975"/>
                  <a:pt x="66482" y="162853"/>
                  <a:pt x="69317" y="164257"/>
                </a:cubicBezTo>
                <a:cubicBezTo>
                  <a:pt x="72151" y="165659"/>
                  <a:pt x="77347" y="166360"/>
                  <a:pt x="84905" y="166360"/>
                </a:cubicBezTo>
                <a:lnTo>
                  <a:pt x="84905" y="170796"/>
                </a:lnTo>
                <a:lnTo>
                  <a:pt x="0" y="170796"/>
                </a:lnTo>
                <a:lnTo>
                  <a:pt x="0" y="166360"/>
                </a:lnTo>
                <a:cubicBezTo>
                  <a:pt x="7722" y="166360"/>
                  <a:pt x="12960" y="165637"/>
                  <a:pt x="15712" y="164192"/>
                </a:cubicBezTo>
                <a:cubicBezTo>
                  <a:pt x="18464" y="162747"/>
                  <a:pt x="20395" y="160869"/>
                  <a:pt x="21504" y="158558"/>
                </a:cubicBezTo>
                <a:cubicBezTo>
                  <a:pt x="22613" y="156248"/>
                  <a:pt x="23167" y="150551"/>
                  <a:pt x="23167" y="141468"/>
                </a:cubicBezTo>
                <a:lnTo>
                  <a:pt x="23167" y="33026"/>
                </a:lnTo>
                <a:cubicBezTo>
                  <a:pt x="23167" y="23942"/>
                  <a:pt x="22613" y="18225"/>
                  <a:pt x="21504" y="15874"/>
                </a:cubicBezTo>
                <a:cubicBezTo>
                  <a:pt x="20395" y="13519"/>
                  <a:pt x="18443" y="11641"/>
                  <a:pt x="15650" y="10240"/>
                </a:cubicBezTo>
                <a:cubicBezTo>
                  <a:pt x="12857" y="8835"/>
                  <a:pt x="7640" y="8133"/>
                  <a:pt x="0" y="8133"/>
                </a:cubicBezTo>
                <a:lnTo>
                  <a:pt x="0" y="3697"/>
                </a:lnTo>
                <a:lnTo>
                  <a:pt x="72829" y="3697"/>
                </a:lnTo>
                <a:cubicBezTo>
                  <a:pt x="96817" y="3697"/>
                  <a:pt x="114029" y="7969"/>
                  <a:pt x="124462" y="16513"/>
                </a:cubicBezTo>
                <a:cubicBezTo>
                  <a:pt x="134895" y="25057"/>
                  <a:pt x="140112" y="35737"/>
                  <a:pt x="140112" y="48552"/>
                </a:cubicBezTo>
                <a:cubicBezTo>
                  <a:pt x="140112" y="59397"/>
                  <a:pt x="136744" y="68680"/>
                  <a:pt x="130007" y="76402"/>
                </a:cubicBezTo>
                <a:cubicBezTo>
                  <a:pt x="123271" y="84125"/>
                  <a:pt x="113987" y="89383"/>
                  <a:pt x="102157" y="92176"/>
                </a:cubicBezTo>
                <a:cubicBezTo>
                  <a:pt x="94189" y="94147"/>
                  <a:pt x="80715" y="95133"/>
                  <a:pt x="61738" y="95133"/>
                </a:cubicBezTo>
                <a:moveTo>
                  <a:pt x="61738" y="13309"/>
                </a:moveTo>
                <a:lnTo>
                  <a:pt x="61738" y="85521"/>
                </a:lnTo>
                <a:cubicBezTo>
                  <a:pt x="64449" y="85686"/>
                  <a:pt x="66503" y="85768"/>
                  <a:pt x="67900" y="85768"/>
                </a:cubicBezTo>
                <a:cubicBezTo>
                  <a:pt x="77922" y="85768"/>
                  <a:pt x="85645" y="82790"/>
                  <a:pt x="91067" y="76834"/>
                </a:cubicBezTo>
                <a:cubicBezTo>
                  <a:pt x="96489" y="70878"/>
                  <a:pt x="99200" y="61656"/>
                  <a:pt x="99200" y="49169"/>
                </a:cubicBezTo>
                <a:cubicBezTo>
                  <a:pt x="99200" y="36764"/>
                  <a:pt x="96489" y="27686"/>
                  <a:pt x="91067" y="21935"/>
                </a:cubicBezTo>
                <a:cubicBezTo>
                  <a:pt x="85645" y="16184"/>
                  <a:pt x="77553" y="13309"/>
                  <a:pt x="66790" y="13309"/>
                </a:cubicBezTo>
                <a:lnTo>
                  <a:pt x="61738" y="13309"/>
                </a:lnTo>
                <a:close/>
                <a:moveTo>
                  <a:pt x="204060" y="55453"/>
                </a:moveTo>
                <a:lnTo>
                  <a:pt x="204060" y="81578"/>
                </a:lnTo>
                <a:cubicBezTo>
                  <a:pt x="211701" y="69666"/>
                  <a:pt x="218396" y="61759"/>
                  <a:pt x="224147" y="57856"/>
                </a:cubicBezTo>
                <a:cubicBezTo>
                  <a:pt x="229898" y="53954"/>
                  <a:pt x="235443" y="52003"/>
                  <a:pt x="240783" y="52003"/>
                </a:cubicBezTo>
                <a:cubicBezTo>
                  <a:pt x="245383" y="52003"/>
                  <a:pt x="249060" y="53425"/>
                  <a:pt x="251812" y="56270"/>
                </a:cubicBezTo>
                <a:cubicBezTo>
                  <a:pt x="254564" y="59114"/>
                  <a:pt x="255940" y="63133"/>
                  <a:pt x="255940" y="68327"/>
                </a:cubicBezTo>
                <a:cubicBezTo>
                  <a:pt x="255940" y="73852"/>
                  <a:pt x="254605" y="78140"/>
                  <a:pt x="251935" y="81193"/>
                </a:cubicBezTo>
                <a:cubicBezTo>
                  <a:pt x="249265" y="84243"/>
                  <a:pt x="246041" y="85768"/>
                  <a:pt x="242262" y="85768"/>
                </a:cubicBezTo>
                <a:cubicBezTo>
                  <a:pt x="237908" y="85768"/>
                  <a:pt x="234128" y="84371"/>
                  <a:pt x="230925" y="81578"/>
                </a:cubicBezTo>
                <a:cubicBezTo>
                  <a:pt x="227721" y="78785"/>
                  <a:pt x="225831" y="77224"/>
                  <a:pt x="225256" y="76895"/>
                </a:cubicBezTo>
                <a:cubicBezTo>
                  <a:pt x="224434" y="76402"/>
                  <a:pt x="223490" y="76156"/>
                  <a:pt x="222422" y="76156"/>
                </a:cubicBezTo>
                <a:cubicBezTo>
                  <a:pt x="220039" y="76156"/>
                  <a:pt x="217780" y="77060"/>
                  <a:pt x="215644" y="78867"/>
                </a:cubicBezTo>
                <a:cubicBezTo>
                  <a:pt x="212276" y="81660"/>
                  <a:pt x="209729" y="85645"/>
                  <a:pt x="208004" y="90820"/>
                </a:cubicBezTo>
                <a:cubicBezTo>
                  <a:pt x="205375" y="98789"/>
                  <a:pt x="204060" y="107580"/>
                  <a:pt x="204060" y="117191"/>
                </a:cubicBezTo>
                <a:lnTo>
                  <a:pt x="204060" y="143686"/>
                </a:lnTo>
                <a:lnTo>
                  <a:pt x="204184" y="150587"/>
                </a:lnTo>
                <a:cubicBezTo>
                  <a:pt x="204184" y="155269"/>
                  <a:pt x="204471" y="158268"/>
                  <a:pt x="205046" y="159582"/>
                </a:cubicBezTo>
                <a:cubicBezTo>
                  <a:pt x="206032" y="161801"/>
                  <a:pt x="207490" y="163423"/>
                  <a:pt x="209421" y="164450"/>
                </a:cubicBezTo>
                <a:cubicBezTo>
                  <a:pt x="211352" y="165477"/>
                  <a:pt x="214617" y="166114"/>
                  <a:pt x="219218" y="166360"/>
                </a:cubicBezTo>
                <a:lnTo>
                  <a:pt x="219218" y="170796"/>
                </a:lnTo>
                <a:lnTo>
                  <a:pt x="156987" y="170796"/>
                </a:lnTo>
                <a:lnTo>
                  <a:pt x="156987" y="166360"/>
                </a:lnTo>
                <a:cubicBezTo>
                  <a:pt x="161998" y="165949"/>
                  <a:pt x="165387" y="164573"/>
                  <a:pt x="167153" y="162232"/>
                </a:cubicBezTo>
                <a:cubicBezTo>
                  <a:pt x="168919" y="159891"/>
                  <a:pt x="169803" y="153708"/>
                  <a:pt x="169803" y="143686"/>
                </a:cubicBezTo>
                <a:lnTo>
                  <a:pt x="169803" y="79853"/>
                </a:lnTo>
                <a:cubicBezTo>
                  <a:pt x="169803" y="73240"/>
                  <a:pt x="169474" y="69024"/>
                  <a:pt x="168817" y="67206"/>
                </a:cubicBezTo>
                <a:cubicBezTo>
                  <a:pt x="167995" y="64891"/>
                  <a:pt x="166804" y="63196"/>
                  <a:pt x="165243" y="62123"/>
                </a:cubicBezTo>
                <a:cubicBezTo>
                  <a:pt x="163682" y="61047"/>
                  <a:pt x="160930" y="60303"/>
                  <a:pt x="156987" y="59890"/>
                </a:cubicBezTo>
                <a:lnTo>
                  <a:pt x="156987" y="55453"/>
                </a:lnTo>
                <a:lnTo>
                  <a:pt x="204060" y="55453"/>
                </a:lnTo>
                <a:close/>
                <a:moveTo>
                  <a:pt x="361305" y="108935"/>
                </a:moveTo>
                <a:lnTo>
                  <a:pt x="298088" y="108935"/>
                </a:lnTo>
                <a:cubicBezTo>
                  <a:pt x="298827" y="124257"/>
                  <a:pt x="302894" y="136365"/>
                  <a:pt x="310288" y="145261"/>
                </a:cubicBezTo>
                <a:cubicBezTo>
                  <a:pt x="315956" y="152098"/>
                  <a:pt x="322775" y="155516"/>
                  <a:pt x="330744" y="155516"/>
                </a:cubicBezTo>
                <a:cubicBezTo>
                  <a:pt x="335673" y="155516"/>
                  <a:pt x="340151" y="154140"/>
                  <a:pt x="344176" y="151388"/>
                </a:cubicBezTo>
                <a:cubicBezTo>
                  <a:pt x="348202" y="148636"/>
                  <a:pt x="352515" y="143686"/>
                  <a:pt x="357115" y="136538"/>
                </a:cubicBezTo>
                <a:lnTo>
                  <a:pt x="361305" y="139250"/>
                </a:lnTo>
                <a:cubicBezTo>
                  <a:pt x="355061" y="151983"/>
                  <a:pt x="348160" y="161000"/>
                  <a:pt x="340602" y="166298"/>
                </a:cubicBezTo>
                <a:cubicBezTo>
                  <a:pt x="333044" y="171597"/>
                  <a:pt x="324295" y="174247"/>
                  <a:pt x="314354" y="174247"/>
                </a:cubicBezTo>
                <a:cubicBezTo>
                  <a:pt x="297267" y="174247"/>
                  <a:pt x="284327" y="167668"/>
                  <a:pt x="275537" y="154511"/>
                </a:cubicBezTo>
                <a:cubicBezTo>
                  <a:pt x="268472" y="143903"/>
                  <a:pt x="264939" y="130745"/>
                  <a:pt x="264939" y="115039"/>
                </a:cubicBezTo>
                <a:cubicBezTo>
                  <a:pt x="264939" y="95794"/>
                  <a:pt x="270136" y="80478"/>
                  <a:pt x="280528" y="69089"/>
                </a:cubicBezTo>
                <a:cubicBezTo>
                  <a:pt x="290920" y="57698"/>
                  <a:pt x="303099" y="52003"/>
                  <a:pt x="317065" y="52003"/>
                </a:cubicBezTo>
                <a:cubicBezTo>
                  <a:pt x="328731" y="52003"/>
                  <a:pt x="338857" y="56788"/>
                  <a:pt x="347442" y="66359"/>
                </a:cubicBezTo>
                <a:cubicBezTo>
                  <a:pt x="356027" y="75930"/>
                  <a:pt x="360648" y="90122"/>
                  <a:pt x="361305" y="108935"/>
                </a:cubicBezTo>
                <a:moveTo>
                  <a:pt x="330990" y="100802"/>
                </a:moveTo>
                <a:cubicBezTo>
                  <a:pt x="330990" y="87575"/>
                  <a:pt x="330272" y="78497"/>
                  <a:pt x="328834" y="73568"/>
                </a:cubicBezTo>
                <a:cubicBezTo>
                  <a:pt x="327396" y="68639"/>
                  <a:pt x="325158" y="64901"/>
                  <a:pt x="322118" y="62354"/>
                </a:cubicBezTo>
                <a:cubicBezTo>
                  <a:pt x="320393" y="60875"/>
                  <a:pt x="318092" y="60136"/>
                  <a:pt x="315217" y="60136"/>
                </a:cubicBezTo>
                <a:cubicBezTo>
                  <a:pt x="310945" y="60136"/>
                  <a:pt x="307454" y="62231"/>
                  <a:pt x="304743" y="66421"/>
                </a:cubicBezTo>
                <a:cubicBezTo>
                  <a:pt x="299895" y="73732"/>
                  <a:pt x="297472" y="83755"/>
                  <a:pt x="297472" y="96489"/>
                </a:cubicBezTo>
                <a:lnTo>
                  <a:pt x="297472" y="100802"/>
                </a:lnTo>
                <a:lnTo>
                  <a:pt x="330990" y="100802"/>
                </a:lnTo>
                <a:close/>
                <a:moveTo>
                  <a:pt x="487728" y="3697"/>
                </a:moveTo>
                <a:lnTo>
                  <a:pt x="487728" y="136292"/>
                </a:lnTo>
                <a:cubicBezTo>
                  <a:pt x="487728" y="145157"/>
                  <a:pt x="487974" y="150402"/>
                  <a:pt x="488467" y="152027"/>
                </a:cubicBezTo>
                <a:cubicBezTo>
                  <a:pt x="489124" y="154712"/>
                  <a:pt x="490377" y="156706"/>
                  <a:pt x="492226" y="158007"/>
                </a:cubicBezTo>
                <a:cubicBezTo>
                  <a:pt x="494074" y="159306"/>
                  <a:pt x="497299" y="160119"/>
                  <a:pt x="501899" y="160445"/>
                </a:cubicBezTo>
                <a:lnTo>
                  <a:pt x="501899" y="164881"/>
                </a:lnTo>
                <a:lnTo>
                  <a:pt x="453223" y="174247"/>
                </a:lnTo>
                <a:lnTo>
                  <a:pt x="453223" y="156009"/>
                </a:lnTo>
                <a:cubicBezTo>
                  <a:pt x="447390" y="163074"/>
                  <a:pt x="442194" y="167880"/>
                  <a:pt x="437635" y="170427"/>
                </a:cubicBezTo>
                <a:cubicBezTo>
                  <a:pt x="433075" y="172973"/>
                  <a:pt x="427920" y="174247"/>
                  <a:pt x="422169" y="174247"/>
                </a:cubicBezTo>
                <a:cubicBezTo>
                  <a:pt x="407464" y="174247"/>
                  <a:pt x="395839" y="167668"/>
                  <a:pt x="387295" y="154511"/>
                </a:cubicBezTo>
                <a:cubicBezTo>
                  <a:pt x="380395" y="143821"/>
                  <a:pt x="376944" y="130704"/>
                  <a:pt x="376944" y="115162"/>
                </a:cubicBezTo>
                <a:cubicBezTo>
                  <a:pt x="376944" y="102744"/>
                  <a:pt x="379080" y="91621"/>
                  <a:pt x="383352" y="81794"/>
                </a:cubicBezTo>
                <a:cubicBezTo>
                  <a:pt x="387624" y="71966"/>
                  <a:pt x="393478" y="64544"/>
                  <a:pt x="400912" y="59528"/>
                </a:cubicBezTo>
                <a:cubicBezTo>
                  <a:pt x="408347" y="54511"/>
                  <a:pt x="416337" y="52003"/>
                  <a:pt x="424881" y="52003"/>
                </a:cubicBezTo>
                <a:cubicBezTo>
                  <a:pt x="430385" y="52003"/>
                  <a:pt x="435273" y="53080"/>
                  <a:pt x="439545" y="55234"/>
                </a:cubicBezTo>
                <a:cubicBezTo>
                  <a:pt x="443817" y="57388"/>
                  <a:pt x="448376" y="61158"/>
                  <a:pt x="453223" y="66544"/>
                </a:cubicBezTo>
                <a:lnTo>
                  <a:pt x="453223" y="31793"/>
                </a:lnTo>
                <a:cubicBezTo>
                  <a:pt x="453223" y="23003"/>
                  <a:pt x="452854" y="17704"/>
                  <a:pt x="452114" y="15897"/>
                </a:cubicBezTo>
                <a:cubicBezTo>
                  <a:pt x="451128" y="13514"/>
                  <a:pt x="449650" y="11748"/>
                  <a:pt x="447678" y="10598"/>
                </a:cubicBezTo>
                <a:cubicBezTo>
                  <a:pt x="445706" y="9448"/>
                  <a:pt x="442009" y="8873"/>
                  <a:pt x="436587" y="8873"/>
                </a:cubicBezTo>
                <a:lnTo>
                  <a:pt x="436587" y="3697"/>
                </a:lnTo>
                <a:lnTo>
                  <a:pt x="487728" y="3697"/>
                </a:lnTo>
                <a:moveTo>
                  <a:pt x="453223" y="81578"/>
                </a:moveTo>
                <a:cubicBezTo>
                  <a:pt x="447144" y="70077"/>
                  <a:pt x="439709" y="64326"/>
                  <a:pt x="430919" y="64326"/>
                </a:cubicBezTo>
                <a:cubicBezTo>
                  <a:pt x="427879" y="64326"/>
                  <a:pt x="425373" y="65147"/>
                  <a:pt x="423402" y="66790"/>
                </a:cubicBezTo>
                <a:cubicBezTo>
                  <a:pt x="420362" y="69337"/>
                  <a:pt x="417877" y="73815"/>
                  <a:pt x="415946" y="80223"/>
                </a:cubicBezTo>
                <a:cubicBezTo>
                  <a:pt x="414016" y="86630"/>
                  <a:pt x="413050" y="96448"/>
                  <a:pt x="413050" y="109674"/>
                </a:cubicBezTo>
                <a:cubicBezTo>
                  <a:pt x="413050" y="124216"/>
                  <a:pt x="414118" y="134978"/>
                  <a:pt x="416254" y="141961"/>
                </a:cubicBezTo>
                <a:cubicBezTo>
                  <a:pt x="418390" y="148944"/>
                  <a:pt x="421307" y="153996"/>
                  <a:pt x="425004" y="157118"/>
                </a:cubicBezTo>
                <a:cubicBezTo>
                  <a:pt x="426893" y="158679"/>
                  <a:pt x="429481" y="159459"/>
                  <a:pt x="432767" y="159459"/>
                </a:cubicBezTo>
                <a:cubicBezTo>
                  <a:pt x="439997" y="159459"/>
                  <a:pt x="446815" y="153773"/>
                  <a:pt x="453223" y="142400"/>
                </a:cubicBezTo>
                <a:lnTo>
                  <a:pt x="453223" y="81578"/>
                </a:lnTo>
                <a:close/>
                <a:moveTo>
                  <a:pt x="543809" y="0"/>
                </a:moveTo>
                <a:cubicBezTo>
                  <a:pt x="549149" y="0"/>
                  <a:pt x="553667" y="1875"/>
                  <a:pt x="557364" y="5626"/>
                </a:cubicBezTo>
                <a:cubicBezTo>
                  <a:pt x="561061" y="9374"/>
                  <a:pt x="562910" y="13886"/>
                  <a:pt x="562910" y="19162"/>
                </a:cubicBezTo>
                <a:cubicBezTo>
                  <a:pt x="562910" y="24438"/>
                  <a:pt x="561041" y="28931"/>
                  <a:pt x="557303" y="32640"/>
                </a:cubicBezTo>
                <a:cubicBezTo>
                  <a:pt x="553565" y="36348"/>
                  <a:pt x="549067" y="38201"/>
                  <a:pt x="543809" y="38201"/>
                </a:cubicBezTo>
                <a:cubicBezTo>
                  <a:pt x="538551" y="38201"/>
                  <a:pt x="534074" y="36348"/>
                  <a:pt x="530377" y="32640"/>
                </a:cubicBezTo>
                <a:cubicBezTo>
                  <a:pt x="526680" y="28931"/>
                  <a:pt x="524832" y="24438"/>
                  <a:pt x="524832" y="19162"/>
                </a:cubicBezTo>
                <a:cubicBezTo>
                  <a:pt x="524832" y="13886"/>
                  <a:pt x="526680" y="9374"/>
                  <a:pt x="530377" y="5626"/>
                </a:cubicBezTo>
                <a:cubicBezTo>
                  <a:pt x="534074" y="1875"/>
                  <a:pt x="538551" y="0"/>
                  <a:pt x="543809" y="0"/>
                </a:cubicBezTo>
                <a:moveTo>
                  <a:pt x="561061" y="55453"/>
                </a:moveTo>
                <a:lnTo>
                  <a:pt x="561061" y="146890"/>
                </a:lnTo>
                <a:cubicBezTo>
                  <a:pt x="561061" y="155023"/>
                  <a:pt x="562006" y="160219"/>
                  <a:pt x="563895" y="162478"/>
                </a:cubicBezTo>
                <a:cubicBezTo>
                  <a:pt x="565785" y="164738"/>
                  <a:pt x="569482" y="166031"/>
                  <a:pt x="574986" y="166360"/>
                </a:cubicBezTo>
                <a:lnTo>
                  <a:pt x="574986" y="170796"/>
                </a:lnTo>
                <a:lnTo>
                  <a:pt x="512755" y="170796"/>
                </a:lnTo>
                <a:lnTo>
                  <a:pt x="512755" y="166360"/>
                </a:lnTo>
                <a:cubicBezTo>
                  <a:pt x="517849" y="166196"/>
                  <a:pt x="521628" y="164717"/>
                  <a:pt x="524092" y="161924"/>
                </a:cubicBezTo>
                <a:cubicBezTo>
                  <a:pt x="525735" y="160034"/>
                  <a:pt x="526557" y="155023"/>
                  <a:pt x="526557" y="146890"/>
                </a:cubicBezTo>
                <a:lnTo>
                  <a:pt x="526557" y="79606"/>
                </a:lnTo>
                <a:cubicBezTo>
                  <a:pt x="526557" y="71371"/>
                  <a:pt x="525612" y="66109"/>
                  <a:pt x="523723" y="63821"/>
                </a:cubicBezTo>
                <a:cubicBezTo>
                  <a:pt x="521833" y="61534"/>
                  <a:pt x="518177" y="60223"/>
                  <a:pt x="512755" y="59890"/>
                </a:cubicBezTo>
                <a:lnTo>
                  <a:pt x="512755" y="55453"/>
                </a:lnTo>
                <a:lnTo>
                  <a:pt x="561061" y="55453"/>
                </a:lnTo>
                <a:close/>
                <a:moveTo>
                  <a:pt x="680215" y="141002"/>
                </a:moveTo>
                <a:lnTo>
                  <a:pt x="684035" y="143955"/>
                </a:lnTo>
                <a:cubicBezTo>
                  <a:pt x="678613" y="154176"/>
                  <a:pt x="671856" y="161780"/>
                  <a:pt x="663764" y="166768"/>
                </a:cubicBezTo>
                <a:cubicBezTo>
                  <a:pt x="655672" y="171754"/>
                  <a:pt x="647066" y="174247"/>
                  <a:pt x="637947" y="174247"/>
                </a:cubicBezTo>
                <a:cubicBezTo>
                  <a:pt x="622585" y="174247"/>
                  <a:pt x="610303" y="168450"/>
                  <a:pt x="601102" y="156856"/>
                </a:cubicBezTo>
                <a:cubicBezTo>
                  <a:pt x="591900" y="145260"/>
                  <a:pt x="587300" y="131320"/>
                  <a:pt x="587300" y="115039"/>
                </a:cubicBezTo>
                <a:cubicBezTo>
                  <a:pt x="587300" y="99330"/>
                  <a:pt x="591490" y="85514"/>
                  <a:pt x="599869" y="73591"/>
                </a:cubicBezTo>
                <a:cubicBezTo>
                  <a:pt x="609974" y="59199"/>
                  <a:pt x="623899" y="52003"/>
                  <a:pt x="641644" y="52003"/>
                </a:cubicBezTo>
                <a:cubicBezTo>
                  <a:pt x="653556" y="52003"/>
                  <a:pt x="663024" y="55011"/>
                  <a:pt x="670049" y="61026"/>
                </a:cubicBezTo>
                <a:cubicBezTo>
                  <a:pt x="677073" y="67038"/>
                  <a:pt x="680585" y="73752"/>
                  <a:pt x="680585" y="81166"/>
                </a:cubicBezTo>
                <a:cubicBezTo>
                  <a:pt x="680585" y="85862"/>
                  <a:pt x="679168" y="89610"/>
                  <a:pt x="676333" y="92411"/>
                </a:cubicBezTo>
                <a:cubicBezTo>
                  <a:pt x="673499" y="95212"/>
                  <a:pt x="669782" y="96612"/>
                  <a:pt x="665181" y="96612"/>
                </a:cubicBezTo>
                <a:cubicBezTo>
                  <a:pt x="660334" y="96612"/>
                  <a:pt x="656329" y="95005"/>
                  <a:pt x="653166" y="91791"/>
                </a:cubicBezTo>
                <a:cubicBezTo>
                  <a:pt x="650003" y="88574"/>
                  <a:pt x="648052" y="82844"/>
                  <a:pt x="647313" y="74600"/>
                </a:cubicBezTo>
                <a:cubicBezTo>
                  <a:pt x="646820" y="69407"/>
                  <a:pt x="645629" y="65779"/>
                  <a:pt x="643739" y="63717"/>
                </a:cubicBezTo>
                <a:cubicBezTo>
                  <a:pt x="641850" y="61658"/>
                  <a:pt x="639631" y="60629"/>
                  <a:pt x="637085" y="60629"/>
                </a:cubicBezTo>
                <a:cubicBezTo>
                  <a:pt x="633141" y="60629"/>
                  <a:pt x="629773" y="62724"/>
                  <a:pt x="626980" y="66914"/>
                </a:cubicBezTo>
                <a:cubicBezTo>
                  <a:pt x="622708" y="73240"/>
                  <a:pt x="620572" y="82934"/>
                  <a:pt x="620572" y="95996"/>
                </a:cubicBezTo>
                <a:cubicBezTo>
                  <a:pt x="620572" y="106840"/>
                  <a:pt x="622297" y="117212"/>
                  <a:pt x="625747" y="127111"/>
                </a:cubicBezTo>
                <a:cubicBezTo>
                  <a:pt x="629198" y="137011"/>
                  <a:pt x="633922" y="144384"/>
                  <a:pt x="639919" y="149231"/>
                </a:cubicBezTo>
                <a:cubicBezTo>
                  <a:pt x="644437" y="152764"/>
                  <a:pt x="649777" y="154530"/>
                  <a:pt x="655939" y="154530"/>
                </a:cubicBezTo>
                <a:cubicBezTo>
                  <a:pt x="659964" y="154530"/>
                  <a:pt x="663784" y="153588"/>
                  <a:pt x="667399" y="151703"/>
                </a:cubicBezTo>
                <a:cubicBezTo>
                  <a:pt x="671014" y="149816"/>
                  <a:pt x="675286" y="146249"/>
                  <a:pt x="680215" y="141002"/>
                </a:cubicBezTo>
                <a:close/>
                <a:moveTo>
                  <a:pt x="743914" y="13062"/>
                </a:moveTo>
                <a:lnTo>
                  <a:pt x="743914" y="55453"/>
                </a:lnTo>
                <a:lnTo>
                  <a:pt x="771271" y="55453"/>
                </a:lnTo>
                <a:lnTo>
                  <a:pt x="771271" y="67530"/>
                </a:lnTo>
                <a:lnTo>
                  <a:pt x="743914" y="67530"/>
                </a:lnTo>
                <a:lnTo>
                  <a:pt x="743914" y="138826"/>
                </a:lnTo>
                <a:cubicBezTo>
                  <a:pt x="743914" y="145498"/>
                  <a:pt x="744222" y="149802"/>
                  <a:pt x="744838" y="151738"/>
                </a:cubicBezTo>
                <a:cubicBezTo>
                  <a:pt x="745454" y="153674"/>
                  <a:pt x="746543" y="155240"/>
                  <a:pt x="748104" y="156436"/>
                </a:cubicBezTo>
                <a:cubicBezTo>
                  <a:pt x="749665" y="157630"/>
                  <a:pt x="751102" y="158227"/>
                  <a:pt x="752417" y="158227"/>
                </a:cubicBezTo>
                <a:cubicBezTo>
                  <a:pt x="757757" y="158227"/>
                  <a:pt x="762809" y="154119"/>
                  <a:pt x="767574" y="145904"/>
                </a:cubicBezTo>
                <a:lnTo>
                  <a:pt x="771271" y="148642"/>
                </a:lnTo>
                <a:cubicBezTo>
                  <a:pt x="764616" y="164562"/>
                  <a:pt x="753813" y="172522"/>
                  <a:pt x="738861" y="172522"/>
                </a:cubicBezTo>
                <a:cubicBezTo>
                  <a:pt x="731550" y="172522"/>
                  <a:pt x="725368" y="170482"/>
                  <a:pt x="720315" y="166402"/>
                </a:cubicBezTo>
                <a:cubicBezTo>
                  <a:pt x="715263" y="162320"/>
                  <a:pt x="712038" y="157765"/>
                  <a:pt x="710642" y="152735"/>
                </a:cubicBezTo>
                <a:cubicBezTo>
                  <a:pt x="709820" y="149932"/>
                  <a:pt x="709410" y="142347"/>
                  <a:pt x="709410" y="129980"/>
                </a:cubicBezTo>
                <a:lnTo>
                  <a:pt x="709410" y="67530"/>
                </a:lnTo>
                <a:lnTo>
                  <a:pt x="694376" y="67530"/>
                </a:lnTo>
                <a:lnTo>
                  <a:pt x="694376" y="63205"/>
                </a:lnTo>
                <a:cubicBezTo>
                  <a:pt x="704727" y="55878"/>
                  <a:pt x="713538" y="48180"/>
                  <a:pt x="720808" y="40111"/>
                </a:cubicBezTo>
                <a:cubicBezTo>
                  <a:pt x="728079" y="32042"/>
                  <a:pt x="734425" y="23026"/>
                  <a:pt x="739847" y="13062"/>
                </a:cubicBezTo>
                <a:lnTo>
                  <a:pt x="743914" y="13062"/>
                </a:lnTo>
                <a:close/>
                <a:moveTo>
                  <a:pt x="809959" y="0"/>
                </a:moveTo>
                <a:cubicBezTo>
                  <a:pt x="815299" y="0"/>
                  <a:pt x="819817" y="1875"/>
                  <a:pt x="823514" y="5626"/>
                </a:cubicBezTo>
                <a:cubicBezTo>
                  <a:pt x="827211" y="9374"/>
                  <a:pt x="829060" y="13886"/>
                  <a:pt x="829060" y="19162"/>
                </a:cubicBezTo>
                <a:cubicBezTo>
                  <a:pt x="829060" y="24438"/>
                  <a:pt x="827191" y="28931"/>
                  <a:pt x="823453" y="32640"/>
                </a:cubicBezTo>
                <a:cubicBezTo>
                  <a:pt x="819715" y="36348"/>
                  <a:pt x="815217" y="38201"/>
                  <a:pt x="809959" y="38201"/>
                </a:cubicBezTo>
                <a:cubicBezTo>
                  <a:pt x="804701" y="38201"/>
                  <a:pt x="800224" y="36348"/>
                  <a:pt x="796527" y="32640"/>
                </a:cubicBezTo>
                <a:cubicBezTo>
                  <a:pt x="792830" y="28931"/>
                  <a:pt x="790982" y="24438"/>
                  <a:pt x="790982" y="19162"/>
                </a:cubicBezTo>
                <a:cubicBezTo>
                  <a:pt x="790982" y="13886"/>
                  <a:pt x="792830" y="9374"/>
                  <a:pt x="796527" y="5626"/>
                </a:cubicBezTo>
                <a:cubicBezTo>
                  <a:pt x="800224" y="1875"/>
                  <a:pt x="804701" y="0"/>
                  <a:pt x="809959" y="0"/>
                </a:cubicBezTo>
                <a:moveTo>
                  <a:pt x="827211" y="55453"/>
                </a:moveTo>
                <a:lnTo>
                  <a:pt x="827211" y="146890"/>
                </a:lnTo>
                <a:cubicBezTo>
                  <a:pt x="827211" y="155023"/>
                  <a:pt x="828156" y="160219"/>
                  <a:pt x="830046" y="162478"/>
                </a:cubicBezTo>
                <a:cubicBezTo>
                  <a:pt x="831935" y="164738"/>
                  <a:pt x="835632" y="166031"/>
                  <a:pt x="841136" y="166360"/>
                </a:cubicBezTo>
                <a:lnTo>
                  <a:pt x="841136" y="170796"/>
                </a:lnTo>
                <a:lnTo>
                  <a:pt x="778905" y="170796"/>
                </a:lnTo>
                <a:lnTo>
                  <a:pt x="778905" y="166360"/>
                </a:lnTo>
                <a:cubicBezTo>
                  <a:pt x="783999" y="166196"/>
                  <a:pt x="787778" y="164717"/>
                  <a:pt x="790242" y="161924"/>
                </a:cubicBezTo>
                <a:cubicBezTo>
                  <a:pt x="791885" y="160034"/>
                  <a:pt x="792707" y="155023"/>
                  <a:pt x="792707" y="146890"/>
                </a:cubicBezTo>
                <a:lnTo>
                  <a:pt x="792707" y="79606"/>
                </a:lnTo>
                <a:cubicBezTo>
                  <a:pt x="792707" y="71371"/>
                  <a:pt x="791762" y="66109"/>
                  <a:pt x="789873" y="63821"/>
                </a:cubicBezTo>
                <a:cubicBezTo>
                  <a:pt x="787983" y="61534"/>
                  <a:pt x="784327" y="60223"/>
                  <a:pt x="778905" y="59890"/>
                </a:cubicBezTo>
                <a:lnTo>
                  <a:pt x="778905" y="55453"/>
                </a:lnTo>
                <a:lnTo>
                  <a:pt x="827211" y="55453"/>
                </a:lnTo>
                <a:close/>
                <a:moveTo>
                  <a:pt x="906689" y="52003"/>
                </a:moveTo>
                <a:cubicBezTo>
                  <a:pt x="916711" y="52003"/>
                  <a:pt x="926036" y="54593"/>
                  <a:pt x="934662" y="59774"/>
                </a:cubicBezTo>
                <a:cubicBezTo>
                  <a:pt x="943288" y="64955"/>
                  <a:pt x="949840" y="72315"/>
                  <a:pt x="954317" y="81855"/>
                </a:cubicBezTo>
                <a:cubicBezTo>
                  <a:pt x="958794" y="91395"/>
                  <a:pt x="961033" y="101839"/>
                  <a:pt x="961033" y="113186"/>
                </a:cubicBezTo>
                <a:cubicBezTo>
                  <a:pt x="961033" y="129550"/>
                  <a:pt x="956884" y="143243"/>
                  <a:pt x="948587" y="154264"/>
                </a:cubicBezTo>
                <a:cubicBezTo>
                  <a:pt x="938564" y="167586"/>
                  <a:pt x="924721" y="174247"/>
                  <a:pt x="907058" y="174247"/>
                </a:cubicBezTo>
                <a:cubicBezTo>
                  <a:pt x="889724" y="174247"/>
                  <a:pt x="876374" y="168161"/>
                  <a:pt x="867009" y="155990"/>
                </a:cubicBezTo>
                <a:cubicBezTo>
                  <a:pt x="857643" y="143818"/>
                  <a:pt x="852960" y="129715"/>
                  <a:pt x="852960" y="113679"/>
                </a:cubicBezTo>
                <a:cubicBezTo>
                  <a:pt x="852960" y="97151"/>
                  <a:pt x="857746" y="82740"/>
                  <a:pt x="867317" y="70445"/>
                </a:cubicBezTo>
                <a:cubicBezTo>
                  <a:pt x="876888" y="58150"/>
                  <a:pt x="890012" y="52003"/>
                  <a:pt x="906689" y="52003"/>
                </a:cubicBezTo>
                <a:moveTo>
                  <a:pt x="907182" y="60629"/>
                </a:moveTo>
                <a:cubicBezTo>
                  <a:pt x="902992" y="60629"/>
                  <a:pt x="899398" y="62213"/>
                  <a:pt x="896399" y="65381"/>
                </a:cubicBezTo>
                <a:cubicBezTo>
                  <a:pt x="893400" y="68547"/>
                  <a:pt x="891429" y="74797"/>
                  <a:pt x="890484" y="84131"/>
                </a:cubicBezTo>
                <a:cubicBezTo>
                  <a:pt x="889539" y="93466"/>
                  <a:pt x="889067" y="106441"/>
                  <a:pt x="889067" y="123056"/>
                </a:cubicBezTo>
                <a:cubicBezTo>
                  <a:pt x="889067" y="131857"/>
                  <a:pt x="889642" y="140083"/>
                  <a:pt x="890792" y="147733"/>
                </a:cubicBezTo>
                <a:cubicBezTo>
                  <a:pt x="891696" y="153571"/>
                  <a:pt x="893626" y="158013"/>
                  <a:pt x="896584" y="161057"/>
                </a:cubicBezTo>
                <a:cubicBezTo>
                  <a:pt x="899541" y="164100"/>
                  <a:pt x="902910" y="165621"/>
                  <a:pt x="906689" y="165621"/>
                </a:cubicBezTo>
                <a:cubicBezTo>
                  <a:pt x="910385" y="165621"/>
                  <a:pt x="913466" y="164592"/>
                  <a:pt x="915931" y="162536"/>
                </a:cubicBezTo>
                <a:cubicBezTo>
                  <a:pt x="919135" y="159740"/>
                  <a:pt x="921271" y="155833"/>
                  <a:pt x="922339" y="150814"/>
                </a:cubicBezTo>
                <a:cubicBezTo>
                  <a:pt x="923982" y="143002"/>
                  <a:pt x="924803" y="127210"/>
                  <a:pt x="924803" y="103440"/>
                </a:cubicBezTo>
                <a:cubicBezTo>
                  <a:pt x="924803" y="89458"/>
                  <a:pt x="924023" y="79857"/>
                  <a:pt x="922462" y="74635"/>
                </a:cubicBezTo>
                <a:cubicBezTo>
                  <a:pt x="920901" y="69410"/>
                  <a:pt x="918601" y="65606"/>
                  <a:pt x="915561" y="63221"/>
                </a:cubicBezTo>
                <a:cubicBezTo>
                  <a:pt x="913425" y="61493"/>
                  <a:pt x="910632" y="60629"/>
                  <a:pt x="907182" y="60629"/>
                </a:cubicBezTo>
                <a:close/>
                <a:moveTo>
                  <a:pt x="1025606" y="55453"/>
                </a:moveTo>
                <a:lnTo>
                  <a:pt x="1025606" y="70487"/>
                </a:lnTo>
                <a:cubicBezTo>
                  <a:pt x="1031521" y="64036"/>
                  <a:pt x="1037189" y="59343"/>
                  <a:pt x="1042612" y="56408"/>
                </a:cubicBezTo>
                <a:cubicBezTo>
                  <a:pt x="1048034" y="53471"/>
                  <a:pt x="1053866" y="52003"/>
                  <a:pt x="1060110" y="52003"/>
                </a:cubicBezTo>
                <a:cubicBezTo>
                  <a:pt x="1067586" y="52003"/>
                  <a:pt x="1073789" y="54080"/>
                  <a:pt x="1078718" y="58234"/>
                </a:cubicBezTo>
                <a:cubicBezTo>
                  <a:pt x="1083647" y="62388"/>
                  <a:pt x="1086933" y="67549"/>
                  <a:pt x="1088576" y="73718"/>
                </a:cubicBezTo>
                <a:cubicBezTo>
                  <a:pt x="1089891" y="78409"/>
                  <a:pt x="1090548" y="87417"/>
                  <a:pt x="1090548" y="100744"/>
                </a:cubicBezTo>
                <a:lnTo>
                  <a:pt x="1090548" y="145657"/>
                </a:lnTo>
                <a:cubicBezTo>
                  <a:pt x="1090548" y="154530"/>
                  <a:pt x="1091349" y="160055"/>
                  <a:pt x="1092951" y="162232"/>
                </a:cubicBezTo>
                <a:cubicBezTo>
                  <a:pt x="1094553" y="164409"/>
                  <a:pt x="1097901" y="165785"/>
                  <a:pt x="1102994" y="166360"/>
                </a:cubicBezTo>
                <a:lnTo>
                  <a:pt x="1102994" y="170796"/>
                </a:lnTo>
                <a:lnTo>
                  <a:pt x="1044706" y="170796"/>
                </a:lnTo>
                <a:lnTo>
                  <a:pt x="1044706" y="166360"/>
                </a:lnTo>
                <a:cubicBezTo>
                  <a:pt x="1049061" y="165785"/>
                  <a:pt x="1052182" y="163978"/>
                  <a:pt x="1054072" y="160938"/>
                </a:cubicBezTo>
                <a:cubicBezTo>
                  <a:pt x="1055386" y="158884"/>
                  <a:pt x="1056044" y="153791"/>
                  <a:pt x="1056044" y="145657"/>
                </a:cubicBezTo>
                <a:lnTo>
                  <a:pt x="1056044" y="94394"/>
                </a:lnTo>
                <a:cubicBezTo>
                  <a:pt x="1056044" y="84946"/>
                  <a:pt x="1055674" y="78990"/>
                  <a:pt x="1054934" y="76526"/>
                </a:cubicBezTo>
                <a:cubicBezTo>
                  <a:pt x="1054195" y="74061"/>
                  <a:pt x="1052942" y="72151"/>
                  <a:pt x="1051176" y="70795"/>
                </a:cubicBezTo>
                <a:cubicBezTo>
                  <a:pt x="1049410" y="69440"/>
                  <a:pt x="1047459" y="68762"/>
                  <a:pt x="1045323" y="68762"/>
                </a:cubicBezTo>
                <a:cubicBezTo>
                  <a:pt x="1038257" y="68762"/>
                  <a:pt x="1031685" y="73856"/>
                  <a:pt x="1025606" y="84043"/>
                </a:cubicBezTo>
                <a:lnTo>
                  <a:pt x="1025606" y="145657"/>
                </a:lnTo>
                <a:cubicBezTo>
                  <a:pt x="1025606" y="154284"/>
                  <a:pt x="1026407" y="159747"/>
                  <a:pt x="1028009" y="162047"/>
                </a:cubicBezTo>
                <a:cubicBezTo>
                  <a:pt x="1029611" y="164347"/>
                  <a:pt x="1032589" y="165785"/>
                  <a:pt x="1036943" y="166360"/>
                </a:cubicBezTo>
                <a:lnTo>
                  <a:pt x="1036943" y="170796"/>
                </a:lnTo>
                <a:lnTo>
                  <a:pt x="978655" y="170796"/>
                </a:lnTo>
                <a:lnTo>
                  <a:pt x="978655" y="166360"/>
                </a:lnTo>
                <a:cubicBezTo>
                  <a:pt x="983502" y="165867"/>
                  <a:pt x="986953" y="164306"/>
                  <a:pt x="989007" y="161677"/>
                </a:cubicBezTo>
                <a:cubicBezTo>
                  <a:pt x="990403" y="159870"/>
                  <a:pt x="991102" y="154530"/>
                  <a:pt x="991102" y="145657"/>
                </a:cubicBezTo>
                <a:lnTo>
                  <a:pt x="991102" y="80592"/>
                </a:lnTo>
                <a:cubicBezTo>
                  <a:pt x="991102" y="71779"/>
                  <a:pt x="990301" y="66291"/>
                  <a:pt x="988699" y="64129"/>
                </a:cubicBezTo>
                <a:cubicBezTo>
                  <a:pt x="987097" y="61968"/>
                  <a:pt x="983749" y="60555"/>
                  <a:pt x="978655" y="59890"/>
                </a:cubicBezTo>
                <a:lnTo>
                  <a:pt x="978655" y="55453"/>
                </a:lnTo>
                <a:lnTo>
                  <a:pt x="1025606" y="55453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17C74-6C5E-4A42-A179-5268B040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70" y="2135863"/>
            <a:ext cx="99167" cy="100855"/>
          </a:xfrm>
          <a:custGeom xmlns:a="http://schemas.openxmlformats.org/drawingml/2006/main">
            <a:pathLst>
              <a:path w="99167" h="100855" fill="none">
                <a:moveTo>
                  <a:pt x="99167" y="0"/>
                </a:moveTo>
                <a:lnTo>
                  <a:pt x="0" y="100855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300" name="Text 32">
            <a:extLst xmlns:a="http://schemas.openxmlformats.org/drawingml/2006/main">
              <a:ext uri="{FF2B5EF4-FFF2-40B4-BE49-F238E27FC236}">
                <a16:creationId xmlns:a16="http://schemas.microsoft.com/office/drawing/2014/main" id="{57BA60EE-2764-4D7E-BD3C-83743E6D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76" y="2127028"/>
            <a:ext cx="147489" cy="108904"/>
          </a:xfrm>
          <a:custGeom xmlns:a="http://schemas.openxmlformats.org/drawingml/2006/main">
            <a:pathLst>
              <a:path w="147489" h="108904">
                <a:moveTo>
                  <a:pt x="20795" y="54221"/>
                </a:moveTo>
                <a:lnTo>
                  <a:pt x="20795" y="51448"/>
                </a:lnTo>
                <a:cubicBezTo>
                  <a:pt x="26648" y="49757"/>
                  <a:pt x="30705" y="48182"/>
                  <a:pt x="32964" y="46721"/>
                </a:cubicBezTo>
                <a:cubicBezTo>
                  <a:pt x="35223" y="45261"/>
                  <a:pt x="37174" y="43033"/>
                  <a:pt x="38817" y="40035"/>
                </a:cubicBezTo>
                <a:cubicBezTo>
                  <a:pt x="40460" y="37038"/>
                  <a:pt x="41282" y="34002"/>
                  <a:pt x="41282" y="30928"/>
                </a:cubicBezTo>
                <a:cubicBezTo>
                  <a:pt x="41282" y="26676"/>
                  <a:pt x="39729" y="23025"/>
                  <a:pt x="36622" y="19977"/>
                </a:cubicBezTo>
                <a:cubicBezTo>
                  <a:pt x="33516" y="16928"/>
                  <a:pt x="29652" y="15404"/>
                  <a:pt x="25031" y="15404"/>
                </a:cubicBezTo>
                <a:cubicBezTo>
                  <a:pt x="17843" y="15404"/>
                  <a:pt x="11732" y="19229"/>
                  <a:pt x="6701" y="26879"/>
                </a:cubicBezTo>
                <a:lnTo>
                  <a:pt x="3851" y="25878"/>
                </a:lnTo>
                <a:cubicBezTo>
                  <a:pt x="7548" y="17278"/>
                  <a:pt x="12284" y="10815"/>
                  <a:pt x="18061" y="6489"/>
                </a:cubicBezTo>
                <a:cubicBezTo>
                  <a:pt x="23837" y="2163"/>
                  <a:pt x="30268" y="0"/>
                  <a:pt x="37354" y="0"/>
                </a:cubicBezTo>
                <a:cubicBezTo>
                  <a:pt x="44594" y="0"/>
                  <a:pt x="50563" y="2208"/>
                  <a:pt x="55261" y="6624"/>
                </a:cubicBezTo>
                <a:cubicBezTo>
                  <a:pt x="59959" y="11039"/>
                  <a:pt x="62308" y="16200"/>
                  <a:pt x="62308" y="22104"/>
                </a:cubicBezTo>
                <a:cubicBezTo>
                  <a:pt x="62308" y="25955"/>
                  <a:pt x="61217" y="29665"/>
                  <a:pt x="59035" y="33234"/>
                </a:cubicBezTo>
                <a:cubicBezTo>
                  <a:pt x="56853" y="36802"/>
                  <a:pt x="53425" y="39947"/>
                  <a:pt x="48753" y="42668"/>
                </a:cubicBezTo>
                <a:cubicBezTo>
                  <a:pt x="54760" y="45598"/>
                  <a:pt x="59343" y="49209"/>
                  <a:pt x="62501" y="53501"/>
                </a:cubicBezTo>
                <a:cubicBezTo>
                  <a:pt x="65658" y="57794"/>
                  <a:pt x="67237" y="63178"/>
                  <a:pt x="67237" y="69656"/>
                </a:cubicBezTo>
                <a:cubicBezTo>
                  <a:pt x="67237" y="80554"/>
                  <a:pt x="63296" y="89820"/>
                  <a:pt x="55415" y="97455"/>
                </a:cubicBezTo>
                <a:cubicBezTo>
                  <a:pt x="47533" y="105088"/>
                  <a:pt x="36969" y="108904"/>
                  <a:pt x="23722" y="108904"/>
                </a:cubicBezTo>
                <a:cubicBezTo>
                  <a:pt x="14890" y="108904"/>
                  <a:pt x="8446" y="107435"/>
                  <a:pt x="4390" y="104497"/>
                </a:cubicBezTo>
                <a:cubicBezTo>
                  <a:pt x="1463" y="102437"/>
                  <a:pt x="0" y="99783"/>
                  <a:pt x="0" y="96536"/>
                </a:cubicBezTo>
                <a:cubicBezTo>
                  <a:pt x="0" y="94166"/>
                  <a:pt x="847" y="92143"/>
                  <a:pt x="2542" y="90468"/>
                </a:cubicBezTo>
                <a:cubicBezTo>
                  <a:pt x="4236" y="88793"/>
                  <a:pt x="6187" y="87955"/>
                  <a:pt x="8395" y="87955"/>
                </a:cubicBezTo>
                <a:cubicBezTo>
                  <a:pt x="10089" y="87955"/>
                  <a:pt x="11681" y="88316"/>
                  <a:pt x="13170" y="89038"/>
                </a:cubicBezTo>
                <a:cubicBezTo>
                  <a:pt x="13992" y="89452"/>
                  <a:pt x="16906" y="91711"/>
                  <a:pt x="21912" y="95816"/>
                </a:cubicBezTo>
                <a:cubicBezTo>
                  <a:pt x="26918" y="99920"/>
                  <a:pt x="31603" y="101973"/>
                  <a:pt x="35968" y="101973"/>
                </a:cubicBezTo>
                <a:cubicBezTo>
                  <a:pt x="39767" y="101973"/>
                  <a:pt x="43028" y="100468"/>
                  <a:pt x="45749" y="97460"/>
                </a:cubicBezTo>
                <a:cubicBezTo>
                  <a:pt x="48470" y="94451"/>
                  <a:pt x="49831" y="90632"/>
                  <a:pt x="49831" y="86003"/>
                </a:cubicBezTo>
                <a:cubicBezTo>
                  <a:pt x="49831" y="78958"/>
                  <a:pt x="47366" y="72465"/>
                  <a:pt x="42437" y="66525"/>
                </a:cubicBezTo>
                <a:cubicBezTo>
                  <a:pt x="37508" y="60585"/>
                  <a:pt x="30294" y="56483"/>
                  <a:pt x="20795" y="54221"/>
                </a:cubicBezTo>
                <a:close/>
                <a:moveTo>
                  <a:pt x="141636" y="106594"/>
                </a:moveTo>
                <a:lnTo>
                  <a:pt x="80175" y="106594"/>
                </a:lnTo>
                <a:lnTo>
                  <a:pt x="80175" y="104899"/>
                </a:lnTo>
                <a:cubicBezTo>
                  <a:pt x="99019" y="82480"/>
                  <a:pt x="110456" y="67398"/>
                  <a:pt x="114487" y="59653"/>
                </a:cubicBezTo>
                <a:cubicBezTo>
                  <a:pt x="118517" y="51907"/>
                  <a:pt x="120533" y="44339"/>
                  <a:pt x="120533" y="36952"/>
                </a:cubicBezTo>
                <a:cubicBezTo>
                  <a:pt x="120533" y="31566"/>
                  <a:pt x="118864" y="27090"/>
                  <a:pt x="115526" y="23524"/>
                </a:cubicBezTo>
                <a:cubicBezTo>
                  <a:pt x="112189" y="19959"/>
                  <a:pt x="108107" y="18176"/>
                  <a:pt x="103280" y="18176"/>
                </a:cubicBezTo>
                <a:cubicBezTo>
                  <a:pt x="95373" y="18176"/>
                  <a:pt x="89237" y="22124"/>
                  <a:pt x="84873" y="30020"/>
                </a:cubicBezTo>
                <a:lnTo>
                  <a:pt x="82023" y="29022"/>
                </a:lnTo>
                <a:cubicBezTo>
                  <a:pt x="84796" y="19142"/>
                  <a:pt x="89006" y="11836"/>
                  <a:pt x="94654" y="7103"/>
                </a:cubicBezTo>
                <a:cubicBezTo>
                  <a:pt x="100302" y="2368"/>
                  <a:pt x="106823" y="0"/>
                  <a:pt x="114217" y="0"/>
                </a:cubicBezTo>
                <a:cubicBezTo>
                  <a:pt x="119506" y="0"/>
                  <a:pt x="124332" y="1232"/>
                  <a:pt x="128697" y="3697"/>
                </a:cubicBezTo>
                <a:cubicBezTo>
                  <a:pt x="133061" y="6161"/>
                  <a:pt x="136475" y="9537"/>
                  <a:pt x="138940" y="13825"/>
                </a:cubicBezTo>
                <a:cubicBezTo>
                  <a:pt x="141405" y="18112"/>
                  <a:pt x="142637" y="22130"/>
                  <a:pt x="142637" y="25878"/>
                </a:cubicBezTo>
                <a:cubicBezTo>
                  <a:pt x="142637" y="32707"/>
                  <a:pt x="140737" y="39639"/>
                  <a:pt x="136938" y="46673"/>
                </a:cubicBezTo>
                <a:cubicBezTo>
                  <a:pt x="131752" y="56172"/>
                  <a:pt x="120430" y="69419"/>
                  <a:pt x="102972" y="86415"/>
                </a:cubicBezTo>
                <a:lnTo>
                  <a:pt x="125539" y="86415"/>
                </a:lnTo>
                <a:cubicBezTo>
                  <a:pt x="131084" y="86415"/>
                  <a:pt x="134691" y="86184"/>
                  <a:pt x="136360" y="85722"/>
                </a:cubicBezTo>
                <a:cubicBezTo>
                  <a:pt x="138029" y="85260"/>
                  <a:pt x="139402" y="84477"/>
                  <a:pt x="140480" y="83373"/>
                </a:cubicBezTo>
                <a:cubicBezTo>
                  <a:pt x="141559" y="82269"/>
                  <a:pt x="142971" y="79945"/>
                  <a:pt x="144716" y="76402"/>
                </a:cubicBezTo>
                <a:lnTo>
                  <a:pt x="147489" y="76402"/>
                </a:lnTo>
                <a:lnTo>
                  <a:pt x="141636" y="1065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PC[47:32]&lt;&lt;32">
            <a:extLst xmlns:a="http://schemas.openxmlformats.org/drawingml/2006/main">
              <a:ext uri="{FF2B5EF4-FFF2-40B4-BE49-F238E27FC236}">
                <a16:creationId xmlns:a16="http://schemas.microsoft.com/office/drawing/2014/main" id="{A0E44CFF-9533-4926-9FDD-6F19915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" y="2292105"/>
            <a:ext cx="1009085" cy="135553"/>
          </a:xfrm>
          <a:custGeom xmlns:a="http://schemas.openxmlformats.org/drawingml/2006/main">
            <a:pathLst>
              <a:path w="1009085" h="135553">
                <a:moveTo>
                  <a:pt x="38586" y="59458"/>
                </a:moveTo>
                <a:lnTo>
                  <a:pt x="38586" y="88417"/>
                </a:lnTo>
                <a:cubicBezTo>
                  <a:pt x="38586" y="94094"/>
                  <a:pt x="38933" y="97668"/>
                  <a:pt x="39626" y="99140"/>
                </a:cubicBezTo>
                <a:cubicBezTo>
                  <a:pt x="40319" y="100609"/>
                  <a:pt x="41552" y="101783"/>
                  <a:pt x="43323" y="102661"/>
                </a:cubicBezTo>
                <a:cubicBezTo>
                  <a:pt x="45094" y="103537"/>
                  <a:pt x="48342" y="103975"/>
                  <a:pt x="53066" y="103975"/>
                </a:cubicBezTo>
                <a:lnTo>
                  <a:pt x="53066" y="106748"/>
                </a:lnTo>
                <a:lnTo>
                  <a:pt x="0" y="106748"/>
                </a:lnTo>
                <a:lnTo>
                  <a:pt x="0" y="103975"/>
                </a:lnTo>
                <a:cubicBezTo>
                  <a:pt x="4826" y="103975"/>
                  <a:pt x="8100" y="103523"/>
                  <a:pt x="9820" y="102620"/>
                </a:cubicBezTo>
                <a:cubicBezTo>
                  <a:pt x="11540" y="101717"/>
                  <a:pt x="12747" y="100543"/>
                  <a:pt x="13440" y="99099"/>
                </a:cubicBezTo>
                <a:cubicBezTo>
                  <a:pt x="14133" y="97655"/>
                  <a:pt x="14479" y="94094"/>
                  <a:pt x="14479" y="88417"/>
                </a:cubicBezTo>
                <a:lnTo>
                  <a:pt x="14479" y="20641"/>
                </a:lnTo>
                <a:cubicBezTo>
                  <a:pt x="14479" y="14964"/>
                  <a:pt x="14133" y="11391"/>
                  <a:pt x="13440" y="9921"/>
                </a:cubicBezTo>
                <a:cubicBezTo>
                  <a:pt x="12747" y="8450"/>
                  <a:pt x="11527" y="7276"/>
                  <a:pt x="9781" y="6400"/>
                </a:cubicBezTo>
                <a:cubicBezTo>
                  <a:pt x="8036" y="5522"/>
                  <a:pt x="4775" y="5083"/>
                  <a:pt x="0" y="5083"/>
                </a:cubicBezTo>
                <a:lnTo>
                  <a:pt x="0" y="2311"/>
                </a:lnTo>
                <a:lnTo>
                  <a:pt x="45518" y="2311"/>
                </a:lnTo>
                <a:cubicBezTo>
                  <a:pt x="60511" y="2311"/>
                  <a:pt x="71268" y="4981"/>
                  <a:pt x="77789" y="10320"/>
                </a:cubicBezTo>
                <a:cubicBezTo>
                  <a:pt x="84310" y="15660"/>
                  <a:pt x="87570" y="22335"/>
                  <a:pt x="87570" y="30345"/>
                </a:cubicBezTo>
                <a:cubicBezTo>
                  <a:pt x="87570" y="37123"/>
                  <a:pt x="85465" y="42925"/>
                  <a:pt x="81255" y="47751"/>
                </a:cubicBezTo>
                <a:cubicBezTo>
                  <a:pt x="77044" y="52578"/>
                  <a:pt x="71242" y="55864"/>
                  <a:pt x="63848" y="57610"/>
                </a:cubicBezTo>
                <a:cubicBezTo>
                  <a:pt x="58868" y="58842"/>
                  <a:pt x="50447" y="59458"/>
                  <a:pt x="38586" y="59458"/>
                </a:cubicBezTo>
                <a:moveTo>
                  <a:pt x="38586" y="8318"/>
                </a:moveTo>
                <a:lnTo>
                  <a:pt x="38586" y="53451"/>
                </a:lnTo>
                <a:cubicBezTo>
                  <a:pt x="40281" y="53554"/>
                  <a:pt x="41564" y="53605"/>
                  <a:pt x="42437" y="53605"/>
                </a:cubicBezTo>
                <a:cubicBezTo>
                  <a:pt x="48701" y="53605"/>
                  <a:pt x="53528" y="51744"/>
                  <a:pt x="56917" y="48021"/>
                </a:cubicBezTo>
                <a:cubicBezTo>
                  <a:pt x="60306" y="44299"/>
                  <a:pt x="62000" y="38535"/>
                  <a:pt x="62000" y="30730"/>
                </a:cubicBezTo>
                <a:cubicBezTo>
                  <a:pt x="62000" y="22977"/>
                  <a:pt x="60306" y="17303"/>
                  <a:pt x="56917" y="13709"/>
                </a:cubicBezTo>
                <a:cubicBezTo>
                  <a:pt x="53528" y="10115"/>
                  <a:pt x="48470" y="8318"/>
                  <a:pt x="41744" y="8318"/>
                </a:cubicBezTo>
                <a:lnTo>
                  <a:pt x="38586" y="8318"/>
                </a:lnTo>
                <a:close/>
                <a:moveTo>
                  <a:pt x="197624" y="0"/>
                </a:moveTo>
                <a:lnTo>
                  <a:pt x="197624" y="36199"/>
                </a:lnTo>
                <a:lnTo>
                  <a:pt x="194620" y="36199"/>
                </a:lnTo>
                <a:cubicBezTo>
                  <a:pt x="192361" y="26701"/>
                  <a:pt x="188151" y="19424"/>
                  <a:pt x="181989" y="14366"/>
                </a:cubicBezTo>
                <a:cubicBezTo>
                  <a:pt x="175828" y="9307"/>
                  <a:pt x="168845" y="6778"/>
                  <a:pt x="161040" y="6778"/>
                </a:cubicBezTo>
                <a:cubicBezTo>
                  <a:pt x="154519" y="6778"/>
                  <a:pt x="148538" y="8652"/>
                  <a:pt x="143095" y="12400"/>
                </a:cubicBezTo>
                <a:cubicBezTo>
                  <a:pt x="137652" y="16148"/>
                  <a:pt x="133673" y="21052"/>
                  <a:pt x="131157" y="27111"/>
                </a:cubicBezTo>
                <a:cubicBezTo>
                  <a:pt x="127922" y="34864"/>
                  <a:pt x="126305" y="43490"/>
                  <a:pt x="126305" y="52989"/>
                </a:cubicBezTo>
                <a:cubicBezTo>
                  <a:pt x="126305" y="62334"/>
                  <a:pt x="127486" y="70844"/>
                  <a:pt x="129848" y="78520"/>
                </a:cubicBezTo>
                <a:cubicBezTo>
                  <a:pt x="132210" y="86197"/>
                  <a:pt x="135907" y="91999"/>
                  <a:pt x="140938" y="95927"/>
                </a:cubicBezTo>
                <a:cubicBezTo>
                  <a:pt x="145970" y="99855"/>
                  <a:pt x="152491" y="101819"/>
                  <a:pt x="160501" y="101819"/>
                </a:cubicBezTo>
                <a:cubicBezTo>
                  <a:pt x="167073" y="101819"/>
                  <a:pt x="173094" y="100381"/>
                  <a:pt x="178562" y="97505"/>
                </a:cubicBezTo>
                <a:cubicBezTo>
                  <a:pt x="184030" y="94630"/>
                  <a:pt x="189794" y="89675"/>
                  <a:pt x="195853" y="82641"/>
                </a:cubicBezTo>
                <a:lnTo>
                  <a:pt x="195853" y="91652"/>
                </a:lnTo>
                <a:cubicBezTo>
                  <a:pt x="189999" y="97762"/>
                  <a:pt x="183902" y="102191"/>
                  <a:pt x="177561" y="104938"/>
                </a:cubicBezTo>
                <a:cubicBezTo>
                  <a:pt x="171220" y="107685"/>
                  <a:pt x="163813" y="109058"/>
                  <a:pt x="155341" y="109058"/>
                </a:cubicBezTo>
                <a:cubicBezTo>
                  <a:pt x="144199" y="109058"/>
                  <a:pt x="134302" y="106828"/>
                  <a:pt x="125650" y="102367"/>
                </a:cubicBezTo>
                <a:cubicBezTo>
                  <a:pt x="116999" y="97907"/>
                  <a:pt x="110324" y="91498"/>
                  <a:pt x="105625" y="83142"/>
                </a:cubicBezTo>
                <a:cubicBezTo>
                  <a:pt x="100927" y="74783"/>
                  <a:pt x="98578" y="65887"/>
                  <a:pt x="98578" y="56452"/>
                </a:cubicBezTo>
                <a:cubicBezTo>
                  <a:pt x="98578" y="46506"/>
                  <a:pt x="101184" y="37072"/>
                  <a:pt x="106396" y="28150"/>
                </a:cubicBezTo>
                <a:cubicBezTo>
                  <a:pt x="111607" y="19227"/>
                  <a:pt x="118642" y="12305"/>
                  <a:pt x="127499" y="7384"/>
                </a:cubicBezTo>
                <a:cubicBezTo>
                  <a:pt x="136356" y="2461"/>
                  <a:pt x="145765" y="0"/>
                  <a:pt x="155726" y="0"/>
                </a:cubicBezTo>
                <a:cubicBezTo>
                  <a:pt x="163068" y="0"/>
                  <a:pt x="170822" y="1592"/>
                  <a:pt x="178986" y="4775"/>
                </a:cubicBezTo>
                <a:cubicBezTo>
                  <a:pt x="183709" y="6624"/>
                  <a:pt x="186713" y="7548"/>
                  <a:pt x="187997" y="7548"/>
                </a:cubicBezTo>
                <a:cubicBezTo>
                  <a:pt x="189640" y="7548"/>
                  <a:pt x="191065" y="6944"/>
                  <a:pt x="192271" y="5738"/>
                </a:cubicBezTo>
                <a:cubicBezTo>
                  <a:pt x="193478" y="4531"/>
                  <a:pt x="194261" y="2619"/>
                  <a:pt x="194620" y="0"/>
                </a:cubicBezTo>
                <a:lnTo>
                  <a:pt x="197624" y="0"/>
                </a:lnTo>
                <a:close/>
                <a:moveTo>
                  <a:pt x="222675" y="135553"/>
                </a:moveTo>
                <a:lnTo>
                  <a:pt x="222675" y="2311"/>
                </a:lnTo>
                <a:lnTo>
                  <a:pt x="253637" y="2311"/>
                </a:lnTo>
                <a:lnTo>
                  <a:pt x="253637" y="5545"/>
                </a:lnTo>
                <a:lnTo>
                  <a:pt x="250171" y="5545"/>
                </a:lnTo>
                <a:cubicBezTo>
                  <a:pt x="246782" y="5545"/>
                  <a:pt x="244510" y="5894"/>
                  <a:pt x="243355" y="6592"/>
                </a:cubicBezTo>
                <a:cubicBezTo>
                  <a:pt x="242199" y="7289"/>
                  <a:pt x="241327" y="8321"/>
                  <a:pt x="240736" y="9690"/>
                </a:cubicBezTo>
                <a:cubicBezTo>
                  <a:pt x="240146" y="11057"/>
                  <a:pt x="239850" y="14348"/>
                  <a:pt x="239850" y="19563"/>
                </a:cubicBezTo>
                <a:lnTo>
                  <a:pt x="239850" y="118917"/>
                </a:lnTo>
                <a:cubicBezTo>
                  <a:pt x="239850" y="123846"/>
                  <a:pt x="239953" y="126670"/>
                  <a:pt x="240158" y="127389"/>
                </a:cubicBezTo>
                <a:cubicBezTo>
                  <a:pt x="240621" y="129237"/>
                  <a:pt x="241481" y="130598"/>
                  <a:pt x="242739" y="131471"/>
                </a:cubicBezTo>
                <a:cubicBezTo>
                  <a:pt x="243997" y="132344"/>
                  <a:pt x="246474" y="132780"/>
                  <a:pt x="250171" y="132780"/>
                </a:cubicBezTo>
                <a:lnTo>
                  <a:pt x="253637" y="132780"/>
                </a:lnTo>
                <a:lnTo>
                  <a:pt x="253637" y="135553"/>
                </a:lnTo>
                <a:lnTo>
                  <a:pt x="222675" y="135553"/>
                </a:lnTo>
                <a:close/>
                <a:moveTo>
                  <a:pt x="262709" y="67314"/>
                </a:moveTo>
                <a:lnTo>
                  <a:pt x="312309" y="154"/>
                </a:lnTo>
                <a:lnTo>
                  <a:pt x="321705" y="154"/>
                </a:lnTo>
                <a:lnTo>
                  <a:pt x="321705" y="67314"/>
                </a:lnTo>
                <a:lnTo>
                  <a:pt x="331255" y="67314"/>
                </a:lnTo>
                <a:lnTo>
                  <a:pt x="331255" y="83334"/>
                </a:lnTo>
                <a:lnTo>
                  <a:pt x="321705" y="83334"/>
                </a:lnTo>
                <a:lnTo>
                  <a:pt x="321705" y="106748"/>
                </a:lnTo>
                <a:lnTo>
                  <a:pt x="300525" y="106748"/>
                </a:lnTo>
                <a:lnTo>
                  <a:pt x="300525" y="83334"/>
                </a:lnTo>
                <a:lnTo>
                  <a:pt x="262709" y="83334"/>
                </a:lnTo>
                <a:lnTo>
                  <a:pt x="262709" y="67314"/>
                </a:lnTo>
                <a:moveTo>
                  <a:pt x="270179" y="67314"/>
                </a:moveTo>
                <a:lnTo>
                  <a:pt x="300525" y="67314"/>
                </a:lnTo>
                <a:lnTo>
                  <a:pt x="300525" y="26227"/>
                </a:lnTo>
                <a:lnTo>
                  <a:pt x="270179" y="67314"/>
                </a:lnTo>
                <a:close/>
                <a:moveTo>
                  <a:pt x="365606" y="108904"/>
                </a:moveTo>
                <a:lnTo>
                  <a:pt x="394026" y="22797"/>
                </a:lnTo>
                <a:lnTo>
                  <a:pt x="372383" y="22797"/>
                </a:lnTo>
                <a:cubicBezTo>
                  <a:pt x="363911" y="22797"/>
                  <a:pt x="357544" y="23901"/>
                  <a:pt x="353283" y="26109"/>
                </a:cubicBezTo>
                <a:cubicBezTo>
                  <a:pt x="350305" y="27650"/>
                  <a:pt x="347840" y="30551"/>
                  <a:pt x="345889" y="34812"/>
                </a:cubicBezTo>
                <a:lnTo>
                  <a:pt x="342962" y="34812"/>
                </a:lnTo>
                <a:lnTo>
                  <a:pt x="350510" y="2311"/>
                </a:lnTo>
                <a:lnTo>
                  <a:pt x="412741" y="2311"/>
                </a:lnTo>
                <a:lnTo>
                  <a:pt x="377698" y="108904"/>
                </a:lnTo>
                <a:lnTo>
                  <a:pt x="365606" y="108904"/>
                </a:lnTo>
                <a:close/>
                <a:moveTo>
                  <a:pt x="442856" y="32656"/>
                </a:moveTo>
                <a:cubicBezTo>
                  <a:pt x="446399" y="32656"/>
                  <a:pt x="449415" y="33901"/>
                  <a:pt x="451905" y="36391"/>
                </a:cubicBezTo>
                <a:cubicBezTo>
                  <a:pt x="454396" y="38882"/>
                  <a:pt x="455641" y="41898"/>
                  <a:pt x="455641" y="45441"/>
                </a:cubicBezTo>
                <a:cubicBezTo>
                  <a:pt x="455641" y="48984"/>
                  <a:pt x="454396" y="52000"/>
                  <a:pt x="451905" y="54491"/>
                </a:cubicBezTo>
                <a:cubicBezTo>
                  <a:pt x="449415" y="56981"/>
                  <a:pt x="446399" y="58226"/>
                  <a:pt x="442856" y="58226"/>
                </a:cubicBezTo>
                <a:cubicBezTo>
                  <a:pt x="439313" y="58226"/>
                  <a:pt x="436296" y="56981"/>
                  <a:pt x="433806" y="54491"/>
                </a:cubicBezTo>
                <a:cubicBezTo>
                  <a:pt x="431316" y="52000"/>
                  <a:pt x="430071" y="48984"/>
                  <a:pt x="430071" y="45441"/>
                </a:cubicBezTo>
                <a:cubicBezTo>
                  <a:pt x="430071" y="41898"/>
                  <a:pt x="431316" y="38882"/>
                  <a:pt x="433806" y="36391"/>
                </a:cubicBezTo>
                <a:cubicBezTo>
                  <a:pt x="436296" y="33901"/>
                  <a:pt x="439313" y="32656"/>
                  <a:pt x="442856" y="32656"/>
                </a:cubicBezTo>
                <a:moveTo>
                  <a:pt x="442779" y="83026"/>
                </a:moveTo>
                <a:cubicBezTo>
                  <a:pt x="446373" y="83026"/>
                  <a:pt x="449415" y="84288"/>
                  <a:pt x="451905" y="86812"/>
                </a:cubicBezTo>
                <a:cubicBezTo>
                  <a:pt x="454396" y="89334"/>
                  <a:pt x="455641" y="92373"/>
                  <a:pt x="455641" y="95927"/>
                </a:cubicBezTo>
                <a:cubicBezTo>
                  <a:pt x="455641" y="99481"/>
                  <a:pt x="454383" y="102507"/>
                  <a:pt x="451867" y="105005"/>
                </a:cubicBezTo>
                <a:cubicBezTo>
                  <a:pt x="449351" y="107502"/>
                  <a:pt x="446321" y="108750"/>
                  <a:pt x="442779" y="108750"/>
                </a:cubicBezTo>
                <a:cubicBezTo>
                  <a:pt x="439236" y="108750"/>
                  <a:pt x="436219" y="107502"/>
                  <a:pt x="433729" y="105005"/>
                </a:cubicBezTo>
                <a:cubicBezTo>
                  <a:pt x="431239" y="102507"/>
                  <a:pt x="429994" y="99481"/>
                  <a:pt x="429994" y="95927"/>
                </a:cubicBezTo>
                <a:cubicBezTo>
                  <a:pt x="429994" y="92373"/>
                  <a:pt x="431239" y="89334"/>
                  <a:pt x="433729" y="86812"/>
                </a:cubicBezTo>
                <a:cubicBezTo>
                  <a:pt x="436219" y="84288"/>
                  <a:pt x="439236" y="83026"/>
                  <a:pt x="442779" y="83026"/>
                </a:cubicBezTo>
                <a:close/>
                <a:moveTo>
                  <a:pt x="492377" y="54375"/>
                </a:moveTo>
                <a:lnTo>
                  <a:pt x="492377" y="51602"/>
                </a:lnTo>
                <a:cubicBezTo>
                  <a:pt x="498230" y="49911"/>
                  <a:pt x="502286" y="48336"/>
                  <a:pt x="504546" y="46875"/>
                </a:cubicBezTo>
                <a:cubicBezTo>
                  <a:pt x="506805" y="45415"/>
                  <a:pt x="508756" y="43187"/>
                  <a:pt x="510399" y="40189"/>
                </a:cubicBezTo>
                <a:cubicBezTo>
                  <a:pt x="512042" y="37192"/>
                  <a:pt x="512864" y="34156"/>
                  <a:pt x="512864" y="31082"/>
                </a:cubicBezTo>
                <a:cubicBezTo>
                  <a:pt x="512864" y="26830"/>
                  <a:pt x="511310" y="23179"/>
                  <a:pt x="508204" y="20131"/>
                </a:cubicBezTo>
                <a:cubicBezTo>
                  <a:pt x="505098" y="17082"/>
                  <a:pt x="501234" y="15558"/>
                  <a:pt x="496613" y="15558"/>
                </a:cubicBezTo>
                <a:cubicBezTo>
                  <a:pt x="489424" y="15558"/>
                  <a:pt x="483314" y="19383"/>
                  <a:pt x="478282" y="27034"/>
                </a:cubicBezTo>
                <a:lnTo>
                  <a:pt x="475433" y="26032"/>
                </a:lnTo>
                <a:cubicBezTo>
                  <a:pt x="479129" y="17432"/>
                  <a:pt x="483866" y="10969"/>
                  <a:pt x="489642" y="6643"/>
                </a:cubicBezTo>
                <a:cubicBezTo>
                  <a:pt x="495419" y="2317"/>
                  <a:pt x="501850" y="154"/>
                  <a:pt x="508936" y="154"/>
                </a:cubicBezTo>
                <a:cubicBezTo>
                  <a:pt x="516175" y="154"/>
                  <a:pt x="522144" y="2362"/>
                  <a:pt x="526842" y="6778"/>
                </a:cubicBezTo>
                <a:cubicBezTo>
                  <a:pt x="531541" y="11193"/>
                  <a:pt x="533890" y="16354"/>
                  <a:pt x="533890" y="22258"/>
                </a:cubicBezTo>
                <a:cubicBezTo>
                  <a:pt x="533890" y="26109"/>
                  <a:pt x="532799" y="29819"/>
                  <a:pt x="530616" y="33388"/>
                </a:cubicBezTo>
                <a:cubicBezTo>
                  <a:pt x="528434" y="36956"/>
                  <a:pt x="525007" y="40101"/>
                  <a:pt x="520334" y="42822"/>
                </a:cubicBezTo>
                <a:cubicBezTo>
                  <a:pt x="526342" y="45752"/>
                  <a:pt x="530924" y="49363"/>
                  <a:pt x="534082" y="53655"/>
                </a:cubicBezTo>
                <a:cubicBezTo>
                  <a:pt x="537240" y="57948"/>
                  <a:pt x="538819" y="63333"/>
                  <a:pt x="538819" y="69810"/>
                </a:cubicBezTo>
                <a:cubicBezTo>
                  <a:pt x="538819" y="80708"/>
                  <a:pt x="534878" y="89975"/>
                  <a:pt x="526996" y="97609"/>
                </a:cubicBezTo>
                <a:cubicBezTo>
                  <a:pt x="519115" y="105242"/>
                  <a:pt x="508551" y="109058"/>
                  <a:pt x="495303" y="109058"/>
                </a:cubicBezTo>
                <a:cubicBezTo>
                  <a:pt x="486472" y="109058"/>
                  <a:pt x="480028" y="107589"/>
                  <a:pt x="475972" y="104651"/>
                </a:cubicBezTo>
                <a:cubicBezTo>
                  <a:pt x="473045" y="102591"/>
                  <a:pt x="471582" y="99937"/>
                  <a:pt x="471582" y="96690"/>
                </a:cubicBezTo>
                <a:cubicBezTo>
                  <a:pt x="471582" y="94320"/>
                  <a:pt x="472429" y="92297"/>
                  <a:pt x="474123" y="90622"/>
                </a:cubicBezTo>
                <a:cubicBezTo>
                  <a:pt x="475818" y="88947"/>
                  <a:pt x="477769" y="88109"/>
                  <a:pt x="479977" y="88109"/>
                </a:cubicBezTo>
                <a:cubicBezTo>
                  <a:pt x="481671" y="88109"/>
                  <a:pt x="483263" y="88470"/>
                  <a:pt x="484752" y="89192"/>
                </a:cubicBezTo>
                <a:cubicBezTo>
                  <a:pt x="485573" y="89606"/>
                  <a:pt x="488487" y="91865"/>
                  <a:pt x="493493" y="95970"/>
                </a:cubicBezTo>
                <a:cubicBezTo>
                  <a:pt x="498500" y="100074"/>
                  <a:pt x="503185" y="102127"/>
                  <a:pt x="507549" y="102127"/>
                </a:cubicBezTo>
                <a:cubicBezTo>
                  <a:pt x="511349" y="102127"/>
                  <a:pt x="514609" y="100622"/>
                  <a:pt x="517331" y="97614"/>
                </a:cubicBezTo>
                <a:cubicBezTo>
                  <a:pt x="520052" y="94605"/>
                  <a:pt x="521413" y="90786"/>
                  <a:pt x="521413" y="86157"/>
                </a:cubicBezTo>
                <a:cubicBezTo>
                  <a:pt x="521413" y="79112"/>
                  <a:pt x="518948" y="72619"/>
                  <a:pt x="514019" y="66679"/>
                </a:cubicBezTo>
                <a:cubicBezTo>
                  <a:pt x="509090" y="60739"/>
                  <a:pt x="501876" y="56638"/>
                  <a:pt x="492377" y="54375"/>
                </a:cubicBezTo>
                <a:close/>
                <a:moveTo>
                  <a:pt x="613219" y="106748"/>
                </a:moveTo>
                <a:lnTo>
                  <a:pt x="551758" y="106748"/>
                </a:lnTo>
                <a:lnTo>
                  <a:pt x="551758" y="105053"/>
                </a:lnTo>
                <a:cubicBezTo>
                  <a:pt x="570602" y="82634"/>
                  <a:pt x="582039" y="67552"/>
                  <a:pt x="586070" y="59807"/>
                </a:cubicBezTo>
                <a:cubicBezTo>
                  <a:pt x="590101" y="52061"/>
                  <a:pt x="592116" y="44493"/>
                  <a:pt x="592116" y="37106"/>
                </a:cubicBezTo>
                <a:cubicBezTo>
                  <a:pt x="592116" y="31720"/>
                  <a:pt x="590447" y="27244"/>
                  <a:pt x="587110" y="23678"/>
                </a:cubicBezTo>
                <a:cubicBezTo>
                  <a:pt x="583772" y="20113"/>
                  <a:pt x="579690" y="18330"/>
                  <a:pt x="574864" y="18330"/>
                </a:cubicBezTo>
                <a:cubicBezTo>
                  <a:pt x="566957" y="18330"/>
                  <a:pt x="560821" y="22278"/>
                  <a:pt x="556456" y="30174"/>
                </a:cubicBezTo>
                <a:lnTo>
                  <a:pt x="553607" y="29176"/>
                </a:lnTo>
                <a:cubicBezTo>
                  <a:pt x="556379" y="19296"/>
                  <a:pt x="560590" y="11990"/>
                  <a:pt x="566238" y="7257"/>
                </a:cubicBezTo>
                <a:cubicBezTo>
                  <a:pt x="571886" y="2522"/>
                  <a:pt x="578407" y="154"/>
                  <a:pt x="585800" y="154"/>
                </a:cubicBezTo>
                <a:cubicBezTo>
                  <a:pt x="591089" y="154"/>
                  <a:pt x="595916" y="1386"/>
                  <a:pt x="600280" y="3851"/>
                </a:cubicBezTo>
                <a:cubicBezTo>
                  <a:pt x="604644" y="6316"/>
                  <a:pt x="608059" y="9691"/>
                  <a:pt x="610523" y="13979"/>
                </a:cubicBezTo>
                <a:cubicBezTo>
                  <a:pt x="612988" y="18266"/>
                  <a:pt x="614220" y="22284"/>
                  <a:pt x="614220" y="26032"/>
                </a:cubicBezTo>
                <a:cubicBezTo>
                  <a:pt x="614220" y="32861"/>
                  <a:pt x="612320" y="39793"/>
                  <a:pt x="608521" y="46827"/>
                </a:cubicBezTo>
                <a:cubicBezTo>
                  <a:pt x="603335" y="56326"/>
                  <a:pt x="592013" y="69573"/>
                  <a:pt x="574556" y="86569"/>
                </a:cubicBezTo>
                <a:lnTo>
                  <a:pt x="597122" y="86569"/>
                </a:lnTo>
                <a:cubicBezTo>
                  <a:pt x="602667" y="86569"/>
                  <a:pt x="606274" y="86338"/>
                  <a:pt x="607943" y="85876"/>
                </a:cubicBezTo>
                <a:cubicBezTo>
                  <a:pt x="609612" y="85414"/>
                  <a:pt x="610985" y="84631"/>
                  <a:pt x="612064" y="83527"/>
                </a:cubicBezTo>
                <a:cubicBezTo>
                  <a:pt x="613142" y="82423"/>
                  <a:pt x="614554" y="80099"/>
                  <a:pt x="616300" y="76556"/>
                </a:cubicBezTo>
                <a:lnTo>
                  <a:pt x="619072" y="76556"/>
                </a:lnTo>
                <a:lnTo>
                  <a:pt x="613219" y="106748"/>
                </a:lnTo>
                <a:close/>
                <a:moveTo>
                  <a:pt x="662896" y="2311"/>
                </a:moveTo>
                <a:lnTo>
                  <a:pt x="662896" y="135553"/>
                </a:lnTo>
                <a:lnTo>
                  <a:pt x="631935" y="135553"/>
                </a:lnTo>
                <a:lnTo>
                  <a:pt x="631935" y="132626"/>
                </a:lnTo>
                <a:lnTo>
                  <a:pt x="635401" y="132626"/>
                </a:lnTo>
                <a:cubicBezTo>
                  <a:pt x="638789" y="132626"/>
                  <a:pt x="641062" y="132292"/>
                  <a:pt x="642217" y="131625"/>
                </a:cubicBezTo>
                <a:cubicBezTo>
                  <a:pt x="643372" y="130957"/>
                  <a:pt x="644245" y="129930"/>
                  <a:pt x="644835" y="128544"/>
                </a:cubicBezTo>
                <a:cubicBezTo>
                  <a:pt x="645426" y="127158"/>
                  <a:pt x="645721" y="123897"/>
                  <a:pt x="645721" y="118763"/>
                </a:cubicBezTo>
                <a:lnTo>
                  <a:pt x="645721" y="19255"/>
                </a:lnTo>
                <a:cubicBezTo>
                  <a:pt x="645721" y="14325"/>
                  <a:pt x="645618" y="11501"/>
                  <a:pt x="645413" y="10783"/>
                </a:cubicBezTo>
                <a:cubicBezTo>
                  <a:pt x="644951" y="8985"/>
                  <a:pt x="644091" y="7638"/>
                  <a:pt x="642833" y="6739"/>
                </a:cubicBezTo>
                <a:cubicBezTo>
                  <a:pt x="641575" y="5841"/>
                  <a:pt x="639098" y="5391"/>
                  <a:pt x="635401" y="5391"/>
                </a:cubicBezTo>
                <a:lnTo>
                  <a:pt x="631935" y="5391"/>
                </a:lnTo>
                <a:lnTo>
                  <a:pt x="631935" y="2311"/>
                </a:lnTo>
                <a:lnTo>
                  <a:pt x="662896" y="2311"/>
                </a:lnTo>
                <a:close/>
                <a:moveTo>
                  <a:pt x="766561" y="92422"/>
                </a:moveTo>
                <a:lnTo>
                  <a:pt x="682457" y="57918"/>
                </a:lnTo>
                <a:lnTo>
                  <a:pt x="682457" y="51911"/>
                </a:lnTo>
                <a:lnTo>
                  <a:pt x="766561" y="17098"/>
                </a:lnTo>
                <a:lnTo>
                  <a:pt x="766561" y="27616"/>
                </a:lnTo>
                <a:lnTo>
                  <a:pt x="701481" y="54900"/>
                </a:lnTo>
                <a:lnTo>
                  <a:pt x="766561" y="81767"/>
                </a:lnTo>
                <a:lnTo>
                  <a:pt x="766561" y="92422"/>
                </a:lnTo>
                <a:close/>
                <a:moveTo>
                  <a:pt x="856437" y="92422"/>
                </a:moveTo>
                <a:lnTo>
                  <a:pt x="772333" y="57918"/>
                </a:lnTo>
                <a:lnTo>
                  <a:pt x="772333" y="51911"/>
                </a:lnTo>
                <a:lnTo>
                  <a:pt x="856437" y="17098"/>
                </a:lnTo>
                <a:lnTo>
                  <a:pt x="856437" y="27616"/>
                </a:lnTo>
                <a:lnTo>
                  <a:pt x="791357" y="54900"/>
                </a:lnTo>
                <a:lnTo>
                  <a:pt x="856437" y="81767"/>
                </a:lnTo>
                <a:lnTo>
                  <a:pt x="856437" y="92422"/>
                </a:lnTo>
                <a:close/>
                <a:moveTo>
                  <a:pt x="882389" y="54375"/>
                </a:moveTo>
                <a:lnTo>
                  <a:pt x="882389" y="51602"/>
                </a:lnTo>
                <a:cubicBezTo>
                  <a:pt x="888243" y="49911"/>
                  <a:pt x="892299" y="48336"/>
                  <a:pt x="894558" y="46875"/>
                </a:cubicBezTo>
                <a:cubicBezTo>
                  <a:pt x="896818" y="45415"/>
                  <a:pt x="898769" y="43187"/>
                  <a:pt x="900412" y="40189"/>
                </a:cubicBezTo>
                <a:cubicBezTo>
                  <a:pt x="902055" y="37192"/>
                  <a:pt x="902876" y="34156"/>
                  <a:pt x="902876" y="31082"/>
                </a:cubicBezTo>
                <a:cubicBezTo>
                  <a:pt x="902876" y="26830"/>
                  <a:pt x="901323" y="23179"/>
                  <a:pt x="898217" y="20131"/>
                </a:cubicBezTo>
                <a:cubicBezTo>
                  <a:pt x="895110" y="17082"/>
                  <a:pt x="891247" y="15558"/>
                  <a:pt x="886625" y="15558"/>
                </a:cubicBezTo>
                <a:cubicBezTo>
                  <a:pt x="879437" y="15558"/>
                  <a:pt x="873327" y="19383"/>
                  <a:pt x="868295" y="27034"/>
                </a:cubicBezTo>
                <a:lnTo>
                  <a:pt x="865445" y="26032"/>
                </a:lnTo>
                <a:cubicBezTo>
                  <a:pt x="869142" y="17432"/>
                  <a:pt x="873879" y="10969"/>
                  <a:pt x="879655" y="6643"/>
                </a:cubicBezTo>
                <a:cubicBezTo>
                  <a:pt x="885432" y="2317"/>
                  <a:pt x="891863" y="154"/>
                  <a:pt x="898948" y="154"/>
                </a:cubicBezTo>
                <a:cubicBezTo>
                  <a:pt x="906188" y="154"/>
                  <a:pt x="912157" y="2362"/>
                  <a:pt x="916855" y="6778"/>
                </a:cubicBezTo>
                <a:cubicBezTo>
                  <a:pt x="921553" y="11193"/>
                  <a:pt x="923902" y="16354"/>
                  <a:pt x="923902" y="22258"/>
                </a:cubicBezTo>
                <a:cubicBezTo>
                  <a:pt x="923902" y="26109"/>
                  <a:pt x="922811" y="29819"/>
                  <a:pt x="920629" y="33388"/>
                </a:cubicBezTo>
                <a:cubicBezTo>
                  <a:pt x="918447" y="36956"/>
                  <a:pt x="915020" y="40101"/>
                  <a:pt x="910347" y="42822"/>
                </a:cubicBezTo>
                <a:cubicBezTo>
                  <a:pt x="916355" y="45752"/>
                  <a:pt x="920937" y="49363"/>
                  <a:pt x="924095" y="53655"/>
                </a:cubicBezTo>
                <a:cubicBezTo>
                  <a:pt x="927253" y="57948"/>
                  <a:pt x="928832" y="63333"/>
                  <a:pt x="928832" y="69810"/>
                </a:cubicBezTo>
                <a:cubicBezTo>
                  <a:pt x="928832" y="80708"/>
                  <a:pt x="924891" y="89975"/>
                  <a:pt x="917009" y="97609"/>
                </a:cubicBezTo>
                <a:cubicBezTo>
                  <a:pt x="909128" y="105242"/>
                  <a:pt x="898563" y="109058"/>
                  <a:pt x="885316" y="109058"/>
                </a:cubicBezTo>
                <a:cubicBezTo>
                  <a:pt x="876485" y="109058"/>
                  <a:pt x="870041" y="107589"/>
                  <a:pt x="865985" y="104651"/>
                </a:cubicBezTo>
                <a:cubicBezTo>
                  <a:pt x="863058" y="102591"/>
                  <a:pt x="861594" y="99937"/>
                  <a:pt x="861594" y="96690"/>
                </a:cubicBezTo>
                <a:cubicBezTo>
                  <a:pt x="861594" y="94320"/>
                  <a:pt x="862442" y="92297"/>
                  <a:pt x="864136" y="90622"/>
                </a:cubicBezTo>
                <a:cubicBezTo>
                  <a:pt x="865830" y="88947"/>
                  <a:pt x="867782" y="88109"/>
                  <a:pt x="869989" y="88109"/>
                </a:cubicBezTo>
                <a:cubicBezTo>
                  <a:pt x="871684" y="88109"/>
                  <a:pt x="873276" y="88470"/>
                  <a:pt x="874765" y="89192"/>
                </a:cubicBezTo>
                <a:cubicBezTo>
                  <a:pt x="875586" y="89606"/>
                  <a:pt x="878500" y="91865"/>
                  <a:pt x="883506" y="95970"/>
                </a:cubicBezTo>
                <a:cubicBezTo>
                  <a:pt x="888512" y="100074"/>
                  <a:pt x="893198" y="102127"/>
                  <a:pt x="897562" y="102127"/>
                </a:cubicBezTo>
                <a:cubicBezTo>
                  <a:pt x="901362" y="102127"/>
                  <a:pt x="904622" y="100622"/>
                  <a:pt x="907343" y="97614"/>
                </a:cubicBezTo>
                <a:cubicBezTo>
                  <a:pt x="910065" y="94605"/>
                  <a:pt x="911425" y="90786"/>
                  <a:pt x="911425" y="86157"/>
                </a:cubicBezTo>
                <a:cubicBezTo>
                  <a:pt x="911425" y="79112"/>
                  <a:pt x="908961" y="72619"/>
                  <a:pt x="904032" y="66679"/>
                </a:cubicBezTo>
                <a:cubicBezTo>
                  <a:pt x="899102" y="60739"/>
                  <a:pt x="891888" y="56638"/>
                  <a:pt x="882389" y="54375"/>
                </a:cubicBezTo>
                <a:close/>
                <a:moveTo>
                  <a:pt x="1003232" y="106748"/>
                </a:moveTo>
                <a:lnTo>
                  <a:pt x="941771" y="106748"/>
                </a:lnTo>
                <a:lnTo>
                  <a:pt x="941771" y="105053"/>
                </a:lnTo>
                <a:cubicBezTo>
                  <a:pt x="960615" y="82634"/>
                  <a:pt x="972052" y="67552"/>
                  <a:pt x="976083" y="59807"/>
                </a:cubicBezTo>
                <a:cubicBezTo>
                  <a:pt x="980113" y="52061"/>
                  <a:pt x="982129" y="44493"/>
                  <a:pt x="982129" y="37106"/>
                </a:cubicBezTo>
                <a:cubicBezTo>
                  <a:pt x="982129" y="31720"/>
                  <a:pt x="980460" y="27244"/>
                  <a:pt x="977122" y="23678"/>
                </a:cubicBezTo>
                <a:cubicBezTo>
                  <a:pt x="973785" y="20113"/>
                  <a:pt x="969703" y="18330"/>
                  <a:pt x="964877" y="18330"/>
                </a:cubicBezTo>
                <a:cubicBezTo>
                  <a:pt x="956969" y="18330"/>
                  <a:pt x="950833" y="22278"/>
                  <a:pt x="946469" y="30174"/>
                </a:cubicBezTo>
                <a:lnTo>
                  <a:pt x="943619" y="29176"/>
                </a:lnTo>
                <a:cubicBezTo>
                  <a:pt x="946392" y="19296"/>
                  <a:pt x="950602" y="11990"/>
                  <a:pt x="956250" y="7257"/>
                </a:cubicBezTo>
                <a:cubicBezTo>
                  <a:pt x="961898" y="2522"/>
                  <a:pt x="968419" y="154"/>
                  <a:pt x="975813" y="154"/>
                </a:cubicBezTo>
                <a:cubicBezTo>
                  <a:pt x="981102" y="154"/>
                  <a:pt x="985928" y="1386"/>
                  <a:pt x="990293" y="3851"/>
                </a:cubicBezTo>
                <a:cubicBezTo>
                  <a:pt x="994657" y="6316"/>
                  <a:pt x="998072" y="9691"/>
                  <a:pt x="1000536" y="13979"/>
                </a:cubicBezTo>
                <a:cubicBezTo>
                  <a:pt x="1003001" y="18266"/>
                  <a:pt x="1004233" y="22284"/>
                  <a:pt x="1004233" y="26032"/>
                </a:cubicBezTo>
                <a:cubicBezTo>
                  <a:pt x="1004233" y="32861"/>
                  <a:pt x="1002333" y="39793"/>
                  <a:pt x="998534" y="46827"/>
                </a:cubicBezTo>
                <a:cubicBezTo>
                  <a:pt x="993348" y="56326"/>
                  <a:pt x="982026" y="69573"/>
                  <a:pt x="964568" y="86569"/>
                </a:cubicBezTo>
                <a:lnTo>
                  <a:pt x="987135" y="86569"/>
                </a:lnTo>
                <a:cubicBezTo>
                  <a:pt x="992680" y="86569"/>
                  <a:pt x="996287" y="86338"/>
                  <a:pt x="997956" y="85876"/>
                </a:cubicBezTo>
                <a:cubicBezTo>
                  <a:pt x="999625" y="85414"/>
                  <a:pt x="1000998" y="84631"/>
                  <a:pt x="1002077" y="83527"/>
                </a:cubicBezTo>
                <a:cubicBezTo>
                  <a:pt x="1003155" y="82423"/>
                  <a:pt x="1004567" y="80099"/>
                  <a:pt x="1006313" y="76556"/>
                </a:cubicBezTo>
                <a:lnTo>
                  <a:pt x="1009085" y="76556"/>
                </a:lnTo>
                <a:lnTo>
                  <a:pt x="1003232" y="106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128CA-FC2B-47BD-B75A-AED33EEB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60" y="2347558"/>
            <a:ext cx="151724" cy="10"/>
          </a:xfrm>
          <a:custGeom xmlns:a="http://schemas.openxmlformats.org/drawingml/2006/main">
            <a:pathLst>
              <a:path w="151724" h="1" fill="none">
                <a:moveTo>
                  <a:pt x="0" y="0"/>
                </a:moveTo>
                <a:lnTo>
                  <a:pt x="1517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660" cap="rnd">
            <a:solidFill>
              <a:srgbClr val="000000"/>
            </a:solidFill>
            <a:round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A48AE-5561-44AC-ACBE-823B3A6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91" y="2319323"/>
            <a:ext cx="69254" cy="55347"/>
          </a:xfrm>
          <a:custGeom xmlns:a="http://schemas.openxmlformats.org/drawingml/2006/main">
            <a:pathLst>
              <a:path w="69254" h="55347">
                <a:moveTo>
                  <a:pt x="56934" y="9846"/>
                </a:moveTo>
                <a:cubicBezTo>
                  <a:pt x="69254" y="19692"/>
                  <a:pt x="69254" y="35655"/>
                  <a:pt x="56934" y="45501"/>
                </a:cubicBezTo>
                <a:cubicBezTo>
                  <a:pt x="44614" y="55347"/>
                  <a:pt x="24640" y="55347"/>
                  <a:pt x="12320" y="45501"/>
                </a:cubicBezTo>
                <a:cubicBezTo>
                  <a:pt x="0" y="35655"/>
                  <a:pt x="0" y="19692"/>
                  <a:pt x="12320" y="9846"/>
                </a:cubicBezTo>
                <a:cubicBezTo>
                  <a:pt x="24640" y="0"/>
                  <a:pt x="44614" y="0"/>
                  <a:pt x="56934" y="98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6040F-5CB1-474A-8D57-41F0F2C9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83" y="2319324"/>
            <a:ext cx="69261" cy="55349"/>
          </a:xfrm>
          <a:custGeom xmlns:a="http://schemas.openxmlformats.org/drawingml/2006/main">
            <a:pathLst>
              <a:path w="69261" h="55349" fill="none">
                <a:moveTo>
                  <a:pt x="56942" y="9843"/>
                </a:moveTo>
                <a:cubicBezTo>
                  <a:pt x="69261" y="19685"/>
                  <a:pt x="69261" y="35648"/>
                  <a:pt x="56942" y="45506"/>
                </a:cubicBezTo>
                <a:cubicBezTo>
                  <a:pt x="44623" y="55349"/>
                  <a:pt x="24654" y="55349"/>
                  <a:pt x="12335" y="45506"/>
                </a:cubicBezTo>
                <a:cubicBezTo>
                  <a:pt x="0" y="35648"/>
                  <a:pt x="0" y="19685"/>
                  <a:pt x="12335" y="9843"/>
                </a:cubicBezTo>
                <a:cubicBezTo>
                  <a:pt x="24654" y="0"/>
                  <a:pt x="44623" y="0"/>
                  <a:pt x="56942" y="98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73" cap="rnd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166719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2026-09-08T03:06:48.3050000Z</dcterms:created>
  <dcterms:modified xsi:type="dcterms:W3CDTF">2026-09-08T03:06:48.3050000Z</dcterms:modified>
</coreProperties>
</file>