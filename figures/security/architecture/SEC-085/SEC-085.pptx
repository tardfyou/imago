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d629a4d6d84695" /><Relationship Type="http://schemas.openxmlformats.org/officeDocument/2006/relationships/extended-properties" Target="/docProps/app.xml" Id="Rd19f30d92ab84f60" /><Relationship Type="http://schemas.openxmlformats.org/officeDocument/2006/relationships/officeDocument" Target="/ppt/presentation.xml" Id="R3a5eae039fcb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dde16449e45fb"/>
  </p:sldMasterIdLst>
  <p:notesMasterIdLst>
    <p:notesMasterId xmlns:r="http://schemas.openxmlformats.org/officeDocument/2006/relationships" r:id="Rfd6687d4fb99464d"/>
  </p:notesMasterIdLst>
  <p:sldIdLst>
    <p:sldId xmlns:r="http://schemas.openxmlformats.org/officeDocument/2006/relationships" id="256" r:id="Rfa4b43b988be47eb"/>
  </p:sldIdLst>
  <p:sldSz cx="19050000" cy="2933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29bed615d5410f" /><Relationship Type="http://schemas.openxmlformats.org/officeDocument/2006/relationships/slideMaster" Target="/ppt/slideMasters/slideMaster1.xml" Id="R079dde16449e45fb" /><Relationship Type="http://schemas.openxmlformats.org/officeDocument/2006/relationships/notesMaster" Target="/ppt/notesMasters/notesMaster1.xml" Id="Rfd6687d4fb99464d" /><Relationship Type="http://schemas.openxmlformats.org/officeDocument/2006/relationships/presProps" Target="/ppt/presProps.xml" Id="R075e0bb87df24801" /><Relationship Type="http://schemas.openxmlformats.org/officeDocument/2006/relationships/tableStyles" Target="/ppt/tableStyles.xml" Id="Ra7bed191f7f445f2" /><Relationship Type="http://schemas.openxmlformats.org/officeDocument/2006/relationships/slide" Target="/ppt/slides/slide1.xml" Id="Rfa4b43b988be47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5912ea5ee042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ef1e5da9c483a" /><Relationship Type="http://schemas.openxmlformats.org/officeDocument/2006/relationships/notesMaster" Target="/ppt/notesMasters/notesMaster1.xml" Id="R614d728b326b4b0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素材ID：SEC-085</ns1:t>
            </ns1:r>
          </ns1:p>
          <ns1:p>
            <ns1:r>
              <ns1:t>论文：Eavesdropping on Controller Acoustic Emanation for Keystroke Inference Attack in Virtual Reality</ns1:t>
            </ns1:r>
          </ns1:p>
          <ns1:p>
            <ns1:r>
              <ns1:t>会议：NDSS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4，PDF第4页</ns1:t>
            </ns1:r>
          </ns1:p>
          <ns1:p>
            <ns1:r>
              <ns1:t>类型：系统架构</ns1:t>
            </ns1:r>
          </ns1:p>
          <ns1:p>
            <ns1:r>
              <ns1:t>借鉴点：三层阶段中嵌入实际波形、方向角与字符映射表、时间和方向约束，连接感知与离散推断结果。</ns1:t>
            </ns1:r>
          </ns1:p>
          <ns1:p>
            <ns1:r>
              <ns1:t>论文URL：https://www.ndss-symposium.org/wp-content/uploads/2024-100-paper.pdf</ns1:t>
            </ns1:r>
          </ns1:p>
          <ns1:p>
            <ns1:r>
              <ns1:t>官方获奖URL：https://www.ndss-symposium.org/ndss2024/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87fa188364b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1dcf3988d4f4c" /><Relationship Type="http://schemas.openxmlformats.org/officeDocument/2006/relationships/slideLayout" Target="/ppt/slideLayouts/slideLayout1.xml" Id="Rfb2b5d065198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b5d065198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9c9a759a4645" /><Relationship Type="http://schemas.openxmlformats.org/officeDocument/2006/relationships/image" Target="/ppt/media/image.png" Id="R3f16dee463b949b2" /><Relationship Type="http://schemas.openxmlformats.org/officeDocument/2006/relationships/image" Target="/ppt/media/image2.png" Id="R24b99e45ea2a4465" /><Relationship Type="http://schemas.openxmlformats.org/officeDocument/2006/relationships/image" Target="/ppt/media/image3.png" Id="Rf2c65942e9664bc6" /><Relationship Type="http://schemas.openxmlformats.org/officeDocument/2006/relationships/image" Target="/ppt/media/image4.png" Id="Re33fc1ef548d4d21" /><Relationship Type="http://schemas.openxmlformats.org/officeDocument/2006/relationships/image" Target="/ppt/media/image5.png" Id="R2f2491fbf42b4e7a" /><Relationship Type="http://schemas.openxmlformats.org/officeDocument/2006/relationships/image" Target="/ppt/media/image6.png" Id="R12ec37a5cbb64f25" /><Relationship Type="http://schemas.openxmlformats.org/officeDocument/2006/relationships/notesSlide" Target="/ppt/notesSlides/notesSlide1.xml" Id="Ra2b102702e2c4f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SEC-085-1">
            <a:extLst xmlns:a="http://schemas.openxmlformats.org/drawingml/2006/main">
              <a:ext uri="{FF2B5EF4-FFF2-40B4-BE49-F238E27FC236}">
                <a16:creationId xmlns:a16="http://schemas.microsoft.com/office/drawing/2014/main" id="{54C2ED48-1DCE-4F6B-926F-22B8CB52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76200"/>
            <a:ext cx="5734050" cy="278130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2" name="SEC-085-2">
            <a:extLst xmlns:a="http://schemas.openxmlformats.org/drawingml/2006/main">
              <a:ext uri="{FF2B5EF4-FFF2-40B4-BE49-F238E27FC236}">
                <a16:creationId xmlns:a16="http://schemas.microsoft.com/office/drawing/2014/main" id="{E692EEDE-071B-44A8-AEA2-BBD39D0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76200"/>
            <a:ext cx="7258050" cy="278130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" name="SEC-085-3">
            <a:extLst xmlns:a="http://schemas.openxmlformats.org/drawingml/2006/main">
              <a:ext uri="{FF2B5EF4-FFF2-40B4-BE49-F238E27FC236}">
                <a16:creationId xmlns:a16="http://schemas.microsoft.com/office/drawing/2014/main" id="{1708B721-62D5-4E90-8F74-5F058B23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925" y="76200"/>
            <a:ext cx="5467350" cy="278130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4" name="SEC-085-4">
            <a:extLst xmlns:a="http://schemas.openxmlformats.org/drawingml/2006/main">
              <a:ext uri="{FF2B5EF4-FFF2-40B4-BE49-F238E27FC236}">
                <a16:creationId xmlns:a16="http://schemas.microsoft.com/office/drawing/2014/main" id="{FE0175F9-4639-4915-BB6C-DC16997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4287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1">
                <a:solidFill>
                  <a:srgbClr val="006300"/>
                </a:solidFill>
                <a:latin typeface="Arial"/>
                <a:ea typeface="Arial"/>
                <a:cs typeface="Arial"/>
              </a:defRPr>
            </a:pPr>
            <a:r>
              <a:rPr sz="2175" b="1" i="1">
                <a:solidFill>
                  <a:srgbClr val="006300"/>
                </a:solidFill>
                <a:latin typeface="Arial"/>
                <a:ea typeface="Arial"/>
                <a:cs typeface="Arial"/>
              </a:rPr>
              <a:t>Directional Acoustic Signal Acquisition</a:t>
            </a:r>
          </a:p>
        </p:txBody>
      </p:sp>
      <p:sp>
        <p:nvSpPr>
          <p:cNvPr id="5" name="SEC-085-5">
            <a:extLst xmlns:a="http://schemas.openxmlformats.org/drawingml/2006/main">
              <a:ext uri="{FF2B5EF4-FFF2-40B4-BE49-F238E27FC236}">
                <a16:creationId xmlns:a16="http://schemas.microsoft.com/office/drawing/2014/main" id="{1FC2E6C0-14CA-4D56-9344-2968022D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42875"/>
            <a:ext cx="690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1">
                <a:solidFill>
                  <a:srgbClr val="006300"/>
                </a:solidFill>
                <a:latin typeface="Arial"/>
                <a:ea typeface="Arial"/>
                <a:cs typeface="Arial"/>
              </a:defRPr>
            </a:pPr>
            <a:r>
              <a:rPr sz="2175" b="1" i="1">
                <a:solidFill>
                  <a:srgbClr val="006300"/>
                </a:solidFill>
                <a:latin typeface="Arial"/>
                <a:ea typeface="Arial"/>
                <a:cs typeface="Arial"/>
              </a:rPr>
              <a:t>Adaptive DOA-Key Mapping</a:t>
            </a:r>
          </a:p>
        </p:txBody>
      </p:sp>
      <p:sp>
        <p:nvSpPr>
          <p:cNvPr id="6" name="SEC-085-6">
            <a:extLst xmlns:a="http://schemas.openxmlformats.org/drawingml/2006/main">
              <a:ext uri="{FF2B5EF4-FFF2-40B4-BE49-F238E27FC236}">
                <a16:creationId xmlns:a16="http://schemas.microsoft.com/office/drawing/2014/main" id="{4C503DFD-43DF-43AF-B0D4-23C1780E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0" y="1428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1">
                <a:solidFill>
                  <a:srgbClr val="006300"/>
                </a:solidFill>
                <a:latin typeface="Arial"/>
                <a:ea typeface="Arial"/>
                <a:cs typeface="Arial"/>
              </a:defRPr>
            </a:pPr>
            <a:r>
              <a:rPr sz="2175" b="1" i="1">
                <a:solidFill>
                  <a:srgbClr val="006300"/>
                </a:solidFill>
                <a:latin typeface="Arial"/>
                <a:ea typeface="Arial"/>
                <a:cs typeface="Arial"/>
              </a:rPr>
              <a:t>Inter-Key Relation-based Calibration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6dee463b949b2"/>
          <a:stretch xmlns:a="http://schemas.openxmlformats.org/drawingml/2006/main"/>
        </p:blipFill>
        <p:spPr>
          <a:xfrm xmlns:a="http://schemas.openxmlformats.org/drawingml/2006/main">
            <a:off x="495300" y="1295400"/>
            <a:ext cx="657225" cy="135255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99e45ea2a4465"/>
          <a:stretch xmlns:a="http://schemas.openxmlformats.org/drawingml/2006/main"/>
        </p:blipFill>
        <p:spPr>
          <a:xfrm xmlns:a="http://schemas.openxmlformats.org/drawingml/2006/main">
            <a:off x="1152525" y="1323975"/>
            <a:ext cx="438150" cy="762000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65942e9664bc6"/>
          <a:stretch xmlns:a="http://schemas.openxmlformats.org/drawingml/2006/main"/>
        </p:blipFill>
        <p:spPr>
          <a:xfrm xmlns:a="http://schemas.openxmlformats.org/drawingml/2006/main">
            <a:off x="2152650" y="1400175"/>
            <a:ext cx="533400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SEC-085-7">
            <a:extLst xmlns:a="http://schemas.openxmlformats.org/drawingml/2006/main">
              <a:ext uri="{FF2B5EF4-FFF2-40B4-BE49-F238E27FC236}">
                <a16:creationId xmlns:a16="http://schemas.microsoft.com/office/drawing/2014/main" id="{32F2402A-1BC9-4577-81C4-989081F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6764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" name="path-8">
            <a:extLst xmlns:a="http://schemas.openxmlformats.org/drawingml/2006/main">
              <a:ext uri="{FF2B5EF4-FFF2-40B4-BE49-F238E27FC236}">
                <a16:creationId xmlns:a16="http://schemas.microsoft.com/office/drawing/2014/main" id="{AAAD7D54-8297-4197-B2F7-42C5A9C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63" y="164224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2" name="SEC-085-9">
            <a:extLst xmlns:a="http://schemas.openxmlformats.org/drawingml/2006/main">
              <a:ext uri="{FF2B5EF4-FFF2-40B4-BE49-F238E27FC236}">
                <a16:creationId xmlns:a16="http://schemas.microsoft.com/office/drawing/2014/main" id="{D5076CEA-22BF-4097-B814-FE154FE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16764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" name="path-10">
            <a:extLst xmlns:a="http://schemas.openxmlformats.org/drawingml/2006/main">
              <a:ext uri="{FF2B5EF4-FFF2-40B4-BE49-F238E27FC236}">
                <a16:creationId xmlns:a16="http://schemas.microsoft.com/office/drawing/2014/main" id="{CBC0537F-F921-4D1C-BC43-D2BD472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88" y="164224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4" name="SEC-085-11">
            <a:extLst xmlns:a="http://schemas.openxmlformats.org/drawingml/2006/main">
              <a:ext uri="{FF2B5EF4-FFF2-40B4-BE49-F238E27FC236}">
                <a16:creationId xmlns:a16="http://schemas.microsoft.com/office/drawing/2014/main" id="{882E7B06-23C0-42F1-859E-EBDF395E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847725"/>
            <a:ext cx="170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Microphone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Customization</a:t>
            </a:r>
          </a:p>
        </p:txBody>
      </p:sp>
      <p:sp>
        <p:nvSpPr>
          <p:cNvPr id="15" name="SEC-085-12">
            <a:extLst xmlns:a="http://schemas.openxmlformats.org/drawingml/2006/main">
              <a:ext uri="{FF2B5EF4-FFF2-40B4-BE49-F238E27FC236}">
                <a16:creationId xmlns:a16="http://schemas.microsoft.com/office/drawing/2014/main" id="{EFD042D6-48D7-45D6-9FCF-6007F4D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800100"/>
            <a:ext cx="22383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6" name="SEC-085-13">
            <a:extLst xmlns:a="http://schemas.openxmlformats.org/drawingml/2006/main">
              <a:ext uri="{FF2B5EF4-FFF2-40B4-BE49-F238E27FC236}">
                <a16:creationId xmlns:a16="http://schemas.microsoft.com/office/drawing/2014/main" id="{338F8D1C-0C69-43DA-828F-37B57101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838200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Keystroke Sound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7" name="SEC-085-14">
            <a:extLst xmlns:a="http://schemas.openxmlformats.org/drawingml/2006/main">
              <a:ext uri="{FF2B5EF4-FFF2-40B4-BE49-F238E27FC236}">
                <a16:creationId xmlns:a16="http://schemas.microsoft.com/office/drawing/2014/main" id="{A08749A3-E593-4F24-9373-55AF518B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1428750"/>
            <a:ext cx="1924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8" name="SEC-085-15">
            <a:extLst xmlns:a="http://schemas.openxmlformats.org/drawingml/2006/main">
              <a:ext uri="{FF2B5EF4-FFF2-40B4-BE49-F238E27FC236}">
                <a16:creationId xmlns:a16="http://schemas.microsoft.com/office/drawing/2014/main" id="{E63D22C0-6608-4FF7-B922-255D338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42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Directional Sound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fc1ef548d4d21"/>
          <a:stretch xmlns:a="http://schemas.openxmlformats.org/drawingml/2006/main"/>
        </p:blipFill>
        <p:spPr>
          <a:xfrm xmlns:a="http://schemas.openxmlformats.org/drawingml/2006/main">
            <a:off x="3400425" y="1724025"/>
            <a:ext cx="1838325" cy="752475"/>
          </a:xfrm>
          <a:prstGeom xmlns:a="http://schemas.openxmlformats.org/drawingml/2006/main" prst="rect">
            <a:avLst/>
          </a:prstGeom>
        </p:spPr>
      </p:pic>
      <p:sp>
        <p:nvSpPr>
          <p:cNvPr id="20" name="SEC-085-16">
            <a:extLst xmlns:a="http://schemas.openxmlformats.org/drawingml/2006/main">
              <a:ext uri="{FF2B5EF4-FFF2-40B4-BE49-F238E27FC236}">
                <a16:creationId xmlns:a16="http://schemas.microsoft.com/office/drawing/2014/main" id="{9BC5663B-6978-493D-84E5-BAEC20C1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12763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" name="path-17">
            <a:extLst xmlns:a="http://schemas.openxmlformats.org/drawingml/2006/main">
              <a:ext uri="{FF2B5EF4-FFF2-40B4-BE49-F238E27FC236}">
                <a16:creationId xmlns:a16="http://schemas.microsoft.com/office/drawing/2014/main" id="{358945D1-3BE3-43C3-8E63-ED62454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980" y="1238227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2" name="SEC-085-18">
            <a:extLst xmlns:a="http://schemas.openxmlformats.org/drawingml/2006/main">
              <a:ext uri="{FF2B5EF4-FFF2-40B4-BE49-F238E27FC236}">
                <a16:creationId xmlns:a16="http://schemas.microsoft.com/office/drawing/2014/main" id="{6F8E8938-1E66-41CF-BA8F-0103889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647700"/>
            <a:ext cx="20859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23" name="SEC-085-19">
            <a:extLst xmlns:a="http://schemas.openxmlformats.org/drawingml/2006/main">
              <a:ext uri="{FF2B5EF4-FFF2-40B4-BE49-F238E27FC236}">
                <a16:creationId xmlns:a16="http://schemas.microsoft.com/office/drawing/2014/main" id="{D5F675F9-A521-42FF-9F0D-67E00AF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6572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Victim DOAs</a:t>
            </a:r>
          </a:p>
        </p:txBody>
      </p:sp>
      <p:sp>
        <p:nvSpPr>
          <p:cNvPr id="24" name="SEC-085-20">
            <a:extLst xmlns:a="http://schemas.openxmlformats.org/drawingml/2006/main">
              <a:ext uri="{FF2B5EF4-FFF2-40B4-BE49-F238E27FC236}">
                <a16:creationId xmlns:a16="http://schemas.microsoft.com/office/drawing/2014/main" id="{560963EE-6163-4E75-ADDE-AF5164BF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904875"/>
            <a:ext cx="1762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25" name="SEC-085-21">
            <a:extLst xmlns:a="http://schemas.openxmlformats.org/drawingml/2006/main">
              <a:ext uri="{FF2B5EF4-FFF2-40B4-BE49-F238E27FC236}">
                <a16:creationId xmlns:a16="http://schemas.microsoft.com/office/drawing/2014/main" id="{A5965AE5-326C-4D52-94F5-816201BB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9239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(25°, 50°)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(85°, 80°)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(100°, 25°)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(25°, 50°)</a:t>
            </a:r>
          </a:p>
        </p:txBody>
      </p:sp>
      <p:sp>
        <p:nvSpPr>
          <p:cNvPr id="26" name="SEC-085-22">
            <a:extLst xmlns:a="http://schemas.openxmlformats.org/drawingml/2006/main">
              <a:ext uri="{FF2B5EF4-FFF2-40B4-BE49-F238E27FC236}">
                <a16:creationId xmlns:a16="http://schemas.microsoft.com/office/drawing/2014/main" id="{B753F18B-C548-47F6-B7C8-54416B0E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71675"/>
            <a:ext cx="20859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27" name="SEC-085-23">
            <a:extLst xmlns:a="http://schemas.openxmlformats.org/drawingml/2006/main">
              <a:ext uri="{FF2B5EF4-FFF2-40B4-BE49-F238E27FC236}">
                <a16:creationId xmlns:a16="http://schemas.microsoft.com/office/drawing/2014/main" id="{0C889ADE-3486-4048-9AE9-677DDC8B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19812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DOA-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 Mapping</a:t>
            </a:r>
          </a:p>
        </p:txBody>
      </p:sp>
      <p:sp>
        <p:nvSpPr>
          <p:cNvPr id="28" name="SEC-085-24">
            <a:extLst xmlns:a="http://schemas.openxmlformats.org/drawingml/2006/main">
              <a:ext uri="{FF2B5EF4-FFF2-40B4-BE49-F238E27FC236}">
                <a16:creationId xmlns:a16="http://schemas.microsoft.com/office/drawing/2014/main" id="{713C49AC-F5C8-41E1-8199-2891A54A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12382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9" name="path-25">
            <a:extLst xmlns:a="http://schemas.openxmlformats.org/drawingml/2006/main">
              <a:ext uri="{FF2B5EF4-FFF2-40B4-BE49-F238E27FC236}">
                <a16:creationId xmlns:a16="http://schemas.microsoft.com/office/drawing/2014/main" id="{4491BE93-65FB-441E-AB04-403772BB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330" y="1200127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0" name="SEC-085-26">
            <a:extLst xmlns:a="http://schemas.openxmlformats.org/drawingml/2006/main">
              <a:ext uri="{FF2B5EF4-FFF2-40B4-BE49-F238E27FC236}">
                <a16:creationId xmlns:a16="http://schemas.microsoft.com/office/drawing/2014/main" id="{B352EBEF-6697-44E5-B3C3-CF63B59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2383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1" name="path-27">
            <a:extLst xmlns:a="http://schemas.openxmlformats.org/drawingml/2006/main">
              <a:ext uri="{FF2B5EF4-FFF2-40B4-BE49-F238E27FC236}">
                <a16:creationId xmlns:a16="http://schemas.microsoft.com/office/drawing/2014/main" id="{F6651194-A5C3-49E7-83EB-8A2CF9A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330" y="2200252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2" name="SEC-085-28">
            <a:extLst xmlns:a="http://schemas.openxmlformats.org/drawingml/2006/main">
              <a:ext uri="{FF2B5EF4-FFF2-40B4-BE49-F238E27FC236}">
                <a16:creationId xmlns:a16="http://schemas.microsoft.com/office/drawing/2014/main" id="{12FAE265-4A5A-4F1D-A846-F434ABFC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866775"/>
            <a:ext cx="22383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33" name="SEC-085-29">
            <a:extLst xmlns:a="http://schemas.openxmlformats.org/drawingml/2006/main">
              <a:ext uri="{FF2B5EF4-FFF2-40B4-BE49-F238E27FC236}">
                <a16:creationId xmlns:a16="http://schemas.microsoft.com/office/drawing/2014/main" id="{90C911C1-687D-4DD4-BDF5-EF0C5AB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8858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Updated DOA-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 Mapping</a:t>
            </a:r>
          </a:p>
        </p:txBody>
      </p:sp>
      <p:sp>
        <p:nvSpPr>
          <p:cNvPr id="34" name="SEC-085-30">
            <a:extLst xmlns:a="http://schemas.openxmlformats.org/drawingml/2006/main">
              <a:ext uri="{FF2B5EF4-FFF2-40B4-BE49-F238E27FC236}">
                <a16:creationId xmlns:a16="http://schemas.microsoft.com/office/drawing/2014/main" id="{FA43DC60-1DD4-43F5-9EB5-D88D5EA5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1514475"/>
            <a:ext cx="381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35" name="SEC-085-31">
            <a:extLst xmlns:a="http://schemas.openxmlformats.org/drawingml/2006/main">
              <a:ext uri="{FF2B5EF4-FFF2-40B4-BE49-F238E27FC236}">
                <a16:creationId xmlns:a16="http://schemas.microsoft.com/office/drawing/2014/main" id="{0DA52F13-1F7B-4140-A2B0-BBC72E5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1514475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36" name="SEC-085-32">
            <a:extLst xmlns:a="http://schemas.openxmlformats.org/drawingml/2006/main">
              <a:ext uri="{FF2B5EF4-FFF2-40B4-BE49-F238E27FC236}">
                <a16:creationId xmlns:a16="http://schemas.microsoft.com/office/drawing/2014/main" id="{D4094951-D392-4D97-83E4-4476DC07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15144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7" name="SEC-085-33">
            <a:extLst xmlns:a="http://schemas.openxmlformats.org/drawingml/2006/main">
              <a:ext uri="{FF2B5EF4-FFF2-40B4-BE49-F238E27FC236}">
                <a16:creationId xmlns:a16="http://schemas.microsoft.com/office/drawing/2014/main" id="{5321E913-F8B1-4E24-9013-4F36E6C2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15144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(25°, 50°)</a:t>
            </a:r>
          </a:p>
        </p:txBody>
      </p:sp>
      <p:sp>
        <p:nvSpPr>
          <p:cNvPr id="38" name="SEC-085-34">
            <a:extLst xmlns:a="http://schemas.openxmlformats.org/drawingml/2006/main">
              <a:ext uri="{FF2B5EF4-FFF2-40B4-BE49-F238E27FC236}">
                <a16:creationId xmlns:a16="http://schemas.microsoft.com/office/drawing/2014/main" id="{1A2DB5C6-B122-4984-ACE5-FA79E2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1771650"/>
            <a:ext cx="381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39" name="SEC-085-35">
            <a:extLst xmlns:a="http://schemas.openxmlformats.org/drawingml/2006/main">
              <a:ext uri="{FF2B5EF4-FFF2-40B4-BE49-F238E27FC236}">
                <a16:creationId xmlns:a16="http://schemas.microsoft.com/office/drawing/2014/main" id="{9BD0197F-42BB-41FA-8807-BE9020A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1771650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40" name="SEC-085-36">
            <a:extLst xmlns:a="http://schemas.openxmlformats.org/drawingml/2006/main">
              <a:ext uri="{FF2B5EF4-FFF2-40B4-BE49-F238E27FC236}">
                <a16:creationId xmlns:a16="http://schemas.microsoft.com/office/drawing/2014/main" id="{B127BDFF-DB24-499C-BF0F-8061165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17716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1" name="SEC-085-37">
            <a:extLst xmlns:a="http://schemas.openxmlformats.org/drawingml/2006/main">
              <a:ext uri="{FF2B5EF4-FFF2-40B4-BE49-F238E27FC236}">
                <a16:creationId xmlns:a16="http://schemas.microsoft.com/office/drawing/2014/main" id="{E26E1B6E-C382-4729-9D9A-95C43137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17716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(85°, 80°)</a:t>
            </a:r>
          </a:p>
        </p:txBody>
      </p:sp>
      <p:sp>
        <p:nvSpPr>
          <p:cNvPr id="42" name="SEC-085-38">
            <a:extLst xmlns:a="http://schemas.openxmlformats.org/drawingml/2006/main">
              <a:ext uri="{FF2B5EF4-FFF2-40B4-BE49-F238E27FC236}">
                <a16:creationId xmlns:a16="http://schemas.microsoft.com/office/drawing/2014/main" id="{3024B885-7AE3-43FB-81DE-5DC6A1A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2028825"/>
            <a:ext cx="381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43" name="SEC-085-39">
            <a:extLst xmlns:a="http://schemas.openxmlformats.org/drawingml/2006/main">
              <a:ext uri="{FF2B5EF4-FFF2-40B4-BE49-F238E27FC236}">
                <a16:creationId xmlns:a16="http://schemas.microsoft.com/office/drawing/2014/main" id="{8066F1B1-DB67-4DEB-B5C1-9918085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2028825"/>
            <a:ext cx="1295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44" name="SEC-085-40">
            <a:extLst xmlns:a="http://schemas.openxmlformats.org/drawingml/2006/main">
              <a:ext uri="{FF2B5EF4-FFF2-40B4-BE49-F238E27FC236}">
                <a16:creationId xmlns:a16="http://schemas.microsoft.com/office/drawing/2014/main" id="{6E82AD03-229D-4B6E-A118-6DCB122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2028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SEC-085-41">
            <a:extLst xmlns:a="http://schemas.openxmlformats.org/drawingml/2006/main">
              <a:ext uri="{FF2B5EF4-FFF2-40B4-BE49-F238E27FC236}">
                <a16:creationId xmlns:a16="http://schemas.microsoft.com/office/drawing/2014/main" id="{BDE40B79-3C21-49B2-B7BB-905B1EA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0288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(100°, 25°)</a:t>
            </a:r>
          </a:p>
        </p:txBody>
      </p:sp>
      <p:sp>
        <p:nvSpPr>
          <p:cNvPr id="46" name="SEC-085-42">
            <a:extLst xmlns:a="http://schemas.openxmlformats.org/drawingml/2006/main">
              <a:ext uri="{FF2B5EF4-FFF2-40B4-BE49-F238E27FC236}">
                <a16:creationId xmlns:a16="http://schemas.microsoft.com/office/drawing/2014/main" id="{50AAFBD5-6B8C-48DF-AEE4-16203173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157162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7" name="path-43">
            <a:extLst xmlns:a="http://schemas.openxmlformats.org/drawingml/2006/main">
              <a:ext uri="{FF2B5EF4-FFF2-40B4-BE49-F238E27FC236}">
                <a16:creationId xmlns:a16="http://schemas.microsoft.com/office/drawing/2014/main" id="{274EAF9D-14C1-451C-A6D5-6FDE639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030" y="1533502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48" name="SEC-085-44">
            <a:extLst xmlns:a="http://schemas.openxmlformats.org/drawingml/2006/main">
              <a:ext uri="{FF2B5EF4-FFF2-40B4-BE49-F238E27FC236}">
                <a16:creationId xmlns:a16="http://schemas.microsoft.com/office/drawing/2014/main" id="{15474D44-B0CC-4384-8477-F373C56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971550"/>
            <a:ext cx="20288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49" name="SEC-085-45">
            <a:extLst xmlns:a="http://schemas.openxmlformats.org/drawingml/2006/main">
              <a:ext uri="{FF2B5EF4-FFF2-40B4-BE49-F238E27FC236}">
                <a16:creationId xmlns:a16="http://schemas.microsoft.com/office/drawing/2014/main" id="{CDBE705D-BEB5-4979-92FC-48E73EB8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9906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Keystroke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50" name="SEC-085-46">
            <a:extLst xmlns:a="http://schemas.openxmlformats.org/drawingml/2006/main">
              <a:ext uri="{FF2B5EF4-FFF2-40B4-BE49-F238E27FC236}">
                <a16:creationId xmlns:a16="http://schemas.microsoft.com/office/drawing/2014/main" id="{9278AEB5-ADC6-4E40-9760-0142D501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6650" y="1514475"/>
            <a:ext cx="1838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51" name="SEC-085-47">
            <a:extLst xmlns:a="http://schemas.openxmlformats.org/drawingml/2006/main">
              <a:ext uri="{FF2B5EF4-FFF2-40B4-BE49-F238E27FC236}">
                <a16:creationId xmlns:a16="http://schemas.microsoft.com/office/drawing/2014/main" id="{755E29DD-585D-4467-ABA5-2FEDCE9F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1504950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Top-1 Candidate</a:t>
            </a:r>
          </a:p>
        </p:txBody>
      </p:sp>
      <p:sp>
        <p:nvSpPr>
          <p:cNvPr id="52" name="SEC-085-48">
            <a:extLst xmlns:a="http://schemas.openxmlformats.org/drawingml/2006/main">
              <a:ext uri="{FF2B5EF4-FFF2-40B4-BE49-F238E27FC236}">
                <a16:creationId xmlns:a16="http://schemas.microsoft.com/office/drawing/2014/main" id="{3B2AB4FC-C00B-4F24-98AF-3C5381AD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1752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53" name="SEC-085-49">
            <a:extLst xmlns:a="http://schemas.openxmlformats.org/drawingml/2006/main">
              <a:ext uri="{FF2B5EF4-FFF2-40B4-BE49-F238E27FC236}">
                <a16:creationId xmlns:a16="http://schemas.microsoft.com/office/drawing/2014/main" id="{DF8B62EB-7232-4987-87EC-526B98CE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175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4" name="SEC-085-50">
            <a:extLst xmlns:a="http://schemas.openxmlformats.org/drawingml/2006/main">
              <a:ext uri="{FF2B5EF4-FFF2-40B4-BE49-F238E27FC236}">
                <a16:creationId xmlns:a16="http://schemas.microsoft.com/office/drawing/2014/main" id="{25F65A2F-1C25-4C8E-9394-1BF5655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1752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55" name="SEC-085-51">
            <a:extLst xmlns:a="http://schemas.openxmlformats.org/drawingml/2006/main">
              <a:ext uri="{FF2B5EF4-FFF2-40B4-BE49-F238E27FC236}">
                <a16:creationId xmlns:a16="http://schemas.microsoft.com/office/drawing/2014/main" id="{42EB7E7B-A506-48E1-B4DA-F8C7F8A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175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6" name="SEC-085-52">
            <a:extLst xmlns:a="http://schemas.openxmlformats.org/drawingml/2006/main">
              <a:ext uri="{FF2B5EF4-FFF2-40B4-BE49-F238E27FC236}">
                <a16:creationId xmlns:a16="http://schemas.microsoft.com/office/drawing/2014/main" id="{62A50FB7-4457-4F12-8D96-7C0D72A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1752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57" name="SEC-085-53">
            <a:extLst xmlns:a="http://schemas.openxmlformats.org/drawingml/2006/main">
              <a:ext uri="{FF2B5EF4-FFF2-40B4-BE49-F238E27FC236}">
                <a16:creationId xmlns:a16="http://schemas.microsoft.com/office/drawing/2014/main" id="{EA579930-24E0-4BB3-8F77-2D4A2808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175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8" name="SEC-085-54">
            <a:extLst xmlns:a="http://schemas.openxmlformats.org/drawingml/2006/main">
              <a:ext uri="{FF2B5EF4-FFF2-40B4-BE49-F238E27FC236}">
                <a16:creationId xmlns:a16="http://schemas.microsoft.com/office/drawing/2014/main" id="{A5C8B89D-8E87-4C00-98DC-0043045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1752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59" name="SEC-085-55">
            <a:extLst xmlns:a="http://schemas.openxmlformats.org/drawingml/2006/main">
              <a:ext uri="{FF2B5EF4-FFF2-40B4-BE49-F238E27FC236}">
                <a16:creationId xmlns:a16="http://schemas.microsoft.com/office/drawing/2014/main" id="{FFB4A235-3110-424C-AD99-F5AB5921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175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0" name="SEC-085-56">
            <a:extLst xmlns:a="http://schemas.openxmlformats.org/drawingml/2006/main">
              <a:ext uri="{FF2B5EF4-FFF2-40B4-BE49-F238E27FC236}">
                <a16:creationId xmlns:a16="http://schemas.microsoft.com/office/drawing/2014/main" id="{BE50C0C1-FD54-4C48-B0E4-B08BB390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9275" y="15716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1" name="path-57">
            <a:extLst xmlns:a="http://schemas.openxmlformats.org/drawingml/2006/main">
              <a:ext uri="{FF2B5EF4-FFF2-40B4-BE49-F238E27FC236}">
                <a16:creationId xmlns:a16="http://schemas.microsoft.com/office/drawing/2014/main" id="{F8EC80B2-187A-4E5F-9F89-53DD6C4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030" y="1533502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62" name="SEC-085-58">
            <a:extLst xmlns:a="http://schemas.openxmlformats.org/drawingml/2006/main">
              <a:ext uri="{FF2B5EF4-FFF2-40B4-BE49-F238E27FC236}">
                <a16:creationId xmlns:a16="http://schemas.microsoft.com/office/drawing/2014/main" id="{72598FAE-73B3-4468-8DE1-A3969613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657225"/>
            <a:ext cx="2266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63" name="SEC-085-59">
            <a:extLst xmlns:a="http://schemas.openxmlformats.org/drawingml/2006/main">
              <a:ext uri="{FF2B5EF4-FFF2-40B4-BE49-F238E27FC236}">
                <a16:creationId xmlns:a16="http://schemas.microsoft.com/office/drawing/2014/main" id="{30698C37-9C53-45C9-AD72-D167EA51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69532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64" name="SEC-085-60">
            <a:extLst xmlns:a="http://schemas.openxmlformats.org/drawingml/2006/main">
              <a:ext uri="{FF2B5EF4-FFF2-40B4-BE49-F238E27FC236}">
                <a16:creationId xmlns:a16="http://schemas.microsoft.com/office/drawing/2014/main" id="{2EDD54CA-32E1-425E-BEDC-A00D31A9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9375" y="942975"/>
            <a:ext cx="2009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65" name="SEC-085-61">
            <a:extLst xmlns:a="http://schemas.openxmlformats.org/drawingml/2006/main">
              <a:ext uri="{FF2B5EF4-FFF2-40B4-BE49-F238E27FC236}">
                <a16:creationId xmlns:a16="http://schemas.microsoft.com/office/drawing/2014/main" id="{BF0296C9-D094-48DA-9684-56BA138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9144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Inter-key Time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491fbf42b4e7a"/>
          <a:stretch xmlns:a="http://schemas.openxmlformats.org/drawingml/2006/main"/>
        </p:blipFill>
        <p:spPr>
          <a:xfrm xmlns:a="http://schemas.openxmlformats.org/drawingml/2006/main">
            <a:off x="14244194" y="1152525"/>
            <a:ext cx="1658236" cy="361950"/>
          </a:xfrm>
          <a:prstGeom xmlns:a="http://schemas.openxmlformats.org/drawingml/2006/main" prst="rect">
            <a:avLst/>
          </a:prstGeom>
        </p:spPr>
      </p:pic>
      <p:sp>
        <p:nvSpPr>
          <p:cNvPr id="67" name="SEC-085-62">
            <a:extLst xmlns:a="http://schemas.openxmlformats.org/drawingml/2006/main">
              <a:ext uri="{FF2B5EF4-FFF2-40B4-BE49-F238E27FC236}">
                <a16:creationId xmlns:a16="http://schemas.microsoft.com/office/drawing/2014/main" id="{2905EB34-CE55-4BF2-BB26-C974B72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9375" y="1714500"/>
            <a:ext cx="20097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68" name="SEC-085-63">
            <a:extLst xmlns:a="http://schemas.openxmlformats.org/drawingml/2006/main">
              <a:ext uri="{FF2B5EF4-FFF2-40B4-BE49-F238E27FC236}">
                <a16:creationId xmlns:a16="http://schemas.microsoft.com/office/drawing/2014/main" id="{C585E013-830F-47CB-B460-043E13C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7240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Inter-key Direction</a:t>
            </a:r>
          </a:p>
        </p:txBody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c37a5cbb64f25"/>
          <a:stretch xmlns:a="http://schemas.openxmlformats.org/drawingml/2006/main"/>
        </p:blipFill>
        <p:spPr>
          <a:xfrm xmlns:a="http://schemas.openxmlformats.org/drawingml/2006/main">
            <a:off x="14230350" y="2009775"/>
            <a:ext cx="1609725" cy="476250"/>
          </a:xfrm>
          <a:prstGeom xmlns:a="http://schemas.openxmlformats.org/drawingml/2006/main" prst="rect">
            <a:avLst/>
          </a:prstGeom>
        </p:spPr>
      </p:pic>
      <p:sp>
        <p:nvSpPr>
          <p:cNvPr id="70" name="SEC-085-64">
            <a:extLst xmlns:a="http://schemas.openxmlformats.org/drawingml/2006/main">
              <a:ext uri="{FF2B5EF4-FFF2-40B4-BE49-F238E27FC236}">
                <a16:creationId xmlns:a16="http://schemas.microsoft.com/office/drawing/2014/main" id="{229EE0DE-9516-496B-B8FA-5DB5C24A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3925" y="157162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1" name="path-65">
            <a:extLst xmlns:a="http://schemas.openxmlformats.org/drawingml/2006/main">
              <a:ext uri="{FF2B5EF4-FFF2-40B4-BE49-F238E27FC236}">
                <a16:creationId xmlns:a16="http://schemas.microsoft.com/office/drawing/2014/main" id="{2959917A-B51B-42C0-819A-88EB5E92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355" y="1533502"/>
            <a:ext cx="103895" cy="95297"/>
          </a:xfrm>
          <a:custGeom xmlns:a="http://schemas.openxmlformats.org/drawingml/2006/main">
            <a:pathLst>
              <a:path w="103895" h="95297">
                <a:moveTo>
                  <a:pt x="103895" y="47648"/>
                </a:moveTo>
                <a:lnTo>
                  <a:pt x="0" y="95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2" name="SEC-085-66">
            <a:extLst xmlns:a="http://schemas.openxmlformats.org/drawingml/2006/main">
              <a:ext uri="{FF2B5EF4-FFF2-40B4-BE49-F238E27FC236}">
                <a16:creationId xmlns:a16="http://schemas.microsoft.com/office/drawing/2014/main" id="{052B8514-2FD2-45B6-B115-8E353606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300" y="704850"/>
            <a:ext cx="22002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73" name="SEC-085-67">
            <a:extLst xmlns:a="http://schemas.openxmlformats.org/drawingml/2006/main">
              <a:ext uri="{FF2B5EF4-FFF2-40B4-BE49-F238E27FC236}">
                <a16:creationId xmlns:a16="http://schemas.microsoft.com/office/drawing/2014/main" id="{57838D78-3598-425C-AA4F-52810375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4925" y="76200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HMM Calibration</a:t>
            </a:r>
          </a:p>
        </p:txBody>
      </p:sp>
      <p:sp>
        <p:nvSpPr>
          <p:cNvPr id="74" name="SEC-085-68">
            <a:extLst xmlns:a="http://schemas.openxmlformats.org/drawingml/2006/main">
              <a:ext uri="{FF2B5EF4-FFF2-40B4-BE49-F238E27FC236}">
                <a16:creationId xmlns:a16="http://schemas.microsoft.com/office/drawing/2014/main" id="{F421B143-213C-4649-B66B-293D4829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21150" y="1038225"/>
            <a:ext cx="1590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75" name="SEC-085-69">
            <a:extLst xmlns:a="http://schemas.openxmlformats.org/drawingml/2006/main">
              <a:ext uri="{FF2B5EF4-FFF2-40B4-BE49-F238E27FC236}">
                <a16:creationId xmlns:a16="http://schemas.microsoft.com/office/drawing/2014/main" id="{7BAE7E96-69CF-44A7-99C3-430A25CB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63975" y="1047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Top-w Candidates</a:t>
            </a:r>
          </a:p>
        </p:txBody>
      </p:sp>
      <p:sp>
        <p:nvSpPr>
          <p:cNvPr id="76" name="SEC-085-70">
            <a:extLst xmlns:a="http://schemas.openxmlformats.org/drawingml/2006/main">
              <a:ext uri="{FF2B5EF4-FFF2-40B4-BE49-F238E27FC236}">
                <a16:creationId xmlns:a16="http://schemas.microsoft.com/office/drawing/2014/main" id="{DDCA794A-784F-40CE-9F8A-2ABEEC5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1675" y="1381125"/>
            <a:ext cx="781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77" name="SEC-085-71">
            <a:extLst xmlns:a="http://schemas.openxmlformats.org/drawingml/2006/main">
              <a:ext uri="{FF2B5EF4-FFF2-40B4-BE49-F238E27FC236}">
                <a16:creationId xmlns:a16="http://schemas.microsoft.com/office/drawing/2014/main" id="{EFDB92FC-7C17-462A-BAF8-CE84BD2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0" y="13811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gmpg</a:t>
            </a:r>
          </a:p>
        </p:txBody>
      </p:sp>
      <p:sp>
        <p:nvSpPr>
          <p:cNvPr id="78" name="SEC-085-72">
            <a:extLst xmlns:a="http://schemas.openxmlformats.org/drawingml/2006/main">
              <a:ext uri="{FF2B5EF4-FFF2-40B4-BE49-F238E27FC236}">
                <a16:creationId xmlns:a16="http://schemas.microsoft.com/office/drawing/2014/main" id="{1BC3085E-42B8-469E-B489-D20D4698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1675" y="1666875"/>
            <a:ext cx="781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79" name="SEC-085-73">
            <a:extLst xmlns:a="http://schemas.openxmlformats.org/drawingml/2006/main">
              <a:ext uri="{FF2B5EF4-FFF2-40B4-BE49-F238E27FC236}">
                <a16:creationId xmlns:a16="http://schemas.microsoft.com/office/drawing/2014/main" id="{336205F8-5E9B-4D96-9DCB-9C18312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0" y="16668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gmpq</a:t>
            </a:r>
          </a:p>
        </p:txBody>
      </p:sp>
      <p:sp>
        <p:nvSpPr>
          <p:cNvPr id="80" name="SEC-085-74">
            <a:extLst xmlns:a="http://schemas.openxmlformats.org/drawingml/2006/main">
              <a:ext uri="{FF2B5EF4-FFF2-40B4-BE49-F238E27FC236}">
                <a16:creationId xmlns:a16="http://schemas.microsoft.com/office/drawing/2014/main" id="{F3B0BBEB-3614-4652-BD56-A7D6FEF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1675" y="1952625"/>
            <a:ext cx="781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</a:ln>
        </p:spPr>
      </p:sp>
      <p:sp>
        <p:nvSpPr>
          <p:cNvPr id="81" name="SEC-085-75">
            <a:extLst xmlns:a="http://schemas.openxmlformats.org/drawingml/2006/main">
              <a:ext uri="{FF2B5EF4-FFF2-40B4-BE49-F238E27FC236}">
                <a16:creationId xmlns:a16="http://schemas.microsoft.com/office/drawing/2014/main" id="{BDF6676A-9F88-449A-8A1A-D2D37CC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0" y="19526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gmpa</a:t>
            </a:r>
          </a:p>
        </p:txBody>
      </p:sp>
      <p:sp>
        <p:nvSpPr>
          <p:cNvPr id="82" name="SEC-085-76">
            <a:extLst xmlns:a="http://schemas.openxmlformats.org/drawingml/2006/main">
              <a:ext uri="{FF2B5EF4-FFF2-40B4-BE49-F238E27FC236}">
                <a16:creationId xmlns:a16="http://schemas.microsoft.com/office/drawing/2014/main" id="{402BBF02-407B-4D61-BFC0-E93FC96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2597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3" name="SEC-085-77">
            <a:extLst xmlns:a="http://schemas.openxmlformats.org/drawingml/2006/main">
              <a:ext uri="{FF2B5EF4-FFF2-40B4-BE49-F238E27FC236}">
                <a16:creationId xmlns:a16="http://schemas.microsoft.com/office/drawing/2014/main" id="{AA901E5F-C85B-4D69-B5BF-4A441CD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122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4" name="SEC-085-78">
            <a:extLst xmlns:a="http://schemas.openxmlformats.org/drawingml/2006/main">
              <a:ext uri="{FF2B5EF4-FFF2-40B4-BE49-F238E27FC236}">
                <a16:creationId xmlns:a16="http://schemas.microsoft.com/office/drawing/2014/main" id="{EFF5FB6B-D59F-482F-9065-DA31F2CA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1647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5" name="SEC-085-79">
            <a:extLst xmlns:a="http://schemas.openxmlformats.org/drawingml/2006/main">
              <a:ext uri="{FF2B5EF4-FFF2-40B4-BE49-F238E27FC236}">
                <a16:creationId xmlns:a16="http://schemas.microsoft.com/office/drawing/2014/main" id="{C3EBF64F-060E-49CD-9D60-472A5257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1172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6" name="SEC-085-80">
            <a:extLst xmlns:a="http://schemas.openxmlformats.org/drawingml/2006/main">
              <a:ext uri="{FF2B5EF4-FFF2-40B4-BE49-F238E27FC236}">
                <a16:creationId xmlns:a16="http://schemas.microsoft.com/office/drawing/2014/main" id="{BF7CAE33-752B-4DE7-ACC0-3E366DD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7" name="SEC-085-81">
            <a:extLst xmlns:a="http://schemas.openxmlformats.org/drawingml/2006/main">
              <a:ext uri="{FF2B5EF4-FFF2-40B4-BE49-F238E27FC236}">
                <a16:creationId xmlns:a16="http://schemas.microsoft.com/office/drawing/2014/main" id="{DF317782-199A-41FB-9B4E-6356938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222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991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2026-09-08T02:31:56.3250000Z</dcterms:created>
  <dcterms:modified xsi:type="dcterms:W3CDTF">2026-09-08T02:31:56.3250000Z</dcterms:modified>
</coreProperties>
</file>