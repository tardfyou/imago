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218c9a5f9b4734" /><Relationship Type="http://schemas.openxmlformats.org/officeDocument/2006/relationships/extended-properties" Target="/docProps/app.xml" Id="Rdf2bf6e4beec4f6f" /><Relationship Type="http://schemas.openxmlformats.org/officeDocument/2006/relationships/officeDocument" Target="/ppt/presentation.xml" Id="R93234ba39c9f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d99a4303c74489"/>
  </p:sldMasterIdLst>
  <p:notesMasterIdLst>
    <p:notesMasterId xmlns:r="http://schemas.openxmlformats.org/officeDocument/2006/relationships" r:id="Rc09a9f5918ca40c6"/>
  </p:notesMasterIdLst>
  <p:sldIdLst>
    <p:sldId xmlns:r="http://schemas.openxmlformats.org/officeDocument/2006/relationships" id="256" r:id="R93b1d661d8304476"/>
  </p:sldIdLst>
  <p:sldSz cx="11344275" cy="614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d19d7c5e3e484d" /><Relationship Type="http://schemas.openxmlformats.org/officeDocument/2006/relationships/slideMaster" Target="/ppt/slideMasters/slideMaster1.xml" Id="R04d99a4303c74489" /><Relationship Type="http://schemas.openxmlformats.org/officeDocument/2006/relationships/notesMaster" Target="/ppt/notesMasters/notesMaster1.xml" Id="Rc09a9f5918ca40c6" /><Relationship Type="http://schemas.openxmlformats.org/officeDocument/2006/relationships/presProps" Target="/ppt/presProps.xml" Id="R6d3b21ac41a54ead" /><Relationship Type="http://schemas.openxmlformats.org/officeDocument/2006/relationships/tableStyles" Target="/ppt/tableStyles.xml" Id="R7fc0ca3f3e4e4ea1" /><Relationship Type="http://schemas.openxmlformats.org/officeDocument/2006/relationships/slide" Target="/ppt/slides/slide1.xml" Id="R93b1d661d830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04dac5dd9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fa055d0ee4bed" /><Relationship Type="http://schemas.openxmlformats.org/officeDocument/2006/relationships/notesMaster" Target="/ppt/notesMasters/notesMaster1.xml" Id="Rbecf25c4ec8d437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素材ID：SEC-041</ns1:t>
            </ns1:r>
          </ns1:p>
          <ns1:p>
            <ns1:r>
              <ns1:t>论文：Follow My Flow: Unveiling Client-Side Prototype Pollution Gadgets from One Million Real-World Websites</ns1:t>
            </ns1:r>
          </ns1:p>
          <ns1:p>
            <ns1:r>
              <ns1:t>会议：IEEE S&amp;P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借鉴点：三阶段面板使用上下双分支、多网站来源、运行时插桩及回流连接，把动态探索过程与最终验证分开。</ns1:t>
            </ns1:r>
          </ns1:p>
          <ns1:p>
            <ns1:r>
              <ns1:t>论文URL：https://yinzhicao.org/ProbetheProto/FollowMyFlow.pdf</ns1:t>
            </ns1:r>
          </ns1:p>
          <ns1:p>
            <ns1:r>
              <ns1:t>官方获奖URL：https://sp2025.ieee-security.org/awards.html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9a00ede6a4f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1a7e89d7e843cb" /><Relationship Type="http://schemas.openxmlformats.org/officeDocument/2006/relationships/slideLayout" Target="/ppt/slideLayouts/slideLayout1.xml" Id="Rb5fea0c7ac0a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ea0c7ac0a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599875a8e4d9b" /><Relationship Type="http://schemas.openxmlformats.org/officeDocument/2006/relationships/image" Target="/ppt/media/image.png" Id="R1b8be7e52e0d4273" /><Relationship Type="http://schemas.openxmlformats.org/officeDocument/2006/relationships/image" Target="/ppt/media/image2.png" Id="R5ac3225aa78647d5" /><Relationship Type="http://schemas.openxmlformats.org/officeDocument/2006/relationships/image" Target="/ppt/media/image3.png" Id="R5dfe6fecb9f44132" /><Relationship Type="http://schemas.openxmlformats.org/officeDocument/2006/relationships/image" Target="/ppt/media/image4.png" Id="R1647ff61703c4c1e" /><Relationship Type="http://schemas.openxmlformats.org/officeDocument/2006/relationships/image" Target="/ppt/media/image5.png" Id="R5e072302f9084cf3" /><Relationship Type="http://schemas.openxmlformats.org/officeDocument/2006/relationships/image" Target="/ppt/media/image6.png" Id="Rd279260ad11644d5" /><Relationship Type="http://schemas.openxmlformats.org/officeDocument/2006/relationships/image" Target="/ppt/media/image7.png" Id="R90b05eddae9a4e94" /><Relationship Type="http://schemas.openxmlformats.org/officeDocument/2006/relationships/image" Target="/ppt/media/image8.png" Id="R7ca90862c47c403c" /><Relationship Type="http://schemas.openxmlformats.org/officeDocument/2006/relationships/image" Target="/ppt/media/image9.png" Id="Re10db9e990b54eb8" /><Relationship Type="http://schemas.openxmlformats.org/officeDocument/2006/relationships/image" Target="/ppt/media/image10.png" Id="R583175e0e8bc4bcd" /><Relationship Type="http://schemas.openxmlformats.org/officeDocument/2006/relationships/image" Target="/ppt/media/image11.png" Id="R46bd9815afab40af" /><Relationship Type="http://schemas.openxmlformats.org/officeDocument/2006/relationships/image" Target="/ppt/media/image12.png" Id="R87447f4bd13e430f" /><Relationship Type="http://schemas.openxmlformats.org/officeDocument/2006/relationships/image" Target="/ppt/media/image13.png" Id="R554803b772fe4711" /><Relationship Type="http://schemas.openxmlformats.org/officeDocument/2006/relationships/image" Target="/ppt/media/image14.png" Id="R2c14bd3039504b37" /><Relationship Type="http://schemas.openxmlformats.org/officeDocument/2006/relationships/image" Target="/ppt/media/image15.png" Id="Rae9663093e3e44e7" /><Relationship Type="http://schemas.openxmlformats.org/officeDocument/2006/relationships/image" Target="/ppt/media/image16.png" Id="R3391e3ca8c994f2c" /><Relationship Type="http://schemas.openxmlformats.org/officeDocument/2006/relationships/image" Target="/ppt/media/image17.png" Id="R6810baeeb83d488a" /><Relationship Type="http://schemas.openxmlformats.org/officeDocument/2006/relationships/image" Target="/ppt/media/image18.png" Id="R8c18647fdf614e57" /><Relationship Type="http://schemas.openxmlformats.org/officeDocument/2006/relationships/image" Target="/ppt/media/image19.png" Id="Rc108c84f8c414b38" /><Relationship Type="http://schemas.openxmlformats.org/officeDocument/2006/relationships/image" Target="/ppt/media/image20.png" Id="Rbbdbed877e9c4bb1" /><Relationship Type="http://schemas.openxmlformats.org/officeDocument/2006/relationships/notesSlide" Target="/ppt/notesSlides/notesSlide1.xml" Id="R039e44c4852340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31CDA-34C8-4176-9F12-5C532063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44275" cy="6110735"/>
          </a:xfrm>
          <a:custGeom xmlns:a="http://schemas.openxmlformats.org/drawingml/2006/main">
            <a:pathLst>
              <a:path w="11344275" h="6110735">
                <a:moveTo>
                  <a:pt x="11344275" y="6110735"/>
                </a:moveTo>
                <a:lnTo>
                  <a:pt x="11344275" y="0"/>
                </a:lnTo>
                <a:lnTo>
                  <a:pt x="0" y="0"/>
                </a:lnTo>
                <a:lnTo>
                  <a:pt x="0" y="6110735"/>
                </a:lnTo>
                <a:lnTo>
                  <a:pt x="11344275" y="611073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be7e52e0d4273"/>
          <a:stretch xmlns:a="http://schemas.openxmlformats.org/drawingml/2006/main"/>
        </p:blipFill>
        <p:spPr>
          <a:xfrm xmlns:a="http://schemas.openxmlformats.org/drawingml/2006/main">
            <a:off x="5401692" y="3188427"/>
            <a:ext cx="1015966" cy="1164974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7FC1C-E0B8-4E61-904C-C734693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1" y="1164532"/>
            <a:ext cx="2395898" cy="148090"/>
          </a:xfrm>
          <a:custGeom xmlns:a="http://schemas.openxmlformats.org/drawingml/2006/main">
            <a:pathLst>
              <a:path w="2395898" h="148090">
                <a:moveTo>
                  <a:pt x="2247808" y="0"/>
                </a:moveTo>
                <a:lnTo>
                  <a:pt x="2395898" y="74045"/>
                </a:lnTo>
                <a:lnTo>
                  <a:pt x="2247808" y="148090"/>
                </a:lnTo>
                <a:lnTo>
                  <a:pt x="2247808" y="88854"/>
                </a:lnTo>
                <a:lnTo>
                  <a:pt x="0" y="88853"/>
                </a:lnTo>
                <a:lnTo>
                  <a:pt x="0" y="59235"/>
                </a:lnTo>
                <a:lnTo>
                  <a:pt x="2247808" y="59236"/>
                </a:lnTo>
                <a:lnTo>
                  <a:pt x="2247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3225aa78647d5"/>
          <a:stretch xmlns:a="http://schemas.openxmlformats.org/drawingml/2006/main"/>
        </p:blipFill>
        <p:spPr>
          <a:xfrm xmlns:a="http://schemas.openxmlformats.org/drawingml/2006/main">
            <a:off x="530" y="3060083"/>
            <a:ext cx="1154928" cy="1194592"/>
          </a:xfrm>
          <a:prstGeom xmlns:a="http://schemas.openxmlformats.org/drawingml/2006/main" prst="rect">
            <a:avLst/>
          </a:prstGeom>
        </p:spPr>
      </p:pic>
      <p:sp>
        <p:nvSpPr>
          <p:cNvPr id="5" name="Text Web">
            <a:extLst xmlns:a="http://schemas.openxmlformats.org/drawingml/2006/main">
              <a:ext uri="{FF2B5EF4-FFF2-40B4-BE49-F238E27FC236}">
                <a16:creationId xmlns:a16="http://schemas.microsoft.com/office/drawing/2014/main" id="{3EB3FF41-E9C4-4D6F-A171-13E70B6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15" y="4432355"/>
            <a:ext cx="474487" cy="172386"/>
          </a:xfrm>
          <a:custGeom xmlns:a="http://schemas.openxmlformats.org/drawingml/2006/main">
            <a:pathLst>
              <a:path w="474487" h="172386">
                <a:moveTo>
                  <a:pt x="45005" y="169609"/>
                </a:moveTo>
                <a:lnTo>
                  <a:pt x="0" y="0"/>
                </a:lnTo>
                <a:lnTo>
                  <a:pt x="23023" y="0"/>
                </a:lnTo>
                <a:lnTo>
                  <a:pt x="48823" y="111183"/>
                </a:lnTo>
                <a:cubicBezTo>
                  <a:pt x="51600" y="122830"/>
                  <a:pt x="53991" y="134399"/>
                  <a:pt x="55997" y="145892"/>
                </a:cubicBezTo>
                <a:cubicBezTo>
                  <a:pt x="60316" y="127766"/>
                  <a:pt x="62861" y="117315"/>
                  <a:pt x="63632" y="114538"/>
                </a:cubicBezTo>
                <a:lnTo>
                  <a:pt x="95911" y="0"/>
                </a:lnTo>
                <a:lnTo>
                  <a:pt x="122984" y="0"/>
                </a:lnTo>
                <a:lnTo>
                  <a:pt x="147280" y="85846"/>
                </a:lnTo>
                <a:cubicBezTo>
                  <a:pt x="153373" y="107134"/>
                  <a:pt x="157770" y="127149"/>
                  <a:pt x="160469" y="145892"/>
                </a:cubicBezTo>
                <a:cubicBezTo>
                  <a:pt x="162629" y="135171"/>
                  <a:pt x="165444" y="122868"/>
                  <a:pt x="168915" y="108985"/>
                </a:cubicBezTo>
                <a:lnTo>
                  <a:pt x="195525" y="0"/>
                </a:lnTo>
                <a:lnTo>
                  <a:pt x="218086" y="0"/>
                </a:lnTo>
                <a:lnTo>
                  <a:pt x="171576" y="169609"/>
                </a:lnTo>
                <a:lnTo>
                  <a:pt x="149941" y="169609"/>
                </a:lnTo>
                <a:lnTo>
                  <a:pt x="114191" y="40378"/>
                </a:lnTo>
                <a:cubicBezTo>
                  <a:pt x="111183" y="29579"/>
                  <a:pt x="109409" y="22946"/>
                  <a:pt x="108869" y="20478"/>
                </a:cubicBezTo>
                <a:cubicBezTo>
                  <a:pt x="107095" y="28268"/>
                  <a:pt x="105437" y="34901"/>
                  <a:pt x="103894" y="40378"/>
                </a:cubicBezTo>
                <a:lnTo>
                  <a:pt x="67913" y="169609"/>
                </a:lnTo>
                <a:lnTo>
                  <a:pt x="45005" y="169609"/>
                </a:lnTo>
                <a:close/>
                <a:moveTo>
                  <a:pt x="323900" y="130041"/>
                </a:moveTo>
                <a:lnTo>
                  <a:pt x="345420" y="132702"/>
                </a:lnTo>
                <a:cubicBezTo>
                  <a:pt x="342026" y="145275"/>
                  <a:pt x="335740" y="155032"/>
                  <a:pt x="326561" y="161973"/>
                </a:cubicBezTo>
                <a:cubicBezTo>
                  <a:pt x="317383" y="168915"/>
                  <a:pt x="305659" y="172386"/>
                  <a:pt x="291390" y="172386"/>
                </a:cubicBezTo>
                <a:cubicBezTo>
                  <a:pt x="273419" y="172386"/>
                  <a:pt x="259169" y="166852"/>
                  <a:pt x="248641" y="155784"/>
                </a:cubicBezTo>
                <a:cubicBezTo>
                  <a:pt x="238112" y="144715"/>
                  <a:pt x="232848" y="129193"/>
                  <a:pt x="232848" y="109216"/>
                </a:cubicBezTo>
                <a:cubicBezTo>
                  <a:pt x="232848" y="88545"/>
                  <a:pt x="238170" y="72502"/>
                  <a:pt x="248814" y="61087"/>
                </a:cubicBezTo>
                <a:cubicBezTo>
                  <a:pt x="259458" y="49672"/>
                  <a:pt x="273264" y="43964"/>
                  <a:pt x="290233" y="43964"/>
                </a:cubicBezTo>
                <a:cubicBezTo>
                  <a:pt x="306662" y="43964"/>
                  <a:pt x="320082" y="49556"/>
                  <a:pt x="330495" y="60740"/>
                </a:cubicBezTo>
                <a:cubicBezTo>
                  <a:pt x="340907" y="71924"/>
                  <a:pt x="346114" y="87658"/>
                  <a:pt x="346114" y="107944"/>
                </a:cubicBezTo>
                <a:cubicBezTo>
                  <a:pt x="346114" y="109178"/>
                  <a:pt x="346075" y="111029"/>
                  <a:pt x="345998" y="113497"/>
                </a:cubicBezTo>
                <a:lnTo>
                  <a:pt x="254367" y="113497"/>
                </a:lnTo>
                <a:cubicBezTo>
                  <a:pt x="255139" y="126995"/>
                  <a:pt x="258957" y="137330"/>
                  <a:pt x="265821" y="144503"/>
                </a:cubicBezTo>
                <a:cubicBezTo>
                  <a:pt x="272686" y="151676"/>
                  <a:pt x="281247" y="155263"/>
                  <a:pt x="291506" y="155263"/>
                </a:cubicBezTo>
                <a:cubicBezTo>
                  <a:pt x="299142" y="155263"/>
                  <a:pt x="305659" y="153258"/>
                  <a:pt x="311058" y="149247"/>
                </a:cubicBezTo>
                <a:cubicBezTo>
                  <a:pt x="316457" y="145236"/>
                  <a:pt x="320738" y="138834"/>
                  <a:pt x="323900" y="130041"/>
                </a:cubicBezTo>
                <a:moveTo>
                  <a:pt x="255524" y="96374"/>
                </a:moveTo>
                <a:lnTo>
                  <a:pt x="324132" y="96374"/>
                </a:lnTo>
                <a:cubicBezTo>
                  <a:pt x="323206" y="86039"/>
                  <a:pt x="320584" y="78287"/>
                  <a:pt x="316264" y="73119"/>
                </a:cubicBezTo>
                <a:cubicBezTo>
                  <a:pt x="309631" y="65098"/>
                  <a:pt x="301031" y="61087"/>
                  <a:pt x="290464" y="61087"/>
                </a:cubicBezTo>
                <a:cubicBezTo>
                  <a:pt x="280900" y="61087"/>
                  <a:pt x="272859" y="64288"/>
                  <a:pt x="266342" y="70690"/>
                </a:cubicBezTo>
                <a:cubicBezTo>
                  <a:pt x="259824" y="77092"/>
                  <a:pt x="256219" y="85653"/>
                  <a:pt x="255524" y="96374"/>
                </a:cubicBezTo>
                <a:close/>
                <a:moveTo>
                  <a:pt x="387253" y="169609"/>
                </a:moveTo>
                <a:lnTo>
                  <a:pt x="367932" y="169609"/>
                </a:lnTo>
                <a:lnTo>
                  <a:pt x="367932" y="0"/>
                </a:lnTo>
                <a:lnTo>
                  <a:pt x="388757" y="0"/>
                </a:lnTo>
                <a:lnTo>
                  <a:pt x="388757" y="60509"/>
                </a:lnTo>
                <a:cubicBezTo>
                  <a:pt x="397550" y="49479"/>
                  <a:pt x="408772" y="43964"/>
                  <a:pt x="422424" y="43964"/>
                </a:cubicBezTo>
                <a:cubicBezTo>
                  <a:pt x="429983" y="43964"/>
                  <a:pt x="437137" y="45488"/>
                  <a:pt x="443886" y="48534"/>
                </a:cubicBezTo>
                <a:cubicBezTo>
                  <a:pt x="450635" y="51581"/>
                  <a:pt x="456188" y="55862"/>
                  <a:pt x="460546" y="61376"/>
                </a:cubicBezTo>
                <a:cubicBezTo>
                  <a:pt x="464904" y="66891"/>
                  <a:pt x="468317" y="73544"/>
                  <a:pt x="470785" y="81334"/>
                </a:cubicBezTo>
                <a:cubicBezTo>
                  <a:pt x="473253" y="89124"/>
                  <a:pt x="474487" y="97454"/>
                  <a:pt x="474487" y="106324"/>
                </a:cubicBezTo>
                <a:cubicBezTo>
                  <a:pt x="474487" y="127380"/>
                  <a:pt x="469281" y="143655"/>
                  <a:pt x="458868" y="155147"/>
                </a:cubicBezTo>
                <a:cubicBezTo>
                  <a:pt x="448456" y="166640"/>
                  <a:pt x="435961" y="172386"/>
                  <a:pt x="421383" y="172386"/>
                </a:cubicBezTo>
                <a:cubicBezTo>
                  <a:pt x="406883" y="172386"/>
                  <a:pt x="395506" y="166331"/>
                  <a:pt x="387253" y="154222"/>
                </a:cubicBezTo>
                <a:lnTo>
                  <a:pt x="387253" y="169609"/>
                </a:lnTo>
                <a:moveTo>
                  <a:pt x="387022" y="107250"/>
                </a:moveTo>
                <a:cubicBezTo>
                  <a:pt x="387022" y="121981"/>
                  <a:pt x="389027" y="132625"/>
                  <a:pt x="393038" y="139181"/>
                </a:cubicBezTo>
                <a:cubicBezTo>
                  <a:pt x="399594" y="149902"/>
                  <a:pt x="408464" y="155263"/>
                  <a:pt x="419648" y="155263"/>
                </a:cubicBezTo>
                <a:cubicBezTo>
                  <a:pt x="428749" y="155263"/>
                  <a:pt x="436616" y="151310"/>
                  <a:pt x="443249" y="143404"/>
                </a:cubicBezTo>
                <a:cubicBezTo>
                  <a:pt x="449883" y="135498"/>
                  <a:pt x="453199" y="123717"/>
                  <a:pt x="453199" y="108059"/>
                </a:cubicBezTo>
                <a:cubicBezTo>
                  <a:pt x="453199" y="92016"/>
                  <a:pt x="450018" y="80177"/>
                  <a:pt x="443654" y="72541"/>
                </a:cubicBezTo>
                <a:cubicBezTo>
                  <a:pt x="437291" y="64905"/>
                  <a:pt x="429597" y="61087"/>
                  <a:pt x="420573" y="61087"/>
                </a:cubicBezTo>
                <a:cubicBezTo>
                  <a:pt x="411472" y="61087"/>
                  <a:pt x="403605" y="65040"/>
                  <a:pt x="396971" y="72946"/>
                </a:cubicBezTo>
                <a:cubicBezTo>
                  <a:pt x="390338" y="80852"/>
                  <a:pt x="387022" y="92286"/>
                  <a:pt x="387022" y="107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Crawler">
            <a:extLst xmlns:a="http://schemas.openxmlformats.org/drawingml/2006/main">
              <a:ext uri="{FF2B5EF4-FFF2-40B4-BE49-F238E27FC236}">
                <a16:creationId xmlns:a16="http://schemas.microsoft.com/office/drawing/2014/main" id="{D4CBE1C2-DADE-442C-AEAC-62735FF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61" y="4715770"/>
            <a:ext cx="790842" cy="175394"/>
          </a:xfrm>
          <a:custGeom xmlns:a="http://schemas.openxmlformats.org/drawingml/2006/main">
            <a:pathLst>
              <a:path w="790842" h="175394">
                <a:moveTo>
                  <a:pt x="127496" y="113034"/>
                </a:moveTo>
                <a:lnTo>
                  <a:pt x="149941" y="118703"/>
                </a:lnTo>
                <a:cubicBezTo>
                  <a:pt x="145236" y="137137"/>
                  <a:pt x="136771" y="151194"/>
                  <a:pt x="124546" y="160874"/>
                </a:cubicBezTo>
                <a:cubicBezTo>
                  <a:pt x="112321" y="170554"/>
                  <a:pt x="97377" y="175394"/>
                  <a:pt x="79714" y="175394"/>
                </a:cubicBezTo>
                <a:cubicBezTo>
                  <a:pt x="61434" y="175394"/>
                  <a:pt x="46567" y="171672"/>
                  <a:pt x="35114" y="164229"/>
                </a:cubicBezTo>
                <a:cubicBezTo>
                  <a:pt x="23660" y="156786"/>
                  <a:pt x="14944" y="146007"/>
                  <a:pt x="8966" y="131893"/>
                </a:cubicBezTo>
                <a:cubicBezTo>
                  <a:pt x="2989" y="117778"/>
                  <a:pt x="0" y="102622"/>
                  <a:pt x="0" y="86424"/>
                </a:cubicBezTo>
                <a:cubicBezTo>
                  <a:pt x="0" y="68762"/>
                  <a:pt x="3374" y="53355"/>
                  <a:pt x="10123" y="40204"/>
                </a:cubicBezTo>
                <a:cubicBezTo>
                  <a:pt x="16872" y="27053"/>
                  <a:pt x="26475" y="17065"/>
                  <a:pt x="38931" y="10239"/>
                </a:cubicBezTo>
                <a:cubicBezTo>
                  <a:pt x="51388" y="3413"/>
                  <a:pt x="65098" y="0"/>
                  <a:pt x="80061" y="0"/>
                </a:cubicBezTo>
                <a:cubicBezTo>
                  <a:pt x="97030" y="0"/>
                  <a:pt x="111299" y="4319"/>
                  <a:pt x="122868" y="12958"/>
                </a:cubicBezTo>
                <a:cubicBezTo>
                  <a:pt x="134438" y="21596"/>
                  <a:pt x="142498" y="33744"/>
                  <a:pt x="147049" y="49402"/>
                </a:cubicBezTo>
                <a:lnTo>
                  <a:pt x="124951" y="54608"/>
                </a:lnTo>
                <a:cubicBezTo>
                  <a:pt x="121017" y="42267"/>
                  <a:pt x="115310" y="33282"/>
                  <a:pt x="107828" y="27651"/>
                </a:cubicBezTo>
                <a:cubicBezTo>
                  <a:pt x="100346" y="22021"/>
                  <a:pt x="90936" y="19205"/>
                  <a:pt x="79598" y="19205"/>
                </a:cubicBezTo>
                <a:cubicBezTo>
                  <a:pt x="66563" y="19205"/>
                  <a:pt x="55669" y="22329"/>
                  <a:pt x="46914" y="28577"/>
                </a:cubicBezTo>
                <a:cubicBezTo>
                  <a:pt x="38160" y="34824"/>
                  <a:pt x="32009" y="43212"/>
                  <a:pt x="28461" y="53740"/>
                </a:cubicBezTo>
                <a:cubicBezTo>
                  <a:pt x="24913" y="64269"/>
                  <a:pt x="23139" y="75125"/>
                  <a:pt x="23139" y="86309"/>
                </a:cubicBezTo>
                <a:cubicBezTo>
                  <a:pt x="23139" y="100732"/>
                  <a:pt x="25241" y="113324"/>
                  <a:pt x="29444" y="124083"/>
                </a:cubicBezTo>
                <a:cubicBezTo>
                  <a:pt x="33648" y="134843"/>
                  <a:pt x="40185" y="142884"/>
                  <a:pt x="49055" y="148206"/>
                </a:cubicBezTo>
                <a:cubicBezTo>
                  <a:pt x="57925" y="153528"/>
                  <a:pt x="67527" y="156189"/>
                  <a:pt x="77863" y="156189"/>
                </a:cubicBezTo>
                <a:cubicBezTo>
                  <a:pt x="90435" y="156189"/>
                  <a:pt x="101079" y="152563"/>
                  <a:pt x="109795" y="145313"/>
                </a:cubicBezTo>
                <a:cubicBezTo>
                  <a:pt x="118511" y="138063"/>
                  <a:pt x="124411" y="127303"/>
                  <a:pt x="127496" y="113034"/>
                </a:cubicBezTo>
                <a:close/>
                <a:moveTo>
                  <a:pt x="171414" y="172502"/>
                </a:moveTo>
                <a:lnTo>
                  <a:pt x="171414" y="49633"/>
                </a:lnTo>
                <a:lnTo>
                  <a:pt x="190157" y="49633"/>
                </a:lnTo>
                <a:lnTo>
                  <a:pt x="190157" y="68260"/>
                </a:lnTo>
                <a:cubicBezTo>
                  <a:pt x="194939" y="59545"/>
                  <a:pt x="199354" y="53798"/>
                  <a:pt x="203404" y="51022"/>
                </a:cubicBezTo>
                <a:cubicBezTo>
                  <a:pt x="207453" y="48245"/>
                  <a:pt x="211907" y="46857"/>
                  <a:pt x="216766" y="46857"/>
                </a:cubicBezTo>
                <a:cubicBezTo>
                  <a:pt x="223785" y="46857"/>
                  <a:pt x="230920" y="49093"/>
                  <a:pt x="238170" y="53567"/>
                </a:cubicBezTo>
                <a:lnTo>
                  <a:pt x="230997" y="72888"/>
                </a:lnTo>
                <a:cubicBezTo>
                  <a:pt x="225906" y="69880"/>
                  <a:pt x="220816" y="68376"/>
                  <a:pt x="215725" y="68376"/>
                </a:cubicBezTo>
                <a:cubicBezTo>
                  <a:pt x="211175" y="68376"/>
                  <a:pt x="207087" y="69745"/>
                  <a:pt x="203462" y="72483"/>
                </a:cubicBezTo>
                <a:cubicBezTo>
                  <a:pt x="199836" y="75221"/>
                  <a:pt x="197253" y="79020"/>
                  <a:pt x="195710" y="83879"/>
                </a:cubicBezTo>
                <a:cubicBezTo>
                  <a:pt x="193396" y="91284"/>
                  <a:pt x="192239" y="99382"/>
                  <a:pt x="192239" y="108175"/>
                </a:cubicBezTo>
                <a:lnTo>
                  <a:pt x="192239" y="172502"/>
                </a:lnTo>
                <a:lnTo>
                  <a:pt x="171414" y="172502"/>
                </a:lnTo>
                <a:close/>
                <a:moveTo>
                  <a:pt x="330796" y="157346"/>
                </a:moveTo>
                <a:cubicBezTo>
                  <a:pt x="323083" y="163902"/>
                  <a:pt x="315659" y="168529"/>
                  <a:pt x="308524" y="171229"/>
                </a:cubicBezTo>
                <a:cubicBezTo>
                  <a:pt x="301390" y="173929"/>
                  <a:pt x="293734" y="175278"/>
                  <a:pt x="285559" y="175278"/>
                </a:cubicBezTo>
                <a:cubicBezTo>
                  <a:pt x="272061" y="175278"/>
                  <a:pt x="261687" y="171981"/>
                  <a:pt x="254437" y="165386"/>
                </a:cubicBezTo>
                <a:cubicBezTo>
                  <a:pt x="247186" y="158792"/>
                  <a:pt x="243561" y="150365"/>
                  <a:pt x="243561" y="140107"/>
                </a:cubicBezTo>
                <a:cubicBezTo>
                  <a:pt x="243561" y="134091"/>
                  <a:pt x="244930" y="128595"/>
                  <a:pt x="247668" y="123620"/>
                </a:cubicBezTo>
                <a:cubicBezTo>
                  <a:pt x="250407" y="118645"/>
                  <a:pt x="253993" y="114654"/>
                  <a:pt x="258428" y="111646"/>
                </a:cubicBezTo>
                <a:cubicBezTo>
                  <a:pt x="262863" y="108638"/>
                  <a:pt x="267857" y="106363"/>
                  <a:pt x="273411" y="104820"/>
                </a:cubicBezTo>
                <a:cubicBezTo>
                  <a:pt x="277499" y="103740"/>
                  <a:pt x="283669" y="102699"/>
                  <a:pt x="291922" y="101696"/>
                </a:cubicBezTo>
                <a:cubicBezTo>
                  <a:pt x="308736" y="99691"/>
                  <a:pt x="321116" y="97300"/>
                  <a:pt x="329060" y="94523"/>
                </a:cubicBezTo>
                <a:cubicBezTo>
                  <a:pt x="329137" y="91669"/>
                  <a:pt x="329176" y="89857"/>
                  <a:pt x="329176" y="89085"/>
                </a:cubicBezTo>
                <a:cubicBezTo>
                  <a:pt x="329176" y="80601"/>
                  <a:pt x="327209" y="74623"/>
                  <a:pt x="323275" y="71153"/>
                </a:cubicBezTo>
                <a:cubicBezTo>
                  <a:pt x="317953" y="66448"/>
                  <a:pt x="310048" y="64095"/>
                  <a:pt x="299558" y="64095"/>
                </a:cubicBezTo>
                <a:cubicBezTo>
                  <a:pt x="289762" y="64095"/>
                  <a:pt x="282531" y="65811"/>
                  <a:pt x="277865" y="69244"/>
                </a:cubicBezTo>
                <a:cubicBezTo>
                  <a:pt x="273199" y="72676"/>
                  <a:pt x="269747" y="78750"/>
                  <a:pt x="267510" y="87466"/>
                </a:cubicBezTo>
                <a:lnTo>
                  <a:pt x="247148" y="84689"/>
                </a:lnTo>
                <a:cubicBezTo>
                  <a:pt x="248999" y="75973"/>
                  <a:pt x="252046" y="68935"/>
                  <a:pt x="256288" y="63575"/>
                </a:cubicBezTo>
                <a:cubicBezTo>
                  <a:pt x="260530" y="58214"/>
                  <a:pt x="266662" y="54088"/>
                  <a:pt x="274683" y="51195"/>
                </a:cubicBezTo>
                <a:cubicBezTo>
                  <a:pt x="282705" y="48303"/>
                  <a:pt x="291999" y="46857"/>
                  <a:pt x="302566" y="46857"/>
                </a:cubicBezTo>
                <a:cubicBezTo>
                  <a:pt x="313056" y="46857"/>
                  <a:pt x="321578" y="48091"/>
                  <a:pt x="328135" y="50559"/>
                </a:cubicBezTo>
                <a:cubicBezTo>
                  <a:pt x="334691" y="53027"/>
                  <a:pt x="339511" y="56131"/>
                  <a:pt x="342596" y="59872"/>
                </a:cubicBezTo>
                <a:cubicBezTo>
                  <a:pt x="345682" y="63613"/>
                  <a:pt x="347841" y="68337"/>
                  <a:pt x="349075" y="74045"/>
                </a:cubicBezTo>
                <a:cubicBezTo>
                  <a:pt x="349770" y="77593"/>
                  <a:pt x="350117" y="83995"/>
                  <a:pt x="350117" y="93250"/>
                </a:cubicBezTo>
                <a:lnTo>
                  <a:pt x="350117" y="121017"/>
                </a:lnTo>
                <a:cubicBezTo>
                  <a:pt x="350117" y="140377"/>
                  <a:pt x="350560" y="152621"/>
                  <a:pt x="351447" y="157750"/>
                </a:cubicBezTo>
                <a:cubicBezTo>
                  <a:pt x="352334" y="162880"/>
                  <a:pt x="354089" y="167797"/>
                  <a:pt x="356711" y="172502"/>
                </a:cubicBezTo>
                <a:lnTo>
                  <a:pt x="334961" y="172502"/>
                </a:lnTo>
                <a:cubicBezTo>
                  <a:pt x="332801" y="168182"/>
                  <a:pt x="331413" y="163130"/>
                  <a:pt x="330796" y="157346"/>
                </a:cubicBezTo>
                <a:moveTo>
                  <a:pt x="329060" y="110836"/>
                </a:moveTo>
                <a:cubicBezTo>
                  <a:pt x="321501" y="113921"/>
                  <a:pt x="310163" y="116544"/>
                  <a:pt x="295046" y="118703"/>
                </a:cubicBezTo>
                <a:cubicBezTo>
                  <a:pt x="286484" y="119937"/>
                  <a:pt x="280430" y="121326"/>
                  <a:pt x="276882" y="122868"/>
                </a:cubicBezTo>
                <a:cubicBezTo>
                  <a:pt x="273334" y="124411"/>
                  <a:pt x="270595" y="126667"/>
                  <a:pt x="268667" y="129637"/>
                </a:cubicBezTo>
                <a:cubicBezTo>
                  <a:pt x="266739" y="132606"/>
                  <a:pt x="265775" y="135903"/>
                  <a:pt x="265775" y="139528"/>
                </a:cubicBezTo>
                <a:cubicBezTo>
                  <a:pt x="265775" y="145082"/>
                  <a:pt x="267877" y="149710"/>
                  <a:pt x="272080" y="153412"/>
                </a:cubicBezTo>
                <a:cubicBezTo>
                  <a:pt x="276284" y="157114"/>
                  <a:pt x="282435" y="158965"/>
                  <a:pt x="290534" y="158965"/>
                </a:cubicBezTo>
                <a:cubicBezTo>
                  <a:pt x="298555" y="158965"/>
                  <a:pt x="305690" y="157211"/>
                  <a:pt x="311937" y="153701"/>
                </a:cubicBezTo>
                <a:cubicBezTo>
                  <a:pt x="318185" y="150192"/>
                  <a:pt x="322774" y="145390"/>
                  <a:pt x="325705" y="139297"/>
                </a:cubicBezTo>
                <a:cubicBezTo>
                  <a:pt x="327942" y="134592"/>
                  <a:pt x="329060" y="127650"/>
                  <a:pt x="329060" y="118472"/>
                </a:cubicBezTo>
                <a:lnTo>
                  <a:pt x="329060" y="110836"/>
                </a:lnTo>
                <a:close/>
                <a:moveTo>
                  <a:pt x="401553" y="172502"/>
                </a:moveTo>
                <a:lnTo>
                  <a:pt x="363952" y="49633"/>
                </a:lnTo>
                <a:lnTo>
                  <a:pt x="385471" y="49633"/>
                </a:lnTo>
                <a:lnTo>
                  <a:pt x="405024" y="120554"/>
                </a:lnTo>
                <a:lnTo>
                  <a:pt x="412312" y="146933"/>
                </a:lnTo>
                <a:cubicBezTo>
                  <a:pt x="412621" y="145622"/>
                  <a:pt x="414742" y="137176"/>
                  <a:pt x="418676" y="121596"/>
                </a:cubicBezTo>
                <a:lnTo>
                  <a:pt x="438228" y="49633"/>
                </a:lnTo>
                <a:lnTo>
                  <a:pt x="459632" y="49633"/>
                </a:lnTo>
                <a:lnTo>
                  <a:pt x="478027" y="120902"/>
                </a:lnTo>
                <a:lnTo>
                  <a:pt x="484159" y="144388"/>
                </a:lnTo>
                <a:lnTo>
                  <a:pt x="491217" y="120670"/>
                </a:lnTo>
                <a:lnTo>
                  <a:pt x="512273" y="49633"/>
                </a:lnTo>
                <a:lnTo>
                  <a:pt x="532520" y="49633"/>
                </a:lnTo>
                <a:lnTo>
                  <a:pt x="494109" y="172502"/>
                </a:lnTo>
                <a:lnTo>
                  <a:pt x="472474" y="172502"/>
                </a:lnTo>
                <a:lnTo>
                  <a:pt x="452921" y="98919"/>
                </a:lnTo>
                <a:lnTo>
                  <a:pt x="448178" y="77979"/>
                </a:lnTo>
                <a:lnTo>
                  <a:pt x="423303" y="172502"/>
                </a:lnTo>
                <a:lnTo>
                  <a:pt x="401553" y="172502"/>
                </a:lnTo>
                <a:close/>
                <a:moveTo>
                  <a:pt x="546241" y="172502"/>
                </a:moveTo>
                <a:lnTo>
                  <a:pt x="546241" y="2892"/>
                </a:lnTo>
                <a:lnTo>
                  <a:pt x="567066" y="2892"/>
                </a:lnTo>
                <a:lnTo>
                  <a:pt x="567066" y="172502"/>
                </a:lnTo>
                <a:lnTo>
                  <a:pt x="546241" y="172502"/>
                </a:lnTo>
                <a:close/>
                <a:moveTo>
                  <a:pt x="680170" y="132934"/>
                </a:moveTo>
                <a:lnTo>
                  <a:pt x="701689" y="135595"/>
                </a:lnTo>
                <a:cubicBezTo>
                  <a:pt x="698295" y="148167"/>
                  <a:pt x="692009" y="157924"/>
                  <a:pt x="682831" y="164866"/>
                </a:cubicBezTo>
                <a:cubicBezTo>
                  <a:pt x="673652" y="171807"/>
                  <a:pt x="661928" y="175278"/>
                  <a:pt x="647659" y="175278"/>
                </a:cubicBezTo>
                <a:cubicBezTo>
                  <a:pt x="629688" y="175278"/>
                  <a:pt x="615438" y="169744"/>
                  <a:pt x="604910" y="158676"/>
                </a:cubicBezTo>
                <a:cubicBezTo>
                  <a:pt x="594382" y="147608"/>
                  <a:pt x="589118" y="132085"/>
                  <a:pt x="589118" y="112109"/>
                </a:cubicBezTo>
                <a:cubicBezTo>
                  <a:pt x="589118" y="91438"/>
                  <a:pt x="594440" y="75395"/>
                  <a:pt x="605083" y="63979"/>
                </a:cubicBezTo>
                <a:cubicBezTo>
                  <a:pt x="615727" y="52564"/>
                  <a:pt x="629534" y="46857"/>
                  <a:pt x="646502" y="46857"/>
                </a:cubicBezTo>
                <a:cubicBezTo>
                  <a:pt x="662931" y="46857"/>
                  <a:pt x="676352" y="52449"/>
                  <a:pt x="686764" y="63632"/>
                </a:cubicBezTo>
                <a:cubicBezTo>
                  <a:pt x="697177" y="74816"/>
                  <a:pt x="702383" y="90551"/>
                  <a:pt x="702383" y="110836"/>
                </a:cubicBezTo>
                <a:cubicBezTo>
                  <a:pt x="702383" y="112070"/>
                  <a:pt x="702345" y="113921"/>
                  <a:pt x="702268" y="116389"/>
                </a:cubicBezTo>
                <a:lnTo>
                  <a:pt x="610637" y="116389"/>
                </a:lnTo>
                <a:cubicBezTo>
                  <a:pt x="611408" y="129887"/>
                  <a:pt x="615226" y="140223"/>
                  <a:pt x="622091" y="147396"/>
                </a:cubicBezTo>
                <a:cubicBezTo>
                  <a:pt x="628955" y="154569"/>
                  <a:pt x="637517" y="158155"/>
                  <a:pt x="647775" y="158155"/>
                </a:cubicBezTo>
                <a:cubicBezTo>
                  <a:pt x="655411" y="158155"/>
                  <a:pt x="661928" y="156150"/>
                  <a:pt x="667328" y="152139"/>
                </a:cubicBezTo>
                <a:cubicBezTo>
                  <a:pt x="672727" y="148129"/>
                  <a:pt x="677007" y="141727"/>
                  <a:pt x="680170" y="132934"/>
                </a:cubicBezTo>
                <a:moveTo>
                  <a:pt x="611794" y="99267"/>
                </a:moveTo>
                <a:lnTo>
                  <a:pt x="680401" y="99267"/>
                </a:lnTo>
                <a:cubicBezTo>
                  <a:pt x="679476" y="88931"/>
                  <a:pt x="676853" y="81180"/>
                  <a:pt x="672534" y="76012"/>
                </a:cubicBezTo>
                <a:cubicBezTo>
                  <a:pt x="665901" y="67990"/>
                  <a:pt x="657301" y="63979"/>
                  <a:pt x="646734" y="63979"/>
                </a:cubicBezTo>
                <a:cubicBezTo>
                  <a:pt x="637170" y="63979"/>
                  <a:pt x="629129" y="67180"/>
                  <a:pt x="622611" y="73582"/>
                </a:cubicBezTo>
                <a:cubicBezTo>
                  <a:pt x="616094" y="79984"/>
                  <a:pt x="612488" y="88545"/>
                  <a:pt x="611794" y="99267"/>
                </a:cubicBezTo>
                <a:close/>
                <a:moveTo>
                  <a:pt x="724086" y="172502"/>
                </a:moveTo>
                <a:lnTo>
                  <a:pt x="724086" y="49633"/>
                </a:lnTo>
                <a:lnTo>
                  <a:pt x="742828" y="49633"/>
                </a:lnTo>
                <a:lnTo>
                  <a:pt x="742828" y="68260"/>
                </a:lnTo>
                <a:cubicBezTo>
                  <a:pt x="747610" y="59545"/>
                  <a:pt x="752026" y="53798"/>
                  <a:pt x="756075" y="51022"/>
                </a:cubicBezTo>
                <a:cubicBezTo>
                  <a:pt x="760125" y="48245"/>
                  <a:pt x="764579" y="46857"/>
                  <a:pt x="769438" y="46857"/>
                </a:cubicBezTo>
                <a:cubicBezTo>
                  <a:pt x="776457" y="46857"/>
                  <a:pt x="783591" y="49093"/>
                  <a:pt x="790842" y="53567"/>
                </a:cubicBezTo>
                <a:lnTo>
                  <a:pt x="783669" y="72888"/>
                </a:lnTo>
                <a:cubicBezTo>
                  <a:pt x="778578" y="69880"/>
                  <a:pt x="773487" y="68376"/>
                  <a:pt x="768397" y="68376"/>
                </a:cubicBezTo>
                <a:cubicBezTo>
                  <a:pt x="763846" y="68376"/>
                  <a:pt x="759758" y="69745"/>
                  <a:pt x="756133" y="72483"/>
                </a:cubicBezTo>
                <a:cubicBezTo>
                  <a:pt x="752508" y="75221"/>
                  <a:pt x="749924" y="79020"/>
                  <a:pt x="748382" y="83879"/>
                </a:cubicBezTo>
                <a:cubicBezTo>
                  <a:pt x="746068" y="91284"/>
                  <a:pt x="744911" y="99382"/>
                  <a:pt x="744911" y="108175"/>
                </a:cubicBezTo>
                <a:lnTo>
                  <a:pt x="744911" y="172502"/>
                </a:lnTo>
                <a:lnTo>
                  <a:pt x="724086" y="172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e6fecb9f44132"/>
          <a:stretch xmlns:a="http://schemas.openxmlformats.org/drawingml/2006/main"/>
        </p:blipFill>
        <p:spPr>
          <a:xfrm xmlns:a="http://schemas.openxmlformats.org/drawingml/2006/main">
            <a:off x="2942939" y="552426"/>
            <a:ext cx="1066247" cy="1066247"/>
          </a:xfrm>
          <a:prstGeom xmlns:a="http://schemas.openxmlformats.org/drawingml/2006/main" prst="rect">
            <a:avLst/>
          </a:prstGeom>
        </p:spPr>
      </p:pic>
      <p:sp>
        <p:nvSpPr>
          <p:cNvPr id="8" name="Text Instrumented">
            <a:extLst xmlns:a="http://schemas.openxmlformats.org/drawingml/2006/main">
              <a:ext uri="{FF2B5EF4-FFF2-40B4-BE49-F238E27FC236}">
                <a16:creationId xmlns:a16="http://schemas.microsoft.com/office/drawing/2014/main" id="{E8650C0A-4BD4-4892-ADB9-0387D749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257" y="1001715"/>
            <a:ext cx="1336559" cy="172386"/>
          </a:xfrm>
          <a:custGeom xmlns:a="http://schemas.openxmlformats.org/drawingml/2006/main">
            <a:pathLst>
              <a:path w="1336559" h="172386">
                <a:moveTo>
                  <a:pt x="0" y="169609"/>
                </a:moveTo>
                <a:lnTo>
                  <a:pt x="0" y="0"/>
                </a:lnTo>
                <a:lnTo>
                  <a:pt x="22445" y="0"/>
                </a:lnTo>
                <a:lnTo>
                  <a:pt x="22445" y="169609"/>
                </a:lnTo>
                <a:lnTo>
                  <a:pt x="0" y="169609"/>
                </a:lnTo>
                <a:close/>
                <a:moveTo>
                  <a:pt x="62637" y="169609"/>
                </a:moveTo>
                <a:lnTo>
                  <a:pt x="62637" y="46741"/>
                </a:lnTo>
                <a:lnTo>
                  <a:pt x="81380" y="46741"/>
                </a:lnTo>
                <a:lnTo>
                  <a:pt x="81380" y="64211"/>
                </a:lnTo>
                <a:cubicBezTo>
                  <a:pt x="90404" y="50713"/>
                  <a:pt x="103439" y="43964"/>
                  <a:pt x="120485" y="43964"/>
                </a:cubicBezTo>
                <a:cubicBezTo>
                  <a:pt x="127890" y="43964"/>
                  <a:pt x="134696" y="45295"/>
                  <a:pt x="140905" y="47956"/>
                </a:cubicBezTo>
                <a:cubicBezTo>
                  <a:pt x="147114" y="50617"/>
                  <a:pt x="151761" y="54107"/>
                  <a:pt x="154847" y="58426"/>
                </a:cubicBezTo>
                <a:cubicBezTo>
                  <a:pt x="157932" y="62745"/>
                  <a:pt x="160091" y="67875"/>
                  <a:pt x="161325" y="73814"/>
                </a:cubicBezTo>
                <a:cubicBezTo>
                  <a:pt x="162097" y="77670"/>
                  <a:pt x="162482" y="84419"/>
                  <a:pt x="162482" y="94060"/>
                </a:cubicBezTo>
                <a:lnTo>
                  <a:pt x="162482" y="169609"/>
                </a:lnTo>
                <a:lnTo>
                  <a:pt x="141657" y="169609"/>
                </a:lnTo>
                <a:lnTo>
                  <a:pt x="141657" y="94870"/>
                </a:lnTo>
                <a:cubicBezTo>
                  <a:pt x="141657" y="86386"/>
                  <a:pt x="140847" y="80042"/>
                  <a:pt x="139228" y="75838"/>
                </a:cubicBezTo>
                <a:cubicBezTo>
                  <a:pt x="137608" y="71635"/>
                  <a:pt x="134735" y="68279"/>
                  <a:pt x="130608" y="65773"/>
                </a:cubicBezTo>
                <a:cubicBezTo>
                  <a:pt x="126482" y="63266"/>
                  <a:pt x="121642" y="62013"/>
                  <a:pt x="116089" y="62013"/>
                </a:cubicBezTo>
                <a:cubicBezTo>
                  <a:pt x="107219" y="62013"/>
                  <a:pt x="99563" y="64828"/>
                  <a:pt x="93123" y="70458"/>
                </a:cubicBezTo>
                <a:cubicBezTo>
                  <a:pt x="86683" y="76089"/>
                  <a:pt x="83463" y="86771"/>
                  <a:pt x="83463" y="102506"/>
                </a:cubicBezTo>
                <a:lnTo>
                  <a:pt x="83463" y="169609"/>
                </a:lnTo>
                <a:lnTo>
                  <a:pt x="62637" y="169609"/>
                </a:lnTo>
                <a:close/>
                <a:moveTo>
                  <a:pt x="182660" y="132934"/>
                </a:moveTo>
                <a:lnTo>
                  <a:pt x="203254" y="129694"/>
                </a:lnTo>
                <a:cubicBezTo>
                  <a:pt x="204411" y="137947"/>
                  <a:pt x="207631" y="144272"/>
                  <a:pt x="212914" y="148668"/>
                </a:cubicBezTo>
                <a:cubicBezTo>
                  <a:pt x="218198" y="153065"/>
                  <a:pt x="225583" y="155263"/>
                  <a:pt x="235070" y="155263"/>
                </a:cubicBezTo>
                <a:cubicBezTo>
                  <a:pt x="244634" y="155263"/>
                  <a:pt x="251730" y="153316"/>
                  <a:pt x="256358" y="149420"/>
                </a:cubicBezTo>
                <a:cubicBezTo>
                  <a:pt x="260986" y="145525"/>
                  <a:pt x="263300" y="140955"/>
                  <a:pt x="263300" y="135711"/>
                </a:cubicBezTo>
                <a:cubicBezTo>
                  <a:pt x="263300" y="131006"/>
                  <a:pt x="261256" y="127303"/>
                  <a:pt x="257168" y="124604"/>
                </a:cubicBezTo>
                <a:cubicBezTo>
                  <a:pt x="254314" y="122753"/>
                  <a:pt x="247218" y="120400"/>
                  <a:pt x="235880" y="117546"/>
                </a:cubicBezTo>
                <a:cubicBezTo>
                  <a:pt x="220608" y="113690"/>
                  <a:pt x="210022" y="110354"/>
                  <a:pt x="204121" y="107539"/>
                </a:cubicBezTo>
                <a:cubicBezTo>
                  <a:pt x="198221" y="104723"/>
                  <a:pt x="193747" y="100828"/>
                  <a:pt x="190701" y="95854"/>
                </a:cubicBezTo>
                <a:cubicBezTo>
                  <a:pt x="187654" y="90879"/>
                  <a:pt x="186131" y="85383"/>
                  <a:pt x="186131" y="79367"/>
                </a:cubicBezTo>
                <a:cubicBezTo>
                  <a:pt x="186131" y="73891"/>
                  <a:pt x="187384" y="68819"/>
                  <a:pt x="189891" y="64153"/>
                </a:cubicBezTo>
                <a:cubicBezTo>
                  <a:pt x="192398" y="59487"/>
                  <a:pt x="195811" y="55611"/>
                  <a:pt x="200130" y="52526"/>
                </a:cubicBezTo>
                <a:cubicBezTo>
                  <a:pt x="203369" y="50135"/>
                  <a:pt x="207785" y="48110"/>
                  <a:pt x="213377" y="46452"/>
                </a:cubicBezTo>
                <a:cubicBezTo>
                  <a:pt x="218969" y="44793"/>
                  <a:pt x="224966" y="43964"/>
                  <a:pt x="231368" y="43964"/>
                </a:cubicBezTo>
                <a:cubicBezTo>
                  <a:pt x="241009" y="43964"/>
                  <a:pt x="249474" y="45353"/>
                  <a:pt x="256763" y="48129"/>
                </a:cubicBezTo>
                <a:cubicBezTo>
                  <a:pt x="264052" y="50906"/>
                  <a:pt x="269431" y="54666"/>
                  <a:pt x="272902" y="59410"/>
                </a:cubicBezTo>
                <a:cubicBezTo>
                  <a:pt x="276373" y="64153"/>
                  <a:pt x="278764" y="70497"/>
                  <a:pt x="280075" y="78441"/>
                </a:cubicBezTo>
                <a:lnTo>
                  <a:pt x="259713" y="81218"/>
                </a:lnTo>
                <a:cubicBezTo>
                  <a:pt x="258787" y="74893"/>
                  <a:pt x="256107" y="69957"/>
                  <a:pt x="251672" y="66409"/>
                </a:cubicBezTo>
                <a:cubicBezTo>
                  <a:pt x="247237" y="62861"/>
                  <a:pt x="240970" y="61087"/>
                  <a:pt x="232872" y="61087"/>
                </a:cubicBezTo>
                <a:cubicBezTo>
                  <a:pt x="223308" y="61087"/>
                  <a:pt x="216482" y="62668"/>
                  <a:pt x="212394" y="65831"/>
                </a:cubicBezTo>
                <a:cubicBezTo>
                  <a:pt x="208306" y="68993"/>
                  <a:pt x="206262" y="72695"/>
                  <a:pt x="206262" y="76937"/>
                </a:cubicBezTo>
                <a:cubicBezTo>
                  <a:pt x="206262" y="79637"/>
                  <a:pt x="207110" y="82066"/>
                  <a:pt x="208807" y="84226"/>
                </a:cubicBezTo>
                <a:cubicBezTo>
                  <a:pt x="210504" y="86463"/>
                  <a:pt x="213165" y="88314"/>
                  <a:pt x="216790" y="89780"/>
                </a:cubicBezTo>
                <a:cubicBezTo>
                  <a:pt x="218873" y="90551"/>
                  <a:pt x="225004" y="92325"/>
                  <a:pt x="235186" y="95102"/>
                </a:cubicBezTo>
                <a:cubicBezTo>
                  <a:pt x="249917" y="99035"/>
                  <a:pt x="260195" y="102255"/>
                  <a:pt x="266018" y="104762"/>
                </a:cubicBezTo>
                <a:cubicBezTo>
                  <a:pt x="271842" y="107269"/>
                  <a:pt x="276412" y="110913"/>
                  <a:pt x="279728" y="115695"/>
                </a:cubicBezTo>
                <a:cubicBezTo>
                  <a:pt x="283045" y="120477"/>
                  <a:pt x="284703" y="126416"/>
                  <a:pt x="284703" y="133512"/>
                </a:cubicBezTo>
                <a:cubicBezTo>
                  <a:pt x="284703" y="140454"/>
                  <a:pt x="282679" y="146991"/>
                  <a:pt x="278629" y="153123"/>
                </a:cubicBezTo>
                <a:cubicBezTo>
                  <a:pt x="274580" y="159255"/>
                  <a:pt x="268737" y="163998"/>
                  <a:pt x="261101" y="167353"/>
                </a:cubicBezTo>
                <a:cubicBezTo>
                  <a:pt x="253465" y="170708"/>
                  <a:pt x="244827" y="172386"/>
                  <a:pt x="235186" y="172386"/>
                </a:cubicBezTo>
                <a:cubicBezTo>
                  <a:pt x="219220" y="172386"/>
                  <a:pt x="207052" y="169069"/>
                  <a:pt x="198684" y="162436"/>
                </a:cubicBezTo>
                <a:cubicBezTo>
                  <a:pt x="190315" y="155803"/>
                  <a:pt x="184974" y="145969"/>
                  <a:pt x="182660" y="132934"/>
                </a:cubicBezTo>
                <a:close/>
                <a:moveTo>
                  <a:pt x="354930" y="150982"/>
                </a:moveTo>
                <a:lnTo>
                  <a:pt x="357938" y="169378"/>
                </a:lnTo>
                <a:cubicBezTo>
                  <a:pt x="352076" y="170612"/>
                  <a:pt x="346832" y="171229"/>
                  <a:pt x="342204" y="171229"/>
                </a:cubicBezTo>
                <a:cubicBezTo>
                  <a:pt x="334645" y="171229"/>
                  <a:pt x="328783" y="170033"/>
                  <a:pt x="324618" y="167642"/>
                </a:cubicBezTo>
                <a:cubicBezTo>
                  <a:pt x="320453" y="165251"/>
                  <a:pt x="317522" y="162108"/>
                  <a:pt x="315825" y="158213"/>
                </a:cubicBezTo>
                <a:cubicBezTo>
                  <a:pt x="314128" y="154318"/>
                  <a:pt x="313280" y="146123"/>
                  <a:pt x="313280" y="133628"/>
                </a:cubicBezTo>
                <a:lnTo>
                  <a:pt x="313280" y="62938"/>
                </a:lnTo>
                <a:lnTo>
                  <a:pt x="298008" y="62938"/>
                </a:lnTo>
                <a:lnTo>
                  <a:pt x="298008" y="46741"/>
                </a:lnTo>
                <a:lnTo>
                  <a:pt x="313280" y="46741"/>
                </a:lnTo>
                <a:lnTo>
                  <a:pt x="313280" y="16313"/>
                </a:lnTo>
                <a:lnTo>
                  <a:pt x="333989" y="3818"/>
                </a:lnTo>
                <a:lnTo>
                  <a:pt x="333989" y="46741"/>
                </a:lnTo>
                <a:lnTo>
                  <a:pt x="354930" y="46741"/>
                </a:lnTo>
                <a:lnTo>
                  <a:pt x="354930" y="62938"/>
                </a:lnTo>
                <a:lnTo>
                  <a:pt x="333989" y="62938"/>
                </a:lnTo>
                <a:lnTo>
                  <a:pt x="333989" y="134785"/>
                </a:lnTo>
                <a:cubicBezTo>
                  <a:pt x="333989" y="140724"/>
                  <a:pt x="334356" y="144542"/>
                  <a:pt x="335088" y="146239"/>
                </a:cubicBezTo>
                <a:cubicBezTo>
                  <a:pt x="335821" y="147936"/>
                  <a:pt x="337017" y="149285"/>
                  <a:pt x="338675" y="150288"/>
                </a:cubicBezTo>
                <a:cubicBezTo>
                  <a:pt x="340333" y="151291"/>
                  <a:pt x="342705" y="151792"/>
                  <a:pt x="345790" y="151792"/>
                </a:cubicBezTo>
                <a:cubicBezTo>
                  <a:pt x="348104" y="151792"/>
                  <a:pt x="351151" y="151522"/>
                  <a:pt x="354930" y="150982"/>
                </a:cubicBezTo>
                <a:close/>
                <a:moveTo>
                  <a:pt x="378347" y="169609"/>
                </a:moveTo>
                <a:lnTo>
                  <a:pt x="378347" y="46741"/>
                </a:lnTo>
                <a:lnTo>
                  <a:pt x="397090" y="46741"/>
                </a:lnTo>
                <a:lnTo>
                  <a:pt x="397090" y="65368"/>
                </a:lnTo>
                <a:cubicBezTo>
                  <a:pt x="401872" y="56652"/>
                  <a:pt x="406287" y="50906"/>
                  <a:pt x="410337" y="48129"/>
                </a:cubicBezTo>
                <a:cubicBezTo>
                  <a:pt x="414386" y="45353"/>
                  <a:pt x="418840" y="43964"/>
                  <a:pt x="423699" y="43964"/>
                </a:cubicBezTo>
                <a:cubicBezTo>
                  <a:pt x="430718" y="43964"/>
                  <a:pt x="437853" y="46201"/>
                  <a:pt x="445103" y="50675"/>
                </a:cubicBezTo>
                <a:lnTo>
                  <a:pt x="437930" y="69996"/>
                </a:lnTo>
                <a:cubicBezTo>
                  <a:pt x="432839" y="66988"/>
                  <a:pt x="427749" y="65484"/>
                  <a:pt x="422658" y="65484"/>
                </a:cubicBezTo>
                <a:cubicBezTo>
                  <a:pt x="418108" y="65484"/>
                  <a:pt x="414020" y="66853"/>
                  <a:pt x="410395" y="69591"/>
                </a:cubicBezTo>
                <a:cubicBezTo>
                  <a:pt x="406769" y="72329"/>
                  <a:pt x="404186" y="76127"/>
                  <a:pt x="402643" y="80987"/>
                </a:cubicBezTo>
                <a:cubicBezTo>
                  <a:pt x="400329" y="88391"/>
                  <a:pt x="399172" y="96490"/>
                  <a:pt x="399172" y="105283"/>
                </a:cubicBezTo>
                <a:lnTo>
                  <a:pt x="399172" y="169609"/>
                </a:lnTo>
                <a:lnTo>
                  <a:pt x="378347" y="169609"/>
                </a:lnTo>
                <a:close/>
                <a:moveTo>
                  <a:pt x="538076" y="169609"/>
                </a:moveTo>
                <a:lnTo>
                  <a:pt x="538076" y="151561"/>
                </a:lnTo>
                <a:cubicBezTo>
                  <a:pt x="528512" y="165444"/>
                  <a:pt x="515516" y="172386"/>
                  <a:pt x="499087" y="172386"/>
                </a:cubicBezTo>
                <a:cubicBezTo>
                  <a:pt x="491837" y="172386"/>
                  <a:pt x="485068" y="170998"/>
                  <a:pt x="478782" y="168221"/>
                </a:cubicBezTo>
                <a:cubicBezTo>
                  <a:pt x="472496" y="165444"/>
                  <a:pt x="467830" y="161954"/>
                  <a:pt x="464783" y="157750"/>
                </a:cubicBezTo>
                <a:cubicBezTo>
                  <a:pt x="461737" y="153547"/>
                  <a:pt x="459596" y="148398"/>
                  <a:pt x="458362" y="142305"/>
                </a:cubicBezTo>
                <a:cubicBezTo>
                  <a:pt x="457514" y="138217"/>
                  <a:pt x="457089" y="131738"/>
                  <a:pt x="457089" y="122868"/>
                </a:cubicBezTo>
                <a:lnTo>
                  <a:pt x="457089" y="46741"/>
                </a:lnTo>
                <a:lnTo>
                  <a:pt x="477915" y="46741"/>
                </a:lnTo>
                <a:lnTo>
                  <a:pt x="477915" y="114885"/>
                </a:lnTo>
                <a:cubicBezTo>
                  <a:pt x="477915" y="125761"/>
                  <a:pt x="478339" y="133088"/>
                  <a:pt x="479187" y="136867"/>
                </a:cubicBezTo>
                <a:cubicBezTo>
                  <a:pt x="480498" y="142344"/>
                  <a:pt x="483275" y="146644"/>
                  <a:pt x="487517" y="149768"/>
                </a:cubicBezTo>
                <a:cubicBezTo>
                  <a:pt x="491759" y="152891"/>
                  <a:pt x="497004" y="154453"/>
                  <a:pt x="503252" y="154453"/>
                </a:cubicBezTo>
                <a:cubicBezTo>
                  <a:pt x="509499" y="154453"/>
                  <a:pt x="515361" y="152853"/>
                  <a:pt x="520838" y="149652"/>
                </a:cubicBezTo>
                <a:cubicBezTo>
                  <a:pt x="526314" y="146451"/>
                  <a:pt x="530190" y="142093"/>
                  <a:pt x="532465" y="136578"/>
                </a:cubicBezTo>
                <a:cubicBezTo>
                  <a:pt x="534740" y="131063"/>
                  <a:pt x="535878" y="123061"/>
                  <a:pt x="535878" y="112571"/>
                </a:cubicBezTo>
                <a:lnTo>
                  <a:pt x="535878" y="46741"/>
                </a:lnTo>
                <a:lnTo>
                  <a:pt x="556703" y="46741"/>
                </a:lnTo>
                <a:lnTo>
                  <a:pt x="556703" y="169609"/>
                </a:lnTo>
                <a:lnTo>
                  <a:pt x="538076" y="169609"/>
                </a:lnTo>
                <a:close/>
                <a:moveTo>
                  <a:pt x="585905" y="169609"/>
                </a:moveTo>
                <a:lnTo>
                  <a:pt x="585905" y="46741"/>
                </a:lnTo>
                <a:lnTo>
                  <a:pt x="604531" y="46741"/>
                </a:lnTo>
                <a:lnTo>
                  <a:pt x="604531" y="63979"/>
                </a:lnTo>
                <a:cubicBezTo>
                  <a:pt x="608388" y="57963"/>
                  <a:pt x="613517" y="53123"/>
                  <a:pt x="619919" y="49460"/>
                </a:cubicBezTo>
                <a:cubicBezTo>
                  <a:pt x="626321" y="45796"/>
                  <a:pt x="633610" y="43964"/>
                  <a:pt x="641785" y="43964"/>
                </a:cubicBezTo>
                <a:cubicBezTo>
                  <a:pt x="650887" y="43964"/>
                  <a:pt x="658349" y="45854"/>
                  <a:pt x="664172" y="49633"/>
                </a:cubicBezTo>
                <a:cubicBezTo>
                  <a:pt x="669996" y="53413"/>
                  <a:pt x="674103" y="58696"/>
                  <a:pt x="676494" y="65484"/>
                </a:cubicBezTo>
                <a:cubicBezTo>
                  <a:pt x="686212" y="51137"/>
                  <a:pt x="698862" y="43964"/>
                  <a:pt x="714442" y="43964"/>
                </a:cubicBezTo>
                <a:cubicBezTo>
                  <a:pt x="726629" y="43964"/>
                  <a:pt x="736000" y="47339"/>
                  <a:pt x="742556" y="54088"/>
                </a:cubicBezTo>
                <a:cubicBezTo>
                  <a:pt x="749112" y="60836"/>
                  <a:pt x="752390" y="71230"/>
                  <a:pt x="752390" y="85267"/>
                </a:cubicBezTo>
                <a:lnTo>
                  <a:pt x="752390" y="169609"/>
                </a:lnTo>
                <a:lnTo>
                  <a:pt x="731681" y="169609"/>
                </a:lnTo>
                <a:lnTo>
                  <a:pt x="731681" y="92209"/>
                </a:lnTo>
                <a:cubicBezTo>
                  <a:pt x="731681" y="83879"/>
                  <a:pt x="731006" y="77882"/>
                  <a:pt x="729656" y="74219"/>
                </a:cubicBezTo>
                <a:cubicBezTo>
                  <a:pt x="728306" y="70555"/>
                  <a:pt x="725857" y="67605"/>
                  <a:pt x="722309" y="65368"/>
                </a:cubicBezTo>
                <a:cubicBezTo>
                  <a:pt x="718761" y="63131"/>
                  <a:pt x="714596" y="62013"/>
                  <a:pt x="709814" y="62013"/>
                </a:cubicBezTo>
                <a:cubicBezTo>
                  <a:pt x="701176" y="62013"/>
                  <a:pt x="694002" y="64886"/>
                  <a:pt x="688295" y="70632"/>
                </a:cubicBezTo>
                <a:cubicBezTo>
                  <a:pt x="682587" y="76378"/>
                  <a:pt x="679733" y="85576"/>
                  <a:pt x="679733" y="98225"/>
                </a:cubicBezTo>
                <a:lnTo>
                  <a:pt x="679733" y="169609"/>
                </a:lnTo>
                <a:lnTo>
                  <a:pt x="658908" y="169609"/>
                </a:lnTo>
                <a:lnTo>
                  <a:pt x="658908" y="89780"/>
                </a:lnTo>
                <a:cubicBezTo>
                  <a:pt x="658908" y="80524"/>
                  <a:pt x="657211" y="73582"/>
                  <a:pt x="653818" y="68954"/>
                </a:cubicBezTo>
                <a:cubicBezTo>
                  <a:pt x="650424" y="64327"/>
                  <a:pt x="644871" y="62013"/>
                  <a:pt x="637158" y="62013"/>
                </a:cubicBezTo>
                <a:cubicBezTo>
                  <a:pt x="631296" y="62013"/>
                  <a:pt x="625877" y="63555"/>
                  <a:pt x="620902" y="66640"/>
                </a:cubicBezTo>
                <a:cubicBezTo>
                  <a:pt x="615927" y="69726"/>
                  <a:pt x="612322" y="74238"/>
                  <a:pt x="610085" y="80177"/>
                </a:cubicBezTo>
                <a:cubicBezTo>
                  <a:pt x="607848" y="86116"/>
                  <a:pt x="606730" y="94677"/>
                  <a:pt x="606730" y="105861"/>
                </a:cubicBezTo>
                <a:lnTo>
                  <a:pt x="606730" y="169609"/>
                </a:lnTo>
                <a:lnTo>
                  <a:pt x="585905" y="169609"/>
                </a:lnTo>
                <a:close/>
                <a:moveTo>
                  <a:pt x="867460" y="130041"/>
                </a:moveTo>
                <a:lnTo>
                  <a:pt x="888980" y="132702"/>
                </a:lnTo>
                <a:cubicBezTo>
                  <a:pt x="885586" y="145275"/>
                  <a:pt x="879300" y="155032"/>
                  <a:pt x="870121" y="161973"/>
                </a:cubicBezTo>
                <a:cubicBezTo>
                  <a:pt x="860943" y="168915"/>
                  <a:pt x="849219" y="172386"/>
                  <a:pt x="834950" y="172386"/>
                </a:cubicBezTo>
                <a:cubicBezTo>
                  <a:pt x="816979" y="172386"/>
                  <a:pt x="802729" y="166852"/>
                  <a:pt x="792200" y="155784"/>
                </a:cubicBezTo>
                <a:cubicBezTo>
                  <a:pt x="781672" y="144715"/>
                  <a:pt x="776408" y="129193"/>
                  <a:pt x="776408" y="109216"/>
                </a:cubicBezTo>
                <a:cubicBezTo>
                  <a:pt x="776408" y="88545"/>
                  <a:pt x="781730" y="72502"/>
                  <a:pt x="792374" y="61087"/>
                </a:cubicBezTo>
                <a:cubicBezTo>
                  <a:pt x="803018" y="49672"/>
                  <a:pt x="816824" y="43964"/>
                  <a:pt x="833793" y="43964"/>
                </a:cubicBezTo>
                <a:cubicBezTo>
                  <a:pt x="850222" y="43964"/>
                  <a:pt x="863642" y="49556"/>
                  <a:pt x="874055" y="60740"/>
                </a:cubicBezTo>
                <a:cubicBezTo>
                  <a:pt x="884467" y="71924"/>
                  <a:pt x="889674" y="87658"/>
                  <a:pt x="889674" y="107944"/>
                </a:cubicBezTo>
                <a:cubicBezTo>
                  <a:pt x="889674" y="109178"/>
                  <a:pt x="889635" y="111029"/>
                  <a:pt x="889558" y="113497"/>
                </a:cubicBezTo>
                <a:lnTo>
                  <a:pt x="797927" y="113497"/>
                </a:lnTo>
                <a:cubicBezTo>
                  <a:pt x="798699" y="126995"/>
                  <a:pt x="802517" y="137330"/>
                  <a:pt x="809381" y="144503"/>
                </a:cubicBezTo>
                <a:cubicBezTo>
                  <a:pt x="816246" y="151676"/>
                  <a:pt x="824807" y="155263"/>
                  <a:pt x="835066" y="155263"/>
                </a:cubicBezTo>
                <a:cubicBezTo>
                  <a:pt x="842701" y="155263"/>
                  <a:pt x="849219" y="153258"/>
                  <a:pt x="854618" y="149247"/>
                </a:cubicBezTo>
                <a:cubicBezTo>
                  <a:pt x="860017" y="145236"/>
                  <a:pt x="864298" y="138834"/>
                  <a:pt x="867460" y="130041"/>
                </a:cubicBezTo>
                <a:moveTo>
                  <a:pt x="799084" y="96374"/>
                </a:moveTo>
                <a:lnTo>
                  <a:pt x="867692" y="96374"/>
                </a:lnTo>
                <a:cubicBezTo>
                  <a:pt x="866766" y="86039"/>
                  <a:pt x="864144" y="78287"/>
                  <a:pt x="859824" y="73119"/>
                </a:cubicBezTo>
                <a:cubicBezTo>
                  <a:pt x="853191" y="65098"/>
                  <a:pt x="844591" y="61087"/>
                  <a:pt x="834024" y="61087"/>
                </a:cubicBezTo>
                <a:cubicBezTo>
                  <a:pt x="824460" y="61087"/>
                  <a:pt x="816419" y="64288"/>
                  <a:pt x="809902" y="70690"/>
                </a:cubicBezTo>
                <a:cubicBezTo>
                  <a:pt x="803384" y="77092"/>
                  <a:pt x="799779" y="85653"/>
                  <a:pt x="799084" y="96374"/>
                </a:cubicBezTo>
                <a:close/>
                <a:moveTo>
                  <a:pt x="911702" y="169609"/>
                </a:moveTo>
                <a:lnTo>
                  <a:pt x="911702" y="46741"/>
                </a:lnTo>
                <a:lnTo>
                  <a:pt x="930445" y="46741"/>
                </a:lnTo>
                <a:lnTo>
                  <a:pt x="930445" y="64211"/>
                </a:lnTo>
                <a:cubicBezTo>
                  <a:pt x="939469" y="50713"/>
                  <a:pt x="952504" y="43964"/>
                  <a:pt x="969550" y="43964"/>
                </a:cubicBezTo>
                <a:cubicBezTo>
                  <a:pt x="976954" y="43964"/>
                  <a:pt x="983761" y="45295"/>
                  <a:pt x="989970" y="47956"/>
                </a:cubicBezTo>
                <a:cubicBezTo>
                  <a:pt x="996179" y="50617"/>
                  <a:pt x="1000826" y="54107"/>
                  <a:pt x="1003911" y="58426"/>
                </a:cubicBezTo>
                <a:cubicBezTo>
                  <a:pt x="1006996" y="62745"/>
                  <a:pt x="1009156" y="67875"/>
                  <a:pt x="1010390" y="73814"/>
                </a:cubicBezTo>
                <a:cubicBezTo>
                  <a:pt x="1011161" y="77670"/>
                  <a:pt x="1011547" y="84419"/>
                  <a:pt x="1011547" y="94060"/>
                </a:cubicBezTo>
                <a:lnTo>
                  <a:pt x="1011547" y="169609"/>
                </a:lnTo>
                <a:lnTo>
                  <a:pt x="990722" y="169609"/>
                </a:lnTo>
                <a:lnTo>
                  <a:pt x="990722" y="94870"/>
                </a:lnTo>
                <a:cubicBezTo>
                  <a:pt x="990722" y="86386"/>
                  <a:pt x="989912" y="80042"/>
                  <a:pt x="988292" y="75838"/>
                </a:cubicBezTo>
                <a:cubicBezTo>
                  <a:pt x="986673" y="71635"/>
                  <a:pt x="983800" y="68279"/>
                  <a:pt x="979673" y="65773"/>
                </a:cubicBezTo>
                <a:cubicBezTo>
                  <a:pt x="975547" y="63266"/>
                  <a:pt x="970707" y="62013"/>
                  <a:pt x="965153" y="62013"/>
                </a:cubicBezTo>
                <a:cubicBezTo>
                  <a:pt x="956283" y="62013"/>
                  <a:pt x="948628" y="64828"/>
                  <a:pt x="942188" y="70458"/>
                </a:cubicBezTo>
                <a:cubicBezTo>
                  <a:pt x="935747" y="76089"/>
                  <a:pt x="932527" y="86771"/>
                  <a:pt x="932527" y="102506"/>
                </a:cubicBezTo>
                <a:lnTo>
                  <a:pt x="932527" y="169609"/>
                </a:lnTo>
                <a:lnTo>
                  <a:pt x="911702" y="169609"/>
                </a:lnTo>
                <a:close/>
                <a:moveTo>
                  <a:pt x="1085523" y="150982"/>
                </a:moveTo>
                <a:lnTo>
                  <a:pt x="1088531" y="169378"/>
                </a:lnTo>
                <a:cubicBezTo>
                  <a:pt x="1082669" y="170612"/>
                  <a:pt x="1077425" y="171229"/>
                  <a:pt x="1072797" y="171229"/>
                </a:cubicBezTo>
                <a:cubicBezTo>
                  <a:pt x="1065238" y="171229"/>
                  <a:pt x="1059376" y="170033"/>
                  <a:pt x="1055211" y="167642"/>
                </a:cubicBezTo>
                <a:cubicBezTo>
                  <a:pt x="1051046" y="165251"/>
                  <a:pt x="1048115" y="162108"/>
                  <a:pt x="1046418" y="158213"/>
                </a:cubicBezTo>
                <a:cubicBezTo>
                  <a:pt x="1044721" y="154318"/>
                  <a:pt x="1043873" y="146123"/>
                  <a:pt x="1043873" y="133628"/>
                </a:cubicBezTo>
                <a:lnTo>
                  <a:pt x="1043873" y="62938"/>
                </a:lnTo>
                <a:lnTo>
                  <a:pt x="1028601" y="62938"/>
                </a:lnTo>
                <a:lnTo>
                  <a:pt x="1028601" y="46741"/>
                </a:lnTo>
                <a:lnTo>
                  <a:pt x="1043873" y="46741"/>
                </a:lnTo>
                <a:lnTo>
                  <a:pt x="1043873" y="16313"/>
                </a:lnTo>
                <a:lnTo>
                  <a:pt x="1064582" y="3818"/>
                </a:lnTo>
                <a:lnTo>
                  <a:pt x="1064582" y="46741"/>
                </a:lnTo>
                <a:lnTo>
                  <a:pt x="1085523" y="46741"/>
                </a:lnTo>
                <a:lnTo>
                  <a:pt x="1085523" y="62938"/>
                </a:lnTo>
                <a:lnTo>
                  <a:pt x="1064582" y="62938"/>
                </a:lnTo>
                <a:lnTo>
                  <a:pt x="1064582" y="134785"/>
                </a:lnTo>
                <a:cubicBezTo>
                  <a:pt x="1064582" y="140724"/>
                  <a:pt x="1064949" y="144542"/>
                  <a:pt x="1065682" y="146239"/>
                </a:cubicBezTo>
                <a:cubicBezTo>
                  <a:pt x="1066414" y="147936"/>
                  <a:pt x="1067610" y="149285"/>
                  <a:pt x="1069268" y="150288"/>
                </a:cubicBezTo>
                <a:cubicBezTo>
                  <a:pt x="1070926" y="151291"/>
                  <a:pt x="1073298" y="151792"/>
                  <a:pt x="1076383" y="151792"/>
                </a:cubicBezTo>
                <a:cubicBezTo>
                  <a:pt x="1078697" y="151792"/>
                  <a:pt x="1081744" y="151522"/>
                  <a:pt x="1085523" y="150982"/>
                </a:cubicBezTo>
                <a:close/>
                <a:moveTo>
                  <a:pt x="1193282" y="130041"/>
                </a:moveTo>
                <a:lnTo>
                  <a:pt x="1214801" y="132702"/>
                </a:lnTo>
                <a:cubicBezTo>
                  <a:pt x="1211407" y="145275"/>
                  <a:pt x="1205121" y="155032"/>
                  <a:pt x="1195943" y="161973"/>
                </a:cubicBezTo>
                <a:cubicBezTo>
                  <a:pt x="1186764" y="168915"/>
                  <a:pt x="1175040" y="172386"/>
                  <a:pt x="1160771" y="172386"/>
                </a:cubicBezTo>
                <a:cubicBezTo>
                  <a:pt x="1142800" y="172386"/>
                  <a:pt x="1128550" y="166852"/>
                  <a:pt x="1118022" y="155784"/>
                </a:cubicBezTo>
                <a:cubicBezTo>
                  <a:pt x="1107493" y="144715"/>
                  <a:pt x="1102229" y="129193"/>
                  <a:pt x="1102229" y="109216"/>
                </a:cubicBezTo>
                <a:cubicBezTo>
                  <a:pt x="1102229" y="88545"/>
                  <a:pt x="1107551" y="72502"/>
                  <a:pt x="1118195" y="61087"/>
                </a:cubicBezTo>
                <a:cubicBezTo>
                  <a:pt x="1128839" y="49672"/>
                  <a:pt x="1142646" y="43964"/>
                  <a:pt x="1159614" y="43964"/>
                </a:cubicBezTo>
                <a:cubicBezTo>
                  <a:pt x="1176043" y="43964"/>
                  <a:pt x="1189464" y="49556"/>
                  <a:pt x="1199876" y="60740"/>
                </a:cubicBezTo>
                <a:cubicBezTo>
                  <a:pt x="1210289" y="71924"/>
                  <a:pt x="1215495" y="87658"/>
                  <a:pt x="1215495" y="107944"/>
                </a:cubicBezTo>
                <a:cubicBezTo>
                  <a:pt x="1215495" y="109178"/>
                  <a:pt x="1215456" y="111029"/>
                  <a:pt x="1215379" y="113497"/>
                </a:cubicBezTo>
                <a:lnTo>
                  <a:pt x="1123749" y="113497"/>
                </a:lnTo>
                <a:cubicBezTo>
                  <a:pt x="1124520" y="126995"/>
                  <a:pt x="1128338" y="137330"/>
                  <a:pt x="1135203" y="144503"/>
                </a:cubicBezTo>
                <a:cubicBezTo>
                  <a:pt x="1142067" y="151676"/>
                  <a:pt x="1150629" y="155263"/>
                  <a:pt x="1160887" y="155263"/>
                </a:cubicBezTo>
                <a:cubicBezTo>
                  <a:pt x="1168523" y="155263"/>
                  <a:pt x="1175040" y="153258"/>
                  <a:pt x="1180439" y="149247"/>
                </a:cubicBezTo>
                <a:cubicBezTo>
                  <a:pt x="1185838" y="145236"/>
                  <a:pt x="1190119" y="138834"/>
                  <a:pt x="1193282" y="130041"/>
                </a:cubicBezTo>
                <a:moveTo>
                  <a:pt x="1124906" y="96374"/>
                </a:moveTo>
                <a:lnTo>
                  <a:pt x="1193513" y="96374"/>
                </a:lnTo>
                <a:cubicBezTo>
                  <a:pt x="1192587" y="86039"/>
                  <a:pt x="1189965" y="78287"/>
                  <a:pt x="1185646" y="73119"/>
                </a:cubicBezTo>
                <a:cubicBezTo>
                  <a:pt x="1179012" y="65098"/>
                  <a:pt x="1170412" y="61087"/>
                  <a:pt x="1159846" y="61087"/>
                </a:cubicBezTo>
                <a:cubicBezTo>
                  <a:pt x="1150281" y="61087"/>
                  <a:pt x="1142241" y="64288"/>
                  <a:pt x="1135723" y="70690"/>
                </a:cubicBezTo>
                <a:cubicBezTo>
                  <a:pt x="1129206" y="77092"/>
                  <a:pt x="1125600" y="85653"/>
                  <a:pt x="1124906" y="96374"/>
                </a:cubicBezTo>
                <a:close/>
                <a:moveTo>
                  <a:pt x="1317238" y="169609"/>
                </a:moveTo>
                <a:lnTo>
                  <a:pt x="1317238" y="154106"/>
                </a:lnTo>
                <a:cubicBezTo>
                  <a:pt x="1309448" y="166293"/>
                  <a:pt x="1297994" y="172386"/>
                  <a:pt x="1282876" y="172386"/>
                </a:cubicBezTo>
                <a:cubicBezTo>
                  <a:pt x="1273081" y="172386"/>
                  <a:pt x="1264076" y="169686"/>
                  <a:pt x="1255861" y="164287"/>
                </a:cubicBezTo>
                <a:cubicBezTo>
                  <a:pt x="1247647" y="158888"/>
                  <a:pt x="1241284" y="151349"/>
                  <a:pt x="1236772" y="141669"/>
                </a:cubicBezTo>
                <a:cubicBezTo>
                  <a:pt x="1232260" y="131989"/>
                  <a:pt x="1230003" y="120863"/>
                  <a:pt x="1230003" y="108291"/>
                </a:cubicBezTo>
                <a:cubicBezTo>
                  <a:pt x="1230003" y="96027"/>
                  <a:pt x="1232047" y="84901"/>
                  <a:pt x="1236135" y="74913"/>
                </a:cubicBezTo>
                <a:cubicBezTo>
                  <a:pt x="1240223" y="64924"/>
                  <a:pt x="1246355" y="57269"/>
                  <a:pt x="1254531" y="51947"/>
                </a:cubicBezTo>
                <a:cubicBezTo>
                  <a:pt x="1262707" y="46625"/>
                  <a:pt x="1271847" y="43964"/>
                  <a:pt x="1281951" y="43964"/>
                </a:cubicBezTo>
                <a:cubicBezTo>
                  <a:pt x="1289355" y="43964"/>
                  <a:pt x="1295950" y="45526"/>
                  <a:pt x="1301735" y="48650"/>
                </a:cubicBezTo>
                <a:cubicBezTo>
                  <a:pt x="1307519" y="51774"/>
                  <a:pt x="1312224" y="55842"/>
                  <a:pt x="1315849" y="60856"/>
                </a:cubicBezTo>
                <a:lnTo>
                  <a:pt x="1315849" y="0"/>
                </a:lnTo>
                <a:lnTo>
                  <a:pt x="1336559" y="0"/>
                </a:lnTo>
                <a:lnTo>
                  <a:pt x="1336559" y="169609"/>
                </a:lnTo>
                <a:lnTo>
                  <a:pt x="1317238" y="169609"/>
                </a:lnTo>
                <a:moveTo>
                  <a:pt x="1251407" y="108291"/>
                </a:moveTo>
                <a:cubicBezTo>
                  <a:pt x="1251407" y="124025"/>
                  <a:pt x="1254724" y="135788"/>
                  <a:pt x="1261357" y="143578"/>
                </a:cubicBezTo>
                <a:cubicBezTo>
                  <a:pt x="1267990" y="151368"/>
                  <a:pt x="1275819" y="155263"/>
                  <a:pt x="1284843" y="155263"/>
                </a:cubicBezTo>
                <a:cubicBezTo>
                  <a:pt x="1293944" y="155263"/>
                  <a:pt x="1301677" y="151542"/>
                  <a:pt x="1308040" y="144098"/>
                </a:cubicBezTo>
                <a:cubicBezTo>
                  <a:pt x="1314403" y="136655"/>
                  <a:pt x="1317585" y="125298"/>
                  <a:pt x="1317585" y="110026"/>
                </a:cubicBezTo>
                <a:cubicBezTo>
                  <a:pt x="1317585" y="93212"/>
                  <a:pt x="1314345" y="80871"/>
                  <a:pt x="1307866" y="73004"/>
                </a:cubicBezTo>
                <a:cubicBezTo>
                  <a:pt x="1301387" y="65136"/>
                  <a:pt x="1293404" y="61203"/>
                  <a:pt x="1283917" y="61203"/>
                </a:cubicBezTo>
                <a:cubicBezTo>
                  <a:pt x="1274662" y="61203"/>
                  <a:pt x="1266930" y="64982"/>
                  <a:pt x="1260721" y="72541"/>
                </a:cubicBezTo>
                <a:cubicBezTo>
                  <a:pt x="1254512" y="80100"/>
                  <a:pt x="1251407" y="92016"/>
                  <a:pt x="1251407" y="1082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JSRuntime">
            <a:extLst xmlns:a="http://schemas.openxmlformats.org/drawingml/2006/main">
              <a:ext uri="{FF2B5EF4-FFF2-40B4-BE49-F238E27FC236}">
                <a16:creationId xmlns:a16="http://schemas.microsoft.com/office/drawing/2014/main" id="{33B51B42-36E0-4433-9775-03C431D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658" y="1285130"/>
            <a:ext cx="1201434" cy="175394"/>
          </a:xfrm>
          <a:custGeom xmlns:a="http://schemas.openxmlformats.org/drawingml/2006/main">
            <a:pathLst>
              <a:path w="1201434" h="175394">
                <a:moveTo>
                  <a:pt x="309" y="124372"/>
                </a:moveTo>
                <a:lnTo>
                  <a:pt x="20555" y="121596"/>
                </a:lnTo>
                <a:cubicBezTo>
                  <a:pt x="21095" y="134554"/>
                  <a:pt x="23525" y="143424"/>
                  <a:pt x="27844" y="148206"/>
                </a:cubicBezTo>
                <a:cubicBezTo>
                  <a:pt x="32163" y="152988"/>
                  <a:pt x="38141" y="155379"/>
                  <a:pt x="45777" y="155379"/>
                </a:cubicBezTo>
                <a:cubicBezTo>
                  <a:pt x="51407" y="155379"/>
                  <a:pt x="56266" y="154087"/>
                  <a:pt x="60354" y="151503"/>
                </a:cubicBezTo>
                <a:cubicBezTo>
                  <a:pt x="64442" y="148919"/>
                  <a:pt x="67258" y="145410"/>
                  <a:pt x="68800" y="140975"/>
                </a:cubicBezTo>
                <a:cubicBezTo>
                  <a:pt x="70343" y="136540"/>
                  <a:pt x="71114" y="129463"/>
                  <a:pt x="71114" y="119745"/>
                </a:cubicBezTo>
                <a:lnTo>
                  <a:pt x="71114" y="2892"/>
                </a:lnTo>
                <a:lnTo>
                  <a:pt x="93559" y="2892"/>
                </a:lnTo>
                <a:lnTo>
                  <a:pt x="93559" y="118472"/>
                </a:lnTo>
                <a:cubicBezTo>
                  <a:pt x="93559" y="132664"/>
                  <a:pt x="91843" y="143655"/>
                  <a:pt x="88410" y="151445"/>
                </a:cubicBezTo>
                <a:cubicBezTo>
                  <a:pt x="84978" y="159235"/>
                  <a:pt x="79540" y="165174"/>
                  <a:pt x="72097" y="169262"/>
                </a:cubicBezTo>
                <a:cubicBezTo>
                  <a:pt x="64654" y="173350"/>
                  <a:pt x="55919" y="175394"/>
                  <a:pt x="45892" y="175394"/>
                </a:cubicBezTo>
                <a:cubicBezTo>
                  <a:pt x="31006" y="175394"/>
                  <a:pt x="19610" y="171113"/>
                  <a:pt x="11705" y="162552"/>
                </a:cubicBezTo>
                <a:cubicBezTo>
                  <a:pt x="3799" y="153990"/>
                  <a:pt x="0" y="141264"/>
                  <a:pt x="309" y="124372"/>
                </a:cubicBezTo>
                <a:close/>
                <a:moveTo>
                  <a:pt x="122598" y="118009"/>
                </a:moveTo>
                <a:lnTo>
                  <a:pt x="143771" y="116158"/>
                </a:lnTo>
                <a:cubicBezTo>
                  <a:pt x="144773" y="124642"/>
                  <a:pt x="147107" y="131603"/>
                  <a:pt x="150770" y="137041"/>
                </a:cubicBezTo>
                <a:cubicBezTo>
                  <a:pt x="154434" y="142479"/>
                  <a:pt x="160122" y="146875"/>
                  <a:pt x="167835" y="150230"/>
                </a:cubicBezTo>
                <a:cubicBezTo>
                  <a:pt x="175548" y="153585"/>
                  <a:pt x="184225" y="155263"/>
                  <a:pt x="193867" y="155263"/>
                </a:cubicBezTo>
                <a:cubicBezTo>
                  <a:pt x="202428" y="155263"/>
                  <a:pt x="209987" y="153990"/>
                  <a:pt x="216543" y="151445"/>
                </a:cubicBezTo>
                <a:cubicBezTo>
                  <a:pt x="223099" y="148900"/>
                  <a:pt x="227978" y="145410"/>
                  <a:pt x="231178" y="140975"/>
                </a:cubicBezTo>
                <a:cubicBezTo>
                  <a:pt x="234379" y="136540"/>
                  <a:pt x="235980" y="131700"/>
                  <a:pt x="235980" y="126455"/>
                </a:cubicBezTo>
                <a:cubicBezTo>
                  <a:pt x="235980" y="121133"/>
                  <a:pt x="234437" y="116486"/>
                  <a:pt x="231352" y="112514"/>
                </a:cubicBezTo>
                <a:cubicBezTo>
                  <a:pt x="228267" y="108541"/>
                  <a:pt x="223176" y="105206"/>
                  <a:pt x="216080" y="102506"/>
                </a:cubicBezTo>
                <a:cubicBezTo>
                  <a:pt x="211530" y="100732"/>
                  <a:pt x="201464" y="97975"/>
                  <a:pt x="185884" y="94234"/>
                </a:cubicBezTo>
                <a:cubicBezTo>
                  <a:pt x="170303" y="90493"/>
                  <a:pt x="159390" y="86964"/>
                  <a:pt x="153142" y="83648"/>
                </a:cubicBezTo>
                <a:cubicBezTo>
                  <a:pt x="145043" y="79406"/>
                  <a:pt x="139008" y="74141"/>
                  <a:pt x="135036" y="67855"/>
                </a:cubicBezTo>
                <a:cubicBezTo>
                  <a:pt x="131063" y="61569"/>
                  <a:pt x="129077" y="54531"/>
                  <a:pt x="129077" y="46741"/>
                </a:cubicBezTo>
                <a:cubicBezTo>
                  <a:pt x="129077" y="38179"/>
                  <a:pt x="131507" y="30177"/>
                  <a:pt x="136366" y="22734"/>
                </a:cubicBezTo>
                <a:cubicBezTo>
                  <a:pt x="141225" y="15291"/>
                  <a:pt x="148321" y="9641"/>
                  <a:pt x="157654" y="5785"/>
                </a:cubicBezTo>
                <a:cubicBezTo>
                  <a:pt x="166987" y="1928"/>
                  <a:pt x="177361" y="0"/>
                  <a:pt x="188776" y="0"/>
                </a:cubicBezTo>
                <a:cubicBezTo>
                  <a:pt x="201348" y="0"/>
                  <a:pt x="212436" y="2025"/>
                  <a:pt x="222038" y="6074"/>
                </a:cubicBezTo>
                <a:cubicBezTo>
                  <a:pt x="231641" y="10123"/>
                  <a:pt x="239026" y="16082"/>
                  <a:pt x="244194" y="23949"/>
                </a:cubicBezTo>
                <a:cubicBezTo>
                  <a:pt x="249362" y="31816"/>
                  <a:pt x="252139" y="40725"/>
                  <a:pt x="252524" y="50675"/>
                </a:cubicBezTo>
                <a:lnTo>
                  <a:pt x="231005" y="52294"/>
                </a:lnTo>
                <a:cubicBezTo>
                  <a:pt x="229848" y="41573"/>
                  <a:pt x="225934" y="33475"/>
                  <a:pt x="219262" y="27998"/>
                </a:cubicBezTo>
                <a:cubicBezTo>
                  <a:pt x="212590" y="22522"/>
                  <a:pt x="202737" y="19784"/>
                  <a:pt x="189702" y="19784"/>
                </a:cubicBezTo>
                <a:cubicBezTo>
                  <a:pt x="176127" y="19784"/>
                  <a:pt x="166235" y="22271"/>
                  <a:pt x="160026" y="27246"/>
                </a:cubicBezTo>
                <a:cubicBezTo>
                  <a:pt x="153817" y="32221"/>
                  <a:pt x="150712" y="38218"/>
                  <a:pt x="150712" y="45237"/>
                </a:cubicBezTo>
                <a:cubicBezTo>
                  <a:pt x="150712" y="51330"/>
                  <a:pt x="152911" y="56344"/>
                  <a:pt x="157307" y="60277"/>
                </a:cubicBezTo>
                <a:cubicBezTo>
                  <a:pt x="161626" y="64211"/>
                  <a:pt x="172907" y="68241"/>
                  <a:pt x="191148" y="72367"/>
                </a:cubicBezTo>
                <a:cubicBezTo>
                  <a:pt x="209389" y="76494"/>
                  <a:pt x="221904" y="80100"/>
                  <a:pt x="228691" y="83185"/>
                </a:cubicBezTo>
                <a:cubicBezTo>
                  <a:pt x="238564" y="87736"/>
                  <a:pt x="245852" y="93501"/>
                  <a:pt x="250557" y="100481"/>
                </a:cubicBezTo>
                <a:cubicBezTo>
                  <a:pt x="255262" y="107462"/>
                  <a:pt x="257615" y="115502"/>
                  <a:pt x="257615" y="124604"/>
                </a:cubicBezTo>
                <a:cubicBezTo>
                  <a:pt x="257615" y="133628"/>
                  <a:pt x="255031" y="142132"/>
                  <a:pt x="249863" y="150115"/>
                </a:cubicBezTo>
                <a:cubicBezTo>
                  <a:pt x="244695" y="158098"/>
                  <a:pt x="237272" y="164307"/>
                  <a:pt x="227592" y="168742"/>
                </a:cubicBezTo>
                <a:cubicBezTo>
                  <a:pt x="217912" y="173177"/>
                  <a:pt x="207017" y="175394"/>
                  <a:pt x="194908" y="175394"/>
                </a:cubicBezTo>
                <a:cubicBezTo>
                  <a:pt x="179559" y="175394"/>
                  <a:pt x="166698" y="173157"/>
                  <a:pt x="156324" y="168684"/>
                </a:cubicBezTo>
                <a:cubicBezTo>
                  <a:pt x="145950" y="164210"/>
                  <a:pt x="137812" y="157481"/>
                  <a:pt x="131912" y="148495"/>
                </a:cubicBezTo>
                <a:cubicBezTo>
                  <a:pt x="126011" y="139509"/>
                  <a:pt x="122907" y="129347"/>
                  <a:pt x="122598" y="118009"/>
                </a:cubicBezTo>
                <a:close/>
                <a:moveTo>
                  <a:pt x="357668" y="172502"/>
                </a:moveTo>
                <a:lnTo>
                  <a:pt x="357668" y="2892"/>
                </a:lnTo>
                <a:lnTo>
                  <a:pt x="432870" y="2892"/>
                </a:lnTo>
                <a:cubicBezTo>
                  <a:pt x="447988" y="2892"/>
                  <a:pt x="459480" y="4416"/>
                  <a:pt x="467347" y="7462"/>
                </a:cubicBezTo>
                <a:cubicBezTo>
                  <a:pt x="475215" y="10509"/>
                  <a:pt x="481501" y="15889"/>
                  <a:pt x="486206" y="23602"/>
                </a:cubicBezTo>
                <a:cubicBezTo>
                  <a:pt x="490911" y="31315"/>
                  <a:pt x="493263" y="39838"/>
                  <a:pt x="493263" y="49170"/>
                </a:cubicBezTo>
                <a:cubicBezTo>
                  <a:pt x="493263" y="61203"/>
                  <a:pt x="489368" y="71345"/>
                  <a:pt x="481578" y="79598"/>
                </a:cubicBezTo>
                <a:cubicBezTo>
                  <a:pt x="473788" y="87851"/>
                  <a:pt x="461756" y="93096"/>
                  <a:pt x="445481" y="95333"/>
                </a:cubicBezTo>
                <a:cubicBezTo>
                  <a:pt x="451420" y="98187"/>
                  <a:pt x="455932" y="101002"/>
                  <a:pt x="459017" y="103779"/>
                </a:cubicBezTo>
                <a:cubicBezTo>
                  <a:pt x="465573" y="109795"/>
                  <a:pt x="471782" y="117315"/>
                  <a:pt x="477644" y="126339"/>
                </a:cubicBezTo>
                <a:lnTo>
                  <a:pt x="507147" y="172502"/>
                </a:lnTo>
                <a:lnTo>
                  <a:pt x="478917" y="172502"/>
                </a:lnTo>
                <a:lnTo>
                  <a:pt x="456472" y="137215"/>
                </a:lnTo>
                <a:cubicBezTo>
                  <a:pt x="449916" y="127033"/>
                  <a:pt x="444517" y="119243"/>
                  <a:pt x="440275" y="113844"/>
                </a:cubicBezTo>
                <a:cubicBezTo>
                  <a:pt x="436033" y="108445"/>
                  <a:pt x="432234" y="104666"/>
                  <a:pt x="428879" y="102506"/>
                </a:cubicBezTo>
                <a:cubicBezTo>
                  <a:pt x="425524" y="100346"/>
                  <a:pt x="422111" y="98842"/>
                  <a:pt x="418640" y="97994"/>
                </a:cubicBezTo>
                <a:cubicBezTo>
                  <a:pt x="416094" y="97454"/>
                  <a:pt x="411929" y="97184"/>
                  <a:pt x="406145" y="97184"/>
                </a:cubicBezTo>
                <a:lnTo>
                  <a:pt x="380113" y="97184"/>
                </a:lnTo>
                <a:lnTo>
                  <a:pt x="380113" y="172502"/>
                </a:lnTo>
                <a:lnTo>
                  <a:pt x="357668" y="172502"/>
                </a:lnTo>
                <a:moveTo>
                  <a:pt x="380113" y="77747"/>
                </a:moveTo>
                <a:lnTo>
                  <a:pt x="428358" y="77747"/>
                </a:lnTo>
                <a:cubicBezTo>
                  <a:pt x="438616" y="77747"/>
                  <a:pt x="446638" y="76687"/>
                  <a:pt x="452423" y="74566"/>
                </a:cubicBezTo>
                <a:cubicBezTo>
                  <a:pt x="458208" y="72445"/>
                  <a:pt x="462604" y="69051"/>
                  <a:pt x="465612" y="64384"/>
                </a:cubicBezTo>
                <a:cubicBezTo>
                  <a:pt x="468620" y="59718"/>
                  <a:pt x="470124" y="54647"/>
                  <a:pt x="470124" y="49170"/>
                </a:cubicBezTo>
                <a:cubicBezTo>
                  <a:pt x="470124" y="41149"/>
                  <a:pt x="467212" y="34554"/>
                  <a:pt x="461389" y="29387"/>
                </a:cubicBezTo>
                <a:cubicBezTo>
                  <a:pt x="455566" y="24219"/>
                  <a:pt x="446368" y="21635"/>
                  <a:pt x="433796" y="21635"/>
                </a:cubicBezTo>
                <a:lnTo>
                  <a:pt x="380113" y="21635"/>
                </a:lnTo>
                <a:lnTo>
                  <a:pt x="380113" y="77747"/>
                </a:lnTo>
                <a:close/>
                <a:moveTo>
                  <a:pt x="603012" y="172502"/>
                </a:moveTo>
                <a:lnTo>
                  <a:pt x="603012" y="154453"/>
                </a:lnTo>
                <a:cubicBezTo>
                  <a:pt x="593448" y="168337"/>
                  <a:pt x="580451" y="175278"/>
                  <a:pt x="564022" y="175278"/>
                </a:cubicBezTo>
                <a:cubicBezTo>
                  <a:pt x="556772" y="175278"/>
                  <a:pt x="550004" y="173890"/>
                  <a:pt x="543718" y="171113"/>
                </a:cubicBezTo>
                <a:cubicBezTo>
                  <a:pt x="537432" y="168337"/>
                  <a:pt x="532765" y="164846"/>
                  <a:pt x="529719" y="160643"/>
                </a:cubicBezTo>
                <a:cubicBezTo>
                  <a:pt x="526672" y="156439"/>
                  <a:pt x="524532" y="151291"/>
                  <a:pt x="523298" y="145198"/>
                </a:cubicBezTo>
                <a:cubicBezTo>
                  <a:pt x="522449" y="141110"/>
                  <a:pt x="522025" y="134631"/>
                  <a:pt x="522025" y="125761"/>
                </a:cubicBezTo>
                <a:lnTo>
                  <a:pt x="522025" y="49633"/>
                </a:lnTo>
                <a:lnTo>
                  <a:pt x="542850" y="49633"/>
                </a:lnTo>
                <a:lnTo>
                  <a:pt x="542850" y="117778"/>
                </a:lnTo>
                <a:cubicBezTo>
                  <a:pt x="542850" y="128653"/>
                  <a:pt x="543274" y="135981"/>
                  <a:pt x="544123" y="139760"/>
                </a:cubicBezTo>
                <a:cubicBezTo>
                  <a:pt x="545434" y="145236"/>
                  <a:pt x="548211" y="149536"/>
                  <a:pt x="552453" y="152660"/>
                </a:cubicBezTo>
                <a:cubicBezTo>
                  <a:pt x="556695" y="155784"/>
                  <a:pt x="561940" y="157346"/>
                  <a:pt x="568187" y="157346"/>
                </a:cubicBezTo>
                <a:cubicBezTo>
                  <a:pt x="574435" y="157346"/>
                  <a:pt x="580297" y="155745"/>
                  <a:pt x="585773" y="152544"/>
                </a:cubicBezTo>
                <a:cubicBezTo>
                  <a:pt x="591249" y="149343"/>
                  <a:pt x="595125" y="144985"/>
                  <a:pt x="597400" y="139471"/>
                </a:cubicBezTo>
                <a:cubicBezTo>
                  <a:pt x="599676" y="133956"/>
                  <a:pt x="600814" y="125954"/>
                  <a:pt x="600814" y="115464"/>
                </a:cubicBezTo>
                <a:lnTo>
                  <a:pt x="600814" y="49633"/>
                </a:lnTo>
                <a:lnTo>
                  <a:pt x="621639" y="49633"/>
                </a:lnTo>
                <a:lnTo>
                  <a:pt x="621639" y="172502"/>
                </a:lnTo>
                <a:lnTo>
                  <a:pt x="603012" y="172502"/>
                </a:lnTo>
                <a:close/>
                <a:moveTo>
                  <a:pt x="650840" y="172502"/>
                </a:moveTo>
                <a:lnTo>
                  <a:pt x="650840" y="49633"/>
                </a:lnTo>
                <a:lnTo>
                  <a:pt x="669583" y="49633"/>
                </a:lnTo>
                <a:lnTo>
                  <a:pt x="669583" y="67103"/>
                </a:lnTo>
                <a:cubicBezTo>
                  <a:pt x="678607" y="53605"/>
                  <a:pt x="691642" y="46857"/>
                  <a:pt x="708688" y="46857"/>
                </a:cubicBezTo>
                <a:cubicBezTo>
                  <a:pt x="716093" y="46857"/>
                  <a:pt x="722899" y="48187"/>
                  <a:pt x="729108" y="50848"/>
                </a:cubicBezTo>
                <a:cubicBezTo>
                  <a:pt x="735317" y="53509"/>
                  <a:pt x="739964" y="56999"/>
                  <a:pt x="743050" y="61318"/>
                </a:cubicBezTo>
                <a:cubicBezTo>
                  <a:pt x="746135" y="65638"/>
                  <a:pt x="748294" y="70767"/>
                  <a:pt x="749528" y="76706"/>
                </a:cubicBezTo>
                <a:cubicBezTo>
                  <a:pt x="750300" y="80562"/>
                  <a:pt x="750685" y="87311"/>
                  <a:pt x="750685" y="96953"/>
                </a:cubicBezTo>
                <a:lnTo>
                  <a:pt x="750685" y="172502"/>
                </a:lnTo>
                <a:lnTo>
                  <a:pt x="729860" y="172502"/>
                </a:lnTo>
                <a:lnTo>
                  <a:pt x="729860" y="97763"/>
                </a:lnTo>
                <a:cubicBezTo>
                  <a:pt x="729860" y="89278"/>
                  <a:pt x="729050" y="82934"/>
                  <a:pt x="727431" y="78731"/>
                </a:cubicBezTo>
                <a:cubicBezTo>
                  <a:pt x="725811" y="74527"/>
                  <a:pt x="722938" y="71172"/>
                  <a:pt x="718811" y="68665"/>
                </a:cubicBezTo>
                <a:cubicBezTo>
                  <a:pt x="714685" y="66158"/>
                  <a:pt x="709845" y="64905"/>
                  <a:pt x="704292" y="64905"/>
                </a:cubicBezTo>
                <a:cubicBezTo>
                  <a:pt x="695422" y="64905"/>
                  <a:pt x="687766" y="67720"/>
                  <a:pt x="681326" y="73351"/>
                </a:cubicBezTo>
                <a:cubicBezTo>
                  <a:pt x="674886" y="78981"/>
                  <a:pt x="671666" y="89664"/>
                  <a:pt x="671666" y="105398"/>
                </a:cubicBezTo>
                <a:lnTo>
                  <a:pt x="671666" y="172502"/>
                </a:lnTo>
                <a:lnTo>
                  <a:pt x="650840" y="172502"/>
                </a:lnTo>
                <a:close/>
                <a:moveTo>
                  <a:pt x="824661" y="153875"/>
                </a:moveTo>
                <a:lnTo>
                  <a:pt x="827669" y="172270"/>
                </a:lnTo>
                <a:cubicBezTo>
                  <a:pt x="821807" y="173504"/>
                  <a:pt x="816562" y="174121"/>
                  <a:pt x="811935" y="174121"/>
                </a:cubicBezTo>
                <a:cubicBezTo>
                  <a:pt x="804376" y="174121"/>
                  <a:pt x="798514" y="172926"/>
                  <a:pt x="794349" y="170535"/>
                </a:cubicBezTo>
                <a:cubicBezTo>
                  <a:pt x="790184" y="168144"/>
                  <a:pt x="787253" y="165001"/>
                  <a:pt x="785556" y="161106"/>
                </a:cubicBezTo>
                <a:cubicBezTo>
                  <a:pt x="783859" y="157211"/>
                  <a:pt x="783011" y="149016"/>
                  <a:pt x="783011" y="136520"/>
                </a:cubicBezTo>
                <a:lnTo>
                  <a:pt x="783011" y="65831"/>
                </a:lnTo>
                <a:lnTo>
                  <a:pt x="767739" y="65831"/>
                </a:lnTo>
                <a:lnTo>
                  <a:pt x="767739" y="49633"/>
                </a:lnTo>
                <a:lnTo>
                  <a:pt x="783011" y="49633"/>
                </a:lnTo>
                <a:lnTo>
                  <a:pt x="783011" y="19205"/>
                </a:lnTo>
                <a:lnTo>
                  <a:pt x="803720" y="6710"/>
                </a:lnTo>
                <a:lnTo>
                  <a:pt x="803720" y="49633"/>
                </a:lnTo>
                <a:lnTo>
                  <a:pt x="824661" y="49633"/>
                </a:lnTo>
                <a:lnTo>
                  <a:pt x="824661" y="65831"/>
                </a:lnTo>
                <a:lnTo>
                  <a:pt x="803720" y="65831"/>
                </a:lnTo>
                <a:lnTo>
                  <a:pt x="803720" y="137677"/>
                </a:lnTo>
                <a:cubicBezTo>
                  <a:pt x="803720" y="143616"/>
                  <a:pt x="804087" y="147434"/>
                  <a:pt x="804819" y="149131"/>
                </a:cubicBezTo>
                <a:cubicBezTo>
                  <a:pt x="805552" y="150828"/>
                  <a:pt x="806748" y="152178"/>
                  <a:pt x="808406" y="153181"/>
                </a:cubicBezTo>
                <a:cubicBezTo>
                  <a:pt x="810064" y="154183"/>
                  <a:pt x="812436" y="154685"/>
                  <a:pt x="815521" y="154685"/>
                </a:cubicBezTo>
                <a:cubicBezTo>
                  <a:pt x="817835" y="154685"/>
                  <a:pt x="820882" y="154415"/>
                  <a:pt x="824661" y="153875"/>
                </a:cubicBezTo>
                <a:close/>
                <a:moveTo>
                  <a:pt x="848425" y="26841"/>
                </a:moveTo>
                <a:lnTo>
                  <a:pt x="848425" y="2892"/>
                </a:lnTo>
                <a:lnTo>
                  <a:pt x="869250" y="2892"/>
                </a:lnTo>
                <a:lnTo>
                  <a:pt x="869250" y="26841"/>
                </a:lnTo>
                <a:lnTo>
                  <a:pt x="848425" y="26841"/>
                </a:lnTo>
                <a:moveTo>
                  <a:pt x="848425" y="172502"/>
                </a:moveTo>
                <a:lnTo>
                  <a:pt x="848425" y="49633"/>
                </a:lnTo>
                <a:lnTo>
                  <a:pt x="869250" y="49633"/>
                </a:lnTo>
                <a:lnTo>
                  <a:pt x="869250" y="172502"/>
                </a:lnTo>
                <a:lnTo>
                  <a:pt x="848425" y="172502"/>
                </a:lnTo>
                <a:close/>
                <a:moveTo>
                  <a:pt x="897665" y="172502"/>
                </a:moveTo>
                <a:lnTo>
                  <a:pt x="897665" y="49633"/>
                </a:lnTo>
                <a:lnTo>
                  <a:pt x="916292" y="49633"/>
                </a:lnTo>
                <a:lnTo>
                  <a:pt x="916292" y="66872"/>
                </a:lnTo>
                <a:cubicBezTo>
                  <a:pt x="920148" y="60856"/>
                  <a:pt x="925277" y="56016"/>
                  <a:pt x="931679" y="52352"/>
                </a:cubicBezTo>
                <a:cubicBezTo>
                  <a:pt x="938081" y="48688"/>
                  <a:pt x="945370" y="46857"/>
                  <a:pt x="953546" y="46857"/>
                </a:cubicBezTo>
                <a:cubicBezTo>
                  <a:pt x="962647" y="46857"/>
                  <a:pt x="970109" y="48746"/>
                  <a:pt x="975933" y="52526"/>
                </a:cubicBezTo>
                <a:cubicBezTo>
                  <a:pt x="981756" y="56305"/>
                  <a:pt x="985863" y="61588"/>
                  <a:pt x="988254" y="68376"/>
                </a:cubicBezTo>
                <a:cubicBezTo>
                  <a:pt x="997972" y="54030"/>
                  <a:pt x="1010622" y="46857"/>
                  <a:pt x="1026202" y="46857"/>
                </a:cubicBezTo>
                <a:cubicBezTo>
                  <a:pt x="1038389" y="46857"/>
                  <a:pt x="1047760" y="50231"/>
                  <a:pt x="1054316" y="56980"/>
                </a:cubicBezTo>
                <a:cubicBezTo>
                  <a:pt x="1060872" y="63729"/>
                  <a:pt x="1064150" y="74122"/>
                  <a:pt x="1064150" y="88160"/>
                </a:cubicBezTo>
                <a:lnTo>
                  <a:pt x="1064150" y="172502"/>
                </a:lnTo>
                <a:lnTo>
                  <a:pt x="1043441" y="172502"/>
                </a:lnTo>
                <a:lnTo>
                  <a:pt x="1043441" y="95102"/>
                </a:lnTo>
                <a:cubicBezTo>
                  <a:pt x="1043441" y="86771"/>
                  <a:pt x="1042766" y="80775"/>
                  <a:pt x="1041416" y="77111"/>
                </a:cubicBezTo>
                <a:cubicBezTo>
                  <a:pt x="1040066" y="73447"/>
                  <a:pt x="1037617" y="70497"/>
                  <a:pt x="1034069" y="68260"/>
                </a:cubicBezTo>
                <a:cubicBezTo>
                  <a:pt x="1030521" y="66023"/>
                  <a:pt x="1026356" y="64905"/>
                  <a:pt x="1021574" y="64905"/>
                </a:cubicBezTo>
                <a:cubicBezTo>
                  <a:pt x="1012936" y="64905"/>
                  <a:pt x="1005763" y="67778"/>
                  <a:pt x="1000055" y="73524"/>
                </a:cubicBezTo>
                <a:cubicBezTo>
                  <a:pt x="994347" y="79271"/>
                  <a:pt x="991494" y="88468"/>
                  <a:pt x="991494" y="101118"/>
                </a:cubicBezTo>
                <a:lnTo>
                  <a:pt x="991494" y="172502"/>
                </a:lnTo>
                <a:lnTo>
                  <a:pt x="970668" y="172502"/>
                </a:lnTo>
                <a:lnTo>
                  <a:pt x="970668" y="92672"/>
                </a:lnTo>
                <a:cubicBezTo>
                  <a:pt x="970668" y="83416"/>
                  <a:pt x="968972" y="76475"/>
                  <a:pt x="965578" y="71847"/>
                </a:cubicBezTo>
                <a:cubicBezTo>
                  <a:pt x="962184" y="67219"/>
                  <a:pt x="956631" y="64905"/>
                  <a:pt x="948918" y="64905"/>
                </a:cubicBezTo>
                <a:cubicBezTo>
                  <a:pt x="943056" y="64905"/>
                  <a:pt x="937637" y="66448"/>
                  <a:pt x="932663" y="69533"/>
                </a:cubicBezTo>
                <a:cubicBezTo>
                  <a:pt x="927688" y="72618"/>
                  <a:pt x="924082" y="77130"/>
                  <a:pt x="921845" y="83069"/>
                </a:cubicBezTo>
                <a:cubicBezTo>
                  <a:pt x="919608" y="89008"/>
                  <a:pt x="918490" y="97570"/>
                  <a:pt x="918490" y="108754"/>
                </a:cubicBezTo>
                <a:lnTo>
                  <a:pt x="918490" y="172502"/>
                </a:lnTo>
                <a:lnTo>
                  <a:pt x="897665" y="172502"/>
                </a:lnTo>
                <a:close/>
                <a:moveTo>
                  <a:pt x="1179221" y="132934"/>
                </a:moveTo>
                <a:lnTo>
                  <a:pt x="1200740" y="135595"/>
                </a:lnTo>
                <a:cubicBezTo>
                  <a:pt x="1197346" y="148167"/>
                  <a:pt x="1191060" y="157924"/>
                  <a:pt x="1181882" y="164866"/>
                </a:cubicBezTo>
                <a:cubicBezTo>
                  <a:pt x="1172703" y="171807"/>
                  <a:pt x="1160979" y="175278"/>
                  <a:pt x="1146710" y="175278"/>
                </a:cubicBezTo>
                <a:cubicBezTo>
                  <a:pt x="1128739" y="175278"/>
                  <a:pt x="1114489" y="169744"/>
                  <a:pt x="1103961" y="158676"/>
                </a:cubicBezTo>
                <a:cubicBezTo>
                  <a:pt x="1093433" y="147608"/>
                  <a:pt x="1088169" y="132085"/>
                  <a:pt x="1088169" y="112109"/>
                </a:cubicBezTo>
                <a:cubicBezTo>
                  <a:pt x="1088169" y="91438"/>
                  <a:pt x="1093491" y="75395"/>
                  <a:pt x="1104134" y="63979"/>
                </a:cubicBezTo>
                <a:cubicBezTo>
                  <a:pt x="1114778" y="52564"/>
                  <a:pt x="1128585" y="46857"/>
                  <a:pt x="1145553" y="46857"/>
                </a:cubicBezTo>
                <a:cubicBezTo>
                  <a:pt x="1161982" y="46857"/>
                  <a:pt x="1175403" y="52449"/>
                  <a:pt x="1185815" y="63632"/>
                </a:cubicBezTo>
                <a:cubicBezTo>
                  <a:pt x="1196228" y="74816"/>
                  <a:pt x="1201434" y="90551"/>
                  <a:pt x="1201434" y="110836"/>
                </a:cubicBezTo>
                <a:cubicBezTo>
                  <a:pt x="1201434" y="112070"/>
                  <a:pt x="1201396" y="113921"/>
                  <a:pt x="1201318" y="116389"/>
                </a:cubicBezTo>
                <a:lnTo>
                  <a:pt x="1109688" y="116389"/>
                </a:lnTo>
                <a:cubicBezTo>
                  <a:pt x="1110459" y="129887"/>
                  <a:pt x="1114277" y="140223"/>
                  <a:pt x="1121142" y="147396"/>
                </a:cubicBezTo>
                <a:cubicBezTo>
                  <a:pt x="1128006" y="154569"/>
                  <a:pt x="1136568" y="158155"/>
                  <a:pt x="1146826" y="158155"/>
                </a:cubicBezTo>
                <a:cubicBezTo>
                  <a:pt x="1154462" y="158155"/>
                  <a:pt x="1160979" y="156150"/>
                  <a:pt x="1166379" y="152139"/>
                </a:cubicBezTo>
                <a:cubicBezTo>
                  <a:pt x="1171778" y="148129"/>
                  <a:pt x="1176058" y="141727"/>
                  <a:pt x="1179221" y="132934"/>
                </a:cubicBezTo>
                <a:moveTo>
                  <a:pt x="1110845" y="99267"/>
                </a:moveTo>
                <a:lnTo>
                  <a:pt x="1179452" y="99267"/>
                </a:lnTo>
                <a:cubicBezTo>
                  <a:pt x="1178527" y="88931"/>
                  <a:pt x="1175904" y="81180"/>
                  <a:pt x="1171585" y="76012"/>
                </a:cubicBezTo>
                <a:cubicBezTo>
                  <a:pt x="1164952" y="67990"/>
                  <a:pt x="1156352" y="63979"/>
                  <a:pt x="1145785" y="63979"/>
                </a:cubicBezTo>
                <a:cubicBezTo>
                  <a:pt x="1136221" y="63979"/>
                  <a:pt x="1128180" y="67180"/>
                  <a:pt x="1121662" y="73582"/>
                </a:cubicBezTo>
                <a:cubicBezTo>
                  <a:pt x="1115145" y="79984"/>
                  <a:pt x="1111539" y="88545"/>
                  <a:pt x="1110845" y="99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Dynamic">
            <a:extLst xmlns:a="http://schemas.openxmlformats.org/drawingml/2006/main">
              <a:ext uri="{FF2B5EF4-FFF2-40B4-BE49-F238E27FC236}">
                <a16:creationId xmlns:a16="http://schemas.microsoft.com/office/drawing/2014/main" id="{18DEE94E-BD08-4E9C-A23A-F09C3F5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715" y="4474655"/>
            <a:ext cx="887799" cy="219474"/>
          </a:xfrm>
          <a:custGeom xmlns:a="http://schemas.openxmlformats.org/drawingml/2006/main">
            <a:pathLst>
              <a:path w="887799" h="219474">
                <a:moveTo>
                  <a:pt x="0" y="169609"/>
                </a:moveTo>
                <a:lnTo>
                  <a:pt x="0" y="0"/>
                </a:lnTo>
                <a:lnTo>
                  <a:pt x="58426" y="0"/>
                </a:lnTo>
                <a:cubicBezTo>
                  <a:pt x="71615" y="0"/>
                  <a:pt x="81681" y="810"/>
                  <a:pt x="88623" y="2430"/>
                </a:cubicBezTo>
                <a:cubicBezTo>
                  <a:pt x="98341" y="4666"/>
                  <a:pt x="106632" y="8716"/>
                  <a:pt x="113497" y="14578"/>
                </a:cubicBezTo>
                <a:cubicBezTo>
                  <a:pt x="122444" y="22136"/>
                  <a:pt x="129135" y="31797"/>
                  <a:pt x="133570" y="43559"/>
                </a:cubicBezTo>
                <a:cubicBezTo>
                  <a:pt x="138005" y="55322"/>
                  <a:pt x="140223" y="68762"/>
                  <a:pt x="140223" y="83879"/>
                </a:cubicBezTo>
                <a:cubicBezTo>
                  <a:pt x="140223" y="96760"/>
                  <a:pt x="138719" y="108175"/>
                  <a:pt x="135711" y="118125"/>
                </a:cubicBezTo>
                <a:cubicBezTo>
                  <a:pt x="132702" y="128075"/>
                  <a:pt x="128846" y="136308"/>
                  <a:pt x="124141" y="142826"/>
                </a:cubicBezTo>
                <a:cubicBezTo>
                  <a:pt x="119436" y="149343"/>
                  <a:pt x="114288" y="154472"/>
                  <a:pt x="108696" y="158213"/>
                </a:cubicBezTo>
                <a:cubicBezTo>
                  <a:pt x="103104" y="161954"/>
                  <a:pt x="96355" y="164789"/>
                  <a:pt x="88449" y="166717"/>
                </a:cubicBezTo>
                <a:cubicBezTo>
                  <a:pt x="80543" y="168645"/>
                  <a:pt x="71461" y="169609"/>
                  <a:pt x="61203" y="169609"/>
                </a:cubicBezTo>
                <a:lnTo>
                  <a:pt x="0" y="169609"/>
                </a:lnTo>
                <a:moveTo>
                  <a:pt x="22445" y="149594"/>
                </a:moveTo>
                <a:lnTo>
                  <a:pt x="58658" y="149594"/>
                </a:lnTo>
                <a:cubicBezTo>
                  <a:pt x="69841" y="149594"/>
                  <a:pt x="78615" y="148553"/>
                  <a:pt x="84978" y="146470"/>
                </a:cubicBezTo>
                <a:cubicBezTo>
                  <a:pt x="91341" y="144388"/>
                  <a:pt x="96413" y="141457"/>
                  <a:pt x="100192" y="137677"/>
                </a:cubicBezTo>
                <a:cubicBezTo>
                  <a:pt x="105514" y="132355"/>
                  <a:pt x="109660" y="125202"/>
                  <a:pt x="112629" y="116216"/>
                </a:cubicBezTo>
                <a:cubicBezTo>
                  <a:pt x="115599" y="107230"/>
                  <a:pt x="117084" y="96336"/>
                  <a:pt x="117084" y="83532"/>
                </a:cubicBezTo>
                <a:cubicBezTo>
                  <a:pt x="117084" y="65792"/>
                  <a:pt x="114172" y="52159"/>
                  <a:pt x="108349" y="42634"/>
                </a:cubicBezTo>
                <a:cubicBezTo>
                  <a:pt x="102525" y="33108"/>
                  <a:pt x="95449" y="26726"/>
                  <a:pt x="87119" y="23486"/>
                </a:cubicBezTo>
                <a:cubicBezTo>
                  <a:pt x="81102" y="21172"/>
                  <a:pt x="71423" y="20015"/>
                  <a:pt x="58079" y="20015"/>
                </a:cubicBezTo>
                <a:lnTo>
                  <a:pt x="22445" y="20015"/>
                </a:lnTo>
                <a:lnTo>
                  <a:pt x="22445" y="149594"/>
                </a:lnTo>
                <a:close/>
                <a:moveTo>
                  <a:pt x="164241" y="216929"/>
                </a:moveTo>
                <a:lnTo>
                  <a:pt x="161927" y="197376"/>
                </a:lnTo>
                <a:cubicBezTo>
                  <a:pt x="166478" y="198610"/>
                  <a:pt x="170450" y="199227"/>
                  <a:pt x="173844" y="199227"/>
                </a:cubicBezTo>
                <a:cubicBezTo>
                  <a:pt x="178472" y="199227"/>
                  <a:pt x="182174" y="198456"/>
                  <a:pt x="184950" y="196913"/>
                </a:cubicBezTo>
                <a:cubicBezTo>
                  <a:pt x="187727" y="195371"/>
                  <a:pt x="190002" y="193211"/>
                  <a:pt x="191776" y="190434"/>
                </a:cubicBezTo>
                <a:cubicBezTo>
                  <a:pt x="193088" y="188352"/>
                  <a:pt x="195209" y="183184"/>
                  <a:pt x="198140" y="174931"/>
                </a:cubicBezTo>
                <a:cubicBezTo>
                  <a:pt x="198525" y="173774"/>
                  <a:pt x="199142" y="172077"/>
                  <a:pt x="199991" y="169841"/>
                </a:cubicBezTo>
                <a:lnTo>
                  <a:pt x="153366" y="46741"/>
                </a:lnTo>
                <a:lnTo>
                  <a:pt x="175811" y="46741"/>
                </a:lnTo>
                <a:lnTo>
                  <a:pt x="201379" y="117893"/>
                </a:lnTo>
                <a:cubicBezTo>
                  <a:pt x="204696" y="126918"/>
                  <a:pt x="207665" y="136405"/>
                  <a:pt x="210288" y="146355"/>
                </a:cubicBezTo>
                <a:cubicBezTo>
                  <a:pt x="212679" y="136790"/>
                  <a:pt x="215533" y="127458"/>
                  <a:pt x="218849" y="118356"/>
                </a:cubicBezTo>
                <a:lnTo>
                  <a:pt x="245112" y="46741"/>
                </a:lnTo>
                <a:lnTo>
                  <a:pt x="265937" y="46741"/>
                </a:lnTo>
                <a:lnTo>
                  <a:pt x="219196" y="171692"/>
                </a:lnTo>
                <a:cubicBezTo>
                  <a:pt x="214183" y="185190"/>
                  <a:pt x="210288" y="194484"/>
                  <a:pt x="207511" y="199574"/>
                </a:cubicBezTo>
                <a:cubicBezTo>
                  <a:pt x="203809" y="206439"/>
                  <a:pt x="199567" y="211472"/>
                  <a:pt x="194785" y="214673"/>
                </a:cubicBezTo>
                <a:cubicBezTo>
                  <a:pt x="190002" y="217873"/>
                  <a:pt x="184295" y="219474"/>
                  <a:pt x="177662" y="219474"/>
                </a:cubicBezTo>
                <a:cubicBezTo>
                  <a:pt x="173651" y="219474"/>
                  <a:pt x="169177" y="218625"/>
                  <a:pt x="164241" y="216929"/>
                </a:cubicBezTo>
                <a:close/>
                <a:moveTo>
                  <a:pt x="283638" y="169609"/>
                </a:moveTo>
                <a:lnTo>
                  <a:pt x="283638" y="46741"/>
                </a:lnTo>
                <a:lnTo>
                  <a:pt x="302381" y="46741"/>
                </a:lnTo>
                <a:lnTo>
                  <a:pt x="302381" y="64211"/>
                </a:lnTo>
                <a:cubicBezTo>
                  <a:pt x="311405" y="50713"/>
                  <a:pt x="324440" y="43964"/>
                  <a:pt x="341486" y="43964"/>
                </a:cubicBezTo>
                <a:cubicBezTo>
                  <a:pt x="348890" y="43964"/>
                  <a:pt x="355697" y="45295"/>
                  <a:pt x="361906" y="47956"/>
                </a:cubicBezTo>
                <a:cubicBezTo>
                  <a:pt x="368115" y="50617"/>
                  <a:pt x="372762" y="54107"/>
                  <a:pt x="375847" y="58426"/>
                </a:cubicBezTo>
                <a:cubicBezTo>
                  <a:pt x="378933" y="62745"/>
                  <a:pt x="381092" y="67875"/>
                  <a:pt x="382326" y="73814"/>
                </a:cubicBezTo>
                <a:cubicBezTo>
                  <a:pt x="383098" y="77670"/>
                  <a:pt x="383483" y="84419"/>
                  <a:pt x="383483" y="94060"/>
                </a:cubicBezTo>
                <a:lnTo>
                  <a:pt x="383483" y="169609"/>
                </a:lnTo>
                <a:lnTo>
                  <a:pt x="362658" y="169609"/>
                </a:lnTo>
                <a:lnTo>
                  <a:pt x="362658" y="94870"/>
                </a:lnTo>
                <a:cubicBezTo>
                  <a:pt x="362658" y="86386"/>
                  <a:pt x="361848" y="80042"/>
                  <a:pt x="360228" y="75838"/>
                </a:cubicBezTo>
                <a:cubicBezTo>
                  <a:pt x="358609" y="71635"/>
                  <a:pt x="355736" y="68279"/>
                  <a:pt x="351609" y="65773"/>
                </a:cubicBezTo>
                <a:cubicBezTo>
                  <a:pt x="347483" y="63266"/>
                  <a:pt x="342643" y="62013"/>
                  <a:pt x="337089" y="62013"/>
                </a:cubicBezTo>
                <a:cubicBezTo>
                  <a:pt x="328219" y="62013"/>
                  <a:pt x="320564" y="64828"/>
                  <a:pt x="314124" y="70458"/>
                </a:cubicBezTo>
                <a:cubicBezTo>
                  <a:pt x="307684" y="76089"/>
                  <a:pt x="304463" y="86771"/>
                  <a:pt x="304463" y="102506"/>
                </a:cubicBezTo>
                <a:lnTo>
                  <a:pt x="304463" y="169609"/>
                </a:lnTo>
                <a:lnTo>
                  <a:pt x="283638" y="169609"/>
                </a:lnTo>
                <a:close/>
                <a:moveTo>
                  <a:pt x="492168" y="154453"/>
                </a:moveTo>
                <a:cubicBezTo>
                  <a:pt x="484455" y="161009"/>
                  <a:pt x="477031" y="165637"/>
                  <a:pt x="469896" y="168337"/>
                </a:cubicBezTo>
                <a:cubicBezTo>
                  <a:pt x="462762" y="171036"/>
                  <a:pt x="455107" y="172386"/>
                  <a:pt x="446931" y="172386"/>
                </a:cubicBezTo>
                <a:cubicBezTo>
                  <a:pt x="433433" y="172386"/>
                  <a:pt x="423059" y="169089"/>
                  <a:pt x="415809" y="162494"/>
                </a:cubicBezTo>
                <a:cubicBezTo>
                  <a:pt x="408559" y="155899"/>
                  <a:pt x="404933" y="147473"/>
                  <a:pt x="404933" y="137215"/>
                </a:cubicBezTo>
                <a:cubicBezTo>
                  <a:pt x="404933" y="131198"/>
                  <a:pt x="406302" y="125703"/>
                  <a:pt x="409041" y="120728"/>
                </a:cubicBezTo>
                <a:cubicBezTo>
                  <a:pt x="411779" y="115753"/>
                  <a:pt x="415365" y="111762"/>
                  <a:pt x="419800" y="108754"/>
                </a:cubicBezTo>
                <a:cubicBezTo>
                  <a:pt x="424235" y="105745"/>
                  <a:pt x="429229" y="103470"/>
                  <a:pt x="434783" y="101928"/>
                </a:cubicBezTo>
                <a:cubicBezTo>
                  <a:pt x="438871" y="100848"/>
                  <a:pt x="445041" y="99806"/>
                  <a:pt x="453294" y="98804"/>
                </a:cubicBezTo>
                <a:cubicBezTo>
                  <a:pt x="470108" y="96798"/>
                  <a:pt x="482488" y="94407"/>
                  <a:pt x="490432" y="91631"/>
                </a:cubicBezTo>
                <a:cubicBezTo>
                  <a:pt x="490509" y="88777"/>
                  <a:pt x="490548" y="86964"/>
                  <a:pt x="490548" y="86193"/>
                </a:cubicBezTo>
                <a:cubicBezTo>
                  <a:pt x="490548" y="77709"/>
                  <a:pt x="488581" y="71731"/>
                  <a:pt x="484647" y="68260"/>
                </a:cubicBezTo>
                <a:cubicBezTo>
                  <a:pt x="479325" y="63555"/>
                  <a:pt x="471420" y="61203"/>
                  <a:pt x="460930" y="61203"/>
                </a:cubicBezTo>
                <a:cubicBezTo>
                  <a:pt x="451134" y="61203"/>
                  <a:pt x="443903" y="62919"/>
                  <a:pt x="439237" y="66351"/>
                </a:cubicBezTo>
                <a:cubicBezTo>
                  <a:pt x="434571" y="69784"/>
                  <a:pt x="431119" y="75858"/>
                  <a:pt x="428882" y="84573"/>
                </a:cubicBezTo>
                <a:lnTo>
                  <a:pt x="408520" y="81797"/>
                </a:lnTo>
                <a:cubicBezTo>
                  <a:pt x="410371" y="73081"/>
                  <a:pt x="413418" y="66043"/>
                  <a:pt x="417660" y="60682"/>
                </a:cubicBezTo>
                <a:cubicBezTo>
                  <a:pt x="421902" y="55322"/>
                  <a:pt x="428034" y="51195"/>
                  <a:pt x="436055" y="48303"/>
                </a:cubicBezTo>
                <a:cubicBezTo>
                  <a:pt x="444077" y="45410"/>
                  <a:pt x="453371" y="43964"/>
                  <a:pt x="463938" y="43964"/>
                </a:cubicBezTo>
                <a:cubicBezTo>
                  <a:pt x="474428" y="43964"/>
                  <a:pt x="482951" y="45198"/>
                  <a:pt x="489507" y="47666"/>
                </a:cubicBezTo>
                <a:cubicBezTo>
                  <a:pt x="496063" y="50135"/>
                  <a:pt x="500883" y="53239"/>
                  <a:pt x="503969" y="56980"/>
                </a:cubicBezTo>
                <a:cubicBezTo>
                  <a:pt x="507054" y="60721"/>
                  <a:pt x="509213" y="65445"/>
                  <a:pt x="510447" y="71153"/>
                </a:cubicBezTo>
                <a:cubicBezTo>
                  <a:pt x="511142" y="74701"/>
                  <a:pt x="511489" y="81102"/>
                  <a:pt x="511489" y="90358"/>
                </a:cubicBezTo>
                <a:lnTo>
                  <a:pt x="511489" y="118125"/>
                </a:lnTo>
                <a:cubicBezTo>
                  <a:pt x="511489" y="137485"/>
                  <a:pt x="511932" y="149729"/>
                  <a:pt x="512819" y="154858"/>
                </a:cubicBezTo>
                <a:cubicBezTo>
                  <a:pt x="513706" y="159987"/>
                  <a:pt x="515461" y="164904"/>
                  <a:pt x="518083" y="169609"/>
                </a:cubicBezTo>
                <a:lnTo>
                  <a:pt x="496333" y="169609"/>
                </a:lnTo>
                <a:cubicBezTo>
                  <a:pt x="494173" y="165290"/>
                  <a:pt x="492785" y="160238"/>
                  <a:pt x="492168" y="154453"/>
                </a:cubicBezTo>
                <a:moveTo>
                  <a:pt x="490432" y="107944"/>
                </a:moveTo>
                <a:cubicBezTo>
                  <a:pt x="482873" y="111029"/>
                  <a:pt x="471535" y="113651"/>
                  <a:pt x="456418" y="115811"/>
                </a:cubicBezTo>
                <a:cubicBezTo>
                  <a:pt x="447856" y="117045"/>
                  <a:pt x="441802" y="118433"/>
                  <a:pt x="438254" y="119976"/>
                </a:cubicBezTo>
                <a:cubicBezTo>
                  <a:pt x="434706" y="121519"/>
                  <a:pt x="431968" y="123775"/>
                  <a:pt x="430039" y="126744"/>
                </a:cubicBezTo>
                <a:cubicBezTo>
                  <a:pt x="428111" y="129714"/>
                  <a:pt x="427147" y="133011"/>
                  <a:pt x="427147" y="136636"/>
                </a:cubicBezTo>
                <a:cubicBezTo>
                  <a:pt x="427147" y="142189"/>
                  <a:pt x="429249" y="146817"/>
                  <a:pt x="433452" y="150520"/>
                </a:cubicBezTo>
                <a:cubicBezTo>
                  <a:pt x="437656" y="154222"/>
                  <a:pt x="443807" y="156073"/>
                  <a:pt x="451906" y="156073"/>
                </a:cubicBezTo>
                <a:cubicBezTo>
                  <a:pt x="459927" y="156073"/>
                  <a:pt x="467062" y="154318"/>
                  <a:pt x="473309" y="150809"/>
                </a:cubicBezTo>
                <a:cubicBezTo>
                  <a:pt x="479557" y="147299"/>
                  <a:pt x="484146" y="142498"/>
                  <a:pt x="487077" y="136405"/>
                </a:cubicBezTo>
                <a:cubicBezTo>
                  <a:pt x="489314" y="131700"/>
                  <a:pt x="490432" y="124758"/>
                  <a:pt x="490432" y="115580"/>
                </a:cubicBezTo>
                <a:lnTo>
                  <a:pt x="490432" y="107944"/>
                </a:lnTo>
                <a:close/>
                <a:moveTo>
                  <a:pt x="540343" y="169609"/>
                </a:moveTo>
                <a:lnTo>
                  <a:pt x="540343" y="46741"/>
                </a:lnTo>
                <a:lnTo>
                  <a:pt x="558970" y="46741"/>
                </a:lnTo>
                <a:lnTo>
                  <a:pt x="558970" y="63979"/>
                </a:lnTo>
                <a:cubicBezTo>
                  <a:pt x="562827" y="57963"/>
                  <a:pt x="567956" y="53123"/>
                  <a:pt x="574358" y="49460"/>
                </a:cubicBezTo>
                <a:cubicBezTo>
                  <a:pt x="580759" y="45796"/>
                  <a:pt x="588048" y="43964"/>
                  <a:pt x="596224" y="43964"/>
                </a:cubicBezTo>
                <a:cubicBezTo>
                  <a:pt x="605325" y="43964"/>
                  <a:pt x="612788" y="45854"/>
                  <a:pt x="618611" y="49633"/>
                </a:cubicBezTo>
                <a:cubicBezTo>
                  <a:pt x="624434" y="53413"/>
                  <a:pt x="628542" y="58696"/>
                  <a:pt x="630933" y="65484"/>
                </a:cubicBezTo>
                <a:cubicBezTo>
                  <a:pt x="640651" y="51137"/>
                  <a:pt x="653300" y="43964"/>
                  <a:pt x="668881" y="43964"/>
                </a:cubicBezTo>
                <a:cubicBezTo>
                  <a:pt x="681067" y="43964"/>
                  <a:pt x="690438" y="47339"/>
                  <a:pt x="696995" y="54088"/>
                </a:cubicBezTo>
                <a:cubicBezTo>
                  <a:pt x="703551" y="60836"/>
                  <a:pt x="706829" y="71230"/>
                  <a:pt x="706829" y="85267"/>
                </a:cubicBezTo>
                <a:lnTo>
                  <a:pt x="706829" y="169609"/>
                </a:lnTo>
                <a:lnTo>
                  <a:pt x="686119" y="169609"/>
                </a:lnTo>
                <a:lnTo>
                  <a:pt x="686119" y="92209"/>
                </a:lnTo>
                <a:cubicBezTo>
                  <a:pt x="686119" y="83879"/>
                  <a:pt x="685444" y="77882"/>
                  <a:pt x="684095" y="74219"/>
                </a:cubicBezTo>
                <a:cubicBezTo>
                  <a:pt x="682745" y="70555"/>
                  <a:pt x="680296" y="67605"/>
                  <a:pt x="676748" y="65368"/>
                </a:cubicBezTo>
                <a:cubicBezTo>
                  <a:pt x="673200" y="63131"/>
                  <a:pt x="669035" y="62013"/>
                  <a:pt x="664253" y="62013"/>
                </a:cubicBezTo>
                <a:cubicBezTo>
                  <a:pt x="655614" y="62013"/>
                  <a:pt x="648441" y="64886"/>
                  <a:pt x="642733" y="70632"/>
                </a:cubicBezTo>
                <a:cubicBezTo>
                  <a:pt x="637026" y="76378"/>
                  <a:pt x="634172" y="85576"/>
                  <a:pt x="634172" y="98225"/>
                </a:cubicBezTo>
                <a:lnTo>
                  <a:pt x="634172" y="169609"/>
                </a:lnTo>
                <a:lnTo>
                  <a:pt x="613347" y="169609"/>
                </a:lnTo>
                <a:lnTo>
                  <a:pt x="613347" y="89780"/>
                </a:lnTo>
                <a:cubicBezTo>
                  <a:pt x="613347" y="80524"/>
                  <a:pt x="611650" y="73582"/>
                  <a:pt x="608256" y="68954"/>
                </a:cubicBezTo>
                <a:cubicBezTo>
                  <a:pt x="604863" y="64327"/>
                  <a:pt x="599309" y="62013"/>
                  <a:pt x="591596" y="62013"/>
                </a:cubicBezTo>
                <a:cubicBezTo>
                  <a:pt x="585734" y="62013"/>
                  <a:pt x="580316" y="63555"/>
                  <a:pt x="575341" y="66640"/>
                </a:cubicBezTo>
                <a:cubicBezTo>
                  <a:pt x="570366" y="69726"/>
                  <a:pt x="566760" y="74238"/>
                  <a:pt x="564523" y="80177"/>
                </a:cubicBezTo>
                <a:cubicBezTo>
                  <a:pt x="562287" y="86116"/>
                  <a:pt x="561168" y="94677"/>
                  <a:pt x="561168" y="105861"/>
                </a:cubicBezTo>
                <a:lnTo>
                  <a:pt x="561168" y="169609"/>
                </a:lnTo>
                <a:lnTo>
                  <a:pt x="540343" y="169609"/>
                </a:lnTo>
                <a:close/>
                <a:moveTo>
                  <a:pt x="737904" y="23949"/>
                </a:moveTo>
                <a:lnTo>
                  <a:pt x="737904" y="0"/>
                </a:lnTo>
                <a:lnTo>
                  <a:pt x="758729" y="0"/>
                </a:lnTo>
                <a:lnTo>
                  <a:pt x="758729" y="23949"/>
                </a:lnTo>
                <a:lnTo>
                  <a:pt x="737904" y="23949"/>
                </a:lnTo>
                <a:moveTo>
                  <a:pt x="737904" y="169609"/>
                </a:moveTo>
                <a:lnTo>
                  <a:pt x="737904" y="46741"/>
                </a:lnTo>
                <a:lnTo>
                  <a:pt x="758729" y="46741"/>
                </a:lnTo>
                <a:lnTo>
                  <a:pt x="758729" y="169609"/>
                </a:lnTo>
                <a:lnTo>
                  <a:pt x="737904" y="169609"/>
                </a:lnTo>
                <a:close/>
                <a:moveTo>
                  <a:pt x="867321" y="124604"/>
                </a:moveTo>
                <a:lnTo>
                  <a:pt x="887799" y="127265"/>
                </a:lnTo>
                <a:cubicBezTo>
                  <a:pt x="885562" y="141380"/>
                  <a:pt x="879835" y="152429"/>
                  <a:pt x="870618" y="160411"/>
                </a:cubicBezTo>
                <a:cubicBezTo>
                  <a:pt x="861401" y="168394"/>
                  <a:pt x="850082" y="172386"/>
                  <a:pt x="836662" y="172386"/>
                </a:cubicBezTo>
                <a:cubicBezTo>
                  <a:pt x="819847" y="172386"/>
                  <a:pt x="806330" y="166890"/>
                  <a:pt x="796110" y="155899"/>
                </a:cubicBezTo>
                <a:cubicBezTo>
                  <a:pt x="785891" y="144908"/>
                  <a:pt x="780781" y="129154"/>
                  <a:pt x="780781" y="108638"/>
                </a:cubicBezTo>
                <a:cubicBezTo>
                  <a:pt x="780781" y="95371"/>
                  <a:pt x="782979" y="83763"/>
                  <a:pt x="787375" y="73814"/>
                </a:cubicBezTo>
                <a:cubicBezTo>
                  <a:pt x="791772" y="63864"/>
                  <a:pt x="798463" y="56401"/>
                  <a:pt x="807449" y="51427"/>
                </a:cubicBezTo>
                <a:cubicBezTo>
                  <a:pt x="816434" y="46452"/>
                  <a:pt x="826210" y="43964"/>
                  <a:pt x="836777" y="43964"/>
                </a:cubicBezTo>
                <a:cubicBezTo>
                  <a:pt x="850121" y="43964"/>
                  <a:pt x="861035" y="47339"/>
                  <a:pt x="869519" y="54088"/>
                </a:cubicBezTo>
                <a:cubicBezTo>
                  <a:pt x="878003" y="60836"/>
                  <a:pt x="883441" y="70420"/>
                  <a:pt x="885832" y="82838"/>
                </a:cubicBezTo>
                <a:lnTo>
                  <a:pt x="865585" y="85962"/>
                </a:lnTo>
                <a:cubicBezTo>
                  <a:pt x="863657" y="77709"/>
                  <a:pt x="860244" y="71500"/>
                  <a:pt x="855346" y="67335"/>
                </a:cubicBezTo>
                <a:cubicBezTo>
                  <a:pt x="850449" y="63170"/>
                  <a:pt x="844529" y="61087"/>
                  <a:pt x="837587" y="61087"/>
                </a:cubicBezTo>
                <a:cubicBezTo>
                  <a:pt x="827097" y="61087"/>
                  <a:pt x="818575" y="64847"/>
                  <a:pt x="812018" y="72367"/>
                </a:cubicBezTo>
                <a:cubicBezTo>
                  <a:pt x="805462" y="79888"/>
                  <a:pt x="802184" y="91785"/>
                  <a:pt x="802184" y="108059"/>
                </a:cubicBezTo>
                <a:cubicBezTo>
                  <a:pt x="802184" y="124565"/>
                  <a:pt x="805347" y="136559"/>
                  <a:pt x="811671" y="144041"/>
                </a:cubicBezTo>
                <a:cubicBezTo>
                  <a:pt x="817996" y="151522"/>
                  <a:pt x="826249" y="155263"/>
                  <a:pt x="836430" y="155263"/>
                </a:cubicBezTo>
                <a:cubicBezTo>
                  <a:pt x="844606" y="155263"/>
                  <a:pt x="851432" y="152756"/>
                  <a:pt x="856908" y="147743"/>
                </a:cubicBezTo>
                <a:cubicBezTo>
                  <a:pt x="862384" y="142729"/>
                  <a:pt x="865855" y="135016"/>
                  <a:pt x="867321" y="124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T">
            <a:extLst xmlns:a="http://schemas.openxmlformats.org/drawingml/2006/main">
              <a:ext uri="{FF2B5EF4-FFF2-40B4-BE49-F238E27FC236}">
                <a16:creationId xmlns:a16="http://schemas.microsoft.com/office/drawing/2014/main" id="{54093F1B-514F-41F9-8B06-284F6D5D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314" y="4760962"/>
            <a:ext cx="134438" cy="169609"/>
          </a:xfrm>
          <a:custGeom xmlns:a="http://schemas.openxmlformats.org/drawingml/2006/main">
            <a:pathLst>
              <a:path w="134438" h="169609">
                <a:moveTo>
                  <a:pt x="55881" y="169609"/>
                </a:moveTo>
                <a:lnTo>
                  <a:pt x="55881" y="20015"/>
                </a:lnTo>
                <a:lnTo>
                  <a:pt x="0" y="20015"/>
                </a:lnTo>
                <a:lnTo>
                  <a:pt x="0" y="0"/>
                </a:lnTo>
                <a:lnTo>
                  <a:pt x="134438" y="0"/>
                </a:lnTo>
                <a:lnTo>
                  <a:pt x="134438" y="20015"/>
                </a:lnTo>
                <a:lnTo>
                  <a:pt x="78326" y="20015"/>
                </a:lnTo>
                <a:lnTo>
                  <a:pt x="78326" y="169609"/>
                </a:lnTo>
                <a:lnTo>
                  <a:pt x="55881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aint">
            <a:extLst xmlns:a="http://schemas.openxmlformats.org/drawingml/2006/main">
              <a:ext uri="{FF2B5EF4-FFF2-40B4-BE49-F238E27FC236}">
                <a16:creationId xmlns:a16="http://schemas.microsoft.com/office/drawing/2014/main" id="{93931937-F54F-416E-8691-FC206AD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794" y="4760962"/>
            <a:ext cx="361665" cy="172386"/>
          </a:xfrm>
          <a:custGeom xmlns:a="http://schemas.openxmlformats.org/drawingml/2006/main">
            <a:pathLst>
              <a:path w="361665" h="172386">
                <a:moveTo>
                  <a:pt x="87234" y="154453"/>
                </a:moveTo>
                <a:cubicBezTo>
                  <a:pt x="79521" y="161009"/>
                  <a:pt x="72097" y="165637"/>
                  <a:pt x="64963" y="168337"/>
                </a:cubicBezTo>
                <a:cubicBezTo>
                  <a:pt x="57828" y="171036"/>
                  <a:pt x="50173" y="172386"/>
                  <a:pt x="41997" y="172386"/>
                </a:cubicBezTo>
                <a:cubicBezTo>
                  <a:pt x="28500" y="172386"/>
                  <a:pt x="18126" y="169089"/>
                  <a:pt x="10875" y="162494"/>
                </a:cubicBezTo>
                <a:cubicBezTo>
                  <a:pt x="3625" y="155899"/>
                  <a:pt x="0" y="147473"/>
                  <a:pt x="0" y="137215"/>
                </a:cubicBezTo>
                <a:cubicBezTo>
                  <a:pt x="0" y="131198"/>
                  <a:pt x="1369" y="125703"/>
                  <a:pt x="4107" y="120728"/>
                </a:cubicBezTo>
                <a:cubicBezTo>
                  <a:pt x="6845" y="115753"/>
                  <a:pt x="10432" y="111762"/>
                  <a:pt x="14867" y="108754"/>
                </a:cubicBezTo>
                <a:cubicBezTo>
                  <a:pt x="19302" y="105745"/>
                  <a:pt x="24296" y="103470"/>
                  <a:pt x="29849" y="101928"/>
                </a:cubicBezTo>
                <a:cubicBezTo>
                  <a:pt x="33937" y="100848"/>
                  <a:pt x="40108" y="99806"/>
                  <a:pt x="48361" y="98804"/>
                </a:cubicBezTo>
                <a:cubicBezTo>
                  <a:pt x="65175" y="96798"/>
                  <a:pt x="77554" y="94407"/>
                  <a:pt x="85499" y="91631"/>
                </a:cubicBezTo>
                <a:cubicBezTo>
                  <a:pt x="85576" y="88777"/>
                  <a:pt x="85614" y="86964"/>
                  <a:pt x="85614" y="86193"/>
                </a:cubicBezTo>
                <a:cubicBezTo>
                  <a:pt x="85614" y="77709"/>
                  <a:pt x="83648" y="71731"/>
                  <a:pt x="79714" y="68260"/>
                </a:cubicBezTo>
                <a:cubicBezTo>
                  <a:pt x="74392" y="63555"/>
                  <a:pt x="66486" y="61203"/>
                  <a:pt x="55997" y="61203"/>
                </a:cubicBezTo>
                <a:cubicBezTo>
                  <a:pt x="46201" y="61203"/>
                  <a:pt x="38970" y="62919"/>
                  <a:pt x="34304" y="66351"/>
                </a:cubicBezTo>
                <a:cubicBezTo>
                  <a:pt x="29637" y="69784"/>
                  <a:pt x="26186" y="75858"/>
                  <a:pt x="23949" y="84573"/>
                </a:cubicBezTo>
                <a:lnTo>
                  <a:pt x="3587" y="81797"/>
                </a:lnTo>
                <a:cubicBezTo>
                  <a:pt x="5438" y="73081"/>
                  <a:pt x="8484" y="66043"/>
                  <a:pt x="12726" y="60682"/>
                </a:cubicBezTo>
                <a:cubicBezTo>
                  <a:pt x="16969" y="55322"/>
                  <a:pt x="23100" y="51195"/>
                  <a:pt x="31122" y="48303"/>
                </a:cubicBezTo>
                <a:cubicBezTo>
                  <a:pt x="39144" y="45410"/>
                  <a:pt x="48438" y="43964"/>
                  <a:pt x="59005" y="43964"/>
                </a:cubicBezTo>
                <a:cubicBezTo>
                  <a:pt x="69494" y="43964"/>
                  <a:pt x="78017" y="45198"/>
                  <a:pt x="84573" y="47666"/>
                </a:cubicBezTo>
                <a:cubicBezTo>
                  <a:pt x="91129" y="50135"/>
                  <a:pt x="95950" y="53239"/>
                  <a:pt x="99035" y="56980"/>
                </a:cubicBezTo>
                <a:cubicBezTo>
                  <a:pt x="102120" y="60721"/>
                  <a:pt x="104280" y="65445"/>
                  <a:pt x="105514" y="71153"/>
                </a:cubicBezTo>
                <a:cubicBezTo>
                  <a:pt x="106208" y="74701"/>
                  <a:pt x="106555" y="81102"/>
                  <a:pt x="106555" y="90358"/>
                </a:cubicBezTo>
                <a:lnTo>
                  <a:pt x="106555" y="118125"/>
                </a:lnTo>
                <a:cubicBezTo>
                  <a:pt x="106555" y="137485"/>
                  <a:pt x="106999" y="149729"/>
                  <a:pt x="107886" y="154858"/>
                </a:cubicBezTo>
                <a:cubicBezTo>
                  <a:pt x="108773" y="159987"/>
                  <a:pt x="110528" y="164904"/>
                  <a:pt x="113150" y="169609"/>
                </a:cubicBezTo>
                <a:lnTo>
                  <a:pt x="91399" y="169609"/>
                </a:lnTo>
                <a:cubicBezTo>
                  <a:pt x="89240" y="165290"/>
                  <a:pt x="87851" y="160238"/>
                  <a:pt x="87234" y="154453"/>
                </a:cubicBezTo>
                <a:moveTo>
                  <a:pt x="85499" y="107944"/>
                </a:moveTo>
                <a:cubicBezTo>
                  <a:pt x="77940" y="111029"/>
                  <a:pt x="66602" y="113651"/>
                  <a:pt x="51484" y="115811"/>
                </a:cubicBezTo>
                <a:cubicBezTo>
                  <a:pt x="42923" y="117045"/>
                  <a:pt x="36868" y="118433"/>
                  <a:pt x="33320" y="119976"/>
                </a:cubicBezTo>
                <a:cubicBezTo>
                  <a:pt x="29772" y="121519"/>
                  <a:pt x="27034" y="123775"/>
                  <a:pt x="25106" y="126744"/>
                </a:cubicBezTo>
                <a:cubicBezTo>
                  <a:pt x="23178" y="129714"/>
                  <a:pt x="22213" y="133011"/>
                  <a:pt x="22213" y="136636"/>
                </a:cubicBezTo>
                <a:cubicBezTo>
                  <a:pt x="22213" y="142189"/>
                  <a:pt x="24315" y="146817"/>
                  <a:pt x="28519" y="150520"/>
                </a:cubicBezTo>
                <a:cubicBezTo>
                  <a:pt x="32722" y="154222"/>
                  <a:pt x="38874" y="156073"/>
                  <a:pt x="46972" y="156073"/>
                </a:cubicBezTo>
                <a:cubicBezTo>
                  <a:pt x="54994" y="156073"/>
                  <a:pt x="62128" y="154318"/>
                  <a:pt x="68376" y="150809"/>
                </a:cubicBezTo>
                <a:cubicBezTo>
                  <a:pt x="74623" y="147299"/>
                  <a:pt x="79213" y="142498"/>
                  <a:pt x="82144" y="136405"/>
                </a:cubicBezTo>
                <a:cubicBezTo>
                  <a:pt x="84380" y="131700"/>
                  <a:pt x="85499" y="124758"/>
                  <a:pt x="85499" y="115580"/>
                </a:cubicBezTo>
                <a:lnTo>
                  <a:pt x="85499" y="107944"/>
                </a:lnTo>
                <a:close/>
                <a:moveTo>
                  <a:pt x="135597" y="23949"/>
                </a:moveTo>
                <a:lnTo>
                  <a:pt x="135597" y="0"/>
                </a:lnTo>
                <a:lnTo>
                  <a:pt x="156422" y="0"/>
                </a:lnTo>
                <a:lnTo>
                  <a:pt x="156422" y="23949"/>
                </a:lnTo>
                <a:lnTo>
                  <a:pt x="135597" y="23949"/>
                </a:lnTo>
                <a:moveTo>
                  <a:pt x="135597" y="169609"/>
                </a:moveTo>
                <a:lnTo>
                  <a:pt x="135597" y="46741"/>
                </a:lnTo>
                <a:lnTo>
                  <a:pt x="156422" y="46741"/>
                </a:lnTo>
                <a:lnTo>
                  <a:pt x="156422" y="169609"/>
                </a:lnTo>
                <a:lnTo>
                  <a:pt x="135597" y="169609"/>
                </a:lnTo>
                <a:close/>
                <a:moveTo>
                  <a:pt x="184766" y="169609"/>
                </a:moveTo>
                <a:lnTo>
                  <a:pt x="184766" y="46741"/>
                </a:lnTo>
                <a:lnTo>
                  <a:pt x="203508" y="46741"/>
                </a:lnTo>
                <a:lnTo>
                  <a:pt x="203508" y="64211"/>
                </a:lnTo>
                <a:cubicBezTo>
                  <a:pt x="212532" y="50713"/>
                  <a:pt x="225567" y="43964"/>
                  <a:pt x="242613" y="43964"/>
                </a:cubicBezTo>
                <a:cubicBezTo>
                  <a:pt x="250018" y="43964"/>
                  <a:pt x="256824" y="45295"/>
                  <a:pt x="263033" y="47956"/>
                </a:cubicBezTo>
                <a:cubicBezTo>
                  <a:pt x="269242" y="50617"/>
                  <a:pt x="273890" y="54107"/>
                  <a:pt x="276975" y="58426"/>
                </a:cubicBezTo>
                <a:cubicBezTo>
                  <a:pt x="280060" y="62745"/>
                  <a:pt x="282220" y="67875"/>
                  <a:pt x="283454" y="73814"/>
                </a:cubicBezTo>
                <a:cubicBezTo>
                  <a:pt x="284225" y="77670"/>
                  <a:pt x="284611" y="84419"/>
                  <a:pt x="284611" y="94060"/>
                </a:cubicBezTo>
                <a:lnTo>
                  <a:pt x="284611" y="169609"/>
                </a:lnTo>
                <a:lnTo>
                  <a:pt x="263785" y="169609"/>
                </a:lnTo>
                <a:lnTo>
                  <a:pt x="263785" y="94870"/>
                </a:lnTo>
                <a:cubicBezTo>
                  <a:pt x="263785" y="86386"/>
                  <a:pt x="262976" y="80042"/>
                  <a:pt x="261356" y="75838"/>
                </a:cubicBezTo>
                <a:cubicBezTo>
                  <a:pt x="259736" y="71635"/>
                  <a:pt x="256863" y="68279"/>
                  <a:pt x="252737" y="65773"/>
                </a:cubicBezTo>
                <a:cubicBezTo>
                  <a:pt x="248610" y="63266"/>
                  <a:pt x="243770" y="62013"/>
                  <a:pt x="238217" y="62013"/>
                </a:cubicBezTo>
                <a:cubicBezTo>
                  <a:pt x="229347" y="62013"/>
                  <a:pt x="221692" y="64828"/>
                  <a:pt x="215251" y="70458"/>
                </a:cubicBezTo>
                <a:cubicBezTo>
                  <a:pt x="208811" y="76089"/>
                  <a:pt x="205591" y="86771"/>
                  <a:pt x="205591" y="102506"/>
                </a:cubicBezTo>
                <a:lnTo>
                  <a:pt x="205591" y="169609"/>
                </a:lnTo>
                <a:lnTo>
                  <a:pt x="184766" y="169609"/>
                </a:lnTo>
                <a:close/>
                <a:moveTo>
                  <a:pt x="358657" y="150982"/>
                </a:moveTo>
                <a:lnTo>
                  <a:pt x="361665" y="169378"/>
                </a:lnTo>
                <a:cubicBezTo>
                  <a:pt x="355804" y="170612"/>
                  <a:pt x="350559" y="171229"/>
                  <a:pt x="345931" y="171229"/>
                </a:cubicBezTo>
                <a:cubicBezTo>
                  <a:pt x="338372" y="171229"/>
                  <a:pt x="332510" y="170033"/>
                  <a:pt x="328345" y="167642"/>
                </a:cubicBezTo>
                <a:cubicBezTo>
                  <a:pt x="324180" y="165251"/>
                  <a:pt x="321249" y="162108"/>
                  <a:pt x="319552" y="158213"/>
                </a:cubicBezTo>
                <a:cubicBezTo>
                  <a:pt x="317855" y="154318"/>
                  <a:pt x="317007" y="146123"/>
                  <a:pt x="317007" y="133628"/>
                </a:cubicBezTo>
                <a:lnTo>
                  <a:pt x="317007" y="62938"/>
                </a:lnTo>
                <a:lnTo>
                  <a:pt x="301735" y="62938"/>
                </a:lnTo>
                <a:lnTo>
                  <a:pt x="301735" y="46741"/>
                </a:lnTo>
                <a:lnTo>
                  <a:pt x="317007" y="46741"/>
                </a:lnTo>
                <a:lnTo>
                  <a:pt x="317007" y="16313"/>
                </a:lnTo>
                <a:lnTo>
                  <a:pt x="337716" y="3818"/>
                </a:lnTo>
                <a:lnTo>
                  <a:pt x="337716" y="46741"/>
                </a:lnTo>
                <a:lnTo>
                  <a:pt x="358657" y="46741"/>
                </a:lnTo>
                <a:lnTo>
                  <a:pt x="358657" y="62938"/>
                </a:lnTo>
                <a:lnTo>
                  <a:pt x="337716" y="62938"/>
                </a:lnTo>
                <a:lnTo>
                  <a:pt x="337716" y="134785"/>
                </a:lnTo>
                <a:cubicBezTo>
                  <a:pt x="337716" y="140724"/>
                  <a:pt x="338083" y="144542"/>
                  <a:pt x="338816" y="146239"/>
                </a:cubicBezTo>
                <a:cubicBezTo>
                  <a:pt x="339548" y="147936"/>
                  <a:pt x="340744" y="149285"/>
                  <a:pt x="342402" y="150288"/>
                </a:cubicBezTo>
                <a:cubicBezTo>
                  <a:pt x="344060" y="151291"/>
                  <a:pt x="346432" y="151792"/>
                  <a:pt x="349517" y="151792"/>
                </a:cubicBezTo>
                <a:cubicBezTo>
                  <a:pt x="351831" y="151792"/>
                  <a:pt x="354878" y="151522"/>
                  <a:pt x="358657" y="150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Engine">
            <a:extLst xmlns:a="http://schemas.openxmlformats.org/drawingml/2006/main">
              <a:ext uri="{FF2B5EF4-FFF2-40B4-BE49-F238E27FC236}">
                <a16:creationId xmlns:a16="http://schemas.microsoft.com/office/drawing/2014/main" id="{050BB80C-7C46-4BF6-9153-4AB233BC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031" y="5047269"/>
            <a:ext cx="695679" cy="219474"/>
          </a:xfrm>
          <a:custGeom xmlns:a="http://schemas.openxmlformats.org/drawingml/2006/main">
            <a:pathLst>
              <a:path w="695679" h="219474">
                <a:moveTo>
                  <a:pt x="0" y="169609"/>
                </a:moveTo>
                <a:lnTo>
                  <a:pt x="0" y="0"/>
                </a:lnTo>
                <a:lnTo>
                  <a:pt x="122637" y="0"/>
                </a:lnTo>
                <a:lnTo>
                  <a:pt x="122637" y="20015"/>
                </a:lnTo>
                <a:lnTo>
                  <a:pt x="22445" y="20015"/>
                </a:lnTo>
                <a:lnTo>
                  <a:pt x="22445" y="71962"/>
                </a:lnTo>
                <a:lnTo>
                  <a:pt x="116274" y="71962"/>
                </a:lnTo>
                <a:lnTo>
                  <a:pt x="116274" y="91862"/>
                </a:lnTo>
                <a:lnTo>
                  <a:pt x="22445" y="91862"/>
                </a:lnTo>
                <a:lnTo>
                  <a:pt x="22445" y="149594"/>
                </a:lnTo>
                <a:lnTo>
                  <a:pt x="126571" y="149594"/>
                </a:lnTo>
                <a:lnTo>
                  <a:pt x="126571" y="169609"/>
                </a:lnTo>
                <a:lnTo>
                  <a:pt x="0" y="169609"/>
                </a:lnTo>
                <a:close/>
                <a:moveTo>
                  <a:pt x="154847" y="169609"/>
                </a:moveTo>
                <a:lnTo>
                  <a:pt x="154847" y="46741"/>
                </a:lnTo>
                <a:lnTo>
                  <a:pt x="173589" y="46741"/>
                </a:lnTo>
                <a:lnTo>
                  <a:pt x="173589" y="64211"/>
                </a:lnTo>
                <a:cubicBezTo>
                  <a:pt x="182614" y="50713"/>
                  <a:pt x="195649" y="43964"/>
                  <a:pt x="212694" y="43964"/>
                </a:cubicBezTo>
                <a:cubicBezTo>
                  <a:pt x="220099" y="43964"/>
                  <a:pt x="226906" y="45295"/>
                  <a:pt x="233115" y="47956"/>
                </a:cubicBezTo>
                <a:cubicBezTo>
                  <a:pt x="239324" y="50617"/>
                  <a:pt x="243971" y="54107"/>
                  <a:pt x="247056" y="58426"/>
                </a:cubicBezTo>
                <a:cubicBezTo>
                  <a:pt x="250141" y="62745"/>
                  <a:pt x="252301" y="67875"/>
                  <a:pt x="253535" y="73814"/>
                </a:cubicBezTo>
                <a:cubicBezTo>
                  <a:pt x="254306" y="77670"/>
                  <a:pt x="254692" y="84419"/>
                  <a:pt x="254692" y="94060"/>
                </a:cubicBezTo>
                <a:lnTo>
                  <a:pt x="254692" y="169609"/>
                </a:lnTo>
                <a:lnTo>
                  <a:pt x="233867" y="169609"/>
                </a:lnTo>
                <a:lnTo>
                  <a:pt x="233867" y="94870"/>
                </a:lnTo>
                <a:cubicBezTo>
                  <a:pt x="233867" y="86386"/>
                  <a:pt x="233057" y="80042"/>
                  <a:pt x="231437" y="75838"/>
                </a:cubicBezTo>
                <a:cubicBezTo>
                  <a:pt x="229817" y="71635"/>
                  <a:pt x="226944" y="68279"/>
                  <a:pt x="222818" y="65773"/>
                </a:cubicBezTo>
                <a:cubicBezTo>
                  <a:pt x="218691" y="63266"/>
                  <a:pt x="213851" y="62013"/>
                  <a:pt x="208298" y="62013"/>
                </a:cubicBezTo>
                <a:cubicBezTo>
                  <a:pt x="199428" y="62013"/>
                  <a:pt x="191773" y="64828"/>
                  <a:pt x="185333" y="70458"/>
                </a:cubicBezTo>
                <a:cubicBezTo>
                  <a:pt x="178892" y="76089"/>
                  <a:pt x="175672" y="86771"/>
                  <a:pt x="175672" y="102506"/>
                </a:cubicBezTo>
                <a:lnTo>
                  <a:pt x="175672" y="169609"/>
                </a:lnTo>
                <a:lnTo>
                  <a:pt x="154847" y="169609"/>
                </a:lnTo>
                <a:close/>
                <a:moveTo>
                  <a:pt x="279381" y="179790"/>
                </a:moveTo>
                <a:lnTo>
                  <a:pt x="299628" y="182799"/>
                </a:lnTo>
                <a:cubicBezTo>
                  <a:pt x="300476" y="189046"/>
                  <a:pt x="302829" y="193597"/>
                  <a:pt x="306685" y="196451"/>
                </a:cubicBezTo>
                <a:cubicBezTo>
                  <a:pt x="311853" y="200307"/>
                  <a:pt x="318910" y="202235"/>
                  <a:pt x="327858" y="202235"/>
                </a:cubicBezTo>
                <a:cubicBezTo>
                  <a:pt x="337499" y="202235"/>
                  <a:pt x="344942" y="200307"/>
                  <a:pt x="350187" y="196451"/>
                </a:cubicBezTo>
                <a:cubicBezTo>
                  <a:pt x="355432" y="192594"/>
                  <a:pt x="358980" y="187195"/>
                  <a:pt x="360831" y="180253"/>
                </a:cubicBezTo>
                <a:cubicBezTo>
                  <a:pt x="361911" y="176011"/>
                  <a:pt x="362412" y="167103"/>
                  <a:pt x="362335" y="153528"/>
                </a:cubicBezTo>
                <a:cubicBezTo>
                  <a:pt x="353233" y="164249"/>
                  <a:pt x="341895" y="169609"/>
                  <a:pt x="328320" y="169609"/>
                </a:cubicBezTo>
                <a:cubicBezTo>
                  <a:pt x="311429" y="169609"/>
                  <a:pt x="298355" y="163516"/>
                  <a:pt x="289100" y="151329"/>
                </a:cubicBezTo>
                <a:cubicBezTo>
                  <a:pt x="279844" y="139143"/>
                  <a:pt x="275216" y="124527"/>
                  <a:pt x="275216" y="107481"/>
                </a:cubicBezTo>
                <a:cubicBezTo>
                  <a:pt x="275216" y="95757"/>
                  <a:pt x="277337" y="84940"/>
                  <a:pt x="281579" y="75028"/>
                </a:cubicBezTo>
                <a:cubicBezTo>
                  <a:pt x="285822" y="65117"/>
                  <a:pt x="291973" y="57462"/>
                  <a:pt x="300033" y="52063"/>
                </a:cubicBezTo>
                <a:cubicBezTo>
                  <a:pt x="308093" y="46664"/>
                  <a:pt x="317561" y="43964"/>
                  <a:pt x="328436" y="43964"/>
                </a:cubicBezTo>
                <a:cubicBezTo>
                  <a:pt x="342936" y="43964"/>
                  <a:pt x="354892" y="49826"/>
                  <a:pt x="364302" y="61550"/>
                </a:cubicBezTo>
                <a:lnTo>
                  <a:pt x="364302" y="46741"/>
                </a:lnTo>
                <a:lnTo>
                  <a:pt x="383507" y="46741"/>
                </a:lnTo>
                <a:lnTo>
                  <a:pt x="383507" y="152949"/>
                </a:lnTo>
                <a:cubicBezTo>
                  <a:pt x="383507" y="172077"/>
                  <a:pt x="381559" y="185633"/>
                  <a:pt x="377664" y="193616"/>
                </a:cubicBezTo>
                <a:cubicBezTo>
                  <a:pt x="373769" y="201599"/>
                  <a:pt x="367599" y="207904"/>
                  <a:pt x="359153" y="212532"/>
                </a:cubicBezTo>
                <a:cubicBezTo>
                  <a:pt x="350707" y="217160"/>
                  <a:pt x="340314" y="219474"/>
                  <a:pt x="327973" y="219474"/>
                </a:cubicBezTo>
                <a:cubicBezTo>
                  <a:pt x="313318" y="219474"/>
                  <a:pt x="301479" y="216177"/>
                  <a:pt x="292455" y="209582"/>
                </a:cubicBezTo>
                <a:cubicBezTo>
                  <a:pt x="283431" y="202987"/>
                  <a:pt x="279073" y="193057"/>
                  <a:pt x="279381" y="179790"/>
                </a:cubicBezTo>
                <a:moveTo>
                  <a:pt x="296620" y="105977"/>
                </a:moveTo>
                <a:cubicBezTo>
                  <a:pt x="296620" y="122097"/>
                  <a:pt x="299821" y="133859"/>
                  <a:pt x="306223" y="141264"/>
                </a:cubicBezTo>
                <a:cubicBezTo>
                  <a:pt x="312624" y="148668"/>
                  <a:pt x="320646" y="152371"/>
                  <a:pt x="330287" y="152371"/>
                </a:cubicBezTo>
                <a:cubicBezTo>
                  <a:pt x="339851" y="152371"/>
                  <a:pt x="347873" y="148688"/>
                  <a:pt x="354352" y="141322"/>
                </a:cubicBezTo>
                <a:cubicBezTo>
                  <a:pt x="360831" y="133956"/>
                  <a:pt x="364070" y="122406"/>
                  <a:pt x="364070" y="106671"/>
                </a:cubicBezTo>
                <a:cubicBezTo>
                  <a:pt x="364070" y="91631"/>
                  <a:pt x="360734" y="80293"/>
                  <a:pt x="354063" y="72657"/>
                </a:cubicBezTo>
                <a:cubicBezTo>
                  <a:pt x="347391" y="65021"/>
                  <a:pt x="339350" y="61203"/>
                  <a:pt x="329940" y="61203"/>
                </a:cubicBezTo>
                <a:cubicBezTo>
                  <a:pt x="320684" y="61203"/>
                  <a:pt x="312817" y="64963"/>
                  <a:pt x="306338" y="72483"/>
                </a:cubicBezTo>
                <a:cubicBezTo>
                  <a:pt x="299859" y="80003"/>
                  <a:pt x="296620" y="91168"/>
                  <a:pt x="296620" y="105977"/>
                </a:cubicBezTo>
                <a:close/>
                <a:moveTo>
                  <a:pt x="411667" y="23949"/>
                </a:moveTo>
                <a:lnTo>
                  <a:pt x="411667" y="0"/>
                </a:lnTo>
                <a:lnTo>
                  <a:pt x="432493" y="0"/>
                </a:lnTo>
                <a:lnTo>
                  <a:pt x="432493" y="23949"/>
                </a:lnTo>
                <a:lnTo>
                  <a:pt x="411667" y="23949"/>
                </a:lnTo>
                <a:moveTo>
                  <a:pt x="411667" y="169609"/>
                </a:moveTo>
                <a:lnTo>
                  <a:pt x="411667" y="46741"/>
                </a:lnTo>
                <a:lnTo>
                  <a:pt x="432493" y="46741"/>
                </a:lnTo>
                <a:lnTo>
                  <a:pt x="432493" y="169609"/>
                </a:lnTo>
                <a:lnTo>
                  <a:pt x="411667" y="169609"/>
                </a:lnTo>
                <a:close/>
                <a:moveTo>
                  <a:pt x="461002" y="169609"/>
                </a:moveTo>
                <a:lnTo>
                  <a:pt x="461002" y="46741"/>
                </a:lnTo>
                <a:lnTo>
                  <a:pt x="479745" y="46741"/>
                </a:lnTo>
                <a:lnTo>
                  <a:pt x="479745" y="64211"/>
                </a:lnTo>
                <a:cubicBezTo>
                  <a:pt x="488769" y="50713"/>
                  <a:pt x="501804" y="43964"/>
                  <a:pt x="518850" y="43964"/>
                </a:cubicBezTo>
                <a:cubicBezTo>
                  <a:pt x="526254" y="43964"/>
                  <a:pt x="533061" y="45295"/>
                  <a:pt x="539270" y="47956"/>
                </a:cubicBezTo>
                <a:cubicBezTo>
                  <a:pt x="545479" y="50617"/>
                  <a:pt x="550126" y="54107"/>
                  <a:pt x="553211" y="58426"/>
                </a:cubicBezTo>
                <a:cubicBezTo>
                  <a:pt x="556296" y="62745"/>
                  <a:pt x="558456" y="67875"/>
                  <a:pt x="559690" y="73814"/>
                </a:cubicBezTo>
                <a:cubicBezTo>
                  <a:pt x="560461" y="77670"/>
                  <a:pt x="560847" y="84419"/>
                  <a:pt x="560847" y="94060"/>
                </a:cubicBezTo>
                <a:lnTo>
                  <a:pt x="560847" y="169609"/>
                </a:lnTo>
                <a:lnTo>
                  <a:pt x="540022" y="169609"/>
                </a:lnTo>
                <a:lnTo>
                  <a:pt x="540022" y="94870"/>
                </a:lnTo>
                <a:cubicBezTo>
                  <a:pt x="540022" y="86386"/>
                  <a:pt x="539212" y="80042"/>
                  <a:pt x="537592" y="75838"/>
                </a:cubicBezTo>
                <a:cubicBezTo>
                  <a:pt x="535972" y="71635"/>
                  <a:pt x="533099" y="68279"/>
                  <a:pt x="528973" y="65773"/>
                </a:cubicBezTo>
                <a:cubicBezTo>
                  <a:pt x="524846" y="63266"/>
                  <a:pt x="520007" y="62013"/>
                  <a:pt x="514453" y="62013"/>
                </a:cubicBezTo>
                <a:cubicBezTo>
                  <a:pt x="505583" y="62013"/>
                  <a:pt x="497928" y="64828"/>
                  <a:pt x="491488" y="70458"/>
                </a:cubicBezTo>
                <a:cubicBezTo>
                  <a:pt x="485047" y="76089"/>
                  <a:pt x="481827" y="86771"/>
                  <a:pt x="481827" y="102506"/>
                </a:cubicBezTo>
                <a:lnTo>
                  <a:pt x="481827" y="169609"/>
                </a:lnTo>
                <a:lnTo>
                  <a:pt x="461002" y="169609"/>
                </a:lnTo>
                <a:close/>
                <a:moveTo>
                  <a:pt x="673465" y="130041"/>
                </a:moveTo>
                <a:lnTo>
                  <a:pt x="694984" y="132702"/>
                </a:lnTo>
                <a:cubicBezTo>
                  <a:pt x="691591" y="145275"/>
                  <a:pt x="685305" y="155032"/>
                  <a:pt x="676126" y="161973"/>
                </a:cubicBezTo>
                <a:cubicBezTo>
                  <a:pt x="666948" y="168915"/>
                  <a:pt x="655224" y="172386"/>
                  <a:pt x="640955" y="172386"/>
                </a:cubicBezTo>
                <a:cubicBezTo>
                  <a:pt x="622983" y="172386"/>
                  <a:pt x="608734" y="166852"/>
                  <a:pt x="598205" y="155784"/>
                </a:cubicBezTo>
                <a:cubicBezTo>
                  <a:pt x="587677" y="144715"/>
                  <a:pt x="582413" y="129193"/>
                  <a:pt x="582413" y="109216"/>
                </a:cubicBezTo>
                <a:cubicBezTo>
                  <a:pt x="582413" y="88545"/>
                  <a:pt x="587735" y="72502"/>
                  <a:pt x="598379" y="61087"/>
                </a:cubicBezTo>
                <a:cubicBezTo>
                  <a:pt x="609023" y="49672"/>
                  <a:pt x="622829" y="43964"/>
                  <a:pt x="639798" y="43964"/>
                </a:cubicBezTo>
                <a:cubicBezTo>
                  <a:pt x="656226" y="43964"/>
                  <a:pt x="669647" y="49556"/>
                  <a:pt x="680060" y="60740"/>
                </a:cubicBezTo>
                <a:cubicBezTo>
                  <a:pt x="690472" y="71924"/>
                  <a:pt x="695679" y="87658"/>
                  <a:pt x="695679" y="107944"/>
                </a:cubicBezTo>
                <a:cubicBezTo>
                  <a:pt x="695679" y="109178"/>
                  <a:pt x="695640" y="111029"/>
                  <a:pt x="695563" y="113497"/>
                </a:cubicBezTo>
                <a:lnTo>
                  <a:pt x="603932" y="113497"/>
                </a:lnTo>
                <a:cubicBezTo>
                  <a:pt x="604703" y="126995"/>
                  <a:pt x="608521" y="137330"/>
                  <a:pt x="615386" y="144503"/>
                </a:cubicBezTo>
                <a:cubicBezTo>
                  <a:pt x="622251" y="151676"/>
                  <a:pt x="630812" y="155263"/>
                  <a:pt x="641070" y="155263"/>
                </a:cubicBezTo>
                <a:cubicBezTo>
                  <a:pt x="648706" y="155263"/>
                  <a:pt x="655224" y="153258"/>
                  <a:pt x="660623" y="149247"/>
                </a:cubicBezTo>
                <a:cubicBezTo>
                  <a:pt x="666022" y="145236"/>
                  <a:pt x="670303" y="138834"/>
                  <a:pt x="673465" y="130041"/>
                </a:cubicBezTo>
                <a:moveTo>
                  <a:pt x="605089" y="96374"/>
                </a:moveTo>
                <a:lnTo>
                  <a:pt x="673696" y="96374"/>
                </a:lnTo>
                <a:cubicBezTo>
                  <a:pt x="672771" y="86039"/>
                  <a:pt x="670148" y="78287"/>
                  <a:pt x="665829" y="73119"/>
                </a:cubicBezTo>
                <a:cubicBezTo>
                  <a:pt x="659196" y="65098"/>
                  <a:pt x="650596" y="61087"/>
                  <a:pt x="640029" y="61087"/>
                </a:cubicBezTo>
                <a:cubicBezTo>
                  <a:pt x="630465" y="61087"/>
                  <a:pt x="622424" y="64288"/>
                  <a:pt x="615907" y="70690"/>
                </a:cubicBezTo>
                <a:cubicBezTo>
                  <a:pt x="609389" y="77092"/>
                  <a:pt x="605783" y="85653"/>
                  <a:pt x="605089" y="96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7ff61703c4c1e"/>
          <a:stretch xmlns:a="http://schemas.openxmlformats.org/drawingml/2006/main"/>
        </p:blipFill>
        <p:spPr>
          <a:xfrm xmlns:a="http://schemas.openxmlformats.org/drawingml/2006/main">
            <a:off x="4354730" y="3208172"/>
            <a:ext cx="691086" cy="691086"/>
          </a:xfrm>
          <a:prstGeom xmlns:a="http://schemas.openxmlformats.org/drawingml/2006/main" prst="rect">
            <a:avLst/>
          </a:prstGeom>
        </p:spPr>
      </p:pic>
      <p:sp>
        <p:nvSpPr>
          <p:cNvPr id="15" name="Text Property">
            <a:extLst xmlns:a="http://schemas.openxmlformats.org/drawingml/2006/main">
              <a:ext uri="{FF2B5EF4-FFF2-40B4-BE49-F238E27FC236}">
                <a16:creationId xmlns:a16="http://schemas.microsoft.com/office/drawing/2014/main" id="{0F7ABA2A-40CD-453C-A5CE-961D158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14" y="4160685"/>
            <a:ext cx="656091" cy="164605"/>
          </a:xfrm>
          <a:custGeom xmlns:a="http://schemas.openxmlformats.org/drawingml/2006/main">
            <a:pathLst>
              <a:path w="656091" h="164605">
                <a:moveTo>
                  <a:pt x="0" y="127207"/>
                </a:moveTo>
                <a:lnTo>
                  <a:pt x="0" y="0"/>
                </a:lnTo>
                <a:lnTo>
                  <a:pt x="47985" y="0"/>
                </a:lnTo>
                <a:cubicBezTo>
                  <a:pt x="56430" y="0"/>
                  <a:pt x="62880" y="405"/>
                  <a:pt x="67335" y="1215"/>
                </a:cubicBezTo>
                <a:cubicBezTo>
                  <a:pt x="73582" y="2256"/>
                  <a:pt x="78817" y="4237"/>
                  <a:pt x="83040" y="7159"/>
                </a:cubicBezTo>
                <a:cubicBezTo>
                  <a:pt x="87263" y="10080"/>
                  <a:pt x="90662" y="14173"/>
                  <a:pt x="93236" y="19437"/>
                </a:cubicBezTo>
                <a:cubicBezTo>
                  <a:pt x="95810" y="24701"/>
                  <a:pt x="97097" y="30486"/>
                  <a:pt x="97097" y="36791"/>
                </a:cubicBezTo>
                <a:cubicBezTo>
                  <a:pt x="97097" y="47609"/>
                  <a:pt x="93655" y="56763"/>
                  <a:pt x="86771" y="64254"/>
                </a:cubicBezTo>
                <a:cubicBezTo>
                  <a:pt x="79888" y="71746"/>
                  <a:pt x="67450" y="75491"/>
                  <a:pt x="49460" y="75491"/>
                </a:cubicBezTo>
                <a:lnTo>
                  <a:pt x="16834" y="75491"/>
                </a:lnTo>
                <a:lnTo>
                  <a:pt x="16834" y="127207"/>
                </a:lnTo>
                <a:lnTo>
                  <a:pt x="0" y="127207"/>
                </a:lnTo>
                <a:moveTo>
                  <a:pt x="16834" y="60480"/>
                </a:moveTo>
                <a:lnTo>
                  <a:pt x="49720" y="60480"/>
                </a:lnTo>
                <a:cubicBezTo>
                  <a:pt x="60595" y="60480"/>
                  <a:pt x="68318" y="58455"/>
                  <a:pt x="72888" y="54406"/>
                </a:cubicBezTo>
                <a:cubicBezTo>
                  <a:pt x="77458" y="50356"/>
                  <a:pt x="79743" y="44658"/>
                  <a:pt x="79743" y="37312"/>
                </a:cubicBezTo>
                <a:cubicBezTo>
                  <a:pt x="79743" y="31990"/>
                  <a:pt x="78398" y="27434"/>
                  <a:pt x="75708" y="23645"/>
                </a:cubicBezTo>
                <a:cubicBezTo>
                  <a:pt x="73018" y="19856"/>
                  <a:pt x="69475" y="17354"/>
                  <a:pt x="65079" y="16139"/>
                </a:cubicBezTo>
                <a:cubicBezTo>
                  <a:pt x="62244" y="15387"/>
                  <a:pt x="57009" y="15011"/>
                  <a:pt x="49373" y="15011"/>
                </a:cubicBezTo>
                <a:lnTo>
                  <a:pt x="16834" y="15011"/>
                </a:lnTo>
                <a:lnTo>
                  <a:pt x="16834" y="60480"/>
                </a:lnTo>
                <a:close/>
                <a:moveTo>
                  <a:pt x="116309" y="127207"/>
                </a:moveTo>
                <a:lnTo>
                  <a:pt x="116309" y="35056"/>
                </a:lnTo>
                <a:lnTo>
                  <a:pt x="130366" y="35056"/>
                </a:lnTo>
                <a:lnTo>
                  <a:pt x="130366" y="49026"/>
                </a:lnTo>
                <a:cubicBezTo>
                  <a:pt x="133952" y="42489"/>
                  <a:pt x="137264" y="38179"/>
                  <a:pt x="140301" y="36097"/>
                </a:cubicBezTo>
                <a:cubicBezTo>
                  <a:pt x="143338" y="34014"/>
                  <a:pt x="146679" y="32973"/>
                  <a:pt x="150323" y="32973"/>
                </a:cubicBezTo>
                <a:cubicBezTo>
                  <a:pt x="155587" y="32973"/>
                  <a:pt x="160938" y="34651"/>
                  <a:pt x="166376" y="38006"/>
                </a:cubicBezTo>
                <a:lnTo>
                  <a:pt x="160996" y="52497"/>
                </a:lnTo>
                <a:cubicBezTo>
                  <a:pt x="157178" y="50241"/>
                  <a:pt x="153360" y="49113"/>
                  <a:pt x="149542" y="49113"/>
                </a:cubicBezTo>
                <a:cubicBezTo>
                  <a:pt x="146129" y="49113"/>
                  <a:pt x="143063" y="50139"/>
                  <a:pt x="140344" y="52193"/>
                </a:cubicBezTo>
                <a:cubicBezTo>
                  <a:pt x="137626" y="54247"/>
                  <a:pt x="135688" y="57096"/>
                  <a:pt x="134531" y="60740"/>
                </a:cubicBezTo>
                <a:cubicBezTo>
                  <a:pt x="132795" y="66293"/>
                  <a:pt x="131928" y="72367"/>
                  <a:pt x="131928" y="78962"/>
                </a:cubicBezTo>
                <a:lnTo>
                  <a:pt x="131928" y="127207"/>
                </a:lnTo>
                <a:lnTo>
                  <a:pt x="116309" y="127207"/>
                </a:lnTo>
                <a:close/>
                <a:moveTo>
                  <a:pt x="169898" y="81131"/>
                </a:moveTo>
                <a:cubicBezTo>
                  <a:pt x="169898" y="64066"/>
                  <a:pt x="174642" y="51427"/>
                  <a:pt x="184129" y="43212"/>
                </a:cubicBezTo>
                <a:cubicBezTo>
                  <a:pt x="192054" y="36386"/>
                  <a:pt x="201714" y="32973"/>
                  <a:pt x="213110" y="32973"/>
                </a:cubicBezTo>
                <a:cubicBezTo>
                  <a:pt x="225779" y="32973"/>
                  <a:pt x="236134" y="37124"/>
                  <a:pt x="244175" y="45425"/>
                </a:cubicBezTo>
                <a:cubicBezTo>
                  <a:pt x="252215" y="53726"/>
                  <a:pt x="256236" y="65194"/>
                  <a:pt x="256236" y="79830"/>
                </a:cubicBezTo>
                <a:cubicBezTo>
                  <a:pt x="256236" y="91688"/>
                  <a:pt x="254457" y="101016"/>
                  <a:pt x="250899" y="107814"/>
                </a:cubicBezTo>
                <a:cubicBezTo>
                  <a:pt x="247342" y="114611"/>
                  <a:pt x="242164" y="119889"/>
                  <a:pt x="235367" y="123649"/>
                </a:cubicBezTo>
                <a:cubicBezTo>
                  <a:pt x="228570" y="127409"/>
                  <a:pt x="221151" y="129289"/>
                  <a:pt x="213110" y="129289"/>
                </a:cubicBezTo>
                <a:cubicBezTo>
                  <a:pt x="200210" y="129289"/>
                  <a:pt x="189783" y="125153"/>
                  <a:pt x="181829" y="116881"/>
                </a:cubicBezTo>
                <a:cubicBezTo>
                  <a:pt x="173875" y="108609"/>
                  <a:pt x="169898" y="96692"/>
                  <a:pt x="169898" y="81131"/>
                </a:cubicBezTo>
                <a:moveTo>
                  <a:pt x="185951" y="81131"/>
                </a:moveTo>
                <a:cubicBezTo>
                  <a:pt x="185951" y="92932"/>
                  <a:pt x="188525" y="101768"/>
                  <a:pt x="193674" y="107640"/>
                </a:cubicBezTo>
                <a:cubicBezTo>
                  <a:pt x="198822" y="113512"/>
                  <a:pt x="205301" y="116447"/>
                  <a:pt x="213110" y="116447"/>
                </a:cubicBezTo>
                <a:cubicBezTo>
                  <a:pt x="220862" y="116447"/>
                  <a:pt x="227312" y="113497"/>
                  <a:pt x="232460" y="107597"/>
                </a:cubicBezTo>
                <a:cubicBezTo>
                  <a:pt x="237609" y="101696"/>
                  <a:pt x="240183" y="92701"/>
                  <a:pt x="240183" y="80611"/>
                </a:cubicBezTo>
                <a:cubicBezTo>
                  <a:pt x="240183" y="69215"/>
                  <a:pt x="237594" y="60581"/>
                  <a:pt x="232417" y="54709"/>
                </a:cubicBezTo>
                <a:cubicBezTo>
                  <a:pt x="227240" y="48838"/>
                  <a:pt x="220804" y="45902"/>
                  <a:pt x="213110" y="45902"/>
                </a:cubicBezTo>
                <a:cubicBezTo>
                  <a:pt x="205301" y="45902"/>
                  <a:pt x="198822" y="48823"/>
                  <a:pt x="193674" y="54666"/>
                </a:cubicBezTo>
                <a:cubicBezTo>
                  <a:pt x="188525" y="60509"/>
                  <a:pt x="185951" y="69330"/>
                  <a:pt x="185951" y="81131"/>
                </a:cubicBezTo>
                <a:close/>
                <a:moveTo>
                  <a:pt x="274447" y="162523"/>
                </a:moveTo>
                <a:lnTo>
                  <a:pt x="274447" y="35056"/>
                </a:lnTo>
                <a:lnTo>
                  <a:pt x="288677" y="35056"/>
                </a:lnTo>
                <a:lnTo>
                  <a:pt x="288677" y="47030"/>
                </a:lnTo>
                <a:cubicBezTo>
                  <a:pt x="292032" y="42344"/>
                  <a:pt x="295821" y="38830"/>
                  <a:pt x="300044" y="36487"/>
                </a:cubicBezTo>
                <a:cubicBezTo>
                  <a:pt x="304267" y="34145"/>
                  <a:pt x="309386" y="32973"/>
                  <a:pt x="315403" y="32973"/>
                </a:cubicBezTo>
                <a:cubicBezTo>
                  <a:pt x="323270" y="32973"/>
                  <a:pt x="330212" y="34998"/>
                  <a:pt x="336228" y="39047"/>
                </a:cubicBezTo>
                <a:cubicBezTo>
                  <a:pt x="342244" y="43096"/>
                  <a:pt x="346785" y="48809"/>
                  <a:pt x="349851" y="56185"/>
                </a:cubicBezTo>
                <a:cubicBezTo>
                  <a:pt x="352917" y="63560"/>
                  <a:pt x="354450" y="71644"/>
                  <a:pt x="354450" y="80437"/>
                </a:cubicBezTo>
                <a:cubicBezTo>
                  <a:pt x="354450" y="89866"/>
                  <a:pt x="352758" y="98355"/>
                  <a:pt x="349374" y="105905"/>
                </a:cubicBezTo>
                <a:cubicBezTo>
                  <a:pt x="345990" y="113454"/>
                  <a:pt x="341073" y="119238"/>
                  <a:pt x="334623" y="123259"/>
                </a:cubicBezTo>
                <a:cubicBezTo>
                  <a:pt x="328173" y="127279"/>
                  <a:pt x="321390" y="129289"/>
                  <a:pt x="314275" y="129289"/>
                </a:cubicBezTo>
                <a:cubicBezTo>
                  <a:pt x="309068" y="129289"/>
                  <a:pt x="304397" y="128190"/>
                  <a:pt x="300261" y="125992"/>
                </a:cubicBezTo>
                <a:cubicBezTo>
                  <a:pt x="296125" y="123794"/>
                  <a:pt x="292726" y="121017"/>
                  <a:pt x="290065" y="117662"/>
                </a:cubicBezTo>
                <a:lnTo>
                  <a:pt x="290065" y="162523"/>
                </a:lnTo>
                <a:lnTo>
                  <a:pt x="274447" y="162523"/>
                </a:lnTo>
                <a:moveTo>
                  <a:pt x="288590" y="81652"/>
                </a:moveTo>
                <a:cubicBezTo>
                  <a:pt x="288590" y="93511"/>
                  <a:pt x="290991" y="102275"/>
                  <a:pt x="295792" y="107944"/>
                </a:cubicBezTo>
                <a:cubicBezTo>
                  <a:pt x="300594" y="113613"/>
                  <a:pt x="306407" y="116447"/>
                  <a:pt x="313233" y="116447"/>
                </a:cubicBezTo>
                <a:cubicBezTo>
                  <a:pt x="320175" y="116447"/>
                  <a:pt x="326119" y="113512"/>
                  <a:pt x="331065" y="107640"/>
                </a:cubicBezTo>
                <a:cubicBezTo>
                  <a:pt x="336011" y="101768"/>
                  <a:pt x="338484" y="92672"/>
                  <a:pt x="338484" y="80350"/>
                </a:cubicBezTo>
                <a:cubicBezTo>
                  <a:pt x="338484" y="68607"/>
                  <a:pt x="336069" y="59814"/>
                  <a:pt x="331238" y="53972"/>
                </a:cubicBezTo>
                <a:cubicBezTo>
                  <a:pt x="326408" y="48129"/>
                  <a:pt x="320638" y="45208"/>
                  <a:pt x="313928" y="45208"/>
                </a:cubicBezTo>
                <a:cubicBezTo>
                  <a:pt x="307275" y="45208"/>
                  <a:pt x="301389" y="48317"/>
                  <a:pt x="296270" y="54536"/>
                </a:cubicBezTo>
                <a:cubicBezTo>
                  <a:pt x="291150" y="60754"/>
                  <a:pt x="288590" y="69793"/>
                  <a:pt x="288590" y="81652"/>
                </a:cubicBezTo>
                <a:close/>
                <a:moveTo>
                  <a:pt x="436264" y="97531"/>
                </a:moveTo>
                <a:lnTo>
                  <a:pt x="452403" y="99527"/>
                </a:lnTo>
                <a:cubicBezTo>
                  <a:pt x="449858" y="108956"/>
                  <a:pt x="445144" y="116274"/>
                  <a:pt x="438260" y="121480"/>
                </a:cubicBezTo>
                <a:cubicBezTo>
                  <a:pt x="431376" y="126686"/>
                  <a:pt x="422583" y="129289"/>
                  <a:pt x="411881" y="129289"/>
                </a:cubicBezTo>
                <a:cubicBezTo>
                  <a:pt x="398403" y="129289"/>
                  <a:pt x="387715" y="125139"/>
                  <a:pt x="379819" y="116838"/>
                </a:cubicBezTo>
                <a:cubicBezTo>
                  <a:pt x="371923" y="108537"/>
                  <a:pt x="367975" y="96895"/>
                  <a:pt x="367975" y="81912"/>
                </a:cubicBezTo>
                <a:cubicBezTo>
                  <a:pt x="367975" y="66409"/>
                  <a:pt x="371966" y="54377"/>
                  <a:pt x="379949" y="45815"/>
                </a:cubicBezTo>
                <a:cubicBezTo>
                  <a:pt x="387932" y="37254"/>
                  <a:pt x="398287" y="32973"/>
                  <a:pt x="411013" y="32973"/>
                </a:cubicBezTo>
                <a:cubicBezTo>
                  <a:pt x="423335" y="32973"/>
                  <a:pt x="433401" y="37167"/>
                  <a:pt x="441210" y="45555"/>
                </a:cubicBezTo>
                <a:cubicBezTo>
                  <a:pt x="449019" y="53943"/>
                  <a:pt x="452924" y="65744"/>
                  <a:pt x="452924" y="80958"/>
                </a:cubicBezTo>
                <a:cubicBezTo>
                  <a:pt x="452924" y="81883"/>
                  <a:pt x="452895" y="83272"/>
                  <a:pt x="452837" y="85123"/>
                </a:cubicBezTo>
                <a:lnTo>
                  <a:pt x="384114" y="85123"/>
                </a:lnTo>
                <a:cubicBezTo>
                  <a:pt x="384693" y="95246"/>
                  <a:pt x="387556" y="102998"/>
                  <a:pt x="392705" y="108378"/>
                </a:cubicBezTo>
                <a:cubicBezTo>
                  <a:pt x="397853" y="113757"/>
                  <a:pt x="404274" y="116447"/>
                  <a:pt x="411968" y="116447"/>
                </a:cubicBezTo>
                <a:cubicBezTo>
                  <a:pt x="417695" y="116447"/>
                  <a:pt x="422583" y="114943"/>
                  <a:pt x="426632" y="111935"/>
                </a:cubicBezTo>
                <a:cubicBezTo>
                  <a:pt x="430682" y="108927"/>
                  <a:pt x="433892" y="104126"/>
                  <a:pt x="436264" y="97531"/>
                </a:cubicBezTo>
                <a:moveTo>
                  <a:pt x="384982" y="72281"/>
                </a:moveTo>
                <a:lnTo>
                  <a:pt x="436438" y="72281"/>
                </a:lnTo>
                <a:cubicBezTo>
                  <a:pt x="435743" y="64529"/>
                  <a:pt x="433777" y="58715"/>
                  <a:pt x="430537" y="54840"/>
                </a:cubicBezTo>
                <a:cubicBezTo>
                  <a:pt x="425562" y="48823"/>
                  <a:pt x="419112" y="45815"/>
                  <a:pt x="411187" y="45815"/>
                </a:cubicBezTo>
                <a:cubicBezTo>
                  <a:pt x="404014" y="45815"/>
                  <a:pt x="397983" y="48216"/>
                  <a:pt x="393095" y="53017"/>
                </a:cubicBezTo>
                <a:cubicBezTo>
                  <a:pt x="388207" y="57819"/>
                  <a:pt x="385503" y="64240"/>
                  <a:pt x="384982" y="72281"/>
                </a:cubicBezTo>
                <a:close/>
                <a:moveTo>
                  <a:pt x="471742" y="127207"/>
                </a:moveTo>
                <a:lnTo>
                  <a:pt x="471742" y="35056"/>
                </a:lnTo>
                <a:lnTo>
                  <a:pt x="485799" y="35056"/>
                </a:lnTo>
                <a:lnTo>
                  <a:pt x="485799" y="49026"/>
                </a:lnTo>
                <a:cubicBezTo>
                  <a:pt x="489386" y="42489"/>
                  <a:pt x="492698" y="38179"/>
                  <a:pt x="495735" y="36097"/>
                </a:cubicBezTo>
                <a:cubicBezTo>
                  <a:pt x="498772" y="34014"/>
                  <a:pt x="502112" y="32973"/>
                  <a:pt x="505757" y="32973"/>
                </a:cubicBezTo>
                <a:cubicBezTo>
                  <a:pt x="511021" y="32973"/>
                  <a:pt x="516372" y="34651"/>
                  <a:pt x="521809" y="38006"/>
                </a:cubicBezTo>
                <a:lnTo>
                  <a:pt x="516430" y="52497"/>
                </a:lnTo>
                <a:cubicBezTo>
                  <a:pt x="512612" y="50241"/>
                  <a:pt x="508794" y="49113"/>
                  <a:pt x="504976" y="49113"/>
                </a:cubicBezTo>
                <a:cubicBezTo>
                  <a:pt x="501563" y="49113"/>
                  <a:pt x="498497" y="50139"/>
                  <a:pt x="495778" y="52193"/>
                </a:cubicBezTo>
                <a:cubicBezTo>
                  <a:pt x="493059" y="54247"/>
                  <a:pt x="491121" y="57096"/>
                  <a:pt x="489964" y="60740"/>
                </a:cubicBezTo>
                <a:cubicBezTo>
                  <a:pt x="488229" y="66293"/>
                  <a:pt x="487361" y="72367"/>
                  <a:pt x="487361" y="78962"/>
                </a:cubicBezTo>
                <a:lnTo>
                  <a:pt x="487361" y="127207"/>
                </a:lnTo>
                <a:lnTo>
                  <a:pt x="471742" y="127207"/>
                </a:lnTo>
                <a:close/>
                <a:moveTo>
                  <a:pt x="565247" y="113237"/>
                </a:moveTo>
                <a:lnTo>
                  <a:pt x="567503" y="127033"/>
                </a:lnTo>
                <a:cubicBezTo>
                  <a:pt x="563107" y="127959"/>
                  <a:pt x="559173" y="128422"/>
                  <a:pt x="555702" y="128422"/>
                </a:cubicBezTo>
                <a:cubicBezTo>
                  <a:pt x="550033" y="128422"/>
                  <a:pt x="545637" y="127525"/>
                  <a:pt x="542513" y="125732"/>
                </a:cubicBezTo>
                <a:cubicBezTo>
                  <a:pt x="539389" y="123939"/>
                  <a:pt x="537191" y="121581"/>
                  <a:pt x="535918" y="118660"/>
                </a:cubicBezTo>
                <a:cubicBezTo>
                  <a:pt x="534646" y="115739"/>
                  <a:pt x="534009" y="109592"/>
                  <a:pt x="534009" y="100221"/>
                </a:cubicBezTo>
                <a:lnTo>
                  <a:pt x="534009" y="47204"/>
                </a:lnTo>
                <a:lnTo>
                  <a:pt x="522555" y="47204"/>
                </a:lnTo>
                <a:lnTo>
                  <a:pt x="522555" y="35056"/>
                </a:lnTo>
                <a:lnTo>
                  <a:pt x="534009" y="35056"/>
                </a:lnTo>
                <a:lnTo>
                  <a:pt x="534009" y="12235"/>
                </a:lnTo>
                <a:lnTo>
                  <a:pt x="549541" y="2863"/>
                </a:lnTo>
                <a:lnTo>
                  <a:pt x="549541" y="35056"/>
                </a:lnTo>
                <a:lnTo>
                  <a:pt x="565247" y="35056"/>
                </a:lnTo>
                <a:lnTo>
                  <a:pt x="565247" y="47204"/>
                </a:lnTo>
                <a:lnTo>
                  <a:pt x="549541" y="47204"/>
                </a:lnTo>
                <a:lnTo>
                  <a:pt x="549541" y="101089"/>
                </a:lnTo>
                <a:cubicBezTo>
                  <a:pt x="549541" y="105543"/>
                  <a:pt x="549816" y="108406"/>
                  <a:pt x="550366" y="109679"/>
                </a:cubicBezTo>
                <a:cubicBezTo>
                  <a:pt x="550915" y="110952"/>
                  <a:pt x="551812" y="111964"/>
                  <a:pt x="553056" y="112716"/>
                </a:cubicBezTo>
                <a:cubicBezTo>
                  <a:pt x="554299" y="113468"/>
                  <a:pt x="556078" y="113844"/>
                  <a:pt x="558392" y="113844"/>
                </a:cubicBezTo>
                <a:cubicBezTo>
                  <a:pt x="560127" y="113844"/>
                  <a:pt x="562412" y="113642"/>
                  <a:pt x="565247" y="113237"/>
                </a:cubicBezTo>
                <a:close/>
                <a:moveTo>
                  <a:pt x="579819" y="162696"/>
                </a:moveTo>
                <a:lnTo>
                  <a:pt x="578084" y="148032"/>
                </a:lnTo>
                <a:cubicBezTo>
                  <a:pt x="581497" y="148958"/>
                  <a:pt x="584476" y="149420"/>
                  <a:pt x="587021" y="149420"/>
                </a:cubicBezTo>
                <a:cubicBezTo>
                  <a:pt x="590492" y="149420"/>
                  <a:pt x="593269" y="148842"/>
                  <a:pt x="595351" y="147685"/>
                </a:cubicBezTo>
                <a:cubicBezTo>
                  <a:pt x="597434" y="146528"/>
                  <a:pt x="599140" y="144908"/>
                  <a:pt x="600471" y="142826"/>
                </a:cubicBezTo>
                <a:cubicBezTo>
                  <a:pt x="601454" y="141264"/>
                  <a:pt x="603045" y="137388"/>
                  <a:pt x="605243" y="131198"/>
                </a:cubicBezTo>
                <a:cubicBezTo>
                  <a:pt x="605532" y="130331"/>
                  <a:pt x="605995" y="129058"/>
                  <a:pt x="606632" y="127380"/>
                </a:cubicBezTo>
                <a:lnTo>
                  <a:pt x="571663" y="35056"/>
                </a:lnTo>
                <a:lnTo>
                  <a:pt x="588496" y="35056"/>
                </a:lnTo>
                <a:lnTo>
                  <a:pt x="607673" y="88420"/>
                </a:lnTo>
                <a:cubicBezTo>
                  <a:pt x="610160" y="95188"/>
                  <a:pt x="612387" y="102304"/>
                  <a:pt x="614354" y="109766"/>
                </a:cubicBezTo>
                <a:cubicBezTo>
                  <a:pt x="616147" y="102593"/>
                  <a:pt x="618288" y="95593"/>
                  <a:pt x="620775" y="88767"/>
                </a:cubicBezTo>
                <a:lnTo>
                  <a:pt x="640472" y="35056"/>
                </a:lnTo>
                <a:lnTo>
                  <a:pt x="656091" y="35056"/>
                </a:lnTo>
                <a:lnTo>
                  <a:pt x="621036" y="128769"/>
                </a:lnTo>
                <a:cubicBezTo>
                  <a:pt x="617276" y="138892"/>
                  <a:pt x="614354" y="145863"/>
                  <a:pt x="612272" y="149681"/>
                </a:cubicBezTo>
                <a:cubicBezTo>
                  <a:pt x="609495" y="154829"/>
                  <a:pt x="606313" y="158604"/>
                  <a:pt x="602727" y="161004"/>
                </a:cubicBezTo>
                <a:cubicBezTo>
                  <a:pt x="599140" y="163405"/>
                  <a:pt x="594860" y="164605"/>
                  <a:pt x="589885" y="164605"/>
                </a:cubicBezTo>
                <a:cubicBezTo>
                  <a:pt x="586877" y="164605"/>
                  <a:pt x="583521" y="163969"/>
                  <a:pt x="579819" y="162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Values">
            <a:extLst xmlns:a="http://schemas.openxmlformats.org/drawingml/2006/main">
              <a:ext uri="{FF2B5EF4-FFF2-40B4-BE49-F238E27FC236}">
                <a16:creationId xmlns:a16="http://schemas.microsoft.com/office/drawing/2014/main" id="{97B35A16-3A3D-49DB-A14A-F0D5DF84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94" y="4368011"/>
            <a:ext cx="525754" cy="129289"/>
          </a:xfrm>
          <a:custGeom xmlns:a="http://schemas.openxmlformats.org/drawingml/2006/main">
            <a:pathLst>
              <a:path w="525754" h="129289">
                <a:moveTo>
                  <a:pt x="49286" y="127207"/>
                </a:moveTo>
                <a:lnTo>
                  <a:pt x="0" y="0"/>
                </a:lnTo>
                <a:lnTo>
                  <a:pt x="18222" y="0"/>
                </a:lnTo>
                <a:lnTo>
                  <a:pt x="51282" y="92412"/>
                </a:lnTo>
                <a:cubicBezTo>
                  <a:pt x="53943" y="99816"/>
                  <a:pt x="56170" y="106758"/>
                  <a:pt x="57963" y="113237"/>
                </a:cubicBezTo>
                <a:cubicBezTo>
                  <a:pt x="59930" y="106295"/>
                  <a:pt x="62215" y="99353"/>
                  <a:pt x="64818" y="92412"/>
                </a:cubicBezTo>
                <a:lnTo>
                  <a:pt x="99180" y="0"/>
                </a:lnTo>
                <a:lnTo>
                  <a:pt x="116361" y="0"/>
                </a:lnTo>
                <a:lnTo>
                  <a:pt x="66554" y="127207"/>
                </a:lnTo>
                <a:lnTo>
                  <a:pt x="49286" y="127207"/>
                </a:lnTo>
                <a:close/>
                <a:moveTo>
                  <a:pt x="179663" y="115840"/>
                </a:moveTo>
                <a:cubicBezTo>
                  <a:pt x="173878" y="120757"/>
                  <a:pt x="168311" y="124228"/>
                  <a:pt x="162960" y="126252"/>
                </a:cubicBezTo>
                <a:cubicBezTo>
                  <a:pt x="157609" y="128277"/>
                  <a:pt x="151867" y="129289"/>
                  <a:pt x="145735" y="129289"/>
                </a:cubicBezTo>
                <a:cubicBezTo>
                  <a:pt x="135612" y="129289"/>
                  <a:pt x="127832" y="126816"/>
                  <a:pt x="122394" y="121870"/>
                </a:cubicBezTo>
                <a:cubicBezTo>
                  <a:pt x="116956" y="116925"/>
                  <a:pt x="114237" y="110605"/>
                  <a:pt x="114237" y="102911"/>
                </a:cubicBezTo>
                <a:cubicBezTo>
                  <a:pt x="114237" y="98399"/>
                  <a:pt x="115264" y="94277"/>
                  <a:pt x="117318" y="90546"/>
                </a:cubicBezTo>
                <a:cubicBezTo>
                  <a:pt x="119371" y="86815"/>
                  <a:pt x="122061" y="83821"/>
                  <a:pt x="125388" y="81565"/>
                </a:cubicBezTo>
                <a:cubicBezTo>
                  <a:pt x="128714" y="79309"/>
                  <a:pt x="132459" y="77603"/>
                  <a:pt x="136624" y="76446"/>
                </a:cubicBezTo>
                <a:cubicBezTo>
                  <a:pt x="139690" y="75636"/>
                  <a:pt x="144318" y="74855"/>
                  <a:pt x="150508" y="74103"/>
                </a:cubicBezTo>
                <a:cubicBezTo>
                  <a:pt x="163119" y="72599"/>
                  <a:pt x="172403" y="70806"/>
                  <a:pt x="178362" y="68723"/>
                </a:cubicBezTo>
                <a:cubicBezTo>
                  <a:pt x="178419" y="66583"/>
                  <a:pt x="178448" y="65223"/>
                  <a:pt x="178448" y="64645"/>
                </a:cubicBezTo>
                <a:cubicBezTo>
                  <a:pt x="178448" y="58281"/>
                  <a:pt x="176973" y="53798"/>
                  <a:pt x="174023" y="51195"/>
                </a:cubicBezTo>
                <a:cubicBezTo>
                  <a:pt x="170031" y="47666"/>
                  <a:pt x="164102" y="45902"/>
                  <a:pt x="156235" y="45902"/>
                </a:cubicBezTo>
                <a:cubicBezTo>
                  <a:pt x="148888" y="45902"/>
                  <a:pt x="143465" y="47189"/>
                  <a:pt x="139965" y="49763"/>
                </a:cubicBezTo>
                <a:cubicBezTo>
                  <a:pt x="136465" y="52338"/>
                  <a:pt x="133877" y="56893"/>
                  <a:pt x="132199" y="63430"/>
                </a:cubicBezTo>
                <a:lnTo>
                  <a:pt x="116927" y="61347"/>
                </a:lnTo>
                <a:cubicBezTo>
                  <a:pt x="118316" y="54811"/>
                  <a:pt x="120601" y="49532"/>
                  <a:pt x="123782" y="45512"/>
                </a:cubicBezTo>
                <a:cubicBezTo>
                  <a:pt x="126964" y="41491"/>
                  <a:pt x="131563" y="38396"/>
                  <a:pt x="137579" y="36227"/>
                </a:cubicBezTo>
                <a:cubicBezTo>
                  <a:pt x="143595" y="34058"/>
                  <a:pt x="150566" y="32973"/>
                  <a:pt x="158491" y="32973"/>
                </a:cubicBezTo>
                <a:cubicBezTo>
                  <a:pt x="166358" y="32973"/>
                  <a:pt x="172750" y="33899"/>
                  <a:pt x="177667" y="35750"/>
                </a:cubicBezTo>
                <a:cubicBezTo>
                  <a:pt x="182584" y="37601"/>
                  <a:pt x="186200" y="39929"/>
                  <a:pt x="188514" y="42735"/>
                </a:cubicBezTo>
                <a:cubicBezTo>
                  <a:pt x="190828" y="45541"/>
                  <a:pt x="192447" y="49084"/>
                  <a:pt x="193373" y="53364"/>
                </a:cubicBezTo>
                <a:cubicBezTo>
                  <a:pt x="193894" y="56025"/>
                  <a:pt x="194154" y="60827"/>
                  <a:pt x="194154" y="67768"/>
                </a:cubicBezTo>
                <a:lnTo>
                  <a:pt x="194154" y="88594"/>
                </a:lnTo>
                <a:cubicBezTo>
                  <a:pt x="194154" y="103113"/>
                  <a:pt x="194487" y="112297"/>
                  <a:pt x="195152" y="116144"/>
                </a:cubicBezTo>
                <a:cubicBezTo>
                  <a:pt x="195817" y="119990"/>
                  <a:pt x="197133" y="123678"/>
                  <a:pt x="199100" y="127207"/>
                </a:cubicBezTo>
                <a:lnTo>
                  <a:pt x="182787" y="127207"/>
                </a:lnTo>
                <a:cubicBezTo>
                  <a:pt x="181167" y="123967"/>
                  <a:pt x="180126" y="120178"/>
                  <a:pt x="179663" y="115840"/>
                </a:cubicBezTo>
                <a:moveTo>
                  <a:pt x="178362" y="80958"/>
                </a:moveTo>
                <a:cubicBezTo>
                  <a:pt x="172692" y="83272"/>
                  <a:pt x="164189" y="85238"/>
                  <a:pt x="152851" y="86858"/>
                </a:cubicBezTo>
                <a:cubicBezTo>
                  <a:pt x="146430" y="87784"/>
                  <a:pt x="141889" y="88825"/>
                  <a:pt x="139228" y="89982"/>
                </a:cubicBezTo>
                <a:cubicBezTo>
                  <a:pt x="136567" y="91139"/>
                  <a:pt x="134513" y="92831"/>
                  <a:pt x="133067" y="95058"/>
                </a:cubicBezTo>
                <a:cubicBezTo>
                  <a:pt x="131621" y="97285"/>
                  <a:pt x="130898" y="99758"/>
                  <a:pt x="130898" y="102477"/>
                </a:cubicBezTo>
                <a:cubicBezTo>
                  <a:pt x="130898" y="106642"/>
                  <a:pt x="132474" y="110113"/>
                  <a:pt x="135627" y="112890"/>
                </a:cubicBezTo>
                <a:cubicBezTo>
                  <a:pt x="138779" y="115666"/>
                  <a:pt x="143393" y="117055"/>
                  <a:pt x="149467" y="117055"/>
                </a:cubicBezTo>
                <a:cubicBezTo>
                  <a:pt x="155483" y="117055"/>
                  <a:pt x="160834" y="115739"/>
                  <a:pt x="165519" y="113107"/>
                </a:cubicBezTo>
                <a:cubicBezTo>
                  <a:pt x="170205" y="110475"/>
                  <a:pt x="173647" y="106873"/>
                  <a:pt x="175845" y="102304"/>
                </a:cubicBezTo>
                <a:cubicBezTo>
                  <a:pt x="177523" y="98775"/>
                  <a:pt x="178362" y="93569"/>
                  <a:pt x="178362" y="86685"/>
                </a:cubicBezTo>
                <a:lnTo>
                  <a:pt x="178362" y="80958"/>
                </a:lnTo>
                <a:close/>
                <a:moveTo>
                  <a:pt x="218007" y="127207"/>
                </a:moveTo>
                <a:lnTo>
                  <a:pt x="218007" y="0"/>
                </a:lnTo>
                <a:lnTo>
                  <a:pt x="233626" y="0"/>
                </a:lnTo>
                <a:lnTo>
                  <a:pt x="233626" y="127207"/>
                </a:lnTo>
                <a:lnTo>
                  <a:pt x="218007" y="127207"/>
                </a:lnTo>
                <a:close/>
                <a:moveTo>
                  <a:pt x="318216" y="127207"/>
                </a:moveTo>
                <a:lnTo>
                  <a:pt x="318216" y="113671"/>
                </a:lnTo>
                <a:cubicBezTo>
                  <a:pt x="311043" y="124083"/>
                  <a:pt x="301295" y="129289"/>
                  <a:pt x="288974" y="129289"/>
                </a:cubicBezTo>
                <a:cubicBezTo>
                  <a:pt x="283536" y="129289"/>
                  <a:pt x="278460" y="128248"/>
                  <a:pt x="273745" y="126166"/>
                </a:cubicBezTo>
                <a:cubicBezTo>
                  <a:pt x="269031" y="124083"/>
                  <a:pt x="265531" y="121466"/>
                  <a:pt x="263246" y="118313"/>
                </a:cubicBezTo>
                <a:cubicBezTo>
                  <a:pt x="260961" y="115160"/>
                  <a:pt x="259356" y="111299"/>
                  <a:pt x="258430" y="106729"/>
                </a:cubicBezTo>
                <a:cubicBezTo>
                  <a:pt x="257794" y="103663"/>
                  <a:pt x="257476" y="98804"/>
                  <a:pt x="257476" y="92151"/>
                </a:cubicBezTo>
                <a:lnTo>
                  <a:pt x="257476" y="35056"/>
                </a:lnTo>
                <a:lnTo>
                  <a:pt x="273095" y="35056"/>
                </a:lnTo>
                <a:lnTo>
                  <a:pt x="273095" y="86164"/>
                </a:lnTo>
                <a:cubicBezTo>
                  <a:pt x="273095" y="94321"/>
                  <a:pt x="273413" y="99816"/>
                  <a:pt x="274049" y="102651"/>
                </a:cubicBezTo>
                <a:cubicBezTo>
                  <a:pt x="275033" y="106758"/>
                  <a:pt x="277115" y="109983"/>
                  <a:pt x="280297" y="112326"/>
                </a:cubicBezTo>
                <a:cubicBezTo>
                  <a:pt x="283478" y="114668"/>
                  <a:pt x="287412" y="115840"/>
                  <a:pt x="292098" y="115840"/>
                </a:cubicBezTo>
                <a:cubicBezTo>
                  <a:pt x="296783" y="115840"/>
                  <a:pt x="301180" y="114640"/>
                  <a:pt x="305287" y="112239"/>
                </a:cubicBezTo>
                <a:cubicBezTo>
                  <a:pt x="309394" y="109838"/>
                  <a:pt x="312301" y="106570"/>
                  <a:pt x="314007" y="102434"/>
                </a:cubicBezTo>
                <a:cubicBezTo>
                  <a:pt x="315714" y="98298"/>
                  <a:pt x="316567" y="92296"/>
                  <a:pt x="316567" y="84429"/>
                </a:cubicBezTo>
                <a:lnTo>
                  <a:pt x="316567" y="35056"/>
                </a:lnTo>
                <a:lnTo>
                  <a:pt x="332186" y="35056"/>
                </a:lnTo>
                <a:lnTo>
                  <a:pt x="332186" y="127207"/>
                </a:lnTo>
                <a:lnTo>
                  <a:pt x="318216" y="127207"/>
                </a:lnTo>
                <a:close/>
                <a:moveTo>
                  <a:pt x="419729" y="97531"/>
                </a:moveTo>
                <a:lnTo>
                  <a:pt x="435868" y="99527"/>
                </a:lnTo>
                <a:cubicBezTo>
                  <a:pt x="433323" y="108956"/>
                  <a:pt x="428609" y="116274"/>
                  <a:pt x="421725" y="121480"/>
                </a:cubicBezTo>
                <a:cubicBezTo>
                  <a:pt x="414841" y="126686"/>
                  <a:pt x="406048" y="129289"/>
                  <a:pt x="395346" y="129289"/>
                </a:cubicBezTo>
                <a:cubicBezTo>
                  <a:pt x="381868" y="129289"/>
                  <a:pt x="371180" y="125139"/>
                  <a:pt x="363284" y="116838"/>
                </a:cubicBezTo>
                <a:cubicBezTo>
                  <a:pt x="355388" y="108537"/>
                  <a:pt x="351440" y="96895"/>
                  <a:pt x="351440" y="81912"/>
                </a:cubicBezTo>
                <a:cubicBezTo>
                  <a:pt x="351440" y="66409"/>
                  <a:pt x="355431" y="54377"/>
                  <a:pt x="363414" y="45815"/>
                </a:cubicBezTo>
                <a:cubicBezTo>
                  <a:pt x="371397" y="37254"/>
                  <a:pt x="381752" y="32973"/>
                  <a:pt x="394478" y="32973"/>
                </a:cubicBezTo>
                <a:cubicBezTo>
                  <a:pt x="406800" y="32973"/>
                  <a:pt x="416866" y="37167"/>
                  <a:pt x="424675" y="45555"/>
                </a:cubicBezTo>
                <a:cubicBezTo>
                  <a:pt x="432484" y="53943"/>
                  <a:pt x="436389" y="65744"/>
                  <a:pt x="436389" y="80958"/>
                </a:cubicBezTo>
                <a:cubicBezTo>
                  <a:pt x="436389" y="81883"/>
                  <a:pt x="436360" y="83272"/>
                  <a:pt x="436302" y="85123"/>
                </a:cubicBezTo>
                <a:lnTo>
                  <a:pt x="367579" y="85123"/>
                </a:lnTo>
                <a:cubicBezTo>
                  <a:pt x="368158" y="95246"/>
                  <a:pt x="371021" y="102998"/>
                  <a:pt x="376170" y="108378"/>
                </a:cubicBezTo>
                <a:cubicBezTo>
                  <a:pt x="381318" y="113757"/>
                  <a:pt x="387739" y="116447"/>
                  <a:pt x="395433" y="116447"/>
                </a:cubicBezTo>
                <a:cubicBezTo>
                  <a:pt x="401160" y="116447"/>
                  <a:pt x="406048" y="114943"/>
                  <a:pt x="410097" y="111935"/>
                </a:cubicBezTo>
                <a:cubicBezTo>
                  <a:pt x="414147" y="108927"/>
                  <a:pt x="417357" y="104126"/>
                  <a:pt x="419729" y="97531"/>
                </a:cubicBezTo>
                <a:moveTo>
                  <a:pt x="368447" y="72281"/>
                </a:moveTo>
                <a:lnTo>
                  <a:pt x="419903" y="72281"/>
                </a:lnTo>
                <a:cubicBezTo>
                  <a:pt x="419208" y="64529"/>
                  <a:pt x="417242" y="58715"/>
                  <a:pt x="414002" y="54840"/>
                </a:cubicBezTo>
                <a:cubicBezTo>
                  <a:pt x="409027" y="48823"/>
                  <a:pt x="402577" y="45815"/>
                  <a:pt x="394652" y="45815"/>
                </a:cubicBezTo>
                <a:cubicBezTo>
                  <a:pt x="387479" y="45815"/>
                  <a:pt x="381448" y="48216"/>
                  <a:pt x="376560" y="53017"/>
                </a:cubicBezTo>
                <a:cubicBezTo>
                  <a:pt x="371672" y="57819"/>
                  <a:pt x="368968" y="64240"/>
                  <a:pt x="368447" y="72281"/>
                </a:cubicBezTo>
                <a:close/>
                <a:moveTo>
                  <a:pt x="449222" y="99700"/>
                </a:moveTo>
                <a:lnTo>
                  <a:pt x="464667" y="97271"/>
                </a:lnTo>
                <a:cubicBezTo>
                  <a:pt x="465535" y="103460"/>
                  <a:pt x="467950" y="108204"/>
                  <a:pt x="471913" y="111501"/>
                </a:cubicBezTo>
                <a:cubicBezTo>
                  <a:pt x="475875" y="114799"/>
                  <a:pt x="481414" y="116447"/>
                  <a:pt x="488529" y="116447"/>
                </a:cubicBezTo>
                <a:cubicBezTo>
                  <a:pt x="495702" y="116447"/>
                  <a:pt x="501024" y="114987"/>
                  <a:pt x="504495" y="112065"/>
                </a:cubicBezTo>
                <a:cubicBezTo>
                  <a:pt x="507966" y="109144"/>
                  <a:pt x="509701" y="105717"/>
                  <a:pt x="509701" y="101783"/>
                </a:cubicBezTo>
                <a:cubicBezTo>
                  <a:pt x="509701" y="98254"/>
                  <a:pt x="508169" y="95478"/>
                  <a:pt x="505103" y="93453"/>
                </a:cubicBezTo>
                <a:cubicBezTo>
                  <a:pt x="502962" y="92065"/>
                  <a:pt x="497640" y="90300"/>
                  <a:pt x="489137" y="88160"/>
                </a:cubicBezTo>
                <a:cubicBezTo>
                  <a:pt x="477683" y="85267"/>
                  <a:pt x="469743" y="82765"/>
                  <a:pt x="465318" y="80654"/>
                </a:cubicBezTo>
                <a:cubicBezTo>
                  <a:pt x="460893" y="78543"/>
                  <a:pt x="457537" y="75621"/>
                  <a:pt x="455252" y="71890"/>
                </a:cubicBezTo>
                <a:cubicBezTo>
                  <a:pt x="452967" y="68159"/>
                  <a:pt x="451825" y="64037"/>
                  <a:pt x="451825" y="59525"/>
                </a:cubicBezTo>
                <a:cubicBezTo>
                  <a:pt x="451825" y="55418"/>
                  <a:pt x="452765" y="51615"/>
                  <a:pt x="454645" y="48115"/>
                </a:cubicBezTo>
                <a:cubicBezTo>
                  <a:pt x="456525" y="44615"/>
                  <a:pt x="459085" y="41708"/>
                  <a:pt x="462324" y="39394"/>
                </a:cubicBezTo>
                <a:cubicBezTo>
                  <a:pt x="464754" y="37601"/>
                  <a:pt x="468066" y="36082"/>
                  <a:pt x="472260" y="34839"/>
                </a:cubicBezTo>
                <a:cubicBezTo>
                  <a:pt x="476454" y="33595"/>
                  <a:pt x="480951" y="32973"/>
                  <a:pt x="485753" y="32973"/>
                </a:cubicBezTo>
                <a:cubicBezTo>
                  <a:pt x="492984" y="32973"/>
                  <a:pt x="499332" y="34014"/>
                  <a:pt x="504799" y="36097"/>
                </a:cubicBezTo>
                <a:cubicBezTo>
                  <a:pt x="510266" y="38179"/>
                  <a:pt x="514300" y="41000"/>
                  <a:pt x="516904" y="44557"/>
                </a:cubicBezTo>
                <a:cubicBezTo>
                  <a:pt x="519507" y="48115"/>
                  <a:pt x="521300" y="52873"/>
                  <a:pt x="522283" y="58831"/>
                </a:cubicBezTo>
                <a:lnTo>
                  <a:pt x="507012" y="60914"/>
                </a:lnTo>
                <a:cubicBezTo>
                  <a:pt x="506317" y="56170"/>
                  <a:pt x="504307" y="52468"/>
                  <a:pt x="500981" y="49807"/>
                </a:cubicBezTo>
                <a:cubicBezTo>
                  <a:pt x="497655" y="47146"/>
                  <a:pt x="492955" y="45815"/>
                  <a:pt x="486881" y="45815"/>
                </a:cubicBezTo>
                <a:cubicBezTo>
                  <a:pt x="479707" y="45815"/>
                  <a:pt x="474588" y="47001"/>
                  <a:pt x="471522" y="49373"/>
                </a:cubicBezTo>
                <a:cubicBezTo>
                  <a:pt x="468456" y="51745"/>
                  <a:pt x="466923" y="54521"/>
                  <a:pt x="466923" y="57703"/>
                </a:cubicBezTo>
                <a:cubicBezTo>
                  <a:pt x="466923" y="59728"/>
                  <a:pt x="467559" y="61550"/>
                  <a:pt x="468832" y="63170"/>
                </a:cubicBezTo>
                <a:cubicBezTo>
                  <a:pt x="470105" y="64847"/>
                  <a:pt x="472101" y="66236"/>
                  <a:pt x="474819" y="67335"/>
                </a:cubicBezTo>
                <a:cubicBezTo>
                  <a:pt x="476381" y="67913"/>
                  <a:pt x="480980" y="69244"/>
                  <a:pt x="488616" y="71326"/>
                </a:cubicBezTo>
                <a:cubicBezTo>
                  <a:pt x="499665" y="74276"/>
                  <a:pt x="507373" y="76691"/>
                  <a:pt x="511741" y="78572"/>
                </a:cubicBezTo>
                <a:cubicBezTo>
                  <a:pt x="516108" y="80452"/>
                  <a:pt x="519536" y="83185"/>
                  <a:pt x="522023" y="86771"/>
                </a:cubicBezTo>
                <a:cubicBezTo>
                  <a:pt x="524510" y="90358"/>
                  <a:pt x="525754" y="94812"/>
                  <a:pt x="525754" y="100134"/>
                </a:cubicBezTo>
                <a:cubicBezTo>
                  <a:pt x="525754" y="105341"/>
                  <a:pt x="524236" y="110243"/>
                  <a:pt x="521199" y="114842"/>
                </a:cubicBezTo>
                <a:cubicBezTo>
                  <a:pt x="518162" y="119441"/>
                  <a:pt x="513780" y="122999"/>
                  <a:pt x="508053" y="125515"/>
                </a:cubicBezTo>
                <a:cubicBezTo>
                  <a:pt x="502326" y="128031"/>
                  <a:pt x="495847" y="129289"/>
                  <a:pt x="488616" y="129289"/>
                </a:cubicBezTo>
                <a:cubicBezTo>
                  <a:pt x="476642" y="129289"/>
                  <a:pt x="467516" y="126802"/>
                  <a:pt x="461240" y="121827"/>
                </a:cubicBezTo>
                <a:cubicBezTo>
                  <a:pt x="454963" y="116852"/>
                  <a:pt x="450957" y="109477"/>
                  <a:pt x="449222" y="99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72302f9084cf3"/>
          <a:stretch xmlns:a="http://schemas.openxmlformats.org/drawingml/2006/main"/>
        </p:blipFill>
        <p:spPr>
          <a:xfrm xmlns:a="http://schemas.openxmlformats.org/drawingml/2006/main">
            <a:off x="7968124" y="3198300"/>
            <a:ext cx="404779" cy="404779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9260ad11644d5"/>
          <a:stretch xmlns:a="http://schemas.openxmlformats.org/drawingml/2006/main"/>
        </p:blipFill>
        <p:spPr>
          <a:xfrm xmlns:a="http://schemas.openxmlformats.org/drawingml/2006/main">
            <a:off x="8027360" y="3239148"/>
            <a:ext cx="286307" cy="293465"/>
          </a:xfrm>
          <a:prstGeom xmlns:a="http://schemas.openxmlformats.org/drawingml/2006/main" prst="rect">
            <a:avLst/>
          </a:prstGeom>
        </p:spPr>
      </p:pic>
      <p:sp>
        <p:nvSpPr>
          <p:cNvPr id="19" name="Text Source">
            <a:extLst xmlns:a="http://schemas.openxmlformats.org/drawingml/2006/main">
              <a:ext uri="{FF2B5EF4-FFF2-40B4-BE49-F238E27FC236}">
                <a16:creationId xmlns:a16="http://schemas.microsoft.com/office/drawing/2014/main" id="{EB849AA5-8441-4382-A8D9-A4119C5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194" y="3325217"/>
            <a:ext cx="547505" cy="131546"/>
          </a:xfrm>
          <a:custGeom xmlns:a="http://schemas.openxmlformats.org/drawingml/2006/main">
            <a:pathLst>
              <a:path w="547505" h="131546">
                <a:moveTo>
                  <a:pt x="0" y="88507"/>
                </a:moveTo>
                <a:lnTo>
                  <a:pt x="15879" y="87119"/>
                </a:lnTo>
                <a:cubicBezTo>
                  <a:pt x="16631" y="93482"/>
                  <a:pt x="18381" y="98703"/>
                  <a:pt x="21129" y="102781"/>
                </a:cubicBezTo>
                <a:cubicBezTo>
                  <a:pt x="23877" y="106859"/>
                  <a:pt x="28143" y="110156"/>
                  <a:pt x="33928" y="112673"/>
                </a:cubicBezTo>
                <a:cubicBezTo>
                  <a:pt x="39712" y="115189"/>
                  <a:pt x="46220" y="116447"/>
                  <a:pt x="53451" y="116447"/>
                </a:cubicBezTo>
                <a:cubicBezTo>
                  <a:pt x="59872" y="116447"/>
                  <a:pt x="65541" y="115493"/>
                  <a:pt x="70458" y="113584"/>
                </a:cubicBezTo>
                <a:cubicBezTo>
                  <a:pt x="75375" y="111675"/>
                  <a:pt x="79034" y="109057"/>
                  <a:pt x="81435" y="105731"/>
                </a:cubicBezTo>
                <a:cubicBezTo>
                  <a:pt x="83836" y="102405"/>
                  <a:pt x="85036" y="98775"/>
                  <a:pt x="85036" y="94841"/>
                </a:cubicBezTo>
                <a:cubicBezTo>
                  <a:pt x="85036" y="90850"/>
                  <a:pt x="83879" y="87364"/>
                  <a:pt x="81565" y="84385"/>
                </a:cubicBezTo>
                <a:cubicBezTo>
                  <a:pt x="79251" y="81406"/>
                  <a:pt x="75433" y="78904"/>
                  <a:pt x="70111" y="76880"/>
                </a:cubicBezTo>
                <a:cubicBezTo>
                  <a:pt x="66698" y="75549"/>
                  <a:pt x="59149" y="73481"/>
                  <a:pt x="47464" y="70675"/>
                </a:cubicBezTo>
                <a:cubicBezTo>
                  <a:pt x="35779" y="67870"/>
                  <a:pt x="27593" y="65223"/>
                  <a:pt x="22908" y="62736"/>
                </a:cubicBezTo>
                <a:cubicBezTo>
                  <a:pt x="16834" y="59554"/>
                  <a:pt x="12307" y="55606"/>
                  <a:pt x="9328" y="50891"/>
                </a:cubicBezTo>
                <a:cubicBezTo>
                  <a:pt x="6349" y="46177"/>
                  <a:pt x="4859" y="40898"/>
                  <a:pt x="4859" y="35056"/>
                </a:cubicBezTo>
                <a:cubicBezTo>
                  <a:pt x="4859" y="28635"/>
                  <a:pt x="6681" y="22633"/>
                  <a:pt x="10326" y="17051"/>
                </a:cubicBezTo>
                <a:cubicBezTo>
                  <a:pt x="13970" y="11468"/>
                  <a:pt x="19292" y="7231"/>
                  <a:pt x="26292" y="4339"/>
                </a:cubicBezTo>
                <a:cubicBezTo>
                  <a:pt x="33291" y="1446"/>
                  <a:pt x="41072" y="0"/>
                  <a:pt x="49633" y="0"/>
                </a:cubicBezTo>
                <a:cubicBezTo>
                  <a:pt x="59062" y="0"/>
                  <a:pt x="67378" y="1519"/>
                  <a:pt x="74580" y="4556"/>
                </a:cubicBezTo>
                <a:cubicBezTo>
                  <a:pt x="81782" y="7593"/>
                  <a:pt x="87321" y="12061"/>
                  <a:pt x="91197" y="17962"/>
                </a:cubicBezTo>
                <a:cubicBezTo>
                  <a:pt x="95073" y="23862"/>
                  <a:pt x="97155" y="30544"/>
                  <a:pt x="97444" y="38006"/>
                </a:cubicBezTo>
                <a:lnTo>
                  <a:pt x="81305" y="39221"/>
                </a:lnTo>
                <a:cubicBezTo>
                  <a:pt x="80437" y="31180"/>
                  <a:pt x="77501" y="25106"/>
                  <a:pt x="72498" y="20999"/>
                </a:cubicBezTo>
                <a:cubicBezTo>
                  <a:pt x="67494" y="16892"/>
                  <a:pt x="60104" y="14838"/>
                  <a:pt x="50327" y="14838"/>
                </a:cubicBezTo>
                <a:cubicBezTo>
                  <a:pt x="40146" y="14838"/>
                  <a:pt x="32727" y="16704"/>
                  <a:pt x="28071" y="20435"/>
                </a:cubicBezTo>
                <a:cubicBezTo>
                  <a:pt x="23414" y="24166"/>
                  <a:pt x="21085" y="28664"/>
                  <a:pt x="21085" y="33928"/>
                </a:cubicBezTo>
                <a:cubicBezTo>
                  <a:pt x="21085" y="38498"/>
                  <a:pt x="22734" y="42258"/>
                  <a:pt x="26031" y="45208"/>
                </a:cubicBezTo>
                <a:cubicBezTo>
                  <a:pt x="29271" y="48158"/>
                  <a:pt x="37731" y="51181"/>
                  <a:pt x="51412" y="54276"/>
                </a:cubicBezTo>
                <a:cubicBezTo>
                  <a:pt x="65093" y="57370"/>
                  <a:pt x="74479" y="60075"/>
                  <a:pt x="79569" y="62389"/>
                </a:cubicBezTo>
                <a:cubicBezTo>
                  <a:pt x="86974" y="65802"/>
                  <a:pt x="92441" y="70126"/>
                  <a:pt x="95969" y="75361"/>
                </a:cubicBezTo>
                <a:cubicBezTo>
                  <a:pt x="99498" y="80596"/>
                  <a:pt x="101262" y="86627"/>
                  <a:pt x="101262" y="93453"/>
                </a:cubicBezTo>
                <a:cubicBezTo>
                  <a:pt x="101262" y="100221"/>
                  <a:pt x="99324" y="106599"/>
                  <a:pt x="95449" y="112586"/>
                </a:cubicBezTo>
                <a:cubicBezTo>
                  <a:pt x="91573" y="118573"/>
                  <a:pt x="86005" y="123230"/>
                  <a:pt x="78745" y="126556"/>
                </a:cubicBezTo>
                <a:cubicBezTo>
                  <a:pt x="71485" y="129882"/>
                  <a:pt x="63314" y="131546"/>
                  <a:pt x="54232" y="131546"/>
                </a:cubicBezTo>
                <a:cubicBezTo>
                  <a:pt x="42720" y="131546"/>
                  <a:pt x="33074" y="129868"/>
                  <a:pt x="25294" y="126513"/>
                </a:cubicBezTo>
                <a:cubicBezTo>
                  <a:pt x="17513" y="123158"/>
                  <a:pt x="11410" y="118110"/>
                  <a:pt x="6985" y="111371"/>
                </a:cubicBezTo>
                <a:cubicBezTo>
                  <a:pt x="2560" y="104632"/>
                  <a:pt x="231" y="97010"/>
                  <a:pt x="0" y="88507"/>
                </a:cubicBezTo>
                <a:close/>
                <a:moveTo>
                  <a:pt x="116395" y="83301"/>
                </a:moveTo>
                <a:cubicBezTo>
                  <a:pt x="116395" y="66236"/>
                  <a:pt x="121139" y="53596"/>
                  <a:pt x="130626" y="45381"/>
                </a:cubicBezTo>
                <a:cubicBezTo>
                  <a:pt x="138551" y="38555"/>
                  <a:pt x="148212" y="35142"/>
                  <a:pt x="159608" y="35142"/>
                </a:cubicBezTo>
                <a:cubicBezTo>
                  <a:pt x="172276" y="35142"/>
                  <a:pt x="182631" y="39293"/>
                  <a:pt x="190672" y="47594"/>
                </a:cubicBezTo>
                <a:cubicBezTo>
                  <a:pt x="198713" y="55895"/>
                  <a:pt x="202733" y="67364"/>
                  <a:pt x="202733" y="81999"/>
                </a:cubicBezTo>
                <a:cubicBezTo>
                  <a:pt x="202733" y="93858"/>
                  <a:pt x="200954" y="103186"/>
                  <a:pt x="197397" y="109983"/>
                </a:cubicBezTo>
                <a:cubicBezTo>
                  <a:pt x="193839" y="116780"/>
                  <a:pt x="188662" y="122059"/>
                  <a:pt x="181864" y="125819"/>
                </a:cubicBezTo>
                <a:cubicBezTo>
                  <a:pt x="175067" y="129579"/>
                  <a:pt x="167648" y="131459"/>
                  <a:pt x="159608" y="131459"/>
                </a:cubicBezTo>
                <a:cubicBezTo>
                  <a:pt x="146708" y="131459"/>
                  <a:pt x="136281" y="127323"/>
                  <a:pt x="128327" y="119050"/>
                </a:cubicBezTo>
                <a:cubicBezTo>
                  <a:pt x="120372" y="110778"/>
                  <a:pt x="116395" y="98862"/>
                  <a:pt x="116395" y="83301"/>
                </a:cubicBezTo>
                <a:moveTo>
                  <a:pt x="132448" y="83301"/>
                </a:moveTo>
                <a:cubicBezTo>
                  <a:pt x="132448" y="95102"/>
                  <a:pt x="135022" y="103938"/>
                  <a:pt x="140171" y="109809"/>
                </a:cubicBezTo>
                <a:cubicBezTo>
                  <a:pt x="145319" y="115681"/>
                  <a:pt x="151798" y="118617"/>
                  <a:pt x="159608" y="118617"/>
                </a:cubicBezTo>
                <a:cubicBezTo>
                  <a:pt x="167359" y="118617"/>
                  <a:pt x="173809" y="115666"/>
                  <a:pt x="178958" y="109766"/>
                </a:cubicBezTo>
                <a:cubicBezTo>
                  <a:pt x="184106" y="103865"/>
                  <a:pt x="186680" y="94870"/>
                  <a:pt x="186680" y="82780"/>
                </a:cubicBezTo>
                <a:cubicBezTo>
                  <a:pt x="186680" y="71384"/>
                  <a:pt x="184092" y="62750"/>
                  <a:pt x="178914" y="56879"/>
                </a:cubicBezTo>
                <a:cubicBezTo>
                  <a:pt x="173737" y="51007"/>
                  <a:pt x="167301" y="48071"/>
                  <a:pt x="159608" y="48071"/>
                </a:cubicBezTo>
                <a:cubicBezTo>
                  <a:pt x="151798" y="48071"/>
                  <a:pt x="145319" y="50993"/>
                  <a:pt x="140171" y="56835"/>
                </a:cubicBezTo>
                <a:cubicBezTo>
                  <a:pt x="135022" y="62678"/>
                  <a:pt x="132448" y="71500"/>
                  <a:pt x="132448" y="83301"/>
                </a:cubicBezTo>
                <a:close/>
                <a:moveTo>
                  <a:pt x="281336" y="129376"/>
                </a:moveTo>
                <a:lnTo>
                  <a:pt x="281336" y="115840"/>
                </a:lnTo>
                <a:cubicBezTo>
                  <a:pt x="274163" y="126252"/>
                  <a:pt x="264416" y="131459"/>
                  <a:pt x="252094" y="131459"/>
                </a:cubicBezTo>
                <a:cubicBezTo>
                  <a:pt x="246656" y="131459"/>
                  <a:pt x="241580" y="130417"/>
                  <a:pt x="236866" y="128335"/>
                </a:cubicBezTo>
                <a:cubicBezTo>
                  <a:pt x="232151" y="126252"/>
                  <a:pt x="228651" y="123635"/>
                  <a:pt x="226366" y="120482"/>
                </a:cubicBezTo>
                <a:cubicBezTo>
                  <a:pt x="224081" y="117329"/>
                  <a:pt x="222476" y="113468"/>
                  <a:pt x="221551" y="108898"/>
                </a:cubicBezTo>
                <a:cubicBezTo>
                  <a:pt x="220914" y="105832"/>
                  <a:pt x="220596" y="100973"/>
                  <a:pt x="220596" y="94321"/>
                </a:cubicBezTo>
                <a:lnTo>
                  <a:pt x="220596" y="37225"/>
                </a:lnTo>
                <a:lnTo>
                  <a:pt x="236215" y="37225"/>
                </a:lnTo>
                <a:lnTo>
                  <a:pt x="236215" y="88333"/>
                </a:lnTo>
                <a:cubicBezTo>
                  <a:pt x="236215" y="96490"/>
                  <a:pt x="236533" y="101985"/>
                  <a:pt x="237169" y="104820"/>
                </a:cubicBezTo>
                <a:cubicBezTo>
                  <a:pt x="238153" y="108927"/>
                  <a:pt x="240235" y="112152"/>
                  <a:pt x="243417" y="114495"/>
                </a:cubicBezTo>
                <a:cubicBezTo>
                  <a:pt x="246599" y="116838"/>
                  <a:pt x="250532" y="118009"/>
                  <a:pt x="255218" y="118009"/>
                </a:cubicBezTo>
                <a:cubicBezTo>
                  <a:pt x="259904" y="118009"/>
                  <a:pt x="264300" y="116809"/>
                  <a:pt x="268407" y="114408"/>
                </a:cubicBezTo>
                <a:cubicBezTo>
                  <a:pt x="272514" y="112007"/>
                  <a:pt x="275421" y="108739"/>
                  <a:pt x="277128" y="104603"/>
                </a:cubicBezTo>
                <a:cubicBezTo>
                  <a:pt x="278834" y="100467"/>
                  <a:pt x="279687" y="94465"/>
                  <a:pt x="279687" y="86598"/>
                </a:cubicBezTo>
                <a:lnTo>
                  <a:pt x="279687" y="37225"/>
                </a:lnTo>
                <a:lnTo>
                  <a:pt x="295306" y="37225"/>
                </a:lnTo>
                <a:lnTo>
                  <a:pt x="295306" y="129376"/>
                </a:lnTo>
                <a:lnTo>
                  <a:pt x="281336" y="129376"/>
                </a:lnTo>
                <a:close/>
                <a:moveTo>
                  <a:pt x="319504" y="129376"/>
                </a:moveTo>
                <a:lnTo>
                  <a:pt x="319504" y="37225"/>
                </a:lnTo>
                <a:lnTo>
                  <a:pt x="333561" y="37225"/>
                </a:lnTo>
                <a:lnTo>
                  <a:pt x="333561" y="51195"/>
                </a:lnTo>
                <a:cubicBezTo>
                  <a:pt x="337148" y="44658"/>
                  <a:pt x="340459" y="40349"/>
                  <a:pt x="343496" y="38266"/>
                </a:cubicBezTo>
                <a:cubicBezTo>
                  <a:pt x="346533" y="36184"/>
                  <a:pt x="349874" y="35142"/>
                  <a:pt x="353518" y="35142"/>
                </a:cubicBezTo>
                <a:cubicBezTo>
                  <a:pt x="358783" y="35142"/>
                  <a:pt x="364133" y="36820"/>
                  <a:pt x="369571" y="40175"/>
                </a:cubicBezTo>
                <a:lnTo>
                  <a:pt x="364191" y="54666"/>
                </a:lnTo>
                <a:cubicBezTo>
                  <a:pt x="360373" y="52410"/>
                  <a:pt x="356555" y="51282"/>
                  <a:pt x="352737" y="51282"/>
                </a:cubicBezTo>
                <a:cubicBezTo>
                  <a:pt x="349324" y="51282"/>
                  <a:pt x="346259" y="52309"/>
                  <a:pt x="343540" y="54362"/>
                </a:cubicBezTo>
                <a:cubicBezTo>
                  <a:pt x="340821" y="56416"/>
                  <a:pt x="338883" y="59265"/>
                  <a:pt x="337726" y="62909"/>
                </a:cubicBezTo>
                <a:cubicBezTo>
                  <a:pt x="335991" y="68463"/>
                  <a:pt x="335123" y="74537"/>
                  <a:pt x="335123" y="81131"/>
                </a:cubicBezTo>
                <a:lnTo>
                  <a:pt x="335123" y="129376"/>
                </a:lnTo>
                <a:lnTo>
                  <a:pt x="319504" y="129376"/>
                </a:lnTo>
                <a:close/>
                <a:moveTo>
                  <a:pt x="439040" y="95622"/>
                </a:moveTo>
                <a:lnTo>
                  <a:pt x="454399" y="97618"/>
                </a:lnTo>
                <a:cubicBezTo>
                  <a:pt x="452721" y="108204"/>
                  <a:pt x="448426" y="116491"/>
                  <a:pt x="441513" y="122478"/>
                </a:cubicBezTo>
                <a:cubicBezTo>
                  <a:pt x="434601" y="128465"/>
                  <a:pt x="426111" y="131459"/>
                  <a:pt x="416046" y="131459"/>
                </a:cubicBezTo>
                <a:cubicBezTo>
                  <a:pt x="403435" y="131459"/>
                  <a:pt x="393297" y="127337"/>
                  <a:pt x="385633" y="119094"/>
                </a:cubicBezTo>
                <a:cubicBezTo>
                  <a:pt x="377968" y="110851"/>
                  <a:pt x="374135" y="99035"/>
                  <a:pt x="374135" y="83648"/>
                </a:cubicBezTo>
                <a:cubicBezTo>
                  <a:pt x="374135" y="73698"/>
                  <a:pt x="375784" y="64992"/>
                  <a:pt x="379081" y="57529"/>
                </a:cubicBezTo>
                <a:cubicBezTo>
                  <a:pt x="382379" y="50067"/>
                  <a:pt x="387397" y="44470"/>
                  <a:pt x="394136" y="40739"/>
                </a:cubicBezTo>
                <a:cubicBezTo>
                  <a:pt x="400875" y="37008"/>
                  <a:pt x="408208" y="35142"/>
                  <a:pt x="416133" y="35142"/>
                </a:cubicBezTo>
                <a:cubicBezTo>
                  <a:pt x="426140" y="35142"/>
                  <a:pt x="434326" y="37673"/>
                  <a:pt x="440689" y="42735"/>
                </a:cubicBezTo>
                <a:cubicBezTo>
                  <a:pt x="447052" y="47797"/>
                  <a:pt x="451131" y="54984"/>
                  <a:pt x="452924" y="64298"/>
                </a:cubicBezTo>
                <a:lnTo>
                  <a:pt x="437739" y="66640"/>
                </a:lnTo>
                <a:cubicBezTo>
                  <a:pt x="436293" y="60451"/>
                  <a:pt x="433733" y="55794"/>
                  <a:pt x="430060" y="52670"/>
                </a:cubicBezTo>
                <a:cubicBezTo>
                  <a:pt x="426386" y="49546"/>
                  <a:pt x="421946" y="47985"/>
                  <a:pt x="416740" y="47985"/>
                </a:cubicBezTo>
                <a:cubicBezTo>
                  <a:pt x="408873" y="47985"/>
                  <a:pt x="402481" y="50805"/>
                  <a:pt x="397564" y="56445"/>
                </a:cubicBezTo>
                <a:cubicBezTo>
                  <a:pt x="392647" y="62085"/>
                  <a:pt x="390188" y="71008"/>
                  <a:pt x="390188" y="83214"/>
                </a:cubicBezTo>
                <a:cubicBezTo>
                  <a:pt x="390188" y="95593"/>
                  <a:pt x="392560" y="104589"/>
                  <a:pt x="397303" y="110200"/>
                </a:cubicBezTo>
                <a:cubicBezTo>
                  <a:pt x="402047" y="115811"/>
                  <a:pt x="408237" y="118617"/>
                  <a:pt x="415872" y="118617"/>
                </a:cubicBezTo>
                <a:cubicBezTo>
                  <a:pt x="422004" y="118617"/>
                  <a:pt x="427124" y="116737"/>
                  <a:pt x="431231" y="112976"/>
                </a:cubicBezTo>
                <a:cubicBezTo>
                  <a:pt x="435338" y="109216"/>
                  <a:pt x="437941" y="103432"/>
                  <a:pt x="439040" y="95622"/>
                </a:cubicBezTo>
                <a:close/>
                <a:moveTo>
                  <a:pt x="530845" y="99700"/>
                </a:moveTo>
                <a:lnTo>
                  <a:pt x="546984" y="101696"/>
                </a:lnTo>
                <a:cubicBezTo>
                  <a:pt x="544439" y="111125"/>
                  <a:pt x="539724" y="118443"/>
                  <a:pt x="532840" y="123649"/>
                </a:cubicBezTo>
                <a:cubicBezTo>
                  <a:pt x="525956" y="128856"/>
                  <a:pt x="517164" y="131459"/>
                  <a:pt x="506462" y="131459"/>
                </a:cubicBezTo>
                <a:cubicBezTo>
                  <a:pt x="492983" y="131459"/>
                  <a:pt x="482296" y="127308"/>
                  <a:pt x="474400" y="119007"/>
                </a:cubicBezTo>
                <a:cubicBezTo>
                  <a:pt x="466504" y="110706"/>
                  <a:pt x="462555" y="99064"/>
                  <a:pt x="462555" y="84082"/>
                </a:cubicBezTo>
                <a:cubicBezTo>
                  <a:pt x="462555" y="68578"/>
                  <a:pt x="466547" y="56546"/>
                  <a:pt x="474530" y="47985"/>
                </a:cubicBezTo>
                <a:cubicBezTo>
                  <a:pt x="482513" y="39423"/>
                  <a:pt x="492868" y="35142"/>
                  <a:pt x="505594" y="35142"/>
                </a:cubicBezTo>
                <a:cubicBezTo>
                  <a:pt x="517916" y="35142"/>
                  <a:pt x="527981" y="39336"/>
                  <a:pt x="535791" y="47724"/>
                </a:cubicBezTo>
                <a:cubicBezTo>
                  <a:pt x="543600" y="56112"/>
                  <a:pt x="547505" y="67913"/>
                  <a:pt x="547505" y="83127"/>
                </a:cubicBezTo>
                <a:cubicBezTo>
                  <a:pt x="547505" y="84053"/>
                  <a:pt x="547476" y="85441"/>
                  <a:pt x="547418" y="87292"/>
                </a:cubicBezTo>
                <a:lnTo>
                  <a:pt x="478695" y="87292"/>
                </a:lnTo>
                <a:cubicBezTo>
                  <a:pt x="479273" y="97415"/>
                  <a:pt x="482137" y="105167"/>
                  <a:pt x="487285" y="110547"/>
                </a:cubicBezTo>
                <a:cubicBezTo>
                  <a:pt x="492434" y="115927"/>
                  <a:pt x="498855" y="118617"/>
                  <a:pt x="506549" y="118617"/>
                </a:cubicBezTo>
                <a:cubicBezTo>
                  <a:pt x="512275" y="118617"/>
                  <a:pt x="517164" y="117113"/>
                  <a:pt x="521213" y="114104"/>
                </a:cubicBezTo>
                <a:cubicBezTo>
                  <a:pt x="525262" y="111096"/>
                  <a:pt x="528473" y="106295"/>
                  <a:pt x="530845" y="99700"/>
                </a:cubicBezTo>
                <a:moveTo>
                  <a:pt x="479563" y="74450"/>
                </a:moveTo>
                <a:lnTo>
                  <a:pt x="531018" y="74450"/>
                </a:lnTo>
                <a:cubicBezTo>
                  <a:pt x="530324" y="66698"/>
                  <a:pt x="528357" y="60885"/>
                  <a:pt x="525118" y="57009"/>
                </a:cubicBezTo>
                <a:cubicBezTo>
                  <a:pt x="520143" y="50993"/>
                  <a:pt x="513693" y="47985"/>
                  <a:pt x="505768" y="47985"/>
                </a:cubicBezTo>
                <a:cubicBezTo>
                  <a:pt x="498595" y="47985"/>
                  <a:pt x="492564" y="50385"/>
                  <a:pt x="487676" y="55187"/>
                </a:cubicBezTo>
                <a:cubicBezTo>
                  <a:pt x="482788" y="59988"/>
                  <a:pt x="480083" y="66409"/>
                  <a:pt x="479563" y="74450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05eddae9a4e94"/>
          <a:stretch xmlns:a="http://schemas.openxmlformats.org/drawingml/2006/main"/>
        </p:blipFill>
        <p:spPr>
          <a:xfrm xmlns:a="http://schemas.openxmlformats.org/drawingml/2006/main">
            <a:off x="7968124" y="4167985"/>
            <a:ext cx="404779" cy="390576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90862c47c403c"/>
          <a:stretch xmlns:a="http://schemas.openxmlformats.org/drawingml/2006/main"/>
        </p:blipFill>
        <p:spPr>
          <a:xfrm xmlns:a="http://schemas.openxmlformats.org/drawingml/2006/main">
            <a:off x="8027360" y="4205311"/>
            <a:ext cx="286307" cy="286307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db9e990b54eb8"/>
          <a:stretch xmlns:a="http://schemas.openxmlformats.org/drawingml/2006/main"/>
        </p:blipFill>
        <p:spPr>
          <a:xfrm xmlns:a="http://schemas.openxmlformats.org/drawingml/2006/main">
            <a:off x="8027360" y="4205311"/>
            <a:ext cx="286307" cy="286307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175e0e8bc4bcd"/>
          <a:stretch xmlns:a="http://schemas.openxmlformats.org/drawingml/2006/main"/>
        </p:blipFill>
        <p:spPr>
          <a:xfrm xmlns:a="http://schemas.openxmlformats.org/drawingml/2006/main">
            <a:off x="8027360" y="4205311"/>
            <a:ext cx="286307" cy="286307"/>
          </a:xfrm>
          <a:prstGeom xmlns:a="http://schemas.openxmlformats.org/drawingml/2006/main" prst="rect">
            <a:avLst/>
          </a:prstGeom>
        </p:spPr>
      </p:pic>
      <p:sp>
        <p:nvSpPr>
          <p:cNvPr id="24" name="Text Sink">
            <a:extLst xmlns:a="http://schemas.openxmlformats.org/drawingml/2006/main">
              <a:ext uri="{FF2B5EF4-FFF2-40B4-BE49-F238E27FC236}">
                <a16:creationId xmlns:a16="http://schemas.microsoft.com/office/drawing/2014/main" id="{60DED18B-45BD-4EDC-82B9-0DA8EECD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889" y="4284995"/>
            <a:ext cx="336983" cy="131546"/>
          </a:xfrm>
          <a:custGeom xmlns:a="http://schemas.openxmlformats.org/drawingml/2006/main">
            <a:pathLst>
              <a:path w="336983" h="131546">
                <a:moveTo>
                  <a:pt x="0" y="88507"/>
                </a:moveTo>
                <a:lnTo>
                  <a:pt x="15879" y="87119"/>
                </a:lnTo>
                <a:cubicBezTo>
                  <a:pt x="16631" y="93482"/>
                  <a:pt x="18381" y="98703"/>
                  <a:pt x="21129" y="102781"/>
                </a:cubicBezTo>
                <a:cubicBezTo>
                  <a:pt x="23877" y="106859"/>
                  <a:pt x="28143" y="110156"/>
                  <a:pt x="33928" y="112673"/>
                </a:cubicBezTo>
                <a:cubicBezTo>
                  <a:pt x="39712" y="115189"/>
                  <a:pt x="46220" y="116447"/>
                  <a:pt x="53451" y="116447"/>
                </a:cubicBezTo>
                <a:cubicBezTo>
                  <a:pt x="59872" y="116447"/>
                  <a:pt x="65541" y="115493"/>
                  <a:pt x="70458" y="113584"/>
                </a:cubicBezTo>
                <a:cubicBezTo>
                  <a:pt x="75375" y="111675"/>
                  <a:pt x="79034" y="109057"/>
                  <a:pt x="81435" y="105731"/>
                </a:cubicBezTo>
                <a:cubicBezTo>
                  <a:pt x="83836" y="102405"/>
                  <a:pt x="85036" y="98775"/>
                  <a:pt x="85036" y="94841"/>
                </a:cubicBezTo>
                <a:cubicBezTo>
                  <a:pt x="85036" y="90850"/>
                  <a:pt x="83879" y="87364"/>
                  <a:pt x="81565" y="84385"/>
                </a:cubicBezTo>
                <a:cubicBezTo>
                  <a:pt x="79251" y="81406"/>
                  <a:pt x="75433" y="78904"/>
                  <a:pt x="70111" y="76880"/>
                </a:cubicBezTo>
                <a:cubicBezTo>
                  <a:pt x="66698" y="75549"/>
                  <a:pt x="59149" y="73481"/>
                  <a:pt x="47464" y="70675"/>
                </a:cubicBezTo>
                <a:cubicBezTo>
                  <a:pt x="35779" y="67870"/>
                  <a:pt x="27593" y="65223"/>
                  <a:pt x="22908" y="62736"/>
                </a:cubicBezTo>
                <a:cubicBezTo>
                  <a:pt x="16834" y="59554"/>
                  <a:pt x="12307" y="55606"/>
                  <a:pt x="9328" y="50891"/>
                </a:cubicBezTo>
                <a:cubicBezTo>
                  <a:pt x="6349" y="46177"/>
                  <a:pt x="4859" y="40898"/>
                  <a:pt x="4859" y="35056"/>
                </a:cubicBezTo>
                <a:cubicBezTo>
                  <a:pt x="4859" y="28635"/>
                  <a:pt x="6681" y="22633"/>
                  <a:pt x="10326" y="17051"/>
                </a:cubicBezTo>
                <a:cubicBezTo>
                  <a:pt x="13970" y="11468"/>
                  <a:pt x="19292" y="7231"/>
                  <a:pt x="26292" y="4339"/>
                </a:cubicBezTo>
                <a:cubicBezTo>
                  <a:pt x="33291" y="1446"/>
                  <a:pt x="41072" y="0"/>
                  <a:pt x="49633" y="0"/>
                </a:cubicBezTo>
                <a:cubicBezTo>
                  <a:pt x="59062" y="0"/>
                  <a:pt x="67378" y="1519"/>
                  <a:pt x="74580" y="4556"/>
                </a:cubicBezTo>
                <a:cubicBezTo>
                  <a:pt x="81782" y="7593"/>
                  <a:pt x="87321" y="12061"/>
                  <a:pt x="91197" y="17962"/>
                </a:cubicBezTo>
                <a:cubicBezTo>
                  <a:pt x="95073" y="23862"/>
                  <a:pt x="97155" y="30544"/>
                  <a:pt x="97444" y="38006"/>
                </a:cubicBezTo>
                <a:lnTo>
                  <a:pt x="81305" y="39221"/>
                </a:lnTo>
                <a:cubicBezTo>
                  <a:pt x="80437" y="31180"/>
                  <a:pt x="77501" y="25106"/>
                  <a:pt x="72498" y="20999"/>
                </a:cubicBezTo>
                <a:cubicBezTo>
                  <a:pt x="67494" y="16892"/>
                  <a:pt x="60104" y="14838"/>
                  <a:pt x="50327" y="14838"/>
                </a:cubicBezTo>
                <a:cubicBezTo>
                  <a:pt x="40146" y="14838"/>
                  <a:pt x="32727" y="16704"/>
                  <a:pt x="28071" y="20435"/>
                </a:cubicBezTo>
                <a:cubicBezTo>
                  <a:pt x="23414" y="24166"/>
                  <a:pt x="21085" y="28664"/>
                  <a:pt x="21085" y="33928"/>
                </a:cubicBezTo>
                <a:cubicBezTo>
                  <a:pt x="21085" y="38498"/>
                  <a:pt x="22734" y="42258"/>
                  <a:pt x="26031" y="45208"/>
                </a:cubicBezTo>
                <a:cubicBezTo>
                  <a:pt x="29271" y="48158"/>
                  <a:pt x="37731" y="51181"/>
                  <a:pt x="51412" y="54276"/>
                </a:cubicBezTo>
                <a:cubicBezTo>
                  <a:pt x="65093" y="57370"/>
                  <a:pt x="74479" y="60075"/>
                  <a:pt x="79569" y="62389"/>
                </a:cubicBezTo>
                <a:cubicBezTo>
                  <a:pt x="86974" y="65802"/>
                  <a:pt x="92441" y="70126"/>
                  <a:pt x="95969" y="75361"/>
                </a:cubicBezTo>
                <a:cubicBezTo>
                  <a:pt x="99498" y="80596"/>
                  <a:pt x="101262" y="86627"/>
                  <a:pt x="101262" y="93453"/>
                </a:cubicBezTo>
                <a:cubicBezTo>
                  <a:pt x="101262" y="100221"/>
                  <a:pt x="99324" y="106599"/>
                  <a:pt x="95449" y="112586"/>
                </a:cubicBezTo>
                <a:cubicBezTo>
                  <a:pt x="91573" y="118573"/>
                  <a:pt x="86005" y="123230"/>
                  <a:pt x="78745" y="126556"/>
                </a:cubicBezTo>
                <a:cubicBezTo>
                  <a:pt x="71485" y="129882"/>
                  <a:pt x="63314" y="131546"/>
                  <a:pt x="54232" y="131546"/>
                </a:cubicBezTo>
                <a:cubicBezTo>
                  <a:pt x="42720" y="131546"/>
                  <a:pt x="33074" y="129868"/>
                  <a:pt x="25294" y="126513"/>
                </a:cubicBezTo>
                <a:cubicBezTo>
                  <a:pt x="17513" y="123158"/>
                  <a:pt x="11410" y="118110"/>
                  <a:pt x="6985" y="111371"/>
                </a:cubicBezTo>
                <a:cubicBezTo>
                  <a:pt x="2560" y="104632"/>
                  <a:pt x="231" y="97010"/>
                  <a:pt x="0" y="88507"/>
                </a:cubicBezTo>
                <a:close/>
                <a:moveTo>
                  <a:pt x="122296" y="20131"/>
                </a:moveTo>
                <a:lnTo>
                  <a:pt x="122296" y="2169"/>
                </a:lnTo>
                <a:lnTo>
                  <a:pt x="137915" y="2169"/>
                </a:lnTo>
                <a:lnTo>
                  <a:pt x="137915" y="20131"/>
                </a:lnTo>
                <a:lnTo>
                  <a:pt x="122296" y="20131"/>
                </a:lnTo>
                <a:moveTo>
                  <a:pt x="122296" y="129376"/>
                </a:moveTo>
                <a:lnTo>
                  <a:pt x="122296" y="37225"/>
                </a:lnTo>
                <a:lnTo>
                  <a:pt x="137915" y="37225"/>
                </a:lnTo>
                <a:lnTo>
                  <a:pt x="137915" y="129376"/>
                </a:lnTo>
                <a:lnTo>
                  <a:pt x="122296" y="129376"/>
                </a:lnTo>
                <a:close/>
                <a:moveTo>
                  <a:pt x="161785" y="129376"/>
                </a:moveTo>
                <a:lnTo>
                  <a:pt x="161785" y="37225"/>
                </a:lnTo>
                <a:lnTo>
                  <a:pt x="175842" y="37225"/>
                </a:lnTo>
                <a:lnTo>
                  <a:pt x="175842" y="50327"/>
                </a:lnTo>
                <a:cubicBezTo>
                  <a:pt x="182610" y="40204"/>
                  <a:pt x="192386" y="35142"/>
                  <a:pt x="205171" y="35142"/>
                </a:cubicBezTo>
                <a:cubicBezTo>
                  <a:pt x="210724" y="35142"/>
                  <a:pt x="215829" y="36140"/>
                  <a:pt x="220486" y="38136"/>
                </a:cubicBezTo>
                <a:cubicBezTo>
                  <a:pt x="225143" y="40132"/>
                  <a:pt x="228628" y="42749"/>
                  <a:pt x="230942" y="45989"/>
                </a:cubicBezTo>
                <a:cubicBezTo>
                  <a:pt x="233256" y="49228"/>
                  <a:pt x="234875" y="53075"/>
                  <a:pt x="235801" y="57529"/>
                </a:cubicBezTo>
                <a:cubicBezTo>
                  <a:pt x="236379" y="60422"/>
                  <a:pt x="236669" y="65484"/>
                  <a:pt x="236669" y="72714"/>
                </a:cubicBezTo>
                <a:lnTo>
                  <a:pt x="236669" y="129376"/>
                </a:lnTo>
                <a:lnTo>
                  <a:pt x="221050" y="129376"/>
                </a:lnTo>
                <a:lnTo>
                  <a:pt x="221050" y="73322"/>
                </a:lnTo>
                <a:cubicBezTo>
                  <a:pt x="221050" y="66959"/>
                  <a:pt x="220442" y="62201"/>
                  <a:pt x="219228" y="59048"/>
                </a:cubicBezTo>
                <a:cubicBezTo>
                  <a:pt x="218013" y="55895"/>
                  <a:pt x="215858" y="53379"/>
                  <a:pt x="212763" y="51499"/>
                </a:cubicBezTo>
                <a:cubicBezTo>
                  <a:pt x="209668" y="49619"/>
                  <a:pt x="206038" y="48679"/>
                  <a:pt x="201873" y="48679"/>
                </a:cubicBezTo>
                <a:cubicBezTo>
                  <a:pt x="195221" y="48679"/>
                  <a:pt x="189479" y="50790"/>
                  <a:pt x="184649" y="55013"/>
                </a:cubicBezTo>
                <a:cubicBezTo>
                  <a:pt x="179819" y="59236"/>
                  <a:pt x="177404" y="67248"/>
                  <a:pt x="177404" y="79049"/>
                </a:cubicBezTo>
                <a:lnTo>
                  <a:pt x="177404" y="129376"/>
                </a:lnTo>
                <a:lnTo>
                  <a:pt x="161785" y="129376"/>
                </a:lnTo>
                <a:close/>
                <a:moveTo>
                  <a:pt x="260624" y="129376"/>
                </a:moveTo>
                <a:lnTo>
                  <a:pt x="260624" y="2169"/>
                </a:lnTo>
                <a:lnTo>
                  <a:pt x="276243" y="2169"/>
                </a:lnTo>
                <a:lnTo>
                  <a:pt x="276243" y="74710"/>
                </a:lnTo>
                <a:lnTo>
                  <a:pt x="313208" y="37225"/>
                </a:lnTo>
                <a:lnTo>
                  <a:pt x="333425" y="37225"/>
                </a:lnTo>
                <a:lnTo>
                  <a:pt x="298196" y="71413"/>
                </a:lnTo>
                <a:lnTo>
                  <a:pt x="336983" y="129376"/>
                </a:lnTo>
                <a:lnTo>
                  <a:pt x="317720" y="129376"/>
                </a:lnTo>
                <a:lnTo>
                  <a:pt x="287263" y="82259"/>
                </a:lnTo>
                <a:lnTo>
                  <a:pt x="276243" y="92845"/>
                </a:lnTo>
                <a:lnTo>
                  <a:pt x="276243" y="129376"/>
                </a:lnTo>
                <a:lnTo>
                  <a:pt x="260624" y="129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A4E4E-4C1D-454A-852D-FB3B5745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88" y="3533970"/>
            <a:ext cx="98727" cy="670369"/>
          </a:xfrm>
          <a:custGeom xmlns:a="http://schemas.openxmlformats.org/drawingml/2006/main">
            <a:pathLst>
              <a:path w="98727" h="670369">
                <a:moveTo>
                  <a:pt x="59235" y="0"/>
                </a:moveTo>
                <a:lnTo>
                  <a:pt x="59236" y="571642"/>
                </a:lnTo>
                <a:lnTo>
                  <a:pt x="98727" y="571642"/>
                </a:lnTo>
                <a:lnTo>
                  <a:pt x="49363" y="670369"/>
                </a:lnTo>
                <a:lnTo>
                  <a:pt x="0" y="571642"/>
                </a:lnTo>
                <a:lnTo>
                  <a:pt x="39491" y="571642"/>
                </a:lnTo>
                <a:lnTo>
                  <a:pt x="39490" y="0"/>
                </a:lnTo>
                <a:lnTo>
                  <a:pt x="59235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d9815afab40af"/>
          <a:stretch xmlns:a="http://schemas.openxmlformats.org/drawingml/2006/main"/>
        </p:blipFill>
        <p:spPr>
          <a:xfrm xmlns:a="http://schemas.openxmlformats.org/drawingml/2006/main">
            <a:off x="8564645" y="3707134"/>
            <a:ext cx="355416" cy="355416"/>
          </a:xfrm>
          <a:prstGeom xmlns:a="http://schemas.openxmlformats.org/drawingml/2006/main" prst="rect">
            <a:avLst/>
          </a:prstGeom>
        </p:spPr>
      </p:pic>
      <p:sp>
        <p:nvSpPr>
          <p:cNvPr id="27" name="Text ✅">
            <a:extLst xmlns:a="http://schemas.openxmlformats.org/drawingml/2006/main">
              <a:ext uri="{FF2B5EF4-FFF2-40B4-BE49-F238E27FC236}">
                <a16:creationId xmlns:a16="http://schemas.microsoft.com/office/drawing/2014/main" id="{9A1C1767-30A5-40E6-960D-5441237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200" y="3667643"/>
            <a:ext cx="355416" cy="355416"/>
          </a:xfrm>
          <a:custGeom xmlns:a="http://schemas.openxmlformats.org/drawingml/2006/main">
            <a:pathLst>
              <a:path w="355416" h="355416">
                <a:moveTo>
                  <a:pt x="0" y="355416"/>
                </a:moveTo>
                <a:lnTo>
                  <a:pt x="0" y="355416"/>
                </a:lnTo>
                <a:moveTo>
                  <a:pt x="355416" y="0"/>
                </a:moveTo>
                <a:lnTo>
                  <a:pt x="35541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Flow">
            <a:extLst xmlns:a="http://schemas.openxmlformats.org/drawingml/2006/main">
              <a:ext uri="{FF2B5EF4-FFF2-40B4-BE49-F238E27FC236}">
                <a16:creationId xmlns:a16="http://schemas.microsoft.com/office/drawing/2014/main" id="{408CC8A4-0BD0-4261-B0EC-AF52EEE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458" y="4607908"/>
            <a:ext cx="475623" cy="172386"/>
          </a:xfrm>
          <a:custGeom xmlns:a="http://schemas.openxmlformats.org/drawingml/2006/main">
            <a:pathLst>
              <a:path w="475623" h="172386">
                <a:moveTo>
                  <a:pt x="0" y="169609"/>
                </a:moveTo>
                <a:lnTo>
                  <a:pt x="0" y="0"/>
                </a:lnTo>
                <a:lnTo>
                  <a:pt x="114423" y="0"/>
                </a:lnTo>
                <a:lnTo>
                  <a:pt x="114423" y="20015"/>
                </a:lnTo>
                <a:lnTo>
                  <a:pt x="22445" y="20015"/>
                </a:lnTo>
                <a:lnTo>
                  <a:pt x="22445" y="72541"/>
                </a:lnTo>
                <a:lnTo>
                  <a:pt x="102043" y="72541"/>
                </a:lnTo>
                <a:lnTo>
                  <a:pt x="102043" y="92556"/>
                </a:lnTo>
                <a:lnTo>
                  <a:pt x="22445" y="92556"/>
                </a:lnTo>
                <a:lnTo>
                  <a:pt x="22445" y="169609"/>
                </a:lnTo>
                <a:lnTo>
                  <a:pt x="0" y="169609"/>
                </a:lnTo>
                <a:close/>
                <a:moveTo>
                  <a:pt x="143809" y="169609"/>
                </a:moveTo>
                <a:lnTo>
                  <a:pt x="143809" y="0"/>
                </a:lnTo>
                <a:lnTo>
                  <a:pt x="164634" y="0"/>
                </a:lnTo>
                <a:lnTo>
                  <a:pt x="164634" y="169609"/>
                </a:lnTo>
                <a:lnTo>
                  <a:pt x="143809" y="169609"/>
                </a:lnTo>
                <a:close/>
                <a:moveTo>
                  <a:pt x="185804" y="108175"/>
                </a:moveTo>
                <a:cubicBezTo>
                  <a:pt x="185804" y="85422"/>
                  <a:pt x="192129" y="68569"/>
                  <a:pt x="204778" y="57616"/>
                </a:cubicBezTo>
                <a:cubicBezTo>
                  <a:pt x="215345" y="48515"/>
                  <a:pt x="228226" y="43964"/>
                  <a:pt x="243421" y="43964"/>
                </a:cubicBezTo>
                <a:cubicBezTo>
                  <a:pt x="260312" y="43964"/>
                  <a:pt x="274118" y="49498"/>
                  <a:pt x="284839" y="60566"/>
                </a:cubicBezTo>
                <a:cubicBezTo>
                  <a:pt x="295561" y="71635"/>
                  <a:pt x="300921" y="86926"/>
                  <a:pt x="300921" y="106440"/>
                </a:cubicBezTo>
                <a:cubicBezTo>
                  <a:pt x="300921" y="122251"/>
                  <a:pt x="298549" y="134689"/>
                  <a:pt x="293806" y="143751"/>
                </a:cubicBezTo>
                <a:cubicBezTo>
                  <a:pt x="289062" y="152814"/>
                  <a:pt x="282159" y="159852"/>
                  <a:pt x="273096" y="164866"/>
                </a:cubicBezTo>
                <a:cubicBezTo>
                  <a:pt x="264034" y="169879"/>
                  <a:pt x="254142" y="172386"/>
                  <a:pt x="243421" y="172386"/>
                </a:cubicBezTo>
                <a:cubicBezTo>
                  <a:pt x="226220" y="172386"/>
                  <a:pt x="212318" y="166871"/>
                  <a:pt x="201712" y="155842"/>
                </a:cubicBezTo>
                <a:cubicBezTo>
                  <a:pt x="191107" y="144812"/>
                  <a:pt x="185804" y="128923"/>
                  <a:pt x="185804" y="108175"/>
                </a:cubicBezTo>
                <a:moveTo>
                  <a:pt x="207208" y="108175"/>
                </a:moveTo>
                <a:cubicBezTo>
                  <a:pt x="207208" y="123910"/>
                  <a:pt x="210640" y="135691"/>
                  <a:pt x="217505" y="143520"/>
                </a:cubicBezTo>
                <a:cubicBezTo>
                  <a:pt x="224369" y="151349"/>
                  <a:pt x="233008" y="155263"/>
                  <a:pt x="243421" y="155263"/>
                </a:cubicBezTo>
                <a:cubicBezTo>
                  <a:pt x="253756" y="155263"/>
                  <a:pt x="262356" y="151329"/>
                  <a:pt x="269221" y="143462"/>
                </a:cubicBezTo>
                <a:cubicBezTo>
                  <a:pt x="276085" y="135595"/>
                  <a:pt x="279517" y="123601"/>
                  <a:pt x="279517" y="107481"/>
                </a:cubicBezTo>
                <a:cubicBezTo>
                  <a:pt x="279517" y="92286"/>
                  <a:pt x="276066" y="80775"/>
                  <a:pt x="269163" y="72946"/>
                </a:cubicBezTo>
                <a:cubicBezTo>
                  <a:pt x="262260" y="65117"/>
                  <a:pt x="253679" y="61203"/>
                  <a:pt x="243421" y="61203"/>
                </a:cubicBezTo>
                <a:cubicBezTo>
                  <a:pt x="233008" y="61203"/>
                  <a:pt x="224369" y="65098"/>
                  <a:pt x="217505" y="72888"/>
                </a:cubicBezTo>
                <a:cubicBezTo>
                  <a:pt x="210640" y="80678"/>
                  <a:pt x="207208" y="92441"/>
                  <a:pt x="207208" y="108175"/>
                </a:cubicBezTo>
                <a:close/>
                <a:moveTo>
                  <a:pt x="344656" y="169609"/>
                </a:moveTo>
                <a:lnTo>
                  <a:pt x="307055" y="46741"/>
                </a:lnTo>
                <a:lnTo>
                  <a:pt x="328574" y="46741"/>
                </a:lnTo>
                <a:lnTo>
                  <a:pt x="348127" y="117662"/>
                </a:lnTo>
                <a:lnTo>
                  <a:pt x="355416" y="144041"/>
                </a:lnTo>
                <a:cubicBezTo>
                  <a:pt x="355724" y="142729"/>
                  <a:pt x="357845" y="134284"/>
                  <a:pt x="361779" y="118703"/>
                </a:cubicBezTo>
                <a:lnTo>
                  <a:pt x="381331" y="46741"/>
                </a:lnTo>
                <a:lnTo>
                  <a:pt x="402735" y="46741"/>
                </a:lnTo>
                <a:lnTo>
                  <a:pt x="421130" y="118009"/>
                </a:lnTo>
                <a:lnTo>
                  <a:pt x="427262" y="141495"/>
                </a:lnTo>
                <a:lnTo>
                  <a:pt x="434320" y="117778"/>
                </a:lnTo>
                <a:lnTo>
                  <a:pt x="455376" y="46741"/>
                </a:lnTo>
                <a:lnTo>
                  <a:pt x="475623" y="46741"/>
                </a:lnTo>
                <a:lnTo>
                  <a:pt x="437212" y="169609"/>
                </a:lnTo>
                <a:lnTo>
                  <a:pt x="415577" y="169609"/>
                </a:lnTo>
                <a:lnTo>
                  <a:pt x="396025" y="96027"/>
                </a:lnTo>
                <a:lnTo>
                  <a:pt x="391281" y="75086"/>
                </a:lnTo>
                <a:lnTo>
                  <a:pt x="366407" y="169609"/>
                </a:lnTo>
                <a:lnTo>
                  <a:pt x="344656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V">
            <a:extLst xmlns:a="http://schemas.openxmlformats.org/drawingml/2006/main">
              <a:ext uri="{FF2B5EF4-FFF2-40B4-BE49-F238E27FC236}">
                <a16:creationId xmlns:a16="http://schemas.microsoft.com/office/drawing/2014/main" id="{51C0CB1C-87B7-44BF-AE80-4ECD65B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372" y="4894215"/>
            <a:ext cx="155147" cy="169609"/>
          </a:xfrm>
          <a:custGeom xmlns:a="http://schemas.openxmlformats.org/drawingml/2006/main">
            <a:pathLst>
              <a:path w="155147" h="169609">
                <a:moveTo>
                  <a:pt x="65715" y="169609"/>
                </a:moveTo>
                <a:lnTo>
                  <a:pt x="0" y="0"/>
                </a:lnTo>
                <a:lnTo>
                  <a:pt x="24296" y="0"/>
                </a:lnTo>
                <a:lnTo>
                  <a:pt x="68376" y="123215"/>
                </a:lnTo>
                <a:cubicBezTo>
                  <a:pt x="71924" y="133088"/>
                  <a:pt x="74893" y="142344"/>
                  <a:pt x="77284" y="150982"/>
                </a:cubicBezTo>
                <a:cubicBezTo>
                  <a:pt x="79907" y="141727"/>
                  <a:pt x="82954" y="132471"/>
                  <a:pt x="86424" y="123215"/>
                </a:cubicBezTo>
                <a:lnTo>
                  <a:pt x="132240" y="0"/>
                </a:lnTo>
                <a:lnTo>
                  <a:pt x="155147" y="0"/>
                </a:lnTo>
                <a:lnTo>
                  <a:pt x="88738" y="169609"/>
                </a:lnTo>
                <a:lnTo>
                  <a:pt x="65715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alidation">
            <a:extLst xmlns:a="http://schemas.openxmlformats.org/drawingml/2006/main">
              <a:ext uri="{FF2B5EF4-FFF2-40B4-BE49-F238E27FC236}">
                <a16:creationId xmlns:a16="http://schemas.microsoft.com/office/drawing/2014/main" id="{68EF656B-D6C8-455F-BC8E-BBC269C3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102" y="4894215"/>
            <a:ext cx="837021" cy="172386"/>
          </a:xfrm>
          <a:custGeom xmlns:a="http://schemas.openxmlformats.org/drawingml/2006/main">
            <a:pathLst>
              <a:path w="837021" h="172386">
                <a:moveTo>
                  <a:pt x="87234" y="154453"/>
                </a:moveTo>
                <a:cubicBezTo>
                  <a:pt x="79521" y="161009"/>
                  <a:pt x="72097" y="165637"/>
                  <a:pt x="64963" y="168337"/>
                </a:cubicBezTo>
                <a:cubicBezTo>
                  <a:pt x="57828" y="171036"/>
                  <a:pt x="50173" y="172386"/>
                  <a:pt x="41997" y="172386"/>
                </a:cubicBezTo>
                <a:cubicBezTo>
                  <a:pt x="28500" y="172386"/>
                  <a:pt x="18126" y="169089"/>
                  <a:pt x="10875" y="162494"/>
                </a:cubicBezTo>
                <a:cubicBezTo>
                  <a:pt x="3625" y="155899"/>
                  <a:pt x="0" y="147473"/>
                  <a:pt x="0" y="137215"/>
                </a:cubicBezTo>
                <a:cubicBezTo>
                  <a:pt x="0" y="131198"/>
                  <a:pt x="1369" y="125703"/>
                  <a:pt x="4107" y="120728"/>
                </a:cubicBezTo>
                <a:cubicBezTo>
                  <a:pt x="6845" y="115753"/>
                  <a:pt x="10432" y="111762"/>
                  <a:pt x="14867" y="108754"/>
                </a:cubicBezTo>
                <a:cubicBezTo>
                  <a:pt x="19302" y="105745"/>
                  <a:pt x="24296" y="103470"/>
                  <a:pt x="29849" y="101928"/>
                </a:cubicBezTo>
                <a:cubicBezTo>
                  <a:pt x="33937" y="100848"/>
                  <a:pt x="40108" y="99806"/>
                  <a:pt x="48361" y="98804"/>
                </a:cubicBezTo>
                <a:cubicBezTo>
                  <a:pt x="65175" y="96798"/>
                  <a:pt x="77554" y="94407"/>
                  <a:pt x="85499" y="91631"/>
                </a:cubicBezTo>
                <a:cubicBezTo>
                  <a:pt x="85576" y="88777"/>
                  <a:pt x="85614" y="86964"/>
                  <a:pt x="85614" y="86193"/>
                </a:cubicBezTo>
                <a:cubicBezTo>
                  <a:pt x="85614" y="77709"/>
                  <a:pt x="83648" y="71731"/>
                  <a:pt x="79714" y="68260"/>
                </a:cubicBezTo>
                <a:cubicBezTo>
                  <a:pt x="74392" y="63555"/>
                  <a:pt x="66486" y="61203"/>
                  <a:pt x="55997" y="61203"/>
                </a:cubicBezTo>
                <a:cubicBezTo>
                  <a:pt x="46201" y="61203"/>
                  <a:pt x="38970" y="62919"/>
                  <a:pt x="34304" y="66351"/>
                </a:cubicBezTo>
                <a:cubicBezTo>
                  <a:pt x="29637" y="69784"/>
                  <a:pt x="26186" y="75858"/>
                  <a:pt x="23949" y="84573"/>
                </a:cubicBezTo>
                <a:lnTo>
                  <a:pt x="3587" y="81797"/>
                </a:lnTo>
                <a:cubicBezTo>
                  <a:pt x="5438" y="73081"/>
                  <a:pt x="8484" y="66043"/>
                  <a:pt x="12726" y="60682"/>
                </a:cubicBezTo>
                <a:cubicBezTo>
                  <a:pt x="16969" y="55322"/>
                  <a:pt x="23100" y="51195"/>
                  <a:pt x="31122" y="48303"/>
                </a:cubicBezTo>
                <a:cubicBezTo>
                  <a:pt x="39144" y="45410"/>
                  <a:pt x="48438" y="43964"/>
                  <a:pt x="59005" y="43964"/>
                </a:cubicBezTo>
                <a:cubicBezTo>
                  <a:pt x="69494" y="43964"/>
                  <a:pt x="78017" y="45198"/>
                  <a:pt x="84573" y="47666"/>
                </a:cubicBezTo>
                <a:cubicBezTo>
                  <a:pt x="91129" y="50135"/>
                  <a:pt x="95950" y="53239"/>
                  <a:pt x="99035" y="56980"/>
                </a:cubicBezTo>
                <a:cubicBezTo>
                  <a:pt x="102120" y="60721"/>
                  <a:pt x="104280" y="65445"/>
                  <a:pt x="105514" y="71153"/>
                </a:cubicBezTo>
                <a:cubicBezTo>
                  <a:pt x="106208" y="74701"/>
                  <a:pt x="106555" y="81102"/>
                  <a:pt x="106555" y="90358"/>
                </a:cubicBezTo>
                <a:lnTo>
                  <a:pt x="106555" y="118125"/>
                </a:lnTo>
                <a:cubicBezTo>
                  <a:pt x="106555" y="137485"/>
                  <a:pt x="106999" y="149729"/>
                  <a:pt x="107886" y="154858"/>
                </a:cubicBezTo>
                <a:cubicBezTo>
                  <a:pt x="108773" y="159987"/>
                  <a:pt x="110528" y="164904"/>
                  <a:pt x="113150" y="169609"/>
                </a:cubicBezTo>
                <a:lnTo>
                  <a:pt x="91399" y="169609"/>
                </a:lnTo>
                <a:cubicBezTo>
                  <a:pt x="89240" y="165290"/>
                  <a:pt x="87851" y="160238"/>
                  <a:pt x="87234" y="154453"/>
                </a:cubicBezTo>
                <a:moveTo>
                  <a:pt x="85499" y="107944"/>
                </a:moveTo>
                <a:cubicBezTo>
                  <a:pt x="77940" y="111029"/>
                  <a:pt x="66602" y="113651"/>
                  <a:pt x="51484" y="115811"/>
                </a:cubicBezTo>
                <a:cubicBezTo>
                  <a:pt x="42923" y="117045"/>
                  <a:pt x="36868" y="118433"/>
                  <a:pt x="33320" y="119976"/>
                </a:cubicBezTo>
                <a:cubicBezTo>
                  <a:pt x="29772" y="121519"/>
                  <a:pt x="27034" y="123775"/>
                  <a:pt x="25106" y="126744"/>
                </a:cubicBezTo>
                <a:cubicBezTo>
                  <a:pt x="23178" y="129714"/>
                  <a:pt x="22213" y="133011"/>
                  <a:pt x="22213" y="136636"/>
                </a:cubicBezTo>
                <a:cubicBezTo>
                  <a:pt x="22213" y="142189"/>
                  <a:pt x="24315" y="146817"/>
                  <a:pt x="28519" y="150520"/>
                </a:cubicBezTo>
                <a:cubicBezTo>
                  <a:pt x="32722" y="154222"/>
                  <a:pt x="38874" y="156073"/>
                  <a:pt x="46972" y="156073"/>
                </a:cubicBezTo>
                <a:cubicBezTo>
                  <a:pt x="54994" y="156073"/>
                  <a:pt x="62128" y="154318"/>
                  <a:pt x="68376" y="150809"/>
                </a:cubicBezTo>
                <a:cubicBezTo>
                  <a:pt x="74623" y="147299"/>
                  <a:pt x="79213" y="142498"/>
                  <a:pt x="82144" y="136405"/>
                </a:cubicBezTo>
                <a:cubicBezTo>
                  <a:pt x="84380" y="131700"/>
                  <a:pt x="85499" y="124758"/>
                  <a:pt x="85499" y="115580"/>
                </a:cubicBezTo>
                <a:lnTo>
                  <a:pt x="85499" y="107944"/>
                </a:lnTo>
                <a:close/>
                <a:moveTo>
                  <a:pt x="134853" y="169609"/>
                </a:moveTo>
                <a:lnTo>
                  <a:pt x="134853" y="0"/>
                </a:lnTo>
                <a:lnTo>
                  <a:pt x="155678" y="0"/>
                </a:lnTo>
                <a:lnTo>
                  <a:pt x="155678" y="169609"/>
                </a:lnTo>
                <a:lnTo>
                  <a:pt x="134853" y="169609"/>
                </a:lnTo>
                <a:close/>
                <a:moveTo>
                  <a:pt x="184786" y="23949"/>
                </a:moveTo>
                <a:lnTo>
                  <a:pt x="184786" y="0"/>
                </a:lnTo>
                <a:lnTo>
                  <a:pt x="205611" y="0"/>
                </a:lnTo>
                <a:lnTo>
                  <a:pt x="205611" y="23949"/>
                </a:lnTo>
                <a:lnTo>
                  <a:pt x="184786" y="23949"/>
                </a:lnTo>
                <a:moveTo>
                  <a:pt x="184786" y="169609"/>
                </a:moveTo>
                <a:lnTo>
                  <a:pt x="184786" y="46741"/>
                </a:lnTo>
                <a:lnTo>
                  <a:pt x="205611" y="46741"/>
                </a:lnTo>
                <a:lnTo>
                  <a:pt x="205611" y="169609"/>
                </a:lnTo>
                <a:lnTo>
                  <a:pt x="184786" y="169609"/>
                </a:lnTo>
                <a:close/>
                <a:moveTo>
                  <a:pt x="313740" y="169609"/>
                </a:moveTo>
                <a:lnTo>
                  <a:pt x="313740" y="154106"/>
                </a:lnTo>
                <a:cubicBezTo>
                  <a:pt x="305950" y="166293"/>
                  <a:pt x="294496" y="172386"/>
                  <a:pt x="279379" y="172386"/>
                </a:cubicBezTo>
                <a:cubicBezTo>
                  <a:pt x="269583" y="172386"/>
                  <a:pt x="260578" y="169686"/>
                  <a:pt x="252364" y="164287"/>
                </a:cubicBezTo>
                <a:cubicBezTo>
                  <a:pt x="244149" y="158888"/>
                  <a:pt x="237786" y="151349"/>
                  <a:pt x="233274" y="141669"/>
                </a:cubicBezTo>
                <a:cubicBezTo>
                  <a:pt x="228762" y="131989"/>
                  <a:pt x="226506" y="120863"/>
                  <a:pt x="226506" y="108291"/>
                </a:cubicBezTo>
                <a:cubicBezTo>
                  <a:pt x="226506" y="96027"/>
                  <a:pt x="228550" y="84901"/>
                  <a:pt x="232638" y="74913"/>
                </a:cubicBezTo>
                <a:cubicBezTo>
                  <a:pt x="236726" y="64924"/>
                  <a:pt x="242857" y="57269"/>
                  <a:pt x="251033" y="51947"/>
                </a:cubicBezTo>
                <a:cubicBezTo>
                  <a:pt x="259209" y="46625"/>
                  <a:pt x="268349" y="43964"/>
                  <a:pt x="278453" y="43964"/>
                </a:cubicBezTo>
                <a:cubicBezTo>
                  <a:pt x="285858" y="43964"/>
                  <a:pt x="292452" y="45526"/>
                  <a:pt x="298237" y="48650"/>
                </a:cubicBezTo>
                <a:cubicBezTo>
                  <a:pt x="304022" y="51774"/>
                  <a:pt x="308727" y="55842"/>
                  <a:pt x="312352" y="60856"/>
                </a:cubicBezTo>
                <a:lnTo>
                  <a:pt x="312352" y="0"/>
                </a:lnTo>
                <a:lnTo>
                  <a:pt x="333061" y="0"/>
                </a:lnTo>
                <a:lnTo>
                  <a:pt x="333061" y="169609"/>
                </a:lnTo>
                <a:lnTo>
                  <a:pt x="313740" y="169609"/>
                </a:lnTo>
                <a:moveTo>
                  <a:pt x="247909" y="108291"/>
                </a:moveTo>
                <a:cubicBezTo>
                  <a:pt x="247909" y="124025"/>
                  <a:pt x="251226" y="135788"/>
                  <a:pt x="257859" y="143578"/>
                </a:cubicBezTo>
                <a:cubicBezTo>
                  <a:pt x="264492" y="151368"/>
                  <a:pt x="272321" y="155263"/>
                  <a:pt x="281345" y="155263"/>
                </a:cubicBezTo>
                <a:cubicBezTo>
                  <a:pt x="290447" y="155263"/>
                  <a:pt x="298179" y="151542"/>
                  <a:pt x="304542" y="144098"/>
                </a:cubicBezTo>
                <a:cubicBezTo>
                  <a:pt x="310906" y="136655"/>
                  <a:pt x="314087" y="125298"/>
                  <a:pt x="314087" y="110026"/>
                </a:cubicBezTo>
                <a:cubicBezTo>
                  <a:pt x="314087" y="93212"/>
                  <a:pt x="310848" y="80871"/>
                  <a:pt x="304369" y="73004"/>
                </a:cubicBezTo>
                <a:cubicBezTo>
                  <a:pt x="297890" y="65136"/>
                  <a:pt x="289907" y="61203"/>
                  <a:pt x="280420" y="61203"/>
                </a:cubicBezTo>
                <a:cubicBezTo>
                  <a:pt x="271164" y="61203"/>
                  <a:pt x="263432" y="64982"/>
                  <a:pt x="257223" y="72541"/>
                </a:cubicBezTo>
                <a:cubicBezTo>
                  <a:pt x="251014" y="80100"/>
                  <a:pt x="247909" y="92016"/>
                  <a:pt x="247909" y="108291"/>
                </a:cubicBezTo>
                <a:close/>
                <a:moveTo>
                  <a:pt x="442461" y="154453"/>
                </a:moveTo>
                <a:cubicBezTo>
                  <a:pt x="434748" y="161009"/>
                  <a:pt x="427324" y="165637"/>
                  <a:pt x="420189" y="168337"/>
                </a:cubicBezTo>
                <a:cubicBezTo>
                  <a:pt x="413055" y="171036"/>
                  <a:pt x="405400" y="172386"/>
                  <a:pt x="397224" y="172386"/>
                </a:cubicBezTo>
                <a:cubicBezTo>
                  <a:pt x="383726" y="172386"/>
                  <a:pt x="373352" y="169089"/>
                  <a:pt x="366102" y="162494"/>
                </a:cubicBezTo>
                <a:cubicBezTo>
                  <a:pt x="358852" y="155899"/>
                  <a:pt x="355226" y="147473"/>
                  <a:pt x="355226" y="137215"/>
                </a:cubicBezTo>
                <a:cubicBezTo>
                  <a:pt x="355226" y="131198"/>
                  <a:pt x="356595" y="125703"/>
                  <a:pt x="359334" y="120728"/>
                </a:cubicBezTo>
                <a:cubicBezTo>
                  <a:pt x="362072" y="115753"/>
                  <a:pt x="365658" y="111762"/>
                  <a:pt x="370093" y="108754"/>
                </a:cubicBezTo>
                <a:cubicBezTo>
                  <a:pt x="374528" y="105745"/>
                  <a:pt x="379522" y="103470"/>
                  <a:pt x="385076" y="101928"/>
                </a:cubicBezTo>
                <a:cubicBezTo>
                  <a:pt x="389164" y="100848"/>
                  <a:pt x="395334" y="99806"/>
                  <a:pt x="403587" y="98804"/>
                </a:cubicBezTo>
                <a:cubicBezTo>
                  <a:pt x="420401" y="96798"/>
                  <a:pt x="432781" y="94407"/>
                  <a:pt x="440725" y="91631"/>
                </a:cubicBezTo>
                <a:cubicBezTo>
                  <a:pt x="440802" y="88777"/>
                  <a:pt x="440841" y="86964"/>
                  <a:pt x="440841" y="86193"/>
                </a:cubicBezTo>
                <a:cubicBezTo>
                  <a:pt x="440841" y="77709"/>
                  <a:pt x="438874" y="71731"/>
                  <a:pt x="434940" y="68260"/>
                </a:cubicBezTo>
                <a:cubicBezTo>
                  <a:pt x="429618" y="63555"/>
                  <a:pt x="421713" y="61203"/>
                  <a:pt x="411223" y="61203"/>
                </a:cubicBezTo>
                <a:cubicBezTo>
                  <a:pt x="401427" y="61203"/>
                  <a:pt x="394196" y="62919"/>
                  <a:pt x="389530" y="66351"/>
                </a:cubicBezTo>
                <a:cubicBezTo>
                  <a:pt x="384864" y="69784"/>
                  <a:pt x="381412" y="75858"/>
                  <a:pt x="379175" y="84573"/>
                </a:cubicBezTo>
                <a:lnTo>
                  <a:pt x="358813" y="81797"/>
                </a:lnTo>
                <a:cubicBezTo>
                  <a:pt x="360664" y="73081"/>
                  <a:pt x="363711" y="66043"/>
                  <a:pt x="367953" y="60682"/>
                </a:cubicBezTo>
                <a:cubicBezTo>
                  <a:pt x="372195" y="55322"/>
                  <a:pt x="378327" y="51195"/>
                  <a:pt x="386348" y="48303"/>
                </a:cubicBezTo>
                <a:cubicBezTo>
                  <a:pt x="394370" y="45410"/>
                  <a:pt x="403664" y="43964"/>
                  <a:pt x="414231" y="43964"/>
                </a:cubicBezTo>
                <a:cubicBezTo>
                  <a:pt x="424721" y="43964"/>
                  <a:pt x="433244" y="45198"/>
                  <a:pt x="439800" y="47666"/>
                </a:cubicBezTo>
                <a:cubicBezTo>
                  <a:pt x="446356" y="50135"/>
                  <a:pt x="451176" y="53239"/>
                  <a:pt x="454262" y="56980"/>
                </a:cubicBezTo>
                <a:cubicBezTo>
                  <a:pt x="457347" y="60721"/>
                  <a:pt x="459506" y="65445"/>
                  <a:pt x="460740" y="71153"/>
                </a:cubicBezTo>
                <a:cubicBezTo>
                  <a:pt x="461435" y="74701"/>
                  <a:pt x="461782" y="81102"/>
                  <a:pt x="461782" y="90358"/>
                </a:cubicBezTo>
                <a:lnTo>
                  <a:pt x="461782" y="118125"/>
                </a:lnTo>
                <a:cubicBezTo>
                  <a:pt x="461782" y="137485"/>
                  <a:pt x="462225" y="149729"/>
                  <a:pt x="463112" y="154858"/>
                </a:cubicBezTo>
                <a:cubicBezTo>
                  <a:pt x="463999" y="159987"/>
                  <a:pt x="465754" y="164904"/>
                  <a:pt x="468376" y="169609"/>
                </a:cubicBezTo>
                <a:lnTo>
                  <a:pt x="446626" y="169609"/>
                </a:lnTo>
                <a:cubicBezTo>
                  <a:pt x="444466" y="165290"/>
                  <a:pt x="443078" y="160238"/>
                  <a:pt x="442461" y="154453"/>
                </a:cubicBezTo>
                <a:moveTo>
                  <a:pt x="440725" y="107944"/>
                </a:moveTo>
                <a:cubicBezTo>
                  <a:pt x="433166" y="111029"/>
                  <a:pt x="421828" y="113651"/>
                  <a:pt x="406711" y="115811"/>
                </a:cubicBezTo>
                <a:cubicBezTo>
                  <a:pt x="398149" y="117045"/>
                  <a:pt x="392095" y="118433"/>
                  <a:pt x="388547" y="119976"/>
                </a:cubicBezTo>
                <a:cubicBezTo>
                  <a:pt x="384999" y="121519"/>
                  <a:pt x="382261" y="123775"/>
                  <a:pt x="380332" y="126744"/>
                </a:cubicBezTo>
                <a:cubicBezTo>
                  <a:pt x="378404" y="129714"/>
                  <a:pt x="377440" y="133011"/>
                  <a:pt x="377440" y="136636"/>
                </a:cubicBezTo>
                <a:cubicBezTo>
                  <a:pt x="377440" y="142189"/>
                  <a:pt x="379542" y="146817"/>
                  <a:pt x="383745" y="150520"/>
                </a:cubicBezTo>
                <a:cubicBezTo>
                  <a:pt x="387949" y="154222"/>
                  <a:pt x="394100" y="156073"/>
                  <a:pt x="402199" y="156073"/>
                </a:cubicBezTo>
                <a:cubicBezTo>
                  <a:pt x="410220" y="156073"/>
                  <a:pt x="417355" y="154318"/>
                  <a:pt x="423602" y="150809"/>
                </a:cubicBezTo>
                <a:cubicBezTo>
                  <a:pt x="429850" y="147299"/>
                  <a:pt x="434439" y="142498"/>
                  <a:pt x="437370" y="136405"/>
                </a:cubicBezTo>
                <a:cubicBezTo>
                  <a:pt x="439607" y="131700"/>
                  <a:pt x="440725" y="124758"/>
                  <a:pt x="440725" y="115580"/>
                </a:cubicBezTo>
                <a:lnTo>
                  <a:pt x="440725" y="107944"/>
                </a:lnTo>
                <a:close/>
                <a:moveTo>
                  <a:pt x="536010" y="150982"/>
                </a:moveTo>
                <a:lnTo>
                  <a:pt x="539018" y="169378"/>
                </a:lnTo>
                <a:cubicBezTo>
                  <a:pt x="533156" y="170612"/>
                  <a:pt x="527911" y="171229"/>
                  <a:pt x="523283" y="171229"/>
                </a:cubicBezTo>
                <a:cubicBezTo>
                  <a:pt x="515725" y="171229"/>
                  <a:pt x="509863" y="170033"/>
                  <a:pt x="505698" y="167642"/>
                </a:cubicBezTo>
                <a:cubicBezTo>
                  <a:pt x="501533" y="165251"/>
                  <a:pt x="498602" y="162108"/>
                  <a:pt x="496905" y="158213"/>
                </a:cubicBezTo>
                <a:cubicBezTo>
                  <a:pt x="495208" y="154318"/>
                  <a:pt x="494359" y="146123"/>
                  <a:pt x="494359" y="133628"/>
                </a:cubicBezTo>
                <a:lnTo>
                  <a:pt x="494359" y="62938"/>
                </a:lnTo>
                <a:lnTo>
                  <a:pt x="479088" y="62938"/>
                </a:lnTo>
                <a:lnTo>
                  <a:pt x="479088" y="46741"/>
                </a:lnTo>
                <a:lnTo>
                  <a:pt x="494359" y="46741"/>
                </a:lnTo>
                <a:lnTo>
                  <a:pt x="494359" y="16313"/>
                </a:lnTo>
                <a:lnTo>
                  <a:pt x="515069" y="3818"/>
                </a:lnTo>
                <a:lnTo>
                  <a:pt x="515069" y="46741"/>
                </a:lnTo>
                <a:lnTo>
                  <a:pt x="536010" y="46741"/>
                </a:lnTo>
                <a:lnTo>
                  <a:pt x="536010" y="62938"/>
                </a:lnTo>
                <a:lnTo>
                  <a:pt x="515069" y="62938"/>
                </a:lnTo>
                <a:lnTo>
                  <a:pt x="515069" y="134785"/>
                </a:lnTo>
                <a:cubicBezTo>
                  <a:pt x="515069" y="140724"/>
                  <a:pt x="515435" y="144542"/>
                  <a:pt x="516168" y="146239"/>
                </a:cubicBezTo>
                <a:cubicBezTo>
                  <a:pt x="516901" y="147936"/>
                  <a:pt x="518096" y="149285"/>
                  <a:pt x="519755" y="150288"/>
                </a:cubicBezTo>
                <a:cubicBezTo>
                  <a:pt x="521413" y="151291"/>
                  <a:pt x="523785" y="151792"/>
                  <a:pt x="526870" y="151792"/>
                </a:cubicBezTo>
                <a:cubicBezTo>
                  <a:pt x="529184" y="151792"/>
                  <a:pt x="532230" y="151522"/>
                  <a:pt x="536010" y="150982"/>
                </a:cubicBezTo>
                <a:close/>
                <a:moveTo>
                  <a:pt x="559678" y="23949"/>
                </a:moveTo>
                <a:lnTo>
                  <a:pt x="559678" y="0"/>
                </a:lnTo>
                <a:lnTo>
                  <a:pt x="580504" y="0"/>
                </a:lnTo>
                <a:lnTo>
                  <a:pt x="580504" y="23949"/>
                </a:lnTo>
                <a:lnTo>
                  <a:pt x="559678" y="23949"/>
                </a:lnTo>
                <a:moveTo>
                  <a:pt x="559678" y="169609"/>
                </a:moveTo>
                <a:lnTo>
                  <a:pt x="559678" y="46741"/>
                </a:lnTo>
                <a:lnTo>
                  <a:pt x="580504" y="46741"/>
                </a:lnTo>
                <a:lnTo>
                  <a:pt x="580504" y="169609"/>
                </a:lnTo>
                <a:lnTo>
                  <a:pt x="559678" y="169609"/>
                </a:lnTo>
                <a:close/>
                <a:moveTo>
                  <a:pt x="601167" y="108175"/>
                </a:moveTo>
                <a:cubicBezTo>
                  <a:pt x="601167" y="85422"/>
                  <a:pt x="607491" y="68569"/>
                  <a:pt x="620141" y="57616"/>
                </a:cubicBezTo>
                <a:cubicBezTo>
                  <a:pt x="630708" y="48515"/>
                  <a:pt x="643588" y="43964"/>
                  <a:pt x="658783" y="43964"/>
                </a:cubicBezTo>
                <a:cubicBezTo>
                  <a:pt x="675675" y="43964"/>
                  <a:pt x="689481" y="49498"/>
                  <a:pt x="700202" y="60566"/>
                </a:cubicBezTo>
                <a:cubicBezTo>
                  <a:pt x="710923" y="71635"/>
                  <a:pt x="716284" y="86926"/>
                  <a:pt x="716284" y="106440"/>
                </a:cubicBezTo>
                <a:cubicBezTo>
                  <a:pt x="716284" y="122251"/>
                  <a:pt x="713912" y="134689"/>
                  <a:pt x="709168" y="143751"/>
                </a:cubicBezTo>
                <a:cubicBezTo>
                  <a:pt x="704425" y="152814"/>
                  <a:pt x="697522" y="159852"/>
                  <a:pt x="688459" y="164866"/>
                </a:cubicBezTo>
                <a:cubicBezTo>
                  <a:pt x="679396" y="169879"/>
                  <a:pt x="669504" y="172386"/>
                  <a:pt x="658783" y="172386"/>
                </a:cubicBezTo>
                <a:cubicBezTo>
                  <a:pt x="641583" y="172386"/>
                  <a:pt x="627680" y="166871"/>
                  <a:pt x="617075" y="155842"/>
                </a:cubicBezTo>
                <a:cubicBezTo>
                  <a:pt x="606469" y="144812"/>
                  <a:pt x="601167" y="128923"/>
                  <a:pt x="601167" y="108175"/>
                </a:cubicBezTo>
                <a:moveTo>
                  <a:pt x="622570" y="108175"/>
                </a:moveTo>
                <a:cubicBezTo>
                  <a:pt x="622570" y="123910"/>
                  <a:pt x="626003" y="135691"/>
                  <a:pt x="632867" y="143520"/>
                </a:cubicBezTo>
                <a:cubicBezTo>
                  <a:pt x="639732" y="151349"/>
                  <a:pt x="648370" y="155263"/>
                  <a:pt x="658783" y="155263"/>
                </a:cubicBezTo>
                <a:cubicBezTo>
                  <a:pt x="669118" y="155263"/>
                  <a:pt x="677718" y="151329"/>
                  <a:pt x="684583" y="143462"/>
                </a:cubicBezTo>
                <a:cubicBezTo>
                  <a:pt x="691448" y="135595"/>
                  <a:pt x="694880" y="123601"/>
                  <a:pt x="694880" y="107481"/>
                </a:cubicBezTo>
                <a:cubicBezTo>
                  <a:pt x="694880" y="92286"/>
                  <a:pt x="691428" y="80775"/>
                  <a:pt x="684525" y="72946"/>
                </a:cubicBezTo>
                <a:cubicBezTo>
                  <a:pt x="677622" y="65117"/>
                  <a:pt x="669041" y="61203"/>
                  <a:pt x="658783" y="61203"/>
                </a:cubicBezTo>
                <a:cubicBezTo>
                  <a:pt x="648370" y="61203"/>
                  <a:pt x="639732" y="65098"/>
                  <a:pt x="632867" y="72888"/>
                </a:cubicBezTo>
                <a:cubicBezTo>
                  <a:pt x="626003" y="80678"/>
                  <a:pt x="622570" y="92441"/>
                  <a:pt x="622570" y="108175"/>
                </a:cubicBezTo>
                <a:close/>
                <a:moveTo>
                  <a:pt x="737176" y="169609"/>
                </a:moveTo>
                <a:lnTo>
                  <a:pt x="737176" y="46741"/>
                </a:lnTo>
                <a:lnTo>
                  <a:pt x="755919" y="46741"/>
                </a:lnTo>
                <a:lnTo>
                  <a:pt x="755919" y="64211"/>
                </a:lnTo>
                <a:cubicBezTo>
                  <a:pt x="764943" y="50713"/>
                  <a:pt x="777978" y="43964"/>
                  <a:pt x="795024" y="43964"/>
                </a:cubicBezTo>
                <a:cubicBezTo>
                  <a:pt x="802429" y="43964"/>
                  <a:pt x="809235" y="45295"/>
                  <a:pt x="815444" y="47956"/>
                </a:cubicBezTo>
                <a:cubicBezTo>
                  <a:pt x="821653" y="50617"/>
                  <a:pt x="826300" y="54107"/>
                  <a:pt x="829386" y="58426"/>
                </a:cubicBezTo>
                <a:cubicBezTo>
                  <a:pt x="832471" y="62745"/>
                  <a:pt x="834630" y="67875"/>
                  <a:pt x="835864" y="73814"/>
                </a:cubicBezTo>
                <a:cubicBezTo>
                  <a:pt x="836636" y="77670"/>
                  <a:pt x="837021" y="84419"/>
                  <a:pt x="837021" y="94060"/>
                </a:cubicBezTo>
                <a:lnTo>
                  <a:pt x="837021" y="169609"/>
                </a:lnTo>
                <a:lnTo>
                  <a:pt x="816196" y="169609"/>
                </a:lnTo>
                <a:lnTo>
                  <a:pt x="816196" y="94870"/>
                </a:lnTo>
                <a:cubicBezTo>
                  <a:pt x="816196" y="86386"/>
                  <a:pt x="815386" y="80042"/>
                  <a:pt x="813767" y="75838"/>
                </a:cubicBezTo>
                <a:cubicBezTo>
                  <a:pt x="812147" y="71635"/>
                  <a:pt x="809274" y="68279"/>
                  <a:pt x="805147" y="65773"/>
                </a:cubicBezTo>
                <a:cubicBezTo>
                  <a:pt x="801021" y="63266"/>
                  <a:pt x="796181" y="62013"/>
                  <a:pt x="790628" y="62013"/>
                </a:cubicBezTo>
                <a:cubicBezTo>
                  <a:pt x="781758" y="62013"/>
                  <a:pt x="774102" y="64828"/>
                  <a:pt x="767662" y="70458"/>
                </a:cubicBezTo>
                <a:cubicBezTo>
                  <a:pt x="761222" y="76089"/>
                  <a:pt x="758002" y="86771"/>
                  <a:pt x="758002" y="102506"/>
                </a:cubicBezTo>
                <a:lnTo>
                  <a:pt x="758002" y="169609"/>
                </a:lnTo>
                <a:lnTo>
                  <a:pt x="737176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1AAD7-83D5-409B-B9A2-C0904B2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64" y="1218831"/>
            <a:ext cx="10" cy="1642813"/>
          </a:xfrm>
          <a:custGeom xmlns:a="http://schemas.openxmlformats.org/drawingml/2006/main">
            <a:pathLst>
              <a:path w="1" h="1642813" fill="none">
                <a:moveTo>
                  <a:pt x="0" y="0"/>
                </a:moveTo>
                <a:lnTo>
                  <a:pt x="1" y="1642813"/>
                </a:lnTo>
              </a:path>
            </a:pathLst>
          </a:custGeom>
          <a:noFill xmlns:a="http://schemas.openxmlformats.org/drawingml/2006/main"/>
          <a:ln xmlns:a="http://schemas.openxmlformats.org/drawingml/2006/main" w="29618" cap="flat">
            <a:solidFill>
              <a:srgbClr val="000000"/>
            </a:solidFill>
            <a:miter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47f4bd13e430f"/>
          <a:stretch xmlns:a="http://schemas.openxmlformats.org/drawingml/2006/main"/>
        </p:blipFill>
        <p:spPr>
          <a:xfrm xmlns:a="http://schemas.openxmlformats.org/drawingml/2006/main">
            <a:off x="1827328" y="3237790"/>
            <a:ext cx="691086" cy="691086"/>
          </a:xfrm>
          <a:prstGeom xmlns:a="http://schemas.openxmlformats.org/drawingml/2006/main" prst="rect">
            <a:avLst/>
          </a:prstGeom>
        </p:spPr>
      </p:pic>
      <p:sp>
        <p:nvSpPr>
          <p:cNvPr id="33" name="Text HTML&amp;JS">
            <a:extLst xmlns:a="http://schemas.openxmlformats.org/drawingml/2006/main">
              <a:ext uri="{FF2B5EF4-FFF2-40B4-BE49-F238E27FC236}">
                <a16:creationId xmlns:a16="http://schemas.microsoft.com/office/drawing/2014/main" id="{32C1F915-0F5E-48C8-9ADC-49C12AE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489" y="4168846"/>
            <a:ext cx="874957" cy="132326"/>
          </a:xfrm>
          <a:custGeom xmlns:a="http://schemas.openxmlformats.org/drawingml/2006/main">
            <a:pathLst>
              <a:path w="874957" h="132326">
                <a:moveTo>
                  <a:pt x="0" y="129376"/>
                </a:moveTo>
                <a:lnTo>
                  <a:pt x="0" y="2169"/>
                </a:lnTo>
                <a:lnTo>
                  <a:pt x="16834" y="2169"/>
                </a:lnTo>
                <a:lnTo>
                  <a:pt x="16834" y="54406"/>
                </a:lnTo>
                <a:lnTo>
                  <a:pt x="82954" y="54406"/>
                </a:lnTo>
                <a:lnTo>
                  <a:pt x="82954" y="2169"/>
                </a:lnTo>
                <a:lnTo>
                  <a:pt x="99787" y="2169"/>
                </a:lnTo>
                <a:lnTo>
                  <a:pt x="99787" y="129376"/>
                </a:lnTo>
                <a:lnTo>
                  <a:pt x="82954" y="129376"/>
                </a:lnTo>
                <a:lnTo>
                  <a:pt x="82954" y="69417"/>
                </a:lnTo>
                <a:lnTo>
                  <a:pt x="16834" y="69417"/>
                </a:lnTo>
                <a:lnTo>
                  <a:pt x="16834" y="129376"/>
                </a:lnTo>
                <a:lnTo>
                  <a:pt x="0" y="129376"/>
                </a:lnTo>
                <a:close/>
                <a:moveTo>
                  <a:pt x="160186" y="129376"/>
                </a:moveTo>
                <a:lnTo>
                  <a:pt x="160186" y="17181"/>
                </a:lnTo>
                <a:lnTo>
                  <a:pt x="118275" y="17181"/>
                </a:lnTo>
                <a:lnTo>
                  <a:pt x="118275" y="2169"/>
                </a:lnTo>
                <a:lnTo>
                  <a:pt x="219104" y="2169"/>
                </a:lnTo>
                <a:lnTo>
                  <a:pt x="219104" y="17181"/>
                </a:lnTo>
                <a:lnTo>
                  <a:pt x="177019" y="17181"/>
                </a:lnTo>
                <a:lnTo>
                  <a:pt x="177019" y="129376"/>
                </a:lnTo>
                <a:lnTo>
                  <a:pt x="160186" y="129376"/>
                </a:lnTo>
                <a:close/>
                <a:moveTo>
                  <a:pt x="235897" y="129376"/>
                </a:moveTo>
                <a:lnTo>
                  <a:pt x="235897" y="2169"/>
                </a:lnTo>
                <a:lnTo>
                  <a:pt x="261234" y="2169"/>
                </a:lnTo>
                <a:lnTo>
                  <a:pt x="291344" y="92238"/>
                </a:lnTo>
                <a:cubicBezTo>
                  <a:pt x="294120" y="100626"/>
                  <a:pt x="296145" y="106902"/>
                  <a:pt x="297418" y="111067"/>
                </a:cubicBezTo>
                <a:cubicBezTo>
                  <a:pt x="298864" y="106440"/>
                  <a:pt x="301120" y="99643"/>
                  <a:pt x="304186" y="90676"/>
                </a:cubicBezTo>
                <a:lnTo>
                  <a:pt x="334643" y="2169"/>
                </a:lnTo>
                <a:lnTo>
                  <a:pt x="357290" y="2169"/>
                </a:lnTo>
                <a:lnTo>
                  <a:pt x="357290" y="129376"/>
                </a:lnTo>
                <a:lnTo>
                  <a:pt x="341064" y="129376"/>
                </a:lnTo>
                <a:lnTo>
                  <a:pt x="341064" y="22908"/>
                </a:lnTo>
                <a:lnTo>
                  <a:pt x="304099" y="129376"/>
                </a:lnTo>
                <a:lnTo>
                  <a:pt x="288914" y="129376"/>
                </a:lnTo>
                <a:lnTo>
                  <a:pt x="252123" y="21085"/>
                </a:lnTo>
                <a:lnTo>
                  <a:pt x="252123" y="129376"/>
                </a:lnTo>
                <a:lnTo>
                  <a:pt x="235897" y="129376"/>
                </a:lnTo>
                <a:close/>
                <a:moveTo>
                  <a:pt x="383807" y="129376"/>
                </a:moveTo>
                <a:lnTo>
                  <a:pt x="383807" y="2169"/>
                </a:lnTo>
                <a:lnTo>
                  <a:pt x="400641" y="2169"/>
                </a:lnTo>
                <a:lnTo>
                  <a:pt x="400641" y="114365"/>
                </a:lnTo>
                <a:lnTo>
                  <a:pt x="463290" y="114365"/>
                </a:lnTo>
                <a:lnTo>
                  <a:pt x="463290" y="129376"/>
                </a:lnTo>
                <a:lnTo>
                  <a:pt x="383807" y="129376"/>
                </a:lnTo>
                <a:close/>
                <a:moveTo>
                  <a:pt x="593441" y="114365"/>
                </a:moveTo>
                <a:cubicBezTo>
                  <a:pt x="588293" y="120092"/>
                  <a:pt x="582682" y="124387"/>
                  <a:pt x="576608" y="127250"/>
                </a:cubicBezTo>
                <a:cubicBezTo>
                  <a:pt x="570534" y="130114"/>
                  <a:pt x="563968" y="131546"/>
                  <a:pt x="556911" y="131546"/>
                </a:cubicBezTo>
                <a:cubicBezTo>
                  <a:pt x="543895" y="131546"/>
                  <a:pt x="533569" y="127149"/>
                  <a:pt x="525933" y="118356"/>
                </a:cubicBezTo>
                <a:cubicBezTo>
                  <a:pt x="519744" y="111183"/>
                  <a:pt x="516649" y="103171"/>
                  <a:pt x="516649" y="94321"/>
                </a:cubicBezTo>
                <a:cubicBezTo>
                  <a:pt x="516649" y="86453"/>
                  <a:pt x="519180" y="79352"/>
                  <a:pt x="524241" y="73018"/>
                </a:cubicBezTo>
                <a:cubicBezTo>
                  <a:pt x="529303" y="66684"/>
                  <a:pt x="536866" y="61116"/>
                  <a:pt x="546932" y="56315"/>
                </a:cubicBezTo>
                <a:cubicBezTo>
                  <a:pt x="541205" y="49720"/>
                  <a:pt x="537387" y="44369"/>
                  <a:pt x="535478" y="40262"/>
                </a:cubicBezTo>
                <a:cubicBezTo>
                  <a:pt x="533569" y="36155"/>
                  <a:pt x="532615" y="32192"/>
                  <a:pt x="532615" y="28374"/>
                </a:cubicBezTo>
                <a:cubicBezTo>
                  <a:pt x="532615" y="20738"/>
                  <a:pt x="535608" y="14100"/>
                  <a:pt x="541596" y="8460"/>
                </a:cubicBezTo>
                <a:cubicBezTo>
                  <a:pt x="547583" y="2820"/>
                  <a:pt x="555117" y="0"/>
                  <a:pt x="564199" y="0"/>
                </a:cubicBezTo>
                <a:cubicBezTo>
                  <a:pt x="572877" y="0"/>
                  <a:pt x="579977" y="2661"/>
                  <a:pt x="585502" y="7983"/>
                </a:cubicBezTo>
                <a:cubicBezTo>
                  <a:pt x="591026" y="13305"/>
                  <a:pt x="593789" y="19697"/>
                  <a:pt x="593789" y="27159"/>
                </a:cubicBezTo>
                <a:cubicBezTo>
                  <a:pt x="593789" y="39250"/>
                  <a:pt x="585777" y="49575"/>
                  <a:pt x="569753" y="58137"/>
                </a:cubicBezTo>
                <a:lnTo>
                  <a:pt x="592574" y="87205"/>
                </a:lnTo>
                <a:cubicBezTo>
                  <a:pt x="595177" y="82115"/>
                  <a:pt x="597202" y="76214"/>
                  <a:pt x="598648" y="69504"/>
                </a:cubicBezTo>
                <a:lnTo>
                  <a:pt x="614874" y="72975"/>
                </a:lnTo>
                <a:cubicBezTo>
                  <a:pt x="612097" y="84082"/>
                  <a:pt x="608337" y="93221"/>
                  <a:pt x="603594" y="100395"/>
                </a:cubicBezTo>
                <a:cubicBezTo>
                  <a:pt x="609436" y="108146"/>
                  <a:pt x="616060" y="114654"/>
                  <a:pt x="623464" y="119918"/>
                </a:cubicBezTo>
                <a:lnTo>
                  <a:pt x="612965" y="132326"/>
                </a:lnTo>
                <a:cubicBezTo>
                  <a:pt x="606660" y="128277"/>
                  <a:pt x="600152" y="122290"/>
                  <a:pt x="593441" y="114365"/>
                </a:cubicBezTo>
                <a:moveTo>
                  <a:pt x="561683" y="48071"/>
                </a:moveTo>
                <a:cubicBezTo>
                  <a:pt x="568451" y="44080"/>
                  <a:pt x="572833" y="40580"/>
                  <a:pt x="574829" y="37572"/>
                </a:cubicBezTo>
                <a:cubicBezTo>
                  <a:pt x="576825" y="34564"/>
                  <a:pt x="577823" y="31238"/>
                  <a:pt x="577823" y="27593"/>
                </a:cubicBezTo>
                <a:cubicBezTo>
                  <a:pt x="577823" y="23255"/>
                  <a:pt x="576449" y="19712"/>
                  <a:pt x="573701" y="16964"/>
                </a:cubicBezTo>
                <a:cubicBezTo>
                  <a:pt x="570953" y="14216"/>
                  <a:pt x="567526" y="12842"/>
                  <a:pt x="563419" y="12842"/>
                </a:cubicBezTo>
                <a:cubicBezTo>
                  <a:pt x="559196" y="12842"/>
                  <a:pt x="555681" y="14202"/>
                  <a:pt x="552876" y="16920"/>
                </a:cubicBezTo>
                <a:cubicBezTo>
                  <a:pt x="550070" y="19639"/>
                  <a:pt x="548667" y="22966"/>
                  <a:pt x="548667" y="26899"/>
                </a:cubicBezTo>
                <a:cubicBezTo>
                  <a:pt x="548667" y="28866"/>
                  <a:pt x="549174" y="30934"/>
                  <a:pt x="550186" y="33103"/>
                </a:cubicBezTo>
                <a:cubicBezTo>
                  <a:pt x="551198" y="35273"/>
                  <a:pt x="552717" y="37572"/>
                  <a:pt x="554741" y="40002"/>
                </a:cubicBezTo>
                <a:lnTo>
                  <a:pt x="561683" y="48071"/>
                </a:lnTo>
                <a:moveTo>
                  <a:pt x="583636" y="102043"/>
                </a:moveTo>
                <a:lnTo>
                  <a:pt x="555002" y="66554"/>
                </a:lnTo>
                <a:cubicBezTo>
                  <a:pt x="546556" y="71586"/>
                  <a:pt x="540858" y="76258"/>
                  <a:pt x="537908" y="80567"/>
                </a:cubicBezTo>
                <a:cubicBezTo>
                  <a:pt x="534958" y="84877"/>
                  <a:pt x="533482" y="89143"/>
                  <a:pt x="533482" y="93366"/>
                </a:cubicBezTo>
                <a:cubicBezTo>
                  <a:pt x="533482" y="98515"/>
                  <a:pt x="535536" y="103865"/>
                  <a:pt x="539643" y="109419"/>
                </a:cubicBezTo>
                <a:cubicBezTo>
                  <a:pt x="543750" y="114972"/>
                  <a:pt x="549564" y="117749"/>
                  <a:pt x="557084" y="117749"/>
                </a:cubicBezTo>
                <a:cubicBezTo>
                  <a:pt x="561770" y="117749"/>
                  <a:pt x="566615" y="116288"/>
                  <a:pt x="571618" y="113367"/>
                </a:cubicBezTo>
                <a:cubicBezTo>
                  <a:pt x="576622" y="110446"/>
                  <a:pt x="580628" y="106671"/>
                  <a:pt x="583636" y="102043"/>
                </a:cubicBezTo>
                <a:close/>
                <a:moveTo>
                  <a:pt x="681977" y="93279"/>
                </a:moveTo>
                <a:lnTo>
                  <a:pt x="697162" y="91197"/>
                </a:lnTo>
                <a:cubicBezTo>
                  <a:pt x="697567" y="100915"/>
                  <a:pt x="699389" y="107568"/>
                  <a:pt x="702629" y="111154"/>
                </a:cubicBezTo>
                <a:cubicBezTo>
                  <a:pt x="705868" y="114741"/>
                  <a:pt x="710352" y="116534"/>
                  <a:pt x="716079" y="116534"/>
                </a:cubicBezTo>
                <a:cubicBezTo>
                  <a:pt x="720301" y="116534"/>
                  <a:pt x="723946" y="115565"/>
                  <a:pt x="727012" y="113627"/>
                </a:cubicBezTo>
                <a:cubicBezTo>
                  <a:pt x="730078" y="111689"/>
                  <a:pt x="732189" y="109057"/>
                  <a:pt x="733346" y="105731"/>
                </a:cubicBezTo>
                <a:cubicBezTo>
                  <a:pt x="734503" y="102405"/>
                  <a:pt x="735081" y="97097"/>
                  <a:pt x="735081" y="89808"/>
                </a:cubicBezTo>
                <a:lnTo>
                  <a:pt x="735081" y="2169"/>
                </a:lnTo>
                <a:lnTo>
                  <a:pt x="751915" y="2169"/>
                </a:lnTo>
                <a:lnTo>
                  <a:pt x="751915" y="88854"/>
                </a:lnTo>
                <a:cubicBezTo>
                  <a:pt x="751915" y="99498"/>
                  <a:pt x="750628" y="107741"/>
                  <a:pt x="748054" y="113584"/>
                </a:cubicBezTo>
                <a:cubicBezTo>
                  <a:pt x="745480" y="119426"/>
                  <a:pt x="741401" y="123881"/>
                  <a:pt x="735819" y="126947"/>
                </a:cubicBezTo>
                <a:cubicBezTo>
                  <a:pt x="730237" y="130013"/>
                  <a:pt x="723685" y="131546"/>
                  <a:pt x="716165" y="131546"/>
                </a:cubicBezTo>
                <a:cubicBezTo>
                  <a:pt x="705001" y="131546"/>
                  <a:pt x="696454" y="128335"/>
                  <a:pt x="690524" y="121914"/>
                </a:cubicBezTo>
                <a:cubicBezTo>
                  <a:pt x="684595" y="115493"/>
                  <a:pt x="681746" y="105948"/>
                  <a:pt x="681977" y="93279"/>
                </a:cubicBezTo>
                <a:close/>
                <a:moveTo>
                  <a:pt x="773695" y="88507"/>
                </a:moveTo>
                <a:lnTo>
                  <a:pt x="789574" y="87119"/>
                </a:lnTo>
                <a:cubicBezTo>
                  <a:pt x="790326" y="93482"/>
                  <a:pt x="792076" y="98703"/>
                  <a:pt x="794823" y="102781"/>
                </a:cubicBezTo>
                <a:cubicBezTo>
                  <a:pt x="797571" y="106859"/>
                  <a:pt x="801837" y="110156"/>
                  <a:pt x="807622" y="112673"/>
                </a:cubicBezTo>
                <a:cubicBezTo>
                  <a:pt x="813407" y="115189"/>
                  <a:pt x="819915" y="116447"/>
                  <a:pt x="827146" y="116447"/>
                </a:cubicBezTo>
                <a:cubicBezTo>
                  <a:pt x="833567" y="116447"/>
                  <a:pt x="839236" y="115493"/>
                  <a:pt x="844153" y="113584"/>
                </a:cubicBezTo>
                <a:cubicBezTo>
                  <a:pt x="849070" y="111675"/>
                  <a:pt x="852729" y="109057"/>
                  <a:pt x="855130" y="105731"/>
                </a:cubicBezTo>
                <a:cubicBezTo>
                  <a:pt x="857530" y="102405"/>
                  <a:pt x="858731" y="98775"/>
                  <a:pt x="858731" y="94841"/>
                </a:cubicBezTo>
                <a:cubicBezTo>
                  <a:pt x="858731" y="90850"/>
                  <a:pt x="857574" y="87364"/>
                  <a:pt x="855260" y="84385"/>
                </a:cubicBezTo>
                <a:cubicBezTo>
                  <a:pt x="852946" y="81406"/>
                  <a:pt x="849128" y="78904"/>
                  <a:pt x="843806" y="76880"/>
                </a:cubicBezTo>
                <a:cubicBezTo>
                  <a:pt x="840393" y="75549"/>
                  <a:pt x="832844" y="73481"/>
                  <a:pt x="821158" y="70675"/>
                </a:cubicBezTo>
                <a:cubicBezTo>
                  <a:pt x="809473" y="67870"/>
                  <a:pt x="801288" y="65223"/>
                  <a:pt x="796602" y="62736"/>
                </a:cubicBezTo>
                <a:cubicBezTo>
                  <a:pt x="790528" y="59554"/>
                  <a:pt x="786002" y="55606"/>
                  <a:pt x="783022" y="50891"/>
                </a:cubicBezTo>
                <a:cubicBezTo>
                  <a:pt x="780043" y="46177"/>
                  <a:pt x="778554" y="40898"/>
                  <a:pt x="778554" y="35056"/>
                </a:cubicBezTo>
                <a:cubicBezTo>
                  <a:pt x="778554" y="28635"/>
                  <a:pt x="780376" y="22633"/>
                  <a:pt x="784020" y="17051"/>
                </a:cubicBezTo>
                <a:cubicBezTo>
                  <a:pt x="787665" y="11468"/>
                  <a:pt x="792987" y="7231"/>
                  <a:pt x="799986" y="4339"/>
                </a:cubicBezTo>
                <a:cubicBezTo>
                  <a:pt x="806986" y="1446"/>
                  <a:pt x="814766" y="0"/>
                  <a:pt x="823328" y="0"/>
                </a:cubicBezTo>
                <a:cubicBezTo>
                  <a:pt x="832757" y="0"/>
                  <a:pt x="841073" y="1519"/>
                  <a:pt x="848275" y="4556"/>
                </a:cubicBezTo>
                <a:cubicBezTo>
                  <a:pt x="855477" y="7593"/>
                  <a:pt x="861016" y="12061"/>
                  <a:pt x="864891" y="17962"/>
                </a:cubicBezTo>
                <a:cubicBezTo>
                  <a:pt x="868767" y="23862"/>
                  <a:pt x="870850" y="30544"/>
                  <a:pt x="871139" y="38006"/>
                </a:cubicBezTo>
                <a:lnTo>
                  <a:pt x="854999" y="39221"/>
                </a:lnTo>
                <a:cubicBezTo>
                  <a:pt x="854132" y="31180"/>
                  <a:pt x="851196" y="25106"/>
                  <a:pt x="846192" y="20999"/>
                </a:cubicBezTo>
                <a:cubicBezTo>
                  <a:pt x="841188" y="16892"/>
                  <a:pt x="833798" y="14838"/>
                  <a:pt x="824022" y="14838"/>
                </a:cubicBezTo>
                <a:cubicBezTo>
                  <a:pt x="813841" y="14838"/>
                  <a:pt x="806422" y="16704"/>
                  <a:pt x="801765" y="20435"/>
                </a:cubicBezTo>
                <a:cubicBezTo>
                  <a:pt x="797108" y="24166"/>
                  <a:pt x="794780" y="28664"/>
                  <a:pt x="794780" y="33928"/>
                </a:cubicBezTo>
                <a:cubicBezTo>
                  <a:pt x="794780" y="38498"/>
                  <a:pt x="796429" y="42258"/>
                  <a:pt x="799726" y="45208"/>
                </a:cubicBezTo>
                <a:cubicBezTo>
                  <a:pt x="802965" y="48158"/>
                  <a:pt x="811426" y="51181"/>
                  <a:pt x="825107" y="54276"/>
                </a:cubicBezTo>
                <a:cubicBezTo>
                  <a:pt x="838788" y="57370"/>
                  <a:pt x="848173" y="60075"/>
                  <a:pt x="853264" y="62389"/>
                </a:cubicBezTo>
                <a:cubicBezTo>
                  <a:pt x="860668" y="65802"/>
                  <a:pt x="866135" y="70126"/>
                  <a:pt x="869664" y="75361"/>
                </a:cubicBezTo>
                <a:cubicBezTo>
                  <a:pt x="873192" y="80596"/>
                  <a:pt x="874957" y="86627"/>
                  <a:pt x="874957" y="93453"/>
                </a:cubicBezTo>
                <a:cubicBezTo>
                  <a:pt x="874957" y="100221"/>
                  <a:pt x="873019" y="106599"/>
                  <a:pt x="869143" y="112586"/>
                </a:cubicBezTo>
                <a:cubicBezTo>
                  <a:pt x="865267" y="118573"/>
                  <a:pt x="859699" y="123230"/>
                  <a:pt x="852440" y="126556"/>
                </a:cubicBezTo>
                <a:cubicBezTo>
                  <a:pt x="845180" y="129882"/>
                  <a:pt x="837009" y="131546"/>
                  <a:pt x="827927" y="131546"/>
                </a:cubicBezTo>
                <a:cubicBezTo>
                  <a:pt x="816415" y="131546"/>
                  <a:pt x="806769" y="129868"/>
                  <a:pt x="798988" y="126513"/>
                </a:cubicBezTo>
                <a:cubicBezTo>
                  <a:pt x="791208" y="123158"/>
                  <a:pt x="785105" y="118110"/>
                  <a:pt x="780680" y="111371"/>
                </a:cubicBezTo>
                <a:cubicBezTo>
                  <a:pt x="776254" y="104632"/>
                  <a:pt x="773926" y="97010"/>
                  <a:pt x="773695" y="88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from">
            <a:extLst xmlns:a="http://schemas.openxmlformats.org/drawingml/2006/main">
              <a:ext uri="{FF2B5EF4-FFF2-40B4-BE49-F238E27FC236}">
                <a16:creationId xmlns:a16="http://schemas.microsoft.com/office/drawing/2014/main" id="{8AC7A0D8-2EE3-4132-A5D1-D0D5EE8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41" y="4376172"/>
            <a:ext cx="342386" cy="131459"/>
          </a:xfrm>
          <a:custGeom xmlns:a="http://schemas.openxmlformats.org/drawingml/2006/main">
            <a:pathLst>
              <a:path w="342386" h="131459">
                <a:moveTo>
                  <a:pt x="13797" y="129376"/>
                </a:moveTo>
                <a:lnTo>
                  <a:pt x="13797" y="49373"/>
                </a:lnTo>
                <a:lnTo>
                  <a:pt x="0" y="49373"/>
                </a:lnTo>
                <a:lnTo>
                  <a:pt x="0" y="37225"/>
                </a:lnTo>
                <a:lnTo>
                  <a:pt x="13797" y="37225"/>
                </a:lnTo>
                <a:lnTo>
                  <a:pt x="13797" y="27420"/>
                </a:lnTo>
                <a:cubicBezTo>
                  <a:pt x="13797" y="21230"/>
                  <a:pt x="14346" y="16631"/>
                  <a:pt x="15445" y="13623"/>
                </a:cubicBezTo>
                <a:cubicBezTo>
                  <a:pt x="16949" y="9574"/>
                  <a:pt x="19596" y="6291"/>
                  <a:pt x="23385" y="3775"/>
                </a:cubicBezTo>
                <a:cubicBezTo>
                  <a:pt x="27174" y="1258"/>
                  <a:pt x="32481" y="0"/>
                  <a:pt x="39307" y="0"/>
                </a:cubicBezTo>
                <a:cubicBezTo>
                  <a:pt x="43704" y="0"/>
                  <a:pt x="48563" y="521"/>
                  <a:pt x="53885" y="1562"/>
                </a:cubicBezTo>
                <a:lnTo>
                  <a:pt x="51542" y="15185"/>
                </a:lnTo>
                <a:cubicBezTo>
                  <a:pt x="48303" y="14607"/>
                  <a:pt x="45237" y="14317"/>
                  <a:pt x="42344" y="14317"/>
                </a:cubicBezTo>
                <a:cubicBezTo>
                  <a:pt x="37601" y="14317"/>
                  <a:pt x="34246" y="15330"/>
                  <a:pt x="32279" y="17354"/>
                </a:cubicBezTo>
                <a:cubicBezTo>
                  <a:pt x="30312" y="19379"/>
                  <a:pt x="29329" y="23168"/>
                  <a:pt x="29329" y="28721"/>
                </a:cubicBezTo>
                <a:lnTo>
                  <a:pt x="29329" y="37225"/>
                </a:lnTo>
                <a:lnTo>
                  <a:pt x="47290" y="37225"/>
                </a:lnTo>
                <a:lnTo>
                  <a:pt x="47290" y="49373"/>
                </a:lnTo>
                <a:lnTo>
                  <a:pt x="29329" y="49373"/>
                </a:lnTo>
                <a:lnTo>
                  <a:pt x="29329" y="129376"/>
                </a:lnTo>
                <a:lnTo>
                  <a:pt x="13797" y="129376"/>
                </a:lnTo>
                <a:close/>
                <a:moveTo>
                  <a:pt x="59259" y="129376"/>
                </a:moveTo>
                <a:lnTo>
                  <a:pt x="59259" y="37225"/>
                </a:lnTo>
                <a:lnTo>
                  <a:pt x="73316" y="37225"/>
                </a:lnTo>
                <a:lnTo>
                  <a:pt x="73316" y="51195"/>
                </a:lnTo>
                <a:cubicBezTo>
                  <a:pt x="76903" y="44658"/>
                  <a:pt x="80215" y="40349"/>
                  <a:pt x="83252" y="38266"/>
                </a:cubicBezTo>
                <a:cubicBezTo>
                  <a:pt x="86289" y="36184"/>
                  <a:pt x="89629" y="35142"/>
                  <a:pt x="93274" y="35142"/>
                </a:cubicBezTo>
                <a:cubicBezTo>
                  <a:pt x="98538" y="35142"/>
                  <a:pt x="103889" y="36820"/>
                  <a:pt x="109326" y="40175"/>
                </a:cubicBezTo>
                <a:lnTo>
                  <a:pt x="103947" y="54666"/>
                </a:lnTo>
                <a:cubicBezTo>
                  <a:pt x="100129" y="52410"/>
                  <a:pt x="96311" y="51282"/>
                  <a:pt x="92493" y="51282"/>
                </a:cubicBezTo>
                <a:cubicBezTo>
                  <a:pt x="89080" y="51282"/>
                  <a:pt x="86014" y="52309"/>
                  <a:pt x="83295" y="54362"/>
                </a:cubicBezTo>
                <a:cubicBezTo>
                  <a:pt x="80576" y="56416"/>
                  <a:pt x="78638" y="59265"/>
                  <a:pt x="77481" y="62909"/>
                </a:cubicBezTo>
                <a:cubicBezTo>
                  <a:pt x="75746" y="68463"/>
                  <a:pt x="74878" y="74537"/>
                  <a:pt x="74878" y="81131"/>
                </a:cubicBezTo>
                <a:lnTo>
                  <a:pt x="74878" y="129376"/>
                </a:lnTo>
                <a:lnTo>
                  <a:pt x="59259" y="129376"/>
                </a:lnTo>
                <a:close/>
                <a:moveTo>
                  <a:pt x="112938" y="83301"/>
                </a:moveTo>
                <a:cubicBezTo>
                  <a:pt x="112938" y="66236"/>
                  <a:pt x="117682" y="53596"/>
                  <a:pt x="127169" y="45381"/>
                </a:cubicBezTo>
                <a:cubicBezTo>
                  <a:pt x="135094" y="38555"/>
                  <a:pt x="144754" y="35142"/>
                  <a:pt x="156150" y="35142"/>
                </a:cubicBezTo>
                <a:cubicBezTo>
                  <a:pt x="168819" y="35142"/>
                  <a:pt x="179174" y="39293"/>
                  <a:pt x="187215" y="47594"/>
                </a:cubicBezTo>
                <a:cubicBezTo>
                  <a:pt x="195255" y="55895"/>
                  <a:pt x="199276" y="67364"/>
                  <a:pt x="199276" y="81999"/>
                </a:cubicBezTo>
                <a:cubicBezTo>
                  <a:pt x="199276" y="93858"/>
                  <a:pt x="197497" y="103186"/>
                  <a:pt x="193939" y="109983"/>
                </a:cubicBezTo>
                <a:cubicBezTo>
                  <a:pt x="190382" y="116780"/>
                  <a:pt x="185204" y="122059"/>
                  <a:pt x="178407" y="125819"/>
                </a:cubicBezTo>
                <a:cubicBezTo>
                  <a:pt x="171610" y="129579"/>
                  <a:pt x="164191" y="131459"/>
                  <a:pt x="156150" y="131459"/>
                </a:cubicBezTo>
                <a:cubicBezTo>
                  <a:pt x="143250" y="131459"/>
                  <a:pt x="132823" y="127323"/>
                  <a:pt x="124869" y="119050"/>
                </a:cubicBezTo>
                <a:cubicBezTo>
                  <a:pt x="116915" y="110778"/>
                  <a:pt x="112938" y="98862"/>
                  <a:pt x="112938" y="83301"/>
                </a:cubicBezTo>
                <a:moveTo>
                  <a:pt x="128991" y="83301"/>
                </a:moveTo>
                <a:cubicBezTo>
                  <a:pt x="128991" y="95102"/>
                  <a:pt x="131565" y="103938"/>
                  <a:pt x="136714" y="109809"/>
                </a:cubicBezTo>
                <a:cubicBezTo>
                  <a:pt x="141862" y="115681"/>
                  <a:pt x="148341" y="118617"/>
                  <a:pt x="156150" y="118617"/>
                </a:cubicBezTo>
                <a:cubicBezTo>
                  <a:pt x="163902" y="118617"/>
                  <a:pt x="170352" y="115666"/>
                  <a:pt x="175500" y="109766"/>
                </a:cubicBezTo>
                <a:cubicBezTo>
                  <a:pt x="180649" y="103865"/>
                  <a:pt x="183223" y="94870"/>
                  <a:pt x="183223" y="82780"/>
                </a:cubicBezTo>
                <a:cubicBezTo>
                  <a:pt x="183223" y="71384"/>
                  <a:pt x="180634" y="62750"/>
                  <a:pt x="175457" y="56879"/>
                </a:cubicBezTo>
                <a:cubicBezTo>
                  <a:pt x="170280" y="51007"/>
                  <a:pt x="163844" y="48071"/>
                  <a:pt x="156150" y="48071"/>
                </a:cubicBezTo>
                <a:cubicBezTo>
                  <a:pt x="148341" y="48071"/>
                  <a:pt x="141862" y="50993"/>
                  <a:pt x="136714" y="56835"/>
                </a:cubicBezTo>
                <a:cubicBezTo>
                  <a:pt x="131565" y="62678"/>
                  <a:pt x="128991" y="71500"/>
                  <a:pt x="128991" y="83301"/>
                </a:cubicBezTo>
                <a:close/>
                <a:moveTo>
                  <a:pt x="217522" y="129376"/>
                </a:moveTo>
                <a:lnTo>
                  <a:pt x="217522" y="37225"/>
                </a:lnTo>
                <a:lnTo>
                  <a:pt x="231492" y="37225"/>
                </a:lnTo>
                <a:lnTo>
                  <a:pt x="231492" y="50154"/>
                </a:lnTo>
                <a:cubicBezTo>
                  <a:pt x="234385" y="45642"/>
                  <a:pt x="238231" y="42012"/>
                  <a:pt x="243033" y="39264"/>
                </a:cubicBezTo>
                <a:cubicBezTo>
                  <a:pt x="247834" y="36516"/>
                  <a:pt x="253301" y="35142"/>
                  <a:pt x="259433" y="35142"/>
                </a:cubicBezTo>
                <a:cubicBezTo>
                  <a:pt x="266259" y="35142"/>
                  <a:pt x="271855" y="36560"/>
                  <a:pt x="276223" y="39394"/>
                </a:cubicBezTo>
                <a:cubicBezTo>
                  <a:pt x="280590" y="42229"/>
                  <a:pt x="283671" y="46191"/>
                  <a:pt x="285464" y="51282"/>
                </a:cubicBezTo>
                <a:cubicBezTo>
                  <a:pt x="292753" y="40522"/>
                  <a:pt x="302240" y="35142"/>
                  <a:pt x="313925" y="35142"/>
                </a:cubicBezTo>
                <a:cubicBezTo>
                  <a:pt x="323065" y="35142"/>
                  <a:pt x="330093" y="37673"/>
                  <a:pt x="335011" y="42735"/>
                </a:cubicBezTo>
                <a:cubicBezTo>
                  <a:pt x="339928" y="47797"/>
                  <a:pt x="342386" y="55592"/>
                  <a:pt x="342386" y="66120"/>
                </a:cubicBezTo>
                <a:lnTo>
                  <a:pt x="342386" y="129376"/>
                </a:lnTo>
                <a:lnTo>
                  <a:pt x="326854" y="129376"/>
                </a:lnTo>
                <a:lnTo>
                  <a:pt x="326854" y="71326"/>
                </a:lnTo>
                <a:cubicBezTo>
                  <a:pt x="326854" y="65079"/>
                  <a:pt x="326348" y="60581"/>
                  <a:pt x="325336" y="57833"/>
                </a:cubicBezTo>
                <a:cubicBezTo>
                  <a:pt x="324323" y="55085"/>
                  <a:pt x="322487" y="52873"/>
                  <a:pt x="319826" y="51195"/>
                </a:cubicBezTo>
                <a:cubicBezTo>
                  <a:pt x="317165" y="49518"/>
                  <a:pt x="314041" y="48679"/>
                  <a:pt x="310454" y="48679"/>
                </a:cubicBezTo>
                <a:cubicBezTo>
                  <a:pt x="303975" y="48679"/>
                  <a:pt x="298595" y="50834"/>
                  <a:pt x="294315" y="55143"/>
                </a:cubicBezTo>
                <a:cubicBezTo>
                  <a:pt x="290034" y="59453"/>
                  <a:pt x="287894" y="66351"/>
                  <a:pt x="287894" y="75838"/>
                </a:cubicBezTo>
                <a:lnTo>
                  <a:pt x="287894" y="129376"/>
                </a:lnTo>
                <a:lnTo>
                  <a:pt x="272275" y="129376"/>
                </a:lnTo>
                <a:lnTo>
                  <a:pt x="272275" y="69504"/>
                </a:lnTo>
                <a:cubicBezTo>
                  <a:pt x="272275" y="62562"/>
                  <a:pt x="271002" y="57356"/>
                  <a:pt x="268457" y="53885"/>
                </a:cubicBezTo>
                <a:cubicBezTo>
                  <a:pt x="265912" y="50414"/>
                  <a:pt x="261747" y="48679"/>
                  <a:pt x="255962" y="48679"/>
                </a:cubicBezTo>
                <a:cubicBezTo>
                  <a:pt x="251565" y="48679"/>
                  <a:pt x="247502" y="49836"/>
                  <a:pt x="243770" y="52150"/>
                </a:cubicBezTo>
                <a:cubicBezTo>
                  <a:pt x="240039" y="54464"/>
                  <a:pt x="237335" y="57848"/>
                  <a:pt x="235657" y="62302"/>
                </a:cubicBezTo>
                <a:cubicBezTo>
                  <a:pt x="233980" y="66756"/>
                  <a:pt x="233141" y="73177"/>
                  <a:pt x="233141" y="81565"/>
                </a:cubicBezTo>
                <a:lnTo>
                  <a:pt x="233141" y="129376"/>
                </a:lnTo>
                <a:lnTo>
                  <a:pt x="217522" y="129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OtherSites">
            <a:extLst xmlns:a="http://schemas.openxmlformats.org/drawingml/2006/main">
              <a:ext uri="{FF2B5EF4-FFF2-40B4-BE49-F238E27FC236}">
                <a16:creationId xmlns:a16="http://schemas.microsoft.com/office/drawing/2014/main" id="{EFD90CAF-D064-4165-8690-B577272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721" y="4593284"/>
            <a:ext cx="873272" cy="131632"/>
          </a:xfrm>
          <a:custGeom xmlns:a="http://schemas.openxmlformats.org/drawingml/2006/main">
            <a:pathLst>
              <a:path w="873272" h="131632">
                <a:moveTo>
                  <a:pt x="0" y="67508"/>
                </a:moveTo>
                <a:cubicBezTo>
                  <a:pt x="0" y="46394"/>
                  <a:pt x="5669" y="29864"/>
                  <a:pt x="17007" y="17918"/>
                </a:cubicBezTo>
                <a:cubicBezTo>
                  <a:pt x="28345" y="5973"/>
                  <a:pt x="42981" y="0"/>
                  <a:pt x="60914" y="0"/>
                </a:cubicBezTo>
                <a:cubicBezTo>
                  <a:pt x="72657" y="0"/>
                  <a:pt x="83243" y="2806"/>
                  <a:pt x="92672" y="8417"/>
                </a:cubicBezTo>
                <a:cubicBezTo>
                  <a:pt x="102101" y="14028"/>
                  <a:pt x="109289" y="21852"/>
                  <a:pt x="114235" y="31888"/>
                </a:cubicBezTo>
                <a:cubicBezTo>
                  <a:pt x="119181" y="41925"/>
                  <a:pt x="121654" y="53307"/>
                  <a:pt x="121654" y="66033"/>
                </a:cubicBezTo>
                <a:cubicBezTo>
                  <a:pt x="121654" y="78933"/>
                  <a:pt x="119050" y="90474"/>
                  <a:pt x="113844" y="100655"/>
                </a:cubicBezTo>
                <a:cubicBezTo>
                  <a:pt x="108638" y="110836"/>
                  <a:pt x="101262" y="118544"/>
                  <a:pt x="91717" y="123779"/>
                </a:cubicBezTo>
                <a:cubicBezTo>
                  <a:pt x="82173" y="129015"/>
                  <a:pt x="71876" y="131632"/>
                  <a:pt x="60827" y="131632"/>
                </a:cubicBezTo>
                <a:cubicBezTo>
                  <a:pt x="48852" y="131632"/>
                  <a:pt x="38151" y="128740"/>
                  <a:pt x="28721" y="122955"/>
                </a:cubicBezTo>
                <a:cubicBezTo>
                  <a:pt x="19292" y="117170"/>
                  <a:pt x="12148" y="109274"/>
                  <a:pt x="7289" y="99267"/>
                </a:cubicBezTo>
                <a:cubicBezTo>
                  <a:pt x="2430" y="89259"/>
                  <a:pt x="0" y="78673"/>
                  <a:pt x="0" y="67508"/>
                </a:cubicBezTo>
                <a:moveTo>
                  <a:pt x="17354" y="67768"/>
                </a:moveTo>
                <a:cubicBezTo>
                  <a:pt x="17354" y="83098"/>
                  <a:pt x="21476" y="95174"/>
                  <a:pt x="29719" y="103996"/>
                </a:cubicBezTo>
                <a:cubicBezTo>
                  <a:pt x="37963" y="112817"/>
                  <a:pt x="48303" y="117228"/>
                  <a:pt x="60740" y="117228"/>
                </a:cubicBezTo>
                <a:cubicBezTo>
                  <a:pt x="73409" y="117228"/>
                  <a:pt x="83836" y="112774"/>
                  <a:pt x="92021" y="103865"/>
                </a:cubicBezTo>
                <a:cubicBezTo>
                  <a:pt x="100207" y="94957"/>
                  <a:pt x="104299" y="82317"/>
                  <a:pt x="104299" y="65946"/>
                </a:cubicBezTo>
                <a:cubicBezTo>
                  <a:pt x="104299" y="55592"/>
                  <a:pt x="102549" y="46553"/>
                  <a:pt x="99050" y="38830"/>
                </a:cubicBezTo>
                <a:cubicBezTo>
                  <a:pt x="95550" y="31108"/>
                  <a:pt x="90430" y="25120"/>
                  <a:pt x="83691" y="20869"/>
                </a:cubicBezTo>
                <a:cubicBezTo>
                  <a:pt x="76952" y="16617"/>
                  <a:pt x="69388" y="14491"/>
                  <a:pt x="61000" y="14491"/>
                </a:cubicBezTo>
                <a:cubicBezTo>
                  <a:pt x="49084" y="14491"/>
                  <a:pt x="38830" y="18584"/>
                  <a:pt x="30240" y="26769"/>
                </a:cubicBezTo>
                <a:cubicBezTo>
                  <a:pt x="21649" y="34954"/>
                  <a:pt x="17354" y="48621"/>
                  <a:pt x="17354" y="67768"/>
                </a:cubicBezTo>
                <a:close/>
                <a:moveTo>
                  <a:pt x="175446" y="115493"/>
                </a:moveTo>
                <a:lnTo>
                  <a:pt x="177702" y="129289"/>
                </a:lnTo>
                <a:cubicBezTo>
                  <a:pt x="173306" y="130215"/>
                  <a:pt x="169372" y="130678"/>
                  <a:pt x="165901" y="130678"/>
                </a:cubicBezTo>
                <a:cubicBezTo>
                  <a:pt x="160232" y="130678"/>
                  <a:pt x="155836" y="129781"/>
                  <a:pt x="152712" y="127988"/>
                </a:cubicBezTo>
                <a:cubicBezTo>
                  <a:pt x="149588" y="126195"/>
                  <a:pt x="147390" y="123837"/>
                  <a:pt x="146117" y="120916"/>
                </a:cubicBezTo>
                <a:cubicBezTo>
                  <a:pt x="144845" y="117995"/>
                  <a:pt x="144209" y="111848"/>
                  <a:pt x="144209" y="102477"/>
                </a:cubicBezTo>
                <a:lnTo>
                  <a:pt x="144209" y="49460"/>
                </a:lnTo>
                <a:lnTo>
                  <a:pt x="132755" y="49460"/>
                </a:lnTo>
                <a:lnTo>
                  <a:pt x="132755" y="37312"/>
                </a:lnTo>
                <a:lnTo>
                  <a:pt x="144209" y="37312"/>
                </a:lnTo>
                <a:lnTo>
                  <a:pt x="144209" y="14491"/>
                </a:lnTo>
                <a:lnTo>
                  <a:pt x="159741" y="5120"/>
                </a:lnTo>
                <a:lnTo>
                  <a:pt x="159741" y="37312"/>
                </a:lnTo>
                <a:lnTo>
                  <a:pt x="175446" y="37312"/>
                </a:lnTo>
                <a:lnTo>
                  <a:pt x="175446" y="49460"/>
                </a:lnTo>
                <a:lnTo>
                  <a:pt x="159741" y="49460"/>
                </a:lnTo>
                <a:lnTo>
                  <a:pt x="159741" y="103345"/>
                </a:lnTo>
                <a:cubicBezTo>
                  <a:pt x="159741" y="107799"/>
                  <a:pt x="160015" y="110663"/>
                  <a:pt x="160565" y="111935"/>
                </a:cubicBezTo>
                <a:cubicBezTo>
                  <a:pt x="161114" y="113208"/>
                  <a:pt x="162011" y="114220"/>
                  <a:pt x="163255" y="114972"/>
                </a:cubicBezTo>
                <a:cubicBezTo>
                  <a:pt x="164499" y="115724"/>
                  <a:pt x="166277" y="116100"/>
                  <a:pt x="168591" y="116100"/>
                </a:cubicBezTo>
                <a:cubicBezTo>
                  <a:pt x="170327" y="116100"/>
                  <a:pt x="172612" y="115898"/>
                  <a:pt x="175446" y="115493"/>
                </a:cubicBezTo>
                <a:close/>
                <a:moveTo>
                  <a:pt x="190712" y="129463"/>
                </a:moveTo>
                <a:lnTo>
                  <a:pt x="190712" y="2256"/>
                </a:lnTo>
                <a:lnTo>
                  <a:pt x="206331" y="2256"/>
                </a:lnTo>
                <a:lnTo>
                  <a:pt x="206331" y="47898"/>
                </a:lnTo>
                <a:cubicBezTo>
                  <a:pt x="213620" y="39452"/>
                  <a:pt x="222818" y="35229"/>
                  <a:pt x="233925" y="35229"/>
                </a:cubicBezTo>
                <a:cubicBezTo>
                  <a:pt x="240751" y="35229"/>
                  <a:pt x="246680" y="36574"/>
                  <a:pt x="251713" y="39264"/>
                </a:cubicBezTo>
                <a:cubicBezTo>
                  <a:pt x="256745" y="41954"/>
                  <a:pt x="260346" y="45671"/>
                  <a:pt x="262516" y="50414"/>
                </a:cubicBezTo>
                <a:cubicBezTo>
                  <a:pt x="264685" y="55158"/>
                  <a:pt x="265770" y="62042"/>
                  <a:pt x="265770" y="71066"/>
                </a:cubicBezTo>
                <a:lnTo>
                  <a:pt x="265770" y="129463"/>
                </a:lnTo>
                <a:lnTo>
                  <a:pt x="250151" y="129463"/>
                </a:lnTo>
                <a:lnTo>
                  <a:pt x="250151" y="71066"/>
                </a:lnTo>
                <a:cubicBezTo>
                  <a:pt x="250151" y="63256"/>
                  <a:pt x="248459" y="57573"/>
                  <a:pt x="245075" y="54015"/>
                </a:cubicBezTo>
                <a:cubicBezTo>
                  <a:pt x="241691" y="50458"/>
                  <a:pt x="236904" y="48679"/>
                  <a:pt x="230714" y="48679"/>
                </a:cubicBezTo>
                <a:cubicBezTo>
                  <a:pt x="226086" y="48679"/>
                  <a:pt x="221733" y="49879"/>
                  <a:pt x="217655" y="52280"/>
                </a:cubicBezTo>
                <a:cubicBezTo>
                  <a:pt x="213577" y="54680"/>
                  <a:pt x="210670" y="57934"/>
                  <a:pt x="208934" y="62042"/>
                </a:cubicBezTo>
                <a:cubicBezTo>
                  <a:pt x="207199" y="66149"/>
                  <a:pt x="206331" y="71818"/>
                  <a:pt x="206331" y="79049"/>
                </a:cubicBezTo>
                <a:lnTo>
                  <a:pt x="206331" y="129463"/>
                </a:lnTo>
                <a:lnTo>
                  <a:pt x="190712" y="129463"/>
                </a:lnTo>
                <a:close/>
                <a:moveTo>
                  <a:pt x="352565" y="99787"/>
                </a:moveTo>
                <a:lnTo>
                  <a:pt x="368705" y="101783"/>
                </a:lnTo>
                <a:cubicBezTo>
                  <a:pt x="366159" y="111212"/>
                  <a:pt x="361445" y="118530"/>
                  <a:pt x="354561" y="123736"/>
                </a:cubicBezTo>
                <a:cubicBezTo>
                  <a:pt x="347677" y="128942"/>
                  <a:pt x="338884" y="131546"/>
                  <a:pt x="328182" y="131546"/>
                </a:cubicBezTo>
                <a:cubicBezTo>
                  <a:pt x="314704" y="131546"/>
                  <a:pt x="304017" y="127395"/>
                  <a:pt x="296120" y="119094"/>
                </a:cubicBezTo>
                <a:cubicBezTo>
                  <a:pt x="288224" y="110793"/>
                  <a:pt x="284276" y="99151"/>
                  <a:pt x="284276" y="84168"/>
                </a:cubicBezTo>
                <a:cubicBezTo>
                  <a:pt x="284276" y="68665"/>
                  <a:pt x="288268" y="56633"/>
                  <a:pt x="296251" y="48071"/>
                </a:cubicBezTo>
                <a:cubicBezTo>
                  <a:pt x="304234" y="39510"/>
                  <a:pt x="314588" y="35229"/>
                  <a:pt x="327315" y="35229"/>
                </a:cubicBezTo>
                <a:cubicBezTo>
                  <a:pt x="339636" y="35229"/>
                  <a:pt x="349702" y="39423"/>
                  <a:pt x="357511" y="47811"/>
                </a:cubicBezTo>
                <a:cubicBezTo>
                  <a:pt x="365321" y="56199"/>
                  <a:pt x="369225" y="68000"/>
                  <a:pt x="369225" y="83214"/>
                </a:cubicBezTo>
                <a:cubicBezTo>
                  <a:pt x="369225" y="84139"/>
                  <a:pt x="369196" y="85528"/>
                  <a:pt x="369139" y="87379"/>
                </a:cubicBezTo>
                <a:lnTo>
                  <a:pt x="300416" y="87379"/>
                </a:lnTo>
                <a:cubicBezTo>
                  <a:pt x="300994" y="97502"/>
                  <a:pt x="303858" y="105254"/>
                  <a:pt x="309006" y="110634"/>
                </a:cubicBezTo>
                <a:cubicBezTo>
                  <a:pt x="314154" y="116013"/>
                  <a:pt x="320576" y="118703"/>
                  <a:pt x="328269" y="118703"/>
                </a:cubicBezTo>
                <a:cubicBezTo>
                  <a:pt x="333996" y="118703"/>
                  <a:pt x="338884" y="117199"/>
                  <a:pt x="342934" y="114191"/>
                </a:cubicBezTo>
                <a:cubicBezTo>
                  <a:pt x="346983" y="111183"/>
                  <a:pt x="350194" y="106382"/>
                  <a:pt x="352565" y="99787"/>
                </a:cubicBezTo>
                <a:moveTo>
                  <a:pt x="301283" y="74537"/>
                </a:moveTo>
                <a:lnTo>
                  <a:pt x="352739" y="74537"/>
                </a:lnTo>
                <a:cubicBezTo>
                  <a:pt x="352045" y="66785"/>
                  <a:pt x="350078" y="60971"/>
                  <a:pt x="346838" y="57096"/>
                </a:cubicBezTo>
                <a:cubicBezTo>
                  <a:pt x="341863" y="51079"/>
                  <a:pt x="335413" y="48071"/>
                  <a:pt x="327488" y="48071"/>
                </a:cubicBezTo>
                <a:cubicBezTo>
                  <a:pt x="320315" y="48071"/>
                  <a:pt x="314285" y="50472"/>
                  <a:pt x="309396" y="55273"/>
                </a:cubicBezTo>
                <a:cubicBezTo>
                  <a:pt x="304508" y="60075"/>
                  <a:pt x="301804" y="66496"/>
                  <a:pt x="301283" y="74537"/>
                </a:cubicBezTo>
                <a:close/>
                <a:moveTo>
                  <a:pt x="388079" y="129463"/>
                </a:moveTo>
                <a:lnTo>
                  <a:pt x="388079" y="37312"/>
                </a:lnTo>
                <a:lnTo>
                  <a:pt x="402136" y="37312"/>
                </a:lnTo>
                <a:lnTo>
                  <a:pt x="402136" y="51282"/>
                </a:lnTo>
                <a:cubicBezTo>
                  <a:pt x="405722" y="44745"/>
                  <a:pt x="409034" y="40435"/>
                  <a:pt x="412071" y="38353"/>
                </a:cubicBezTo>
                <a:cubicBezTo>
                  <a:pt x="415108" y="36270"/>
                  <a:pt x="418449" y="35229"/>
                  <a:pt x="422093" y="35229"/>
                </a:cubicBezTo>
                <a:cubicBezTo>
                  <a:pt x="427357" y="35229"/>
                  <a:pt x="432708" y="36907"/>
                  <a:pt x="438146" y="40262"/>
                </a:cubicBezTo>
                <a:lnTo>
                  <a:pt x="432766" y="54753"/>
                </a:lnTo>
                <a:cubicBezTo>
                  <a:pt x="428948" y="52497"/>
                  <a:pt x="425130" y="51369"/>
                  <a:pt x="421312" y="51369"/>
                </a:cubicBezTo>
                <a:cubicBezTo>
                  <a:pt x="417899" y="51369"/>
                  <a:pt x="414833" y="52395"/>
                  <a:pt x="412115" y="54449"/>
                </a:cubicBezTo>
                <a:cubicBezTo>
                  <a:pt x="409396" y="56503"/>
                  <a:pt x="407458" y="59352"/>
                  <a:pt x="406301" y="62996"/>
                </a:cubicBezTo>
                <a:cubicBezTo>
                  <a:pt x="404566" y="68549"/>
                  <a:pt x="403698" y="74623"/>
                  <a:pt x="403698" y="81218"/>
                </a:cubicBezTo>
                <a:lnTo>
                  <a:pt x="403698" y="129463"/>
                </a:lnTo>
                <a:lnTo>
                  <a:pt x="388079" y="129463"/>
                </a:lnTo>
                <a:close/>
                <a:moveTo>
                  <a:pt x="493207" y="88594"/>
                </a:moveTo>
                <a:lnTo>
                  <a:pt x="509087" y="87205"/>
                </a:lnTo>
                <a:cubicBezTo>
                  <a:pt x="509839" y="93569"/>
                  <a:pt x="511589" y="98789"/>
                  <a:pt x="514336" y="102868"/>
                </a:cubicBezTo>
                <a:cubicBezTo>
                  <a:pt x="517084" y="106946"/>
                  <a:pt x="521350" y="110243"/>
                  <a:pt x="527135" y="112759"/>
                </a:cubicBezTo>
                <a:cubicBezTo>
                  <a:pt x="532920" y="115276"/>
                  <a:pt x="539428" y="116534"/>
                  <a:pt x="546659" y="116534"/>
                </a:cubicBezTo>
                <a:cubicBezTo>
                  <a:pt x="553080" y="116534"/>
                  <a:pt x="558749" y="115580"/>
                  <a:pt x="563666" y="113671"/>
                </a:cubicBezTo>
                <a:cubicBezTo>
                  <a:pt x="568583" y="111762"/>
                  <a:pt x="572242" y="109144"/>
                  <a:pt x="574642" y="105818"/>
                </a:cubicBezTo>
                <a:cubicBezTo>
                  <a:pt x="577043" y="102492"/>
                  <a:pt x="578243" y="98862"/>
                  <a:pt x="578243" y="94928"/>
                </a:cubicBezTo>
                <a:cubicBezTo>
                  <a:pt x="578243" y="90936"/>
                  <a:pt x="577087" y="87451"/>
                  <a:pt x="574773" y="84472"/>
                </a:cubicBezTo>
                <a:cubicBezTo>
                  <a:pt x="572459" y="81493"/>
                  <a:pt x="568641" y="78991"/>
                  <a:pt x="563319" y="76966"/>
                </a:cubicBezTo>
                <a:cubicBezTo>
                  <a:pt x="559906" y="75636"/>
                  <a:pt x="552357" y="73568"/>
                  <a:pt x="540671" y="70762"/>
                </a:cubicBezTo>
                <a:cubicBezTo>
                  <a:pt x="528986" y="67957"/>
                  <a:pt x="520801" y="65310"/>
                  <a:pt x="516115" y="62823"/>
                </a:cubicBezTo>
                <a:cubicBezTo>
                  <a:pt x="510041" y="59641"/>
                  <a:pt x="505515" y="55693"/>
                  <a:pt x="502535" y="50978"/>
                </a:cubicBezTo>
                <a:cubicBezTo>
                  <a:pt x="499556" y="46264"/>
                  <a:pt x="498067" y="40985"/>
                  <a:pt x="498067" y="35142"/>
                </a:cubicBezTo>
                <a:cubicBezTo>
                  <a:pt x="498067" y="28721"/>
                  <a:pt x="499889" y="22720"/>
                  <a:pt x="503533" y="17137"/>
                </a:cubicBezTo>
                <a:cubicBezTo>
                  <a:pt x="507178" y="11555"/>
                  <a:pt x="512500" y="7318"/>
                  <a:pt x="519499" y="4425"/>
                </a:cubicBezTo>
                <a:cubicBezTo>
                  <a:pt x="526499" y="1533"/>
                  <a:pt x="534279" y="87"/>
                  <a:pt x="542841" y="87"/>
                </a:cubicBezTo>
                <a:cubicBezTo>
                  <a:pt x="552270" y="87"/>
                  <a:pt x="560585" y="1605"/>
                  <a:pt x="567788" y="4642"/>
                </a:cubicBezTo>
                <a:cubicBezTo>
                  <a:pt x="574990" y="7679"/>
                  <a:pt x="580528" y="12148"/>
                  <a:pt x="584404" y="18048"/>
                </a:cubicBezTo>
                <a:cubicBezTo>
                  <a:pt x="588280" y="23949"/>
                  <a:pt x="590363" y="30630"/>
                  <a:pt x="590652" y="38093"/>
                </a:cubicBezTo>
                <a:lnTo>
                  <a:pt x="574512" y="39307"/>
                </a:lnTo>
                <a:cubicBezTo>
                  <a:pt x="573645" y="31267"/>
                  <a:pt x="570709" y="25193"/>
                  <a:pt x="565705" y="21085"/>
                </a:cubicBezTo>
                <a:cubicBezTo>
                  <a:pt x="560701" y="16978"/>
                  <a:pt x="553311" y="14925"/>
                  <a:pt x="543535" y="14925"/>
                </a:cubicBezTo>
                <a:cubicBezTo>
                  <a:pt x="533354" y="14925"/>
                  <a:pt x="525935" y="16790"/>
                  <a:pt x="521278" y="20521"/>
                </a:cubicBezTo>
                <a:cubicBezTo>
                  <a:pt x="516621" y="24253"/>
                  <a:pt x="514293" y="28750"/>
                  <a:pt x="514293" y="34014"/>
                </a:cubicBezTo>
                <a:cubicBezTo>
                  <a:pt x="514293" y="38584"/>
                  <a:pt x="515942" y="42344"/>
                  <a:pt x="519239" y="45295"/>
                </a:cubicBezTo>
                <a:cubicBezTo>
                  <a:pt x="522478" y="48245"/>
                  <a:pt x="530939" y="51267"/>
                  <a:pt x="544620" y="54362"/>
                </a:cubicBezTo>
                <a:cubicBezTo>
                  <a:pt x="558301" y="57457"/>
                  <a:pt x="567686" y="60162"/>
                  <a:pt x="572777" y="62475"/>
                </a:cubicBezTo>
                <a:cubicBezTo>
                  <a:pt x="580181" y="65888"/>
                  <a:pt x="585648" y="70213"/>
                  <a:pt x="589177" y="75448"/>
                </a:cubicBezTo>
                <a:cubicBezTo>
                  <a:pt x="592705" y="80683"/>
                  <a:pt x="594470" y="86714"/>
                  <a:pt x="594470" y="93540"/>
                </a:cubicBezTo>
                <a:cubicBezTo>
                  <a:pt x="594470" y="100308"/>
                  <a:pt x="592532" y="106685"/>
                  <a:pt x="588656" y="112673"/>
                </a:cubicBezTo>
                <a:cubicBezTo>
                  <a:pt x="584780" y="118660"/>
                  <a:pt x="579212" y="123317"/>
                  <a:pt x="571953" y="126643"/>
                </a:cubicBezTo>
                <a:cubicBezTo>
                  <a:pt x="564693" y="129969"/>
                  <a:pt x="556522" y="131632"/>
                  <a:pt x="547440" y="131632"/>
                </a:cubicBezTo>
                <a:cubicBezTo>
                  <a:pt x="535928" y="131632"/>
                  <a:pt x="526282" y="129955"/>
                  <a:pt x="518501" y="126600"/>
                </a:cubicBezTo>
                <a:cubicBezTo>
                  <a:pt x="510721" y="123244"/>
                  <a:pt x="504618" y="118197"/>
                  <a:pt x="500193" y="111458"/>
                </a:cubicBezTo>
                <a:cubicBezTo>
                  <a:pt x="495767" y="104719"/>
                  <a:pt x="493439" y="97097"/>
                  <a:pt x="493207" y="88594"/>
                </a:cubicBezTo>
                <a:close/>
                <a:moveTo>
                  <a:pt x="615521" y="20218"/>
                </a:moveTo>
                <a:lnTo>
                  <a:pt x="615521" y="2256"/>
                </a:lnTo>
                <a:lnTo>
                  <a:pt x="631140" y="2256"/>
                </a:lnTo>
                <a:lnTo>
                  <a:pt x="631140" y="20218"/>
                </a:lnTo>
                <a:lnTo>
                  <a:pt x="615521" y="20218"/>
                </a:lnTo>
                <a:moveTo>
                  <a:pt x="615521" y="129463"/>
                </a:moveTo>
                <a:lnTo>
                  <a:pt x="615521" y="37312"/>
                </a:lnTo>
                <a:lnTo>
                  <a:pt x="631140" y="37312"/>
                </a:lnTo>
                <a:lnTo>
                  <a:pt x="631140" y="129463"/>
                </a:lnTo>
                <a:lnTo>
                  <a:pt x="615521" y="129463"/>
                </a:lnTo>
                <a:close/>
                <a:moveTo>
                  <a:pt x="688951" y="115493"/>
                </a:moveTo>
                <a:lnTo>
                  <a:pt x="691207" y="129289"/>
                </a:lnTo>
                <a:cubicBezTo>
                  <a:pt x="686811" y="130215"/>
                  <a:pt x="682877" y="130678"/>
                  <a:pt x="679406" y="130678"/>
                </a:cubicBezTo>
                <a:cubicBezTo>
                  <a:pt x="673737" y="130678"/>
                  <a:pt x="669341" y="129781"/>
                  <a:pt x="666217" y="127988"/>
                </a:cubicBezTo>
                <a:cubicBezTo>
                  <a:pt x="663093" y="126195"/>
                  <a:pt x="660895" y="123837"/>
                  <a:pt x="659622" y="120916"/>
                </a:cubicBezTo>
                <a:cubicBezTo>
                  <a:pt x="658350" y="117995"/>
                  <a:pt x="657713" y="111848"/>
                  <a:pt x="657713" y="102477"/>
                </a:cubicBezTo>
                <a:lnTo>
                  <a:pt x="657713" y="49460"/>
                </a:lnTo>
                <a:lnTo>
                  <a:pt x="646259" y="49460"/>
                </a:lnTo>
                <a:lnTo>
                  <a:pt x="646259" y="37312"/>
                </a:lnTo>
                <a:lnTo>
                  <a:pt x="657713" y="37312"/>
                </a:lnTo>
                <a:lnTo>
                  <a:pt x="657713" y="14491"/>
                </a:lnTo>
                <a:lnTo>
                  <a:pt x="673245" y="5120"/>
                </a:lnTo>
                <a:lnTo>
                  <a:pt x="673245" y="37312"/>
                </a:lnTo>
                <a:lnTo>
                  <a:pt x="688951" y="37312"/>
                </a:lnTo>
                <a:lnTo>
                  <a:pt x="688951" y="49460"/>
                </a:lnTo>
                <a:lnTo>
                  <a:pt x="673245" y="49460"/>
                </a:lnTo>
                <a:lnTo>
                  <a:pt x="673245" y="103345"/>
                </a:lnTo>
                <a:cubicBezTo>
                  <a:pt x="673245" y="107799"/>
                  <a:pt x="673520" y="110663"/>
                  <a:pt x="674070" y="111935"/>
                </a:cubicBezTo>
                <a:cubicBezTo>
                  <a:pt x="674619" y="113208"/>
                  <a:pt x="675516" y="114220"/>
                  <a:pt x="676760" y="114972"/>
                </a:cubicBezTo>
                <a:cubicBezTo>
                  <a:pt x="678003" y="115724"/>
                  <a:pt x="679782" y="116100"/>
                  <a:pt x="682096" y="116100"/>
                </a:cubicBezTo>
                <a:cubicBezTo>
                  <a:pt x="683831" y="116100"/>
                  <a:pt x="686116" y="115898"/>
                  <a:pt x="688951" y="115493"/>
                </a:cubicBezTo>
                <a:close/>
                <a:moveTo>
                  <a:pt x="767300" y="99787"/>
                </a:moveTo>
                <a:lnTo>
                  <a:pt x="783439" y="101783"/>
                </a:lnTo>
                <a:cubicBezTo>
                  <a:pt x="780894" y="111212"/>
                  <a:pt x="776180" y="118530"/>
                  <a:pt x="769296" y="123736"/>
                </a:cubicBezTo>
                <a:cubicBezTo>
                  <a:pt x="762412" y="128942"/>
                  <a:pt x="753619" y="131546"/>
                  <a:pt x="742917" y="131546"/>
                </a:cubicBezTo>
                <a:cubicBezTo>
                  <a:pt x="729439" y="131546"/>
                  <a:pt x="718751" y="127395"/>
                  <a:pt x="710855" y="119094"/>
                </a:cubicBezTo>
                <a:cubicBezTo>
                  <a:pt x="702959" y="110793"/>
                  <a:pt x="699011" y="99151"/>
                  <a:pt x="699011" y="84168"/>
                </a:cubicBezTo>
                <a:cubicBezTo>
                  <a:pt x="699011" y="68665"/>
                  <a:pt x="703002" y="56633"/>
                  <a:pt x="710985" y="48071"/>
                </a:cubicBezTo>
                <a:cubicBezTo>
                  <a:pt x="718968" y="39510"/>
                  <a:pt x="729323" y="35229"/>
                  <a:pt x="742049" y="35229"/>
                </a:cubicBezTo>
                <a:cubicBezTo>
                  <a:pt x="754371" y="35229"/>
                  <a:pt x="764436" y="39423"/>
                  <a:pt x="772246" y="47811"/>
                </a:cubicBezTo>
                <a:cubicBezTo>
                  <a:pt x="780055" y="56199"/>
                  <a:pt x="783960" y="68000"/>
                  <a:pt x="783960" y="83214"/>
                </a:cubicBezTo>
                <a:cubicBezTo>
                  <a:pt x="783960" y="84139"/>
                  <a:pt x="783931" y="85528"/>
                  <a:pt x="783873" y="87379"/>
                </a:cubicBezTo>
                <a:lnTo>
                  <a:pt x="715150" y="87379"/>
                </a:lnTo>
                <a:cubicBezTo>
                  <a:pt x="715729" y="97502"/>
                  <a:pt x="718592" y="105254"/>
                  <a:pt x="723741" y="110634"/>
                </a:cubicBezTo>
                <a:cubicBezTo>
                  <a:pt x="728889" y="116013"/>
                  <a:pt x="735310" y="118703"/>
                  <a:pt x="743004" y="118703"/>
                </a:cubicBezTo>
                <a:cubicBezTo>
                  <a:pt x="748731" y="118703"/>
                  <a:pt x="753619" y="117199"/>
                  <a:pt x="757668" y="114191"/>
                </a:cubicBezTo>
                <a:cubicBezTo>
                  <a:pt x="761718" y="111183"/>
                  <a:pt x="764928" y="106382"/>
                  <a:pt x="767300" y="99787"/>
                </a:cubicBezTo>
                <a:moveTo>
                  <a:pt x="716018" y="74537"/>
                </a:moveTo>
                <a:lnTo>
                  <a:pt x="767473" y="74537"/>
                </a:lnTo>
                <a:cubicBezTo>
                  <a:pt x="766779" y="66785"/>
                  <a:pt x="764813" y="60971"/>
                  <a:pt x="761573" y="57096"/>
                </a:cubicBezTo>
                <a:cubicBezTo>
                  <a:pt x="756598" y="51079"/>
                  <a:pt x="750148" y="48071"/>
                  <a:pt x="742223" y="48071"/>
                </a:cubicBezTo>
                <a:cubicBezTo>
                  <a:pt x="735050" y="48071"/>
                  <a:pt x="729019" y="50472"/>
                  <a:pt x="724131" y="55273"/>
                </a:cubicBezTo>
                <a:cubicBezTo>
                  <a:pt x="719243" y="60075"/>
                  <a:pt x="716539" y="66496"/>
                  <a:pt x="716018" y="74537"/>
                </a:cubicBezTo>
                <a:close/>
                <a:moveTo>
                  <a:pt x="796740" y="101956"/>
                </a:moveTo>
                <a:lnTo>
                  <a:pt x="812185" y="99527"/>
                </a:lnTo>
                <a:cubicBezTo>
                  <a:pt x="813053" y="105717"/>
                  <a:pt x="815468" y="110460"/>
                  <a:pt x="819431" y="113757"/>
                </a:cubicBezTo>
                <a:cubicBezTo>
                  <a:pt x="823393" y="117055"/>
                  <a:pt x="828932" y="118703"/>
                  <a:pt x="836047" y="118703"/>
                </a:cubicBezTo>
                <a:cubicBezTo>
                  <a:pt x="843220" y="118703"/>
                  <a:pt x="848542" y="117243"/>
                  <a:pt x="852013" y="114321"/>
                </a:cubicBezTo>
                <a:cubicBezTo>
                  <a:pt x="855484" y="111400"/>
                  <a:pt x="857220" y="107973"/>
                  <a:pt x="857220" y="104039"/>
                </a:cubicBezTo>
                <a:cubicBezTo>
                  <a:pt x="857220" y="100510"/>
                  <a:pt x="855687" y="97734"/>
                  <a:pt x="852621" y="95709"/>
                </a:cubicBezTo>
                <a:cubicBezTo>
                  <a:pt x="850480" y="94321"/>
                  <a:pt x="845158" y="92556"/>
                  <a:pt x="836655" y="90416"/>
                </a:cubicBezTo>
                <a:cubicBezTo>
                  <a:pt x="825201" y="87523"/>
                  <a:pt x="817261" y="85022"/>
                  <a:pt x="812836" y="82910"/>
                </a:cubicBezTo>
                <a:cubicBezTo>
                  <a:pt x="808411" y="80799"/>
                  <a:pt x="805056" y="77877"/>
                  <a:pt x="802771" y="74146"/>
                </a:cubicBezTo>
                <a:cubicBezTo>
                  <a:pt x="800486" y="70415"/>
                  <a:pt x="799343" y="66293"/>
                  <a:pt x="799343" y="61781"/>
                </a:cubicBezTo>
                <a:cubicBezTo>
                  <a:pt x="799343" y="57674"/>
                  <a:pt x="800283" y="53871"/>
                  <a:pt x="802163" y="50371"/>
                </a:cubicBezTo>
                <a:cubicBezTo>
                  <a:pt x="804043" y="46871"/>
                  <a:pt x="806603" y="43964"/>
                  <a:pt x="809842" y="41650"/>
                </a:cubicBezTo>
                <a:cubicBezTo>
                  <a:pt x="812272" y="39857"/>
                  <a:pt x="815584" y="38339"/>
                  <a:pt x="819778" y="37095"/>
                </a:cubicBezTo>
                <a:cubicBezTo>
                  <a:pt x="823972" y="35851"/>
                  <a:pt x="828469" y="35229"/>
                  <a:pt x="833271" y="35229"/>
                </a:cubicBezTo>
                <a:cubicBezTo>
                  <a:pt x="840502" y="35229"/>
                  <a:pt x="846850" y="36270"/>
                  <a:pt x="852317" y="38353"/>
                </a:cubicBezTo>
                <a:cubicBezTo>
                  <a:pt x="857784" y="40435"/>
                  <a:pt x="861819" y="43256"/>
                  <a:pt x="864422" y="46813"/>
                </a:cubicBezTo>
                <a:cubicBezTo>
                  <a:pt x="867025" y="50371"/>
                  <a:pt x="868818" y="55129"/>
                  <a:pt x="869801" y="61087"/>
                </a:cubicBezTo>
                <a:lnTo>
                  <a:pt x="854530" y="63170"/>
                </a:lnTo>
                <a:cubicBezTo>
                  <a:pt x="853836" y="58426"/>
                  <a:pt x="851825" y="54724"/>
                  <a:pt x="848499" y="52063"/>
                </a:cubicBezTo>
                <a:cubicBezTo>
                  <a:pt x="845173" y="49402"/>
                  <a:pt x="840473" y="48071"/>
                  <a:pt x="834399" y="48071"/>
                </a:cubicBezTo>
                <a:cubicBezTo>
                  <a:pt x="827226" y="48071"/>
                  <a:pt x="822106" y="49257"/>
                  <a:pt x="819040" y="51629"/>
                </a:cubicBezTo>
                <a:cubicBezTo>
                  <a:pt x="815974" y="54001"/>
                  <a:pt x="814441" y="56777"/>
                  <a:pt x="814441" y="59959"/>
                </a:cubicBezTo>
                <a:cubicBezTo>
                  <a:pt x="814441" y="61984"/>
                  <a:pt x="815078" y="63806"/>
                  <a:pt x="816350" y="65426"/>
                </a:cubicBezTo>
                <a:cubicBezTo>
                  <a:pt x="817623" y="67103"/>
                  <a:pt x="819619" y="68492"/>
                  <a:pt x="822337" y="69591"/>
                </a:cubicBezTo>
                <a:cubicBezTo>
                  <a:pt x="823899" y="70169"/>
                  <a:pt x="828498" y="71500"/>
                  <a:pt x="836134" y="73582"/>
                </a:cubicBezTo>
                <a:cubicBezTo>
                  <a:pt x="847183" y="76532"/>
                  <a:pt x="854891" y="78948"/>
                  <a:pt x="859259" y="80828"/>
                </a:cubicBezTo>
                <a:cubicBezTo>
                  <a:pt x="863626" y="82708"/>
                  <a:pt x="867054" y="85441"/>
                  <a:pt x="869541" y="89028"/>
                </a:cubicBezTo>
                <a:cubicBezTo>
                  <a:pt x="872029" y="92614"/>
                  <a:pt x="873272" y="97068"/>
                  <a:pt x="873272" y="102390"/>
                </a:cubicBezTo>
                <a:cubicBezTo>
                  <a:pt x="873272" y="107597"/>
                  <a:pt x="871754" y="112499"/>
                  <a:pt x="868717" y="117098"/>
                </a:cubicBezTo>
                <a:cubicBezTo>
                  <a:pt x="865680" y="121697"/>
                  <a:pt x="861298" y="125255"/>
                  <a:pt x="855571" y="127771"/>
                </a:cubicBezTo>
                <a:cubicBezTo>
                  <a:pt x="849844" y="130287"/>
                  <a:pt x="843365" y="131546"/>
                  <a:pt x="836134" y="131546"/>
                </a:cubicBezTo>
                <a:cubicBezTo>
                  <a:pt x="824160" y="131546"/>
                  <a:pt x="815034" y="129058"/>
                  <a:pt x="808758" y="124083"/>
                </a:cubicBezTo>
                <a:cubicBezTo>
                  <a:pt x="802481" y="119108"/>
                  <a:pt x="798475" y="111733"/>
                  <a:pt x="796740" y="101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803b772fe4711"/>
          <a:stretch xmlns:a="http://schemas.openxmlformats.org/drawingml/2006/main"/>
        </p:blipFill>
        <p:spPr>
          <a:xfrm xmlns:a="http://schemas.openxmlformats.org/drawingml/2006/main">
            <a:off x="1807583" y="552426"/>
            <a:ext cx="562742" cy="562742"/>
          </a:xfrm>
          <a:prstGeom xmlns:a="http://schemas.openxmlformats.org/drawingml/2006/main" prst="rect">
            <a:avLst/>
          </a:prstGeom>
        </p:spPr>
      </p:pic>
      <p:sp>
        <p:nvSpPr>
          <p:cNvPr id="37" name="Text HTML&amp;JS">
            <a:extLst xmlns:a="http://schemas.openxmlformats.org/drawingml/2006/main">
              <a:ext uri="{FF2B5EF4-FFF2-40B4-BE49-F238E27FC236}">
                <a16:creationId xmlns:a16="http://schemas.microsoft.com/office/drawing/2014/main" id="{C52006A0-210A-4A3A-9FC0-7D0D69E7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05" y="1363020"/>
            <a:ext cx="874957" cy="132326"/>
          </a:xfrm>
          <a:custGeom xmlns:a="http://schemas.openxmlformats.org/drawingml/2006/main">
            <a:pathLst>
              <a:path w="874957" h="132326">
                <a:moveTo>
                  <a:pt x="0" y="129376"/>
                </a:moveTo>
                <a:lnTo>
                  <a:pt x="0" y="2169"/>
                </a:lnTo>
                <a:lnTo>
                  <a:pt x="16834" y="2169"/>
                </a:lnTo>
                <a:lnTo>
                  <a:pt x="16834" y="54406"/>
                </a:lnTo>
                <a:lnTo>
                  <a:pt x="82954" y="54406"/>
                </a:lnTo>
                <a:lnTo>
                  <a:pt x="82954" y="2169"/>
                </a:lnTo>
                <a:lnTo>
                  <a:pt x="99787" y="2169"/>
                </a:lnTo>
                <a:lnTo>
                  <a:pt x="99787" y="129376"/>
                </a:lnTo>
                <a:lnTo>
                  <a:pt x="82954" y="129376"/>
                </a:lnTo>
                <a:lnTo>
                  <a:pt x="82954" y="69417"/>
                </a:lnTo>
                <a:lnTo>
                  <a:pt x="16834" y="69417"/>
                </a:lnTo>
                <a:lnTo>
                  <a:pt x="16834" y="129376"/>
                </a:lnTo>
                <a:lnTo>
                  <a:pt x="0" y="129376"/>
                </a:lnTo>
                <a:close/>
                <a:moveTo>
                  <a:pt x="160186" y="129376"/>
                </a:moveTo>
                <a:lnTo>
                  <a:pt x="160186" y="17181"/>
                </a:lnTo>
                <a:lnTo>
                  <a:pt x="118275" y="17181"/>
                </a:lnTo>
                <a:lnTo>
                  <a:pt x="118275" y="2169"/>
                </a:lnTo>
                <a:lnTo>
                  <a:pt x="219104" y="2169"/>
                </a:lnTo>
                <a:lnTo>
                  <a:pt x="219104" y="17181"/>
                </a:lnTo>
                <a:lnTo>
                  <a:pt x="177020" y="17181"/>
                </a:lnTo>
                <a:lnTo>
                  <a:pt x="177020" y="129376"/>
                </a:lnTo>
                <a:lnTo>
                  <a:pt x="160186" y="129376"/>
                </a:lnTo>
                <a:close/>
                <a:moveTo>
                  <a:pt x="235897" y="129376"/>
                </a:moveTo>
                <a:lnTo>
                  <a:pt x="235897" y="2169"/>
                </a:lnTo>
                <a:lnTo>
                  <a:pt x="261234" y="2169"/>
                </a:lnTo>
                <a:lnTo>
                  <a:pt x="291344" y="92238"/>
                </a:lnTo>
                <a:cubicBezTo>
                  <a:pt x="294120" y="100626"/>
                  <a:pt x="296145" y="106902"/>
                  <a:pt x="297418" y="111067"/>
                </a:cubicBezTo>
                <a:cubicBezTo>
                  <a:pt x="298864" y="106440"/>
                  <a:pt x="301120" y="99643"/>
                  <a:pt x="304186" y="90676"/>
                </a:cubicBezTo>
                <a:lnTo>
                  <a:pt x="334643" y="2169"/>
                </a:lnTo>
                <a:lnTo>
                  <a:pt x="357290" y="2169"/>
                </a:lnTo>
                <a:lnTo>
                  <a:pt x="357290" y="129376"/>
                </a:lnTo>
                <a:lnTo>
                  <a:pt x="341064" y="129376"/>
                </a:lnTo>
                <a:lnTo>
                  <a:pt x="341064" y="22908"/>
                </a:lnTo>
                <a:lnTo>
                  <a:pt x="304099" y="129376"/>
                </a:lnTo>
                <a:lnTo>
                  <a:pt x="288914" y="129376"/>
                </a:lnTo>
                <a:lnTo>
                  <a:pt x="252123" y="21085"/>
                </a:lnTo>
                <a:lnTo>
                  <a:pt x="252123" y="129376"/>
                </a:lnTo>
                <a:lnTo>
                  <a:pt x="235897" y="129376"/>
                </a:lnTo>
                <a:close/>
                <a:moveTo>
                  <a:pt x="383807" y="129376"/>
                </a:moveTo>
                <a:lnTo>
                  <a:pt x="383807" y="2169"/>
                </a:lnTo>
                <a:lnTo>
                  <a:pt x="400641" y="2169"/>
                </a:lnTo>
                <a:lnTo>
                  <a:pt x="400641" y="114365"/>
                </a:lnTo>
                <a:lnTo>
                  <a:pt x="463290" y="114365"/>
                </a:lnTo>
                <a:lnTo>
                  <a:pt x="463290" y="129376"/>
                </a:lnTo>
                <a:lnTo>
                  <a:pt x="383807" y="129376"/>
                </a:lnTo>
                <a:close/>
                <a:moveTo>
                  <a:pt x="593442" y="114365"/>
                </a:moveTo>
                <a:cubicBezTo>
                  <a:pt x="588293" y="120092"/>
                  <a:pt x="582682" y="124387"/>
                  <a:pt x="576608" y="127250"/>
                </a:cubicBezTo>
                <a:cubicBezTo>
                  <a:pt x="570534" y="130114"/>
                  <a:pt x="563968" y="131546"/>
                  <a:pt x="556911" y="131546"/>
                </a:cubicBezTo>
                <a:cubicBezTo>
                  <a:pt x="543895" y="131546"/>
                  <a:pt x="533569" y="127149"/>
                  <a:pt x="525933" y="118356"/>
                </a:cubicBezTo>
                <a:cubicBezTo>
                  <a:pt x="519744" y="111183"/>
                  <a:pt x="516649" y="103171"/>
                  <a:pt x="516649" y="94321"/>
                </a:cubicBezTo>
                <a:cubicBezTo>
                  <a:pt x="516649" y="86453"/>
                  <a:pt x="519180" y="79352"/>
                  <a:pt x="524241" y="73018"/>
                </a:cubicBezTo>
                <a:cubicBezTo>
                  <a:pt x="529303" y="66684"/>
                  <a:pt x="536867" y="61116"/>
                  <a:pt x="546932" y="56315"/>
                </a:cubicBezTo>
                <a:cubicBezTo>
                  <a:pt x="541205" y="49720"/>
                  <a:pt x="537387" y="44369"/>
                  <a:pt x="535478" y="40262"/>
                </a:cubicBezTo>
                <a:cubicBezTo>
                  <a:pt x="533569" y="36155"/>
                  <a:pt x="532615" y="32192"/>
                  <a:pt x="532615" y="28374"/>
                </a:cubicBezTo>
                <a:cubicBezTo>
                  <a:pt x="532615" y="20738"/>
                  <a:pt x="535608" y="14100"/>
                  <a:pt x="541596" y="8460"/>
                </a:cubicBezTo>
                <a:cubicBezTo>
                  <a:pt x="547583" y="2820"/>
                  <a:pt x="555117" y="0"/>
                  <a:pt x="564200" y="0"/>
                </a:cubicBezTo>
                <a:cubicBezTo>
                  <a:pt x="572877" y="0"/>
                  <a:pt x="579977" y="2661"/>
                  <a:pt x="585502" y="7983"/>
                </a:cubicBezTo>
                <a:cubicBezTo>
                  <a:pt x="591026" y="13305"/>
                  <a:pt x="593789" y="19697"/>
                  <a:pt x="593789" y="27159"/>
                </a:cubicBezTo>
                <a:cubicBezTo>
                  <a:pt x="593789" y="39250"/>
                  <a:pt x="585777" y="49575"/>
                  <a:pt x="569753" y="58137"/>
                </a:cubicBezTo>
                <a:lnTo>
                  <a:pt x="592574" y="87205"/>
                </a:lnTo>
                <a:cubicBezTo>
                  <a:pt x="595177" y="82115"/>
                  <a:pt x="597202" y="76214"/>
                  <a:pt x="598648" y="69504"/>
                </a:cubicBezTo>
                <a:lnTo>
                  <a:pt x="614874" y="72975"/>
                </a:lnTo>
                <a:cubicBezTo>
                  <a:pt x="612097" y="84082"/>
                  <a:pt x="608337" y="93221"/>
                  <a:pt x="603594" y="100395"/>
                </a:cubicBezTo>
                <a:cubicBezTo>
                  <a:pt x="609436" y="108146"/>
                  <a:pt x="616060" y="114654"/>
                  <a:pt x="623464" y="119918"/>
                </a:cubicBezTo>
                <a:lnTo>
                  <a:pt x="612965" y="132326"/>
                </a:lnTo>
                <a:cubicBezTo>
                  <a:pt x="606660" y="128277"/>
                  <a:pt x="600152" y="122290"/>
                  <a:pt x="593442" y="114365"/>
                </a:cubicBezTo>
                <a:moveTo>
                  <a:pt x="561683" y="48071"/>
                </a:moveTo>
                <a:cubicBezTo>
                  <a:pt x="568451" y="44080"/>
                  <a:pt x="572833" y="40580"/>
                  <a:pt x="574829" y="37572"/>
                </a:cubicBezTo>
                <a:cubicBezTo>
                  <a:pt x="576825" y="34564"/>
                  <a:pt x="577823" y="31238"/>
                  <a:pt x="577823" y="27593"/>
                </a:cubicBezTo>
                <a:cubicBezTo>
                  <a:pt x="577823" y="23255"/>
                  <a:pt x="576449" y="19712"/>
                  <a:pt x="573701" y="16964"/>
                </a:cubicBezTo>
                <a:cubicBezTo>
                  <a:pt x="570953" y="14216"/>
                  <a:pt x="567526" y="12842"/>
                  <a:pt x="563419" y="12842"/>
                </a:cubicBezTo>
                <a:cubicBezTo>
                  <a:pt x="559196" y="12842"/>
                  <a:pt x="555681" y="14202"/>
                  <a:pt x="552876" y="16920"/>
                </a:cubicBezTo>
                <a:cubicBezTo>
                  <a:pt x="550070" y="19639"/>
                  <a:pt x="548667" y="22966"/>
                  <a:pt x="548667" y="26899"/>
                </a:cubicBezTo>
                <a:cubicBezTo>
                  <a:pt x="548667" y="28866"/>
                  <a:pt x="549174" y="30934"/>
                  <a:pt x="550186" y="33103"/>
                </a:cubicBezTo>
                <a:cubicBezTo>
                  <a:pt x="551198" y="35273"/>
                  <a:pt x="552717" y="37572"/>
                  <a:pt x="554741" y="40002"/>
                </a:cubicBezTo>
                <a:lnTo>
                  <a:pt x="561683" y="48071"/>
                </a:lnTo>
                <a:moveTo>
                  <a:pt x="583636" y="102043"/>
                </a:moveTo>
                <a:lnTo>
                  <a:pt x="555002" y="66554"/>
                </a:lnTo>
                <a:cubicBezTo>
                  <a:pt x="546556" y="71586"/>
                  <a:pt x="540858" y="76258"/>
                  <a:pt x="537908" y="80567"/>
                </a:cubicBezTo>
                <a:cubicBezTo>
                  <a:pt x="534958" y="84877"/>
                  <a:pt x="533482" y="89143"/>
                  <a:pt x="533482" y="93366"/>
                </a:cubicBezTo>
                <a:cubicBezTo>
                  <a:pt x="533482" y="98515"/>
                  <a:pt x="535536" y="103865"/>
                  <a:pt x="539643" y="109419"/>
                </a:cubicBezTo>
                <a:cubicBezTo>
                  <a:pt x="543750" y="114972"/>
                  <a:pt x="549564" y="117749"/>
                  <a:pt x="557084" y="117749"/>
                </a:cubicBezTo>
                <a:cubicBezTo>
                  <a:pt x="561770" y="117749"/>
                  <a:pt x="566615" y="116288"/>
                  <a:pt x="571618" y="113367"/>
                </a:cubicBezTo>
                <a:cubicBezTo>
                  <a:pt x="576622" y="110446"/>
                  <a:pt x="580628" y="106671"/>
                  <a:pt x="583636" y="102043"/>
                </a:cubicBezTo>
                <a:close/>
                <a:moveTo>
                  <a:pt x="681977" y="93279"/>
                </a:moveTo>
                <a:lnTo>
                  <a:pt x="697162" y="91197"/>
                </a:lnTo>
                <a:cubicBezTo>
                  <a:pt x="697567" y="100915"/>
                  <a:pt x="699390" y="107568"/>
                  <a:pt x="702629" y="111154"/>
                </a:cubicBezTo>
                <a:cubicBezTo>
                  <a:pt x="705868" y="114741"/>
                  <a:pt x="710352" y="116534"/>
                  <a:pt x="716079" y="116534"/>
                </a:cubicBezTo>
                <a:cubicBezTo>
                  <a:pt x="720301" y="116534"/>
                  <a:pt x="723946" y="115565"/>
                  <a:pt x="727012" y="113627"/>
                </a:cubicBezTo>
                <a:cubicBezTo>
                  <a:pt x="730078" y="111689"/>
                  <a:pt x="732189" y="109057"/>
                  <a:pt x="733346" y="105731"/>
                </a:cubicBezTo>
                <a:cubicBezTo>
                  <a:pt x="734503" y="102405"/>
                  <a:pt x="735082" y="97097"/>
                  <a:pt x="735082" y="89808"/>
                </a:cubicBezTo>
                <a:lnTo>
                  <a:pt x="735082" y="2169"/>
                </a:lnTo>
                <a:lnTo>
                  <a:pt x="751915" y="2169"/>
                </a:lnTo>
                <a:lnTo>
                  <a:pt x="751915" y="88854"/>
                </a:lnTo>
                <a:cubicBezTo>
                  <a:pt x="751915" y="99498"/>
                  <a:pt x="750628" y="107741"/>
                  <a:pt x="748054" y="113584"/>
                </a:cubicBezTo>
                <a:cubicBezTo>
                  <a:pt x="745480" y="119426"/>
                  <a:pt x="741401" y="123881"/>
                  <a:pt x="735819" y="126947"/>
                </a:cubicBezTo>
                <a:cubicBezTo>
                  <a:pt x="730237" y="130013"/>
                  <a:pt x="723686" y="131546"/>
                  <a:pt x="716165" y="131546"/>
                </a:cubicBezTo>
                <a:cubicBezTo>
                  <a:pt x="705001" y="131546"/>
                  <a:pt x="696454" y="128335"/>
                  <a:pt x="690524" y="121914"/>
                </a:cubicBezTo>
                <a:cubicBezTo>
                  <a:pt x="684595" y="115493"/>
                  <a:pt x="681746" y="105948"/>
                  <a:pt x="681977" y="93279"/>
                </a:cubicBezTo>
                <a:close/>
                <a:moveTo>
                  <a:pt x="773695" y="88507"/>
                </a:moveTo>
                <a:lnTo>
                  <a:pt x="789574" y="87119"/>
                </a:lnTo>
                <a:cubicBezTo>
                  <a:pt x="790326" y="93482"/>
                  <a:pt x="792076" y="98703"/>
                  <a:pt x="794824" y="102781"/>
                </a:cubicBezTo>
                <a:cubicBezTo>
                  <a:pt x="797571" y="106859"/>
                  <a:pt x="801838" y="110156"/>
                  <a:pt x="807622" y="112673"/>
                </a:cubicBezTo>
                <a:cubicBezTo>
                  <a:pt x="813407" y="115189"/>
                  <a:pt x="819915" y="116447"/>
                  <a:pt x="827146" y="116447"/>
                </a:cubicBezTo>
                <a:cubicBezTo>
                  <a:pt x="833567" y="116447"/>
                  <a:pt x="839236" y="115493"/>
                  <a:pt x="844153" y="113584"/>
                </a:cubicBezTo>
                <a:cubicBezTo>
                  <a:pt x="849070" y="111675"/>
                  <a:pt x="852729" y="109057"/>
                  <a:pt x="855130" y="105731"/>
                </a:cubicBezTo>
                <a:cubicBezTo>
                  <a:pt x="857530" y="102405"/>
                  <a:pt x="858731" y="98775"/>
                  <a:pt x="858731" y="94841"/>
                </a:cubicBezTo>
                <a:cubicBezTo>
                  <a:pt x="858731" y="90850"/>
                  <a:pt x="857574" y="87364"/>
                  <a:pt x="855260" y="84385"/>
                </a:cubicBezTo>
                <a:cubicBezTo>
                  <a:pt x="852946" y="81406"/>
                  <a:pt x="849128" y="78904"/>
                  <a:pt x="843806" y="76880"/>
                </a:cubicBezTo>
                <a:cubicBezTo>
                  <a:pt x="840393" y="75549"/>
                  <a:pt x="832844" y="73481"/>
                  <a:pt x="821159" y="70675"/>
                </a:cubicBezTo>
                <a:cubicBezTo>
                  <a:pt x="809474" y="67870"/>
                  <a:pt x="801288" y="65223"/>
                  <a:pt x="796602" y="62736"/>
                </a:cubicBezTo>
                <a:cubicBezTo>
                  <a:pt x="790528" y="59554"/>
                  <a:pt x="786002" y="55606"/>
                  <a:pt x="783023" y="50891"/>
                </a:cubicBezTo>
                <a:cubicBezTo>
                  <a:pt x="780044" y="46177"/>
                  <a:pt x="778554" y="40898"/>
                  <a:pt x="778554" y="35056"/>
                </a:cubicBezTo>
                <a:cubicBezTo>
                  <a:pt x="778554" y="28635"/>
                  <a:pt x="780376" y="22633"/>
                  <a:pt x="784021" y="17051"/>
                </a:cubicBezTo>
                <a:cubicBezTo>
                  <a:pt x="787665" y="11468"/>
                  <a:pt x="792987" y="7231"/>
                  <a:pt x="799987" y="4339"/>
                </a:cubicBezTo>
                <a:cubicBezTo>
                  <a:pt x="806986" y="1446"/>
                  <a:pt x="814767" y="0"/>
                  <a:pt x="823328" y="0"/>
                </a:cubicBezTo>
                <a:cubicBezTo>
                  <a:pt x="832757" y="0"/>
                  <a:pt x="841073" y="1519"/>
                  <a:pt x="848275" y="4556"/>
                </a:cubicBezTo>
                <a:cubicBezTo>
                  <a:pt x="855477" y="7593"/>
                  <a:pt x="861016" y="12061"/>
                  <a:pt x="864892" y="17962"/>
                </a:cubicBezTo>
                <a:cubicBezTo>
                  <a:pt x="868767" y="23862"/>
                  <a:pt x="870850" y="30544"/>
                  <a:pt x="871139" y="38006"/>
                </a:cubicBezTo>
                <a:lnTo>
                  <a:pt x="855000" y="39221"/>
                </a:lnTo>
                <a:cubicBezTo>
                  <a:pt x="854132" y="31180"/>
                  <a:pt x="851196" y="25106"/>
                  <a:pt x="846192" y="20999"/>
                </a:cubicBezTo>
                <a:cubicBezTo>
                  <a:pt x="841189" y="16892"/>
                  <a:pt x="833798" y="14838"/>
                  <a:pt x="824022" y="14838"/>
                </a:cubicBezTo>
                <a:cubicBezTo>
                  <a:pt x="813841" y="14838"/>
                  <a:pt x="806422" y="16704"/>
                  <a:pt x="801765" y="20435"/>
                </a:cubicBezTo>
                <a:cubicBezTo>
                  <a:pt x="797109" y="24166"/>
                  <a:pt x="794780" y="28664"/>
                  <a:pt x="794780" y="33928"/>
                </a:cubicBezTo>
                <a:cubicBezTo>
                  <a:pt x="794780" y="38498"/>
                  <a:pt x="796429" y="42258"/>
                  <a:pt x="799726" y="45208"/>
                </a:cubicBezTo>
                <a:cubicBezTo>
                  <a:pt x="802966" y="48158"/>
                  <a:pt x="811426" y="51181"/>
                  <a:pt x="825107" y="54276"/>
                </a:cubicBezTo>
                <a:cubicBezTo>
                  <a:pt x="838788" y="57370"/>
                  <a:pt x="848174" y="60075"/>
                  <a:pt x="853264" y="62389"/>
                </a:cubicBezTo>
                <a:cubicBezTo>
                  <a:pt x="860669" y="65802"/>
                  <a:pt x="866135" y="70126"/>
                  <a:pt x="869664" y="75361"/>
                </a:cubicBezTo>
                <a:cubicBezTo>
                  <a:pt x="873193" y="80596"/>
                  <a:pt x="874957" y="86627"/>
                  <a:pt x="874957" y="93453"/>
                </a:cubicBezTo>
                <a:cubicBezTo>
                  <a:pt x="874957" y="100221"/>
                  <a:pt x="873019" y="106599"/>
                  <a:pt x="869143" y="112586"/>
                </a:cubicBezTo>
                <a:cubicBezTo>
                  <a:pt x="865268" y="118573"/>
                  <a:pt x="859700" y="123230"/>
                  <a:pt x="852440" y="126556"/>
                </a:cubicBezTo>
                <a:cubicBezTo>
                  <a:pt x="845180" y="129882"/>
                  <a:pt x="837009" y="131546"/>
                  <a:pt x="827927" y="131546"/>
                </a:cubicBezTo>
                <a:cubicBezTo>
                  <a:pt x="816415" y="131546"/>
                  <a:pt x="806769" y="129868"/>
                  <a:pt x="798989" y="126513"/>
                </a:cubicBezTo>
                <a:cubicBezTo>
                  <a:pt x="791208" y="123158"/>
                  <a:pt x="785105" y="118110"/>
                  <a:pt x="780680" y="111371"/>
                </a:cubicBezTo>
                <a:cubicBezTo>
                  <a:pt x="776255" y="104632"/>
                  <a:pt x="773926" y="97010"/>
                  <a:pt x="773695" y="88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fromthe">
            <a:extLst xmlns:a="http://schemas.openxmlformats.org/drawingml/2006/main">
              <a:ext uri="{FF2B5EF4-FFF2-40B4-BE49-F238E27FC236}">
                <a16:creationId xmlns:a16="http://schemas.microsoft.com/office/drawing/2014/main" id="{EAA8F2D3-8C1D-4017-99B4-2D660FD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468" y="1570346"/>
            <a:ext cx="642942" cy="131459"/>
          </a:xfrm>
          <a:custGeom xmlns:a="http://schemas.openxmlformats.org/drawingml/2006/main">
            <a:pathLst>
              <a:path w="642942" h="131459">
                <a:moveTo>
                  <a:pt x="13797" y="129376"/>
                </a:moveTo>
                <a:lnTo>
                  <a:pt x="13797" y="49373"/>
                </a:lnTo>
                <a:lnTo>
                  <a:pt x="0" y="49373"/>
                </a:lnTo>
                <a:lnTo>
                  <a:pt x="0" y="37225"/>
                </a:lnTo>
                <a:lnTo>
                  <a:pt x="13797" y="37225"/>
                </a:lnTo>
                <a:lnTo>
                  <a:pt x="13797" y="27420"/>
                </a:lnTo>
                <a:cubicBezTo>
                  <a:pt x="13797" y="21230"/>
                  <a:pt x="14346" y="16631"/>
                  <a:pt x="15445" y="13623"/>
                </a:cubicBezTo>
                <a:cubicBezTo>
                  <a:pt x="16949" y="9574"/>
                  <a:pt x="19596" y="6291"/>
                  <a:pt x="23385" y="3775"/>
                </a:cubicBezTo>
                <a:cubicBezTo>
                  <a:pt x="27174" y="1258"/>
                  <a:pt x="32481" y="0"/>
                  <a:pt x="39307" y="0"/>
                </a:cubicBezTo>
                <a:cubicBezTo>
                  <a:pt x="43704" y="0"/>
                  <a:pt x="48563" y="521"/>
                  <a:pt x="53885" y="1562"/>
                </a:cubicBezTo>
                <a:lnTo>
                  <a:pt x="51542" y="15185"/>
                </a:lnTo>
                <a:cubicBezTo>
                  <a:pt x="48303" y="14607"/>
                  <a:pt x="45237" y="14317"/>
                  <a:pt x="42344" y="14317"/>
                </a:cubicBezTo>
                <a:cubicBezTo>
                  <a:pt x="37601" y="14317"/>
                  <a:pt x="34246" y="15330"/>
                  <a:pt x="32279" y="17354"/>
                </a:cubicBezTo>
                <a:cubicBezTo>
                  <a:pt x="30312" y="19379"/>
                  <a:pt x="29329" y="23168"/>
                  <a:pt x="29329" y="28721"/>
                </a:cubicBezTo>
                <a:lnTo>
                  <a:pt x="29329" y="37225"/>
                </a:lnTo>
                <a:lnTo>
                  <a:pt x="47290" y="37225"/>
                </a:lnTo>
                <a:lnTo>
                  <a:pt x="47290" y="49373"/>
                </a:lnTo>
                <a:lnTo>
                  <a:pt x="29329" y="49373"/>
                </a:lnTo>
                <a:lnTo>
                  <a:pt x="29329" y="129376"/>
                </a:lnTo>
                <a:lnTo>
                  <a:pt x="13797" y="129376"/>
                </a:lnTo>
                <a:close/>
                <a:moveTo>
                  <a:pt x="59259" y="129376"/>
                </a:moveTo>
                <a:lnTo>
                  <a:pt x="59259" y="37225"/>
                </a:lnTo>
                <a:lnTo>
                  <a:pt x="73316" y="37225"/>
                </a:lnTo>
                <a:lnTo>
                  <a:pt x="73316" y="51195"/>
                </a:lnTo>
                <a:cubicBezTo>
                  <a:pt x="76903" y="44658"/>
                  <a:pt x="80215" y="40349"/>
                  <a:pt x="83252" y="38266"/>
                </a:cubicBezTo>
                <a:cubicBezTo>
                  <a:pt x="86289" y="36184"/>
                  <a:pt x="89629" y="35142"/>
                  <a:pt x="93274" y="35142"/>
                </a:cubicBezTo>
                <a:cubicBezTo>
                  <a:pt x="98538" y="35142"/>
                  <a:pt x="103889" y="36820"/>
                  <a:pt x="109326" y="40175"/>
                </a:cubicBezTo>
                <a:lnTo>
                  <a:pt x="103947" y="54666"/>
                </a:lnTo>
                <a:cubicBezTo>
                  <a:pt x="100129" y="52410"/>
                  <a:pt x="96311" y="51282"/>
                  <a:pt x="92493" y="51282"/>
                </a:cubicBezTo>
                <a:cubicBezTo>
                  <a:pt x="89080" y="51282"/>
                  <a:pt x="86014" y="52309"/>
                  <a:pt x="83295" y="54362"/>
                </a:cubicBezTo>
                <a:cubicBezTo>
                  <a:pt x="80576" y="56416"/>
                  <a:pt x="78638" y="59265"/>
                  <a:pt x="77481" y="62909"/>
                </a:cubicBezTo>
                <a:cubicBezTo>
                  <a:pt x="75746" y="68463"/>
                  <a:pt x="74878" y="74537"/>
                  <a:pt x="74878" y="81131"/>
                </a:cubicBezTo>
                <a:lnTo>
                  <a:pt x="74878" y="129376"/>
                </a:lnTo>
                <a:lnTo>
                  <a:pt x="59259" y="129376"/>
                </a:lnTo>
                <a:close/>
                <a:moveTo>
                  <a:pt x="112938" y="83301"/>
                </a:moveTo>
                <a:cubicBezTo>
                  <a:pt x="112938" y="66236"/>
                  <a:pt x="117681" y="53596"/>
                  <a:pt x="127168" y="45381"/>
                </a:cubicBezTo>
                <a:cubicBezTo>
                  <a:pt x="135094" y="38555"/>
                  <a:pt x="144754" y="35142"/>
                  <a:pt x="156150" y="35142"/>
                </a:cubicBezTo>
                <a:cubicBezTo>
                  <a:pt x="168819" y="35142"/>
                  <a:pt x="179173" y="39293"/>
                  <a:pt x="187214" y="47594"/>
                </a:cubicBezTo>
                <a:cubicBezTo>
                  <a:pt x="195255" y="55895"/>
                  <a:pt x="199276" y="67364"/>
                  <a:pt x="199276" y="81999"/>
                </a:cubicBezTo>
                <a:cubicBezTo>
                  <a:pt x="199276" y="93858"/>
                  <a:pt x="197497" y="103186"/>
                  <a:pt x="193939" y="109983"/>
                </a:cubicBezTo>
                <a:cubicBezTo>
                  <a:pt x="190381" y="116780"/>
                  <a:pt x="185204" y="122059"/>
                  <a:pt x="178407" y="125819"/>
                </a:cubicBezTo>
                <a:cubicBezTo>
                  <a:pt x="171610" y="129579"/>
                  <a:pt x="164191" y="131459"/>
                  <a:pt x="156150" y="131459"/>
                </a:cubicBezTo>
                <a:cubicBezTo>
                  <a:pt x="143250" y="131459"/>
                  <a:pt x="132823" y="127323"/>
                  <a:pt x="124869" y="119050"/>
                </a:cubicBezTo>
                <a:cubicBezTo>
                  <a:pt x="116915" y="110778"/>
                  <a:pt x="112938" y="98862"/>
                  <a:pt x="112938" y="83301"/>
                </a:cubicBezTo>
                <a:moveTo>
                  <a:pt x="128991" y="83301"/>
                </a:moveTo>
                <a:cubicBezTo>
                  <a:pt x="128991" y="95102"/>
                  <a:pt x="131565" y="103938"/>
                  <a:pt x="136713" y="109809"/>
                </a:cubicBezTo>
                <a:cubicBezTo>
                  <a:pt x="141862" y="115681"/>
                  <a:pt x="148341" y="118617"/>
                  <a:pt x="156150" y="118617"/>
                </a:cubicBezTo>
                <a:cubicBezTo>
                  <a:pt x="163902" y="118617"/>
                  <a:pt x="170352" y="115666"/>
                  <a:pt x="175500" y="109766"/>
                </a:cubicBezTo>
                <a:cubicBezTo>
                  <a:pt x="180649" y="103865"/>
                  <a:pt x="183223" y="94870"/>
                  <a:pt x="183223" y="82780"/>
                </a:cubicBezTo>
                <a:cubicBezTo>
                  <a:pt x="183223" y="71384"/>
                  <a:pt x="180634" y="62750"/>
                  <a:pt x="175457" y="56879"/>
                </a:cubicBezTo>
                <a:cubicBezTo>
                  <a:pt x="170279" y="51007"/>
                  <a:pt x="163844" y="48071"/>
                  <a:pt x="156150" y="48071"/>
                </a:cubicBezTo>
                <a:cubicBezTo>
                  <a:pt x="148341" y="48071"/>
                  <a:pt x="141862" y="50993"/>
                  <a:pt x="136713" y="56835"/>
                </a:cubicBezTo>
                <a:cubicBezTo>
                  <a:pt x="131565" y="62678"/>
                  <a:pt x="128991" y="71500"/>
                  <a:pt x="128991" y="83301"/>
                </a:cubicBezTo>
                <a:close/>
                <a:moveTo>
                  <a:pt x="217522" y="129376"/>
                </a:moveTo>
                <a:lnTo>
                  <a:pt x="217522" y="37225"/>
                </a:lnTo>
                <a:lnTo>
                  <a:pt x="231492" y="37225"/>
                </a:lnTo>
                <a:lnTo>
                  <a:pt x="231492" y="50154"/>
                </a:lnTo>
                <a:cubicBezTo>
                  <a:pt x="234384" y="45642"/>
                  <a:pt x="238231" y="42012"/>
                  <a:pt x="243033" y="39264"/>
                </a:cubicBezTo>
                <a:cubicBezTo>
                  <a:pt x="247834" y="36516"/>
                  <a:pt x="253300" y="35142"/>
                  <a:pt x="259432" y="35142"/>
                </a:cubicBezTo>
                <a:cubicBezTo>
                  <a:pt x="266258" y="35142"/>
                  <a:pt x="271855" y="36560"/>
                  <a:pt x="276223" y="39394"/>
                </a:cubicBezTo>
                <a:cubicBezTo>
                  <a:pt x="280590" y="42229"/>
                  <a:pt x="283670" y="46191"/>
                  <a:pt x="285464" y="51282"/>
                </a:cubicBezTo>
                <a:cubicBezTo>
                  <a:pt x="292753" y="40522"/>
                  <a:pt x="302240" y="35142"/>
                  <a:pt x="313925" y="35142"/>
                </a:cubicBezTo>
                <a:cubicBezTo>
                  <a:pt x="323065" y="35142"/>
                  <a:pt x="330093" y="37673"/>
                  <a:pt x="335010" y="42735"/>
                </a:cubicBezTo>
                <a:cubicBezTo>
                  <a:pt x="339927" y="47797"/>
                  <a:pt x="342386" y="55592"/>
                  <a:pt x="342386" y="66120"/>
                </a:cubicBezTo>
                <a:lnTo>
                  <a:pt x="342386" y="129376"/>
                </a:lnTo>
                <a:lnTo>
                  <a:pt x="326854" y="129376"/>
                </a:lnTo>
                <a:lnTo>
                  <a:pt x="326854" y="71326"/>
                </a:lnTo>
                <a:cubicBezTo>
                  <a:pt x="326854" y="65079"/>
                  <a:pt x="326348" y="60581"/>
                  <a:pt x="325335" y="57833"/>
                </a:cubicBezTo>
                <a:cubicBezTo>
                  <a:pt x="324323" y="55085"/>
                  <a:pt x="322486" y="52873"/>
                  <a:pt x="319825" y="51195"/>
                </a:cubicBezTo>
                <a:cubicBezTo>
                  <a:pt x="317164" y="49518"/>
                  <a:pt x="314040" y="48679"/>
                  <a:pt x="310454" y="48679"/>
                </a:cubicBezTo>
                <a:cubicBezTo>
                  <a:pt x="303975" y="48679"/>
                  <a:pt x="298595" y="50834"/>
                  <a:pt x="294314" y="55143"/>
                </a:cubicBezTo>
                <a:cubicBezTo>
                  <a:pt x="290034" y="59453"/>
                  <a:pt x="287893" y="66351"/>
                  <a:pt x="287893" y="75838"/>
                </a:cubicBezTo>
                <a:lnTo>
                  <a:pt x="287893" y="129376"/>
                </a:lnTo>
                <a:lnTo>
                  <a:pt x="272274" y="129376"/>
                </a:lnTo>
                <a:lnTo>
                  <a:pt x="272274" y="69504"/>
                </a:lnTo>
                <a:cubicBezTo>
                  <a:pt x="272274" y="62562"/>
                  <a:pt x="271002" y="57356"/>
                  <a:pt x="268457" y="53885"/>
                </a:cubicBezTo>
                <a:cubicBezTo>
                  <a:pt x="265911" y="50414"/>
                  <a:pt x="261746" y="48679"/>
                  <a:pt x="255961" y="48679"/>
                </a:cubicBezTo>
                <a:cubicBezTo>
                  <a:pt x="251565" y="48679"/>
                  <a:pt x="247501" y="49836"/>
                  <a:pt x="243770" y="52150"/>
                </a:cubicBezTo>
                <a:cubicBezTo>
                  <a:pt x="240039" y="54464"/>
                  <a:pt x="237335" y="57848"/>
                  <a:pt x="235657" y="62302"/>
                </a:cubicBezTo>
                <a:cubicBezTo>
                  <a:pt x="233979" y="66756"/>
                  <a:pt x="233141" y="73177"/>
                  <a:pt x="233141" y="81565"/>
                </a:cubicBezTo>
                <a:lnTo>
                  <a:pt x="233141" y="129376"/>
                </a:lnTo>
                <a:lnTo>
                  <a:pt x="217522" y="129376"/>
                </a:lnTo>
                <a:close/>
                <a:moveTo>
                  <a:pt x="449163" y="115406"/>
                </a:moveTo>
                <a:lnTo>
                  <a:pt x="451419" y="129203"/>
                </a:lnTo>
                <a:cubicBezTo>
                  <a:pt x="447023" y="130128"/>
                  <a:pt x="443089" y="130591"/>
                  <a:pt x="439618" y="130591"/>
                </a:cubicBezTo>
                <a:cubicBezTo>
                  <a:pt x="433949" y="130591"/>
                  <a:pt x="429553" y="129694"/>
                  <a:pt x="426429" y="127901"/>
                </a:cubicBezTo>
                <a:cubicBezTo>
                  <a:pt x="423305" y="126108"/>
                  <a:pt x="421107" y="123751"/>
                  <a:pt x="419835" y="120829"/>
                </a:cubicBezTo>
                <a:cubicBezTo>
                  <a:pt x="418562" y="117908"/>
                  <a:pt x="417926" y="111762"/>
                  <a:pt x="417926" y="102390"/>
                </a:cubicBezTo>
                <a:lnTo>
                  <a:pt x="417926" y="49373"/>
                </a:lnTo>
                <a:lnTo>
                  <a:pt x="406472" y="49373"/>
                </a:lnTo>
                <a:lnTo>
                  <a:pt x="406472" y="37225"/>
                </a:lnTo>
                <a:lnTo>
                  <a:pt x="417926" y="37225"/>
                </a:lnTo>
                <a:lnTo>
                  <a:pt x="417926" y="14404"/>
                </a:lnTo>
                <a:lnTo>
                  <a:pt x="433458" y="5033"/>
                </a:lnTo>
                <a:lnTo>
                  <a:pt x="433458" y="37225"/>
                </a:lnTo>
                <a:lnTo>
                  <a:pt x="449163" y="37225"/>
                </a:lnTo>
                <a:lnTo>
                  <a:pt x="449163" y="49373"/>
                </a:lnTo>
                <a:lnTo>
                  <a:pt x="433458" y="49373"/>
                </a:lnTo>
                <a:lnTo>
                  <a:pt x="433458" y="103258"/>
                </a:lnTo>
                <a:cubicBezTo>
                  <a:pt x="433458" y="107712"/>
                  <a:pt x="433732" y="110576"/>
                  <a:pt x="434282" y="111848"/>
                </a:cubicBezTo>
                <a:cubicBezTo>
                  <a:pt x="434832" y="113121"/>
                  <a:pt x="435728" y="114133"/>
                  <a:pt x="436972" y="114885"/>
                </a:cubicBezTo>
                <a:cubicBezTo>
                  <a:pt x="438216" y="115637"/>
                  <a:pt x="439994" y="116013"/>
                  <a:pt x="442308" y="116013"/>
                </a:cubicBezTo>
                <a:cubicBezTo>
                  <a:pt x="444044" y="116013"/>
                  <a:pt x="446329" y="115811"/>
                  <a:pt x="449163" y="115406"/>
                </a:cubicBezTo>
                <a:close/>
                <a:moveTo>
                  <a:pt x="464429" y="129376"/>
                </a:moveTo>
                <a:lnTo>
                  <a:pt x="464429" y="2169"/>
                </a:lnTo>
                <a:lnTo>
                  <a:pt x="480048" y="2169"/>
                </a:lnTo>
                <a:lnTo>
                  <a:pt x="480048" y="47811"/>
                </a:lnTo>
                <a:cubicBezTo>
                  <a:pt x="487337" y="39365"/>
                  <a:pt x="496535" y="35142"/>
                  <a:pt x="507641" y="35142"/>
                </a:cubicBezTo>
                <a:cubicBezTo>
                  <a:pt x="514467" y="35142"/>
                  <a:pt x="520397" y="36487"/>
                  <a:pt x="525429" y="39177"/>
                </a:cubicBezTo>
                <a:cubicBezTo>
                  <a:pt x="530462" y="41867"/>
                  <a:pt x="534063" y="45584"/>
                  <a:pt x="536233" y="50327"/>
                </a:cubicBezTo>
                <a:cubicBezTo>
                  <a:pt x="538402" y="55071"/>
                  <a:pt x="539486" y="61955"/>
                  <a:pt x="539486" y="70979"/>
                </a:cubicBezTo>
                <a:lnTo>
                  <a:pt x="539486" y="129376"/>
                </a:lnTo>
                <a:lnTo>
                  <a:pt x="523868" y="129376"/>
                </a:lnTo>
                <a:lnTo>
                  <a:pt x="523868" y="70979"/>
                </a:lnTo>
                <a:cubicBezTo>
                  <a:pt x="523868" y="63170"/>
                  <a:pt x="522176" y="57486"/>
                  <a:pt x="518791" y="53928"/>
                </a:cubicBezTo>
                <a:cubicBezTo>
                  <a:pt x="515407" y="50371"/>
                  <a:pt x="510620" y="48592"/>
                  <a:pt x="504431" y="48592"/>
                </a:cubicBezTo>
                <a:cubicBezTo>
                  <a:pt x="499803" y="48592"/>
                  <a:pt x="495450" y="49792"/>
                  <a:pt x="491372" y="52193"/>
                </a:cubicBezTo>
                <a:cubicBezTo>
                  <a:pt x="487293" y="54594"/>
                  <a:pt x="484387" y="57848"/>
                  <a:pt x="482651" y="61955"/>
                </a:cubicBezTo>
                <a:cubicBezTo>
                  <a:pt x="480916" y="66062"/>
                  <a:pt x="480048" y="71731"/>
                  <a:pt x="480048" y="78962"/>
                </a:cubicBezTo>
                <a:lnTo>
                  <a:pt x="480048" y="129376"/>
                </a:lnTo>
                <a:lnTo>
                  <a:pt x="464429" y="129376"/>
                </a:lnTo>
                <a:close/>
                <a:moveTo>
                  <a:pt x="626282" y="99700"/>
                </a:moveTo>
                <a:lnTo>
                  <a:pt x="642422" y="101696"/>
                </a:lnTo>
                <a:cubicBezTo>
                  <a:pt x="639877" y="111125"/>
                  <a:pt x="635162" y="118443"/>
                  <a:pt x="628278" y="123649"/>
                </a:cubicBezTo>
                <a:cubicBezTo>
                  <a:pt x="621394" y="128856"/>
                  <a:pt x="612601" y="131459"/>
                  <a:pt x="601900" y="131459"/>
                </a:cubicBezTo>
                <a:cubicBezTo>
                  <a:pt x="588421" y="131459"/>
                  <a:pt x="577734" y="127308"/>
                  <a:pt x="569837" y="119007"/>
                </a:cubicBezTo>
                <a:cubicBezTo>
                  <a:pt x="561941" y="110706"/>
                  <a:pt x="557993" y="99064"/>
                  <a:pt x="557993" y="84082"/>
                </a:cubicBezTo>
                <a:cubicBezTo>
                  <a:pt x="557993" y="68578"/>
                  <a:pt x="561985" y="56546"/>
                  <a:pt x="569968" y="47985"/>
                </a:cubicBezTo>
                <a:cubicBezTo>
                  <a:pt x="577951" y="39423"/>
                  <a:pt x="588305" y="35142"/>
                  <a:pt x="601032" y="35142"/>
                </a:cubicBezTo>
                <a:cubicBezTo>
                  <a:pt x="613353" y="35142"/>
                  <a:pt x="623419" y="39336"/>
                  <a:pt x="631228" y="47724"/>
                </a:cubicBezTo>
                <a:cubicBezTo>
                  <a:pt x="639038" y="56112"/>
                  <a:pt x="642942" y="67913"/>
                  <a:pt x="642942" y="83127"/>
                </a:cubicBezTo>
                <a:cubicBezTo>
                  <a:pt x="642942" y="84053"/>
                  <a:pt x="642914" y="85441"/>
                  <a:pt x="642856" y="87292"/>
                </a:cubicBezTo>
                <a:lnTo>
                  <a:pt x="574133" y="87292"/>
                </a:lnTo>
                <a:cubicBezTo>
                  <a:pt x="574711" y="97415"/>
                  <a:pt x="577575" y="105167"/>
                  <a:pt x="582723" y="110547"/>
                </a:cubicBezTo>
                <a:cubicBezTo>
                  <a:pt x="587871" y="115927"/>
                  <a:pt x="594293" y="118617"/>
                  <a:pt x="601986" y="118617"/>
                </a:cubicBezTo>
                <a:cubicBezTo>
                  <a:pt x="607713" y="118617"/>
                  <a:pt x="612601" y="117113"/>
                  <a:pt x="616651" y="114104"/>
                </a:cubicBezTo>
                <a:cubicBezTo>
                  <a:pt x="620700" y="111096"/>
                  <a:pt x="623911" y="106295"/>
                  <a:pt x="626282" y="99700"/>
                </a:cubicBezTo>
                <a:moveTo>
                  <a:pt x="575000" y="74450"/>
                </a:moveTo>
                <a:lnTo>
                  <a:pt x="626456" y="74450"/>
                </a:lnTo>
                <a:cubicBezTo>
                  <a:pt x="625762" y="66698"/>
                  <a:pt x="623795" y="60885"/>
                  <a:pt x="620555" y="57009"/>
                </a:cubicBezTo>
                <a:cubicBezTo>
                  <a:pt x="615581" y="50993"/>
                  <a:pt x="609130" y="47985"/>
                  <a:pt x="601205" y="47985"/>
                </a:cubicBezTo>
                <a:cubicBezTo>
                  <a:pt x="594032" y="47985"/>
                  <a:pt x="588002" y="50385"/>
                  <a:pt x="583114" y="55187"/>
                </a:cubicBezTo>
                <a:cubicBezTo>
                  <a:pt x="578225" y="59988"/>
                  <a:pt x="575521" y="66409"/>
                  <a:pt x="575000" y="74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T">
            <a:extLst xmlns:a="http://schemas.openxmlformats.org/drawingml/2006/main">
              <a:ext uri="{FF2B5EF4-FFF2-40B4-BE49-F238E27FC236}">
                <a16:creationId xmlns:a16="http://schemas.microsoft.com/office/drawing/2014/main" id="{3D8BEF77-B053-4AB0-9E6C-6514C6A0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58" y="1789714"/>
            <a:ext cx="100828" cy="127207"/>
          </a:xfrm>
          <a:custGeom xmlns:a="http://schemas.openxmlformats.org/drawingml/2006/main">
            <a:pathLst>
              <a:path w="100828" h="127207">
                <a:moveTo>
                  <a:pt x="41911" y="127207"/>
                </a:moveTo>
                <a:lnTo>
                  <a:pt x="41911" y="15011"/>
                </a:lnTo>
                <a:lnTo>
                  <a:pt x="0" y="15011"/>
                </a:lnTo>
                <a:lnTo>
                  <a:pt x="0" y="0"/>
                </a:lnTo>
                <a:lnTo>
                  <a:pt x="100828" y="0"/>
                </a:lnTo>
                <a:lnTo>
                  <a:pt x="100828" y="15011"/>
                </a:lnTo>
                <a:lnTo>
                  <a:pt x="58744" y="15011"/>
                </a:lnTo>
                <a:lnTo>
                  <a:pt x="58744" y="127207"/>
                </a:lnTo>
                <a:lnTo>
                  <a:pt x="41911" y="127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argetSite">
            <a:extLst xmlns:a="http://schemas.openxmlformats.org/drawingml/2006/main">
              <a:ext uri="{FF2B5EF4-FFF2-40B4-BE49-F238E27FC236}">
                <a16:creationId xmlns:a16="http://schemas.microsoft.com/office/drawing/2014/main" id="{1040AAED-3BDB-4259-A70E-C81B86F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368" y="1787545"/>
            <a:ext cx="746820" cy="166775"/>
          </a:xfrm>
          <a:custGeom xmlns:a="http://schemas.openxmlformats.org/drawingml/2006/main">
            <a:pathLst>
              <a:path w="746820" h="166775">
                <a:moveTo>
                  <a:pt x="65426" y="118009"/>
                </a:moveTo>
                <a:cubicBezTo>
                  <a:pt x="59641" y="122926"/>
                  <a:pt x="54073" y="126397"/>
                  <a:pt x="48722" y="128422"/>
                </a:cubicBezTo>
                <a:cubicBezTo>
                  <a:pt x="43371" y="130446"/>
                  <a:pt x="37630" y="131459"/>
                  <a:pt x="31498" y="131459"/>
                </a:cubicBezTo>
                <a:cubicBezTo>
                  <a:pt x="21375" y="131459"/>
                  <a:pt x="13594" y="128986"/>
                  <a:pt x="8157" y="124040"/>
                </a:cubicBezTo>
                <a:cubicBezTo>
                  <a:pt x="2719" y="119094"/>
                  <a:pt x="0" y="112774"/>
                  <a:pt x="0" y="105080"/>
                </a:cubicBezTo>
                <a:cubicBezTo>
                  <a:pt x="0" y="100568"/>
                  <a:pt x="1027" y="96446"/>
                  <a:pt x="3080" y="92715"/>
                </a:cubicBezTo>
                <a:cubicBezTo>
                  <a:pt x="5134" y="88984"/>
                  <a:pt x="7824" y="85991"/>
                  <a:pt x="11150" y="83734"/>
                </a:cubicBezTo>
                <a:cubicBezTo>
                  <a:pt x="14476" y="81478"/>
                  <a:pt x="18222" y="79772"/>
                  <a:pt x="22387" y="78615"/>
                </a:cubicBezTo>
                <a:cubicBezTo>
                  <a:pt x="25453" y="77805"/>
                  <a:pt x="30081" y="77024"/>
                  <a:pt x="36270" y="76272"/>
                </a:cubicBezTo>
                <a:cubicBezTo>
                  <a:pt x="48881" y="74768"/>
                  <a:pt x="58166" y="72975"/>
                  <a:pt x="64124" y="70892"/>
                </a:cubicBezTo>
                <a:cubicBezTo>
                  <a:pt x="64182" y="68752"/>
                  <a:pt x="64211" y="67392"/>
                  <a:pt x="64211" y="66814"/>
                </a:cubicBezTo>
                <a:cubicBezTo>
                  <a:pt x="64211" y="60451"/>
                  <a:pt x="62736" y="55968"/>
                  <a:pt x="59786" y="53364"/>
                </a:cubicBezTo>
                <a:cubicBezTo>
                  <a:pt x="55794" y="49836"/>
                  <a:pt x="49865" y="48071"/>
                  <a:pt x="41997" y="48071"/>
                </a:cubicBezTo>
                <a:cubicBezTo>
                  <a:pt x="34651" y="48071"/>
                  <a:pt x="29228" y="49358"/>
                  <a:pt x="25728" y="51933"/>
                </a:cubicBezTo>
                <a:cubicBezTo>
                  <a:pt x="22228" y="54507"/>
                  <a:pt x="19639" y="59062"/>
                  <a:pt x="17962" y="65599"/>
                </a:cubicBezTo>
                <a:lnTo>
                  <a:pt x="2690" y="63517"/>
                </a:lnTo>
                <a:cubicBezTo>
                  <a:pt x="4078" y="56980"/>
                  <a:pt x="6363" y="51701"/>
                  <a:pt x="9545" y="47681"/>
                </a:cubicBezTo>
                <a:cubicBezTo>
                  <a:pt x="12726" y="43661"/>
                  <a:pt x="17325" y="40566"/>
                  <a:pt x="23342" y="38396"/>
                </a:cubicBezTo>
                <a:cubicBezTo>
                  <a:pt x="29358" y="36227"/>
                  <a:pt x="36328" y="35142"/>
                  <a:pt x="44253" y="35142"/>
                </a:cubicBezTo>
                <a:cubicBezTo>
                  <a:pt x="52121" y="35142"/>
                  <a:pt x="58513" y="36068"/>
                  <a:pt x="63430" y="37919"/>
                </a:cubicBezTo>
                <a:cubicBezTo>
                  <a:pt x="68347" y="39770"/>
                  <a:pt x="71962" y="42099"/>
                  <a:pt x="74276" y="44904"/>
                </a:cubicBezTo>
                <a:cubicBezTo>
                  <a:pt x="76590" y="47710"/>
                  <a:pt x="78210" y="51253"/>
                  <a:pt x="79136" y="55534"/>
                </a:cubicBezTo>
                <a:cubicBezTo>
                  <a:pt x="79656" y="58195"/>
                  <a:pt x="79917" y="62996"/>
                  <a:pt x="79917" y="69938"/>
                </a:cubicBezTo>
                <a:lnTo>
                  <a:pt x="79917" y="90763"/>
                </a:lnTo>
                <a:cubicBezTo>
                  <a:pt x="79917" y="105283"/>
                  <a:pt x="80249" y="114466"/>
                  <a:pt x="80914" y="118313"/>
                </a:cubicBezTo>
                <a:cubicBezTo>
                  <a:pt x="81580" y="122160"/>
                  <a:pt x="82896" y="125848"/>
                  <a:pt x="84862" y="129376"/>
                </a:cubicBezTo>
                <a:lnTo>
                  <a:pt x="68549" y="129376"/>
                </a:lnTo>
                <a:cubicBezTo>
                  <a:pt x="66930" y="126137"/>
                  <a:pt x="65888" y="122348"/>
                  <a:pt x="65426" y="118009"/>
                </a:cubicBezTo>
                <a:moveTo>
                  <a:pt x="64124" y="83127"/>
                </a:moveTo>
                <a:cubicBezTo>
                  <a:pt x="58455" y="85441"/>
                  <a:pt x="49951" y="87408"/>
                  <a:pt x="38613" y="89028"/>
                </a:cubicBezTo>
                <a:cubicBezTo>
                  <a:pt x="32192" y="89953"/>
                  <a:pt x="27651" y="90994"/>
                  <a:pt x="24990" y="92151"/>
                </a:cubicBezTo>
                <a:cubicBezTo>
                  <a:pt x="22329" y="93308"/>
                  <a:pt x="20276" y="95000"/>
                  <a:pt x="18829" y="97227"/>
                </a:cubicBezTo>
                <a:cubicBezTo>
                  <a:pt x="17383" y="99455"/>
                  <a:pt x="16660" y="101928"/>
                  <a:pt x="16660" y="104646"/>
                </a:cubicBezTo>
                <a:cubicBezTo>
                  <a:pt x="16660" y="108811"/>
                  <a:pt x="18236" y="112282"/>
                  <a:pt x="21389" y="115059"/>
                </a:cubicBezTo>
                <a:cubicBezTo>
                  <a:pt x="24542" y="117836"/>
                  <a:pt x="29155" y="119224"/>
                  <a:pt x="35229" y="119224"/>
                </a:cubicBezTo>
                <a:cubicBezTo>
                  <a:pt x="41245" y="119224"/>
                  <a:pt x="46596" y="117908"/>
                  <a:pt x="51282" y="115276"/>
                </a:cubicBezTo>
                <a:cubicBezTo>
                  <a:pt x="55968" y="112644"/>
                  <a:pt x="59410" y="109043"/>
                  <a:pt x="61608" y="104473"/>
                </a:cubicBezTo>
                <a:cubicBezTo>
                  <a:pt x="63285" y="100944"/>
                  <a:pt x="64124" y="95738"/>
                  <a:pt x="64124" y="88854"/>
                </a:cubicBezTo>
                <a:lnTo>
                  <a:pt x="64124" y="83127"/>
                </a:lnTo>
                <a:close/>
                <a:moveTo>
                  <a:pt x="103925" y="129376"/>
                </a:moveTo>
                <a:lnTo>
                  <a:pt x="103925" y="37225"/>
                </a:lnTo>
                <a:lnTo>
                  <a:pt x="117982" y="37225"/>
                </a:lnTo>
                <a:lnTo>
                  <a:pt x="117982" y="51195"/>
                </a:lnTo>
                <a:cubicBezTo>
                  <a:pt x="121569" y="44658"/>
                  <a:pt x="124880" y="40349"/>
                  <a:pt x="127917" y="38266"/>
                </a:cubicBezTo>
                <a:cubicBezTo>
                  <a:pt x="130954" y="36184"/>
                  <a:pt x="134295" y="35142"/>
                  <a:pt x="137940" y="35142"/>
                </a:cubicBezTo>
                <a:cubicBezTo>
                  <a:pt x="143204" y="35142"/>
                  <a:pt x="148555" y="36820"/>
                  <a:pt x="153992" y="40175"/>
                </a:cubicBezTo>
                <a:lnTo>
                  <a:pt x="148612" y="54666"/>
                </a:lnTo>
                <a:cubicBezTo>
                  <a:pt x="144794" y="52410"/>
                  <a:pt x="140977" y="51282"/>
                  <a:pt x="137159" y="51282"/>
                </a:cubicBezTo>
                <a:cubicBezTo>
                  <a:pt x="133746" y="51282"/>
                  <a:pt x="130680" y="52309"/>
                  <a:pt x="127961" y="54362"/>
                </a:cubicBezTo>
                <a:cubicBezTo>
                  <a:pt x="125242" y="56416"/>
                  <a:pt x="123304" y="59265"/>
                  <a:pt x="122147" y="62909"/>
                </a:cubicBezTo>
                <a:cubicBezTo>
                  <a:pt x="120412" y="68463"/>
                  <a:pt x="119544" y="74537"/>
                  <a:pt x="119544" y="81131"/>
                </a:cubicBezTo>
                <a:lnTo>
                  <a:pt x="119544" y="129376"/>
                </a:lnTo>
                <a:lnTo>
                  <a:pt x="103925" y="129376"/>
                </a:lnTo>
                <a:close/>
                <a:moveTo>
                  <a:pt x="160412" y="137012"/>
                </a:moveTo>
                <a:lnTo>
                  <a:pt x="175597" y="139268"/>
                </a:lnTo>
                <a:cubicBezTo>
                  <a:pt x="176233" y="143954"/>
                  <a:pt x="177998" y="147367"/>
                  <a:pt x="180890" y="149507"/>
                </a:cubicBezTo>
                <a:cubicBezTo>
                  <a:pt x="184766" y="152400"/>
                  <a:pt x="190059" y="153846"/>
                  <a:pt x="196769" y="153846"/>
                </a:cubicBezTo>
                <a:cubicBezTo>
                  <a:pt x="204000" y="153846"/>
                  <a:pt x="209582" y="152400"/>
                  <a:pt x="213516" y="149507"/>
                </a:cubicBezTo>
                <a:cubicBezTo>
                  <a:pt x="217450" y="146615"/>
                  <a:pt x="220111" y="142565"/>
                  <a:pt x="221499" y="137359"/>
                </a:cubicBezTo>
                <a:cubicBezTo>
                  <a:pt x="222309" y="134178"/>
                  <a:pt x="222685" y="127496"/>
                  <a:pt x="222627" y="117315"/>
                </a:cubicBezTo>
                <a:cubicBezTo>
                  <a:pt x="215801" y="125356"/>
                  <a:pt x="207297" y="129376"/>
                  <a:pt x="197116" y="129376"/>
                </a:cubicBezTo>
                <a:cubicBezTo>
                  <a:pt x="184448" y="129376"/>
                  <a:pt x="174642" y="124806"/>
                  <a:pt x="167701" y="115666"/>
                </a:cubicBezTo>
                <a:cubicBezTo>
                  <a:pt x="160759" y="106526"/>
                  <a:pt x="157288" y="95564"/>
                  <a:pt x="157288" y="82780"/>
                </a:cubicBezTo>
                <a:cubicBezTo>
                  <a:pt x="157288" y="73987"/>
                  <a:pt x="158879" y="65874"/>
                  <a:pt x="162061" y="58441"/>
                </a:cubicBezTo>
                <a:cubicBezTo>
                  <a:pt x="165242" y="51007"/>
                  <a:pt x="169856" y="45266"/>
                  <a:pt x="175901" y="41216"/>
                </a:cubicBezTo>
                <a:cubicBezTo>
                  <a:pt x="181946" y="37167"/>
                  <a:pt x="189047" y="35142"/>
                  <a:pt x="197203" y="35142"/>
                </a:cubicBezTo>
                <a:cubicBezTo>
                  <a:pt x="208078" y="35142"/>
                  <a:pt x="217045" y="39539"/>
                  <a:pt x="224102" y="48332"/>
                </a:cubicBezTo>
                <a:lnTo>
                  <a:pt x="224102" y="37225"/>
                </a:lnTo>
                <a:lnTo>
                  <a:pt x="238506" y="37225"/>
                </a:lnTo>
                <a:lnTo>
                  <a:pt x="238506" y="116881"/>
                </a:lnTo>
                <a:cubicBezTo>
                  <a:pt x="238506" y="131227"/>
                  <a:pt x="237046" y="141394"/>
                  <a:pt x="234124" y="147381"/>
                </a:cubicBezTo>
                <a:cubicBezTo>
                  <a:pt x="231203" y="153369"/>
                  <a:pt x="226575" y="158098"/>
                  <a:pt x="220241" y="161568"/>
                </a:cubicBezTo>
                <a:cubicBezTo>
                  <a:pt x="213907" y="165039"/>
                  <a:pt x="206112" y="166775"/>
                  <a:pt x="196856" y="166775"/>
                </a:cubicBezTo>
                <a:cubicBezTo>
                  <a:pt x="185865" y="166775"/>
                  <a:pt x="176985" y="164302"/>
                  <a:pt x="170217" y="159356"/>
                </a:cubicBezTo>
                <a:cubicBezTo>
                  <a:pt x="163449" y="154410"/>
                  <a:pt x="160181" y="146962"/>
                  <a:pt x="160412" y="137012"/>
                </a:cubicBezTo>
                <a:moveTo>
                  <a:pt x="173341" y="81652"/>
                </a:moveTo>
                <a:cubicBezTo>
                  <a:pt x="173341" y="93742"/>
                  <a:pt x="175742" y="102564"/>
                  <a:pt x="180543" y="108117"/>
                </a:cubicBezTo>
                <a:cubicBezTo>
                  <a:pt x="185344" y="113671"/>
                  <a:pt x="191360" y="116447"/>
                  <a:pt x="198591" y="116447"/>
                </a:cubicBezTo>
                <a:cubicBezTo>
                  <a:pt x="205765" y="116447"/>
                  <a:pt x="211781" y="113685"/>
                  <a:pt x="216640" y="108161"/>
                </a:cubicBezTo>
                <a:cubicBezTo>
                  <a:pt x="221499" y="102636"/>
                  <a:pt x="223929" y="93973"/>
                  <a:pt x="223929" y="82173"/>
                </a:cubicBezTo>
                <a:cubicBezTo>
                  <a:pt x="223929" y="70892"/>
                  <a:pt x="221427" y="62389"/>
                  <a:pt x="216423" y="56662"/>
                </a:cubicBezTo>
                <a:cubicBezTo>
                  <a:pt x="211419" y="50935"/>
                  <a:pt x="205389" y="48071"/>
                  <a:pt x="198331" y="48071"/>
                </a:cubicBezTo>
                <a:cubicBezTo>
                  <a:pt x="191389" y="48071"/>
                  <a:pt x="185489" y="50891"/>
                  <a:pt x="180630" y="56532"/>
                </a:cubicBezTo>
                <a:cubicBezTo>
                  <a:pt x="175771" y="62172"/>
                  <a:pt x="173341" y="70545"/>
                  <a:pt x="173341" y="81652"/>
                </a:cubicBezTo>
                <a:close/>
                <a:moveTo>
                  <a:pt x="325164" y="99700"/>
                </a:moveTo>
                <a:lnTo>
                  <a:pt x="341303" y="101696"/>
                </a:lnTo>
                <a:cubicBezTo>
                  <a:pt x="338758" y="111125"/>
                  <a:pt x="334043" y="118443"/>
                  <a:pt x="327160" y="123649"/>
                </a:cubicBezTo>
                <a:cubicBezTo>
                  <a:pt x="320276" y="128856"/>
                  <a:pt x="311483" y="131459"/>
                  <a:pt x="300781" y="131459"/>
                </a:cubicBezTo>
                <a:cubicBezTo>
                  <a:pt x="287303" y="131459"/>
                  <a:pt x="276615" y="127308"/>
                  <a:pt x="268719" y="119007"/>
                </a:cubicBezTo>
                <a:cubicBezTo>
                  <a:pt x="260823" y="110706"/>
                  <a:pt x="256875" y="99064"/>
                  <a:pt x="256875" y="84082"/>
                </a:cubicBezTo>
                <a:cubicBezTo>
                  <a:pt x="256875" y="68578"/>
                  <a:pt x="260866" y="56546"/>
                  <a:pt x="268849" y="47985"/>
                </a:cubicBezTo>
                <a:cubicBezTo>
                  <a:pt x="276832" y="39423"/>
                  <a:pt x="287187" y="35142"/>
                  <a:pt x="299913" y="35142"/>
                </a:cubicBezTo>
                <a:cubicBezTo>
                  <a:pt x="312235" y="35142"/>
                  <a:pt x="322300" y="39336"/>
                  <a:pt x="330110" y="47724"/>
                </a:cubicBezTo>
                <a:cubicBezTo>
                  <a:pt x="337919" y="56112"/>
                  <a:pt x="341824" y="67913"/>
                  <a:pt x="341824" y="83127"/>
                </a:cubicBezTo>
                <a:cubicBezTo>
                  <a:pt x="341824" y="84053"/>
                  <a:pt x="341795" y="85441"/>
                  <a:pt x="341737" y="87292"/>
                </a:cubicBezTo>
                <a:lnTo>
                  <a:pt x="273014" y="87292"/>
                </a:lnTo>
                <a:cubicBezTo>
                  <a:pt x="273593" y="97415"/>
                  <a:pt x="276456" y="105167"/>
                  <a:pt x="281605" y="110547"/>
                </a:cubicBezTo>
                <a:cubicBezTo>
                  <a:pt x="286753" y="115927"/>
                  <a:pt x="293174" y="118617"/>
                  <a:pt x="300868" y="118617"/>
                </a:cubicBezTo>
                <a:cubicBezTo>
                  <a:pt x="306595" y="118617"/>
                  <a:pt x="311483" y="117113"/>
                  <a:pt x="315532" y="114104"/>
                </a:cubicBezTo>
                <a:cubicBezTo>
                  <a:pt x="319582" y="111096"/>
                  <a:pt x="322792" y="106295"/>
                  <a:pt x="325164" y="99700"/>
                </a:cubicBezTo>
                <a:moveTo>
                  <a:pt x="273882" y="74450"/>
                </a:moveTo>
                <a:lnTo>
                  <a:pt x="325337" y="74450"/>
                </a:lnTo>
                <a:cubicBezTo>
                  <a:pt x="324643" y="66698"/>
                  <a:pt x="322676" y="60885"/>
                  <a:pt x="319437" y="57009"/>
                </a:cubicBezTo>
                <a:cubicBezTo>
                  <a:pt x="314462" y="50993"/>
                  <a:pt x="308012" y="47985"/>
                  <a:pt x="300087" y="47985"/>
                </a:cubicBezTo>
                <a:cubicBezTo>
                  <a:pt x="292914" y="47985"/>
                  <a:pt x="286883" y="50385"/>
                  <a:pt x="281995" y="55187"/>
                </a:cubicBezTo>
                <a:cubicBezTo>
                  <a:pt x="277107" y="59988"/>
                  <a:pt x="274403" y="66409"/>
                  <a:pt x="273882" y="74450"/>
                </a:cubicBezTo>
                <a:close/>
                <a:moveTo>
                  <a:pt x="394988" y="115406"/>
                </a:moveTo>
                <a:lnTo>
                  <a:pt x="397244" y="129203"/>
                </a:lnTo>
                <a:cubicBezTo>
                  <a:pt x="392847" y="130128"/>
                  <a:pt x="388914" y="130591"/>
                  <a:pt x="385443" y="130591"/>
                </a:cubicBezTo>
                <a:cubicBezTo>
                  <a:pt x="379774" y="130591"/>
                  <a:pt x="375377" y="129694"/>
                  <a:pt x="372254" y="127901"/>
                </a:cubicBezTo>
                <a:cubicBezTo>
                  <a:pt x="369130" y="126108"/>
                  <a:pt x="366932" y="123751"/>
                  <a:pt x="365659" y="120829"/>
                </a:cubicBezTo>
                <a:cubicBezTo>
                  <a:pt x="364386" y="117908"/>
                  <a:pt x="363750" y="111762"/>
                  <a:pt x="363750" y="102390"/>
                </a:cubicBezTo>
                <a:lnTo>
                  <a:pt x="363750" y="49373"/>
                </a:lnTo>
                <a:lnTo>
                  <a:pt x="352296" y="49373"/>
                </a:lnTo>
                <a:lnTo>
                  <a:pt x="352296" y="37225"/>
                </a:lnTo>
                <a:lnTo>
                  <a:pt x="363750" y="37225"/>
                </a:lnTo>
                <a:lnTo>
                  <a:pt x="363750" y="14404"/>
                </a:lnTo>
                <a:lnTo>
                  <a:pt x="379282" y="5033"/>
                </a:lnTo>
                <a:lnTo>
                  <a:pt x="379282" y="37225"/>
                </a:lnTo>
                <a:lnTo>
                  <a:pt x="394988" y="37225"/>
                </a:lnTo>
                <a:lnTo>
                  <a:pt x="394988" y="49373"/>
                </a:lnTo>
                <a:lnTo>
                  <a:pt x="379282" y="49373"/>
                </a:lnTo>
                <a:lnTo>
                  <a:pt x="379282" y="103258"/>
                </a:lnTo>
                <a:cubicBezTo>
                  <a:pt x="379282" y="107712"/>
                  <a:pt x="379557" y="110576"/>
                  <a:pt x="380106" y="111848"/>
                </a:cubicBezTo>
                <a:cubicBezTo>
                  <a:pt x="380656" y="113121"/>
                  <a:pt x="381553" y="114133"/>
                  <a:pt x="382796" y="114885"/>
                </a:cubicBezTo>
                <a:cubicBezTo>
                  <a:pt x="384040" y="115637"/>
                  <a:pt x="385819" y="116013"/>
                  <a:pt x="388133" y="116013"/>
                </a:cubicBezTo>
                <a:cubicBezTo>
                  <a:pt x="389868" y="116013"/>
                  <a:pt x="392153" y="115811"/>
                  <a:pt x="394988" y="115406"/>
                </a:cubicBezTo>
                <a:close/>
                <a:moveTo>
                  <a:pt x="455961" y="88507"/>
                </a:moveTo>
                <a:lnTo>
                  <a:pt x="471840" y="87119"/>
                </a:lnTo>
                <a:cubicBezTo>
                  <a:pt x="472592" y="93482"/>
                  <a:pt x="474342" y="98703"/>
                  <a:pt x="477090" y="102781"/>
                </a:cubicBezTo>
                <a:cubicBezTo>
                  <a:pt x="479838" y="106859"/>
                  <a:pt x="484104" y="110156"/>
                  <a:pt x="489889" y="112673"/>
                </a:cubicBezTo>
                <a:cubicBezTo>
                  <a:pt x="495673" y="115189"/>
                  <a:pt x="502181" y="116447"/>
                  <a:pt x="509412" y="116447"/>
                </a:cubicBezTo>
                <a:cubicBezTo>
                  <a:pt x="515833" y="116447"/>
                  <a:pt x="521502" y="115493"/>
                  <a:pt x="526419" y="113584"/>
                </a:cubicBezTo>
                <a:cubicBezTo>
                  <a:pt x="531337" y="111675"/>
                  <a:pt x="534995" y="109057"/>
                  <a:pt x="537396" y="105731"/>
                </a:cubicBezTo>
                <a:cubicBezTo>
                  <a:pt x="539797" y="102405"/>
                  <a:pt x="540997" y="98775"/>
                  <a:pt x="540997" y="94841"/>
                </a:cubicBezTo>
                <a:cubicBezTo>
                  <a:pt x="540997" y="90850"/>
                  <a:pt x="539840" y="87364"/>
                  <a:pt x="537526" y="84385"/>
                </a:cubicBezTo>
                <a:cubicBezTo>
                  <a:pt x="535212" y="81406"/>
                  <a:pt x="531394" y="78904"/>
                  <a:pt x="526072" y="76880"/>
                </a:cubicBezTo>
                <a:cubicBezTo>
                  <a:pt x="522659" y="75549"/>
                  <a:pt x="515110" y="73481"/>
                  <a:pt x="503425" y="70675"/>
                </a:cubicBezTo>
                <a:cubicBezTo>
                  <a:pt x="491740" y="67870"/>
                  <a:pt x="483554" y="65223"/>
                  <a:pt x="478869" y="62736"/>
                </a:cubicBezTo>
                <a:cubicBezTo>
                  <a:pt x="472795" y="59554"/>
                  <a:pt x="468268" y="55606"/>
                  <a:pt x="465289" y="50891"/>
                </a:cubicBezTo>
                <a:cubicBezTo>
                  <a:pt x="462310" y="46177"/>
                  <a:pt x="460820" y="40898"/>
                  <a:pt x="460820" y="35056"/>
                </a:cubicBezTo>
                <a:cubicBezTo>
                  <a:pt x="460820" y="28635"/>
                  <a:pt x="462642" y="22633"/>
                  <a:pt x="466287" y="17051"/>
                </a:cubicBezTo>
                <a:cubicBezTo>
                  <a:pt x="469931" y="11468"/>
                  <a:pt x="475253" y="7231"/>
                  <a:pt x="482253" y="4339"/>
                </a:cubicBezTo>
                <a:cubicBezTo>
                  <a:pt x="489252" y="1446"/>
                  <a:pt x="497033" y="0"/>
                  <a:pt x="505594" y="0"/>
                </a:cubicBezTo>
                <a:cubicBezTo>
                  <a:pt x="515023" y="0"/>
                  <a:pt x="523339" y="1519"/>
                  <a:pt x="530541" y="4556"/>
                </a:cubicBezTo>
                <a:cubicBezTo>
                  <a:pt x="537743" y="7593"/>
                  <a:pt x="543282" y="12061"/>
                  <a:pt x="547158" y="17962"/>
                </a:cubicBezTo>
                <a:cubicBezTo>
                  <a:pt x="551034" y="23862"/>
                  <a:pt x="553116" y="30544"/>
                  <a:pt x="553405" y="38006"/>
                </a:cubicBezTo>
                <a:lnTo>
                  <a:pt x="537266" y="39221"/>
                </a:lnTo>
                <a:cubicBezTo>
                  <a:pt x="536398" y="31180"/>
                  <a:pt x="533462" y="25106"/>
                  <a:pt x="528459" y="20999"/>
                </a:cubicBezTo>
                <a:cubicBezTo>
                  <a:pt x="523455" y="16892"/>
                  <a:pt x="516065" y="14838"/>
                  <a:pt x="506288" y="14838"/>
                </a:cubicBezTo>
                <a:cubicBezTo>
                  <a:pt x="496107" y="14838"/>
                  <a:pt x="488688" y="16704"/>
                  <a:pt x="484032" y="20435"/>
                </a:cubicBezTo>
                <a:cubicBezTo>
                  <a:pt x="479375" y="24166"/>
                  <a:pt x="477047" y="28664"/>
                  <a:pt x="477047" y="33928"/>
                </a:cubicBezTo>
                <a:cubicBezTo>
                  <a:pt x="477047" y="38498"/>
                  <a:pt x="478695" y="42258"/>
                  <a:pt x="481992" y="45208"/>
                </a:cubicBezTo>
                <a:cubicBezTo>
                  <a:pt x="485232" y="48158"/>
                  <a:pt x="493692" y="51181"/>
                  <a:pt x="507373" y="54276"/>
                </a:cubicBezTo>
                <a:cubicBezTo>
                  <a:pt x="521054" y="57370"/>
                  <a:pt x="530440" y="60075"/>
                  <a:pt x="535530" y="62389"/>
                </a:cubicBezTo>
                <a:cubicBezTo>
                  <a:pt x="542935" y="65802"/>
                  <a:pt x="548402" y="70126"/>
                  <a:pt x="551930" y="75361"/>
                </a:cubicBezTo>
                <a:cubicBezTo>
                  <a:pt x="555459" y="80596"/>
                  <a:pt x="557223" y="86627"/>
                  <a:pt x="557223" y="93453"/>
                </a:cubicBezTo>
                <a:cubicBezTo>
                  <a:pt x="557223" y="100221"/>
                  <a:pt x="555285" y="106599"/>
                  <a:pt x="551410" y="112586"/>
                </a:cubicBezTo>
                <a:cubicBezTo>
                  <a:pt x="547534" y="118573"/>
                  <a:pt x="541966" y="123230"/>
                  <a:pt x="534706" y="126556"/>
                </a:cubicBezTo>
                <a:cubicBezTo>
                  <a:pt x="527446" y="129882"/>
                  <a:pt x="519275" y="131546"/>
                  <a:pt x="510193" y="131546"/>
                </a:cubicBezTo>
                <a:cubicBezTo>
                  <a:pt x="498682" y="131546"/>
                  <a:pt x="489035" y="129868"/>
                  <a:pt x="481255" y="126513"/>
                </a:cubicBezTo>
                <a:cubicBezTo>
                  <a:pt x="473474" y="123158"/>
                  <a:pt x="467371" y="118110"/>
                  <a:pt x="462946" y="111371"/>
                </a:cubicBezTo>
                <a:cubicBezTo>
                  <a:pt x="458521" y="104632"/>
                  <a:pt x="456192" y="97010"/>
                  <a:pt x="455961" y="88507"/>
                </a:cubicBezTo>
                <a:close/>
                <a:moveTo>
                  <a:pt x="578310" y="20131"/>
                </a:moveTo>
                <a:lnTo>
                  <a:pt x="578310" y="2169"/>
                </a:lnTo>
                <a:lnTo>
                  <a:pt x="593929" y="2169"/>
                </a:lnTo>
                <a:lnTo>
                  <a:pt x="593929" y="20131"/>
                </a:lnTo>
                <a:lnTo>
                  <a:pt x="578310" y="20131"/>
                </a:lnTo>
                <a:moveTo>
                  <a:pt x="578310" y="129376"/>
                </a:moveTo>
                <a:lnTo>
                  <a:pt x="578310" y="37225"/>
                </a:lnTo>
                <a:lnTo>
                  <a:pt x="593929" y="37225"/>
                </a:lnTo>
                <a:lnTo>
                  <a:pt x="593929" y="129376"/>
                </a:lnTo>
                <a:lnTo>
                  <a:pt x="578310" y="129376"/>
                </a:lnTo>
                <a:close/>
                <a:moveTo>
                  <a:pt x="651776" y="115406"/>
                </a:moveTo>
                <a:lnTo>
                  <a:pt x="654032" y="129203"/>
                </a:lnTo>
                <a:cubicBezTo>
                  <a:pt x="649635" y="130128"/>
                  <a:pt x="645702" y="130591"/>
                  <a:pt x="642231" y="130591"/>
                </a:cubicBezTo>
                <a:cubicBezTo>
                  <a:pt x="636562" y="130591"/>
                  <a:pt x="632165" y="129694"/>
                  <a:pt x="629042" y="127901"/>
                </a:cubicBezTo>
                <a:cubicBezTo>
                  <a:pt x="625918" y="126108"/>
                  <a:pt x="623720" y="123751"/>
                  <a:pt x="622447" y="120829"/>
                </a:cubicBezTo>
                <a:cubicBezTo>
                  <a:pt x="621174" y="117908"/>
                  <a:pt x="620538" y="111762"/>
                  <a:pt x="620538" y="102390"/>
                </a:cubicBezTo>
                <a:lnTo>
                  <a:pt x="620538" y="49373"/>
                </a:lnTo>
                <a:lnTo>
                  <a:pt x="609084" y="49373"/>
                </a:lnTo>
                <a:lnTo>
                  <a:pt x="609084" y="37225"/>
                </a:lnTo>
                <a:lnTo>
                  <a:pt x="620538" y="37225"/>
                </a:lnTo>
                <a:lnTo>
                  <a:pt x="620538" y="14404"/>
                </a:lnTo>
                <a:lnTo>
                  <a:pt x="636070" y="5033"/>
                </a:lnTo>
                <a:lnTo>
                  <a:pt x="636070" y="37225"/>
                </a:lnTo>
                <a:lnTo>
                  <a:pt x="651776" y="37225"/>
                </a:lnTo>
                <a:lnTo>
                  <a:pt x="651776" y="49373"/>
                </a:lnTo>
                <a:lnTo>
                  <a:pt x="636070" y="49373"/>
                </a:lnTo>
                <a:lnTo>
                  <a:pt x="636070" y="103258"/>
                </a:lnTo>
                <a:cubicBezTo>
                  <a:pt x="636070" y="107712"/>
                  <a:pt x="636345" y="110576"/>
                  <a:pt x="636894" y="111848"/>
                </a:cubicBezTo>
                <a:cubicBezTo>
                  <a:pt x="637444" y="113121"/>
                  <a:pt x="638341" y="114133"/>
                  <a:pt x="639584" y="114885"/>
                </a:cubicBezTo>
                <a:cubicBezTo>
                  <a:pt x="640828" y="115637"/>
                  <a:pt x="642607" y="116013"/>
                  <a:pt x="644921" y="116013"/>
                </a:cubicBezTo>
                <a:cubicBezTo>
                  <a:pt x="646656" y="116013"/>
                  <a:pt x="648941" y="115811"/>
                  <a:pt x="651776" y="115406"/>
                </a:cubicBezTo>
                <a:close/>
                <a:moveTo>
                  <a:pt x="730160" y="99700"/>
                </a:moveTo>
                <a:lnTo>
                  <a:pt x="746300" y="101696"/>
                </a:lnTo>
                <a:cubicBezTo>
                  <a:pt x="743754" y="111125"/>
                  <a:pt x="739040" y="118443"/>
                  <a:pt x="732156" y="123649"/>
                </a:cubicBezTo>
                <a:cubicBezTo>
                  <a:pt x="725272" y="128856"/>
                  <a:pt x="716479" y="131459"/>
                  <a:pt x="705777" y="131459"/>
                </a:cubicBezTo>
                <a:cubicBezTo>
                  <a:pt x="692299" y="131459"/>
                  <a:pt x="681612" y="127308"/>
                  <a:pt x="673715" y="119007"/>
                </a:cubicBezTo>
                <a:cubicBezTo>
                  <a:pt x="665819" y="110706"/>
                  <a:pt x="661871" y="99064"/>
                  <a:pt x="661871" y="84082"/>
                </a:cubicBezTo>
                <a:cubicBezTo>
                  <a:pt x="661871" y="68578"/>
                  <a:pt x="665863" y="56546"/>
                  <a:pt x="673845" y="47985"/>
                </a:cubicBezTo>
                <a:cubicBezTo>
                  <a:pt x="681828" y="39423"/>
                  <a:pt x="692183" y="35142"/>
                  <a:pt x="704910" y="35142"/>
                </a:cubicBezTo>
                <a:cubicBezTo>
                  <a:pt x="717231" y="35142"/>
                  <a:pt x="727297" y="39336"/>
                  <a:pt x="735106" y="47724"/>
                </a:cubicBezTo>
                <a:cubicBezTo>
                  <a:pt x="742916" y="56112"/>
                  <a:pt x="746820" y="67913"/>
                  <a:pt x="746820" y="83127"/>
                </a:cubicBezTo>
                <a:cubicBezTo>
                  <a:pt x="746820" y="84053"/>
                  <a:pt x="746791" y="85441"/>
                  <a:pt x="746734" y="87292"/>
                </a:cubicBezTo>
                <a:lnTo>
                  <a:pt x="678011" y="87292"/>
                </a:lnTo>
                <a:cubicBezTo>
                  <a:pt x="678589" y="97415"/>
                  <a:pt x="681452" y="105167"/>
                  <a:pt x="686601" y="110547"/>
                </a:cubicBezTo>
                <a:cubicBezTo>
                  <a:pt x="691749" y="115927"/>
                  <a:pt x="698170" y="118617"/>
                  <a:pt x="705864" y="118617"/>
                </a:cubicBezTo>
                <a:cubicBezTo>
                  <a:pt x="711591" y="118617"/>
                  <a:pt x="716479" y="117113"/>
                  <a:pt x="720529" y="114104"/>
                </a:cubicBezTo>
                <a:cubicBezTo>
                  <a:pt x="724578" y="111096"/>
                  <a:pt x="727788" y="106295"/>
                  <a:pt x="730160" y="99700"/>
                </a:cubicBezTo>
                <a:moveTo>
                  <a:pt x="678878" y="74450"/>
                </a:moveTo>
                <a:lnTo>
                  <a:pt x="730334" y="74450"/>
                </a:lnTo>
                <a:cubicBezTo>
                  <a:pt x="729640" y="66698"/>
                  <a:pt x="727673" y="60885"/>
                  <a:pt x="724433" y="57009"/>
                </a:cubicBezTo>
                <a:cubicBezTo>
                  <a:pt x="719458" y="50993"/>
                  <a:pt x="713008" y="47985"/>
                  <a:pt x="705083" y="47985"/>
                </a:cubicBezTo>
                <a:cubicBezTo>
                  <a:pt x="697910" y="47985"/>
                  <a:pt x="691879" y="50385"/>
                  <a:pt x="686991" y="55187"/>
                </a:cubicBezTo>
                <a:cubicBezTo>
                  <a:pt x="682103" y="59988"/>
                  <a:pt x="679399" y="66409"/>
                  <a:pt x="678878" y="74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32B0A-15B2-4334-AF4B-0EF675BE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24" y="3919005"/>
            <a:ext cx="1884244" cy="148090"/>
          </a:xfrm>
          <a:custGeom xmlns:a="http://schemas.openxmlformats.org/drawingml/2006/main">
            <a:pathLst>
              <a:path w="1884244" h="148090">
                <a:moveTo>
                  <a:pt x="1736154" y="0"/>
                </a:moveTo>
                <a:lnTo>
                  <a:pt x="1884244" y="74045"/>
                </a:lnTo>
                <a:lnTo>
                  <a:pt x="1736154" y="148090"/>
                </a:lnTo>
                <a:lnTo>
                  <a:pt x="1736154" y="88854"/>
                </a:lnTo>
                <a:lnTo>
                  <a:pt x="0" y="88853"/>
                </a:lnTo>
                <a:lnTo>
                  <a:pt x="0" y="59235"/>
                </a:lnTo>
                <a:lnTo>
                  <a:pt x="1736154" y="59236"/>
                </a:lnTo>
                <a:lnTo>
                  <a:pt x="17361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4bd3039504b37"/>
          <a:stretch xmlns:a="http://schemas.openxmlformats.org/drawingml/2006/main"/>
        </p:blipFill>
        <p:spPr>
          <a:xfrm xmlns:a="http://schemas.openxmlformats.org/drawingml/2006/main">
            <a:off x="2962685" y="3306899"/>
            <a:ext cx="1066247" cy="1066247"/>
          </a:xfrm>
          <a:prstGeom xmlns:a="http://schemas.openxmlformats.org/drawingml/2006/main" prst="rect">
            <a:avLst/>
          </a:prstGeom>
        </p:spPr>
      </p:pic>
      <p:sp>
        <p:nvSpPr>
          <p:cNvPr id="43" name="Text Instrumented">
            <a:extLst xmlns:a="http://schemas.openxmlformats.org/drawingml/2006/main">
              <a:ext uri="{FF2B5EF4-FFF2-40B4-BE49-F238E27FC236}">
                <a16:creationId xmlns:a16="http://schemas.microsoft.com/office/drawing/2014/main" id="{9D5A07C3-9B07-43B0-A6F9-CC73A75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321" y="4589797"/>
            <a:ext cx="1336559" cy="172386"/>
          </a:xfrm>
          <a:custGeom xmlns:a="http://schemas.openxmlformats.org/drawingml/2006/main">
            <a:pathLst>
              <a:path w="1336559" h="172386">
                <a:moveTo>
                  <a:pt x="0" y="169609"/>
                </a:moveTo>
                <a:lnTo>
                  <a:pt x="0" y="0"/>
                </a:lnTo>
                <a:lnTo>
                  <a:pt x="22445" y="0"/>
                </a:lnTo>
                <a:lnTo>
                  <a:pt x="22445" y="169609"/>
                </a:lnTo>
                <a:lnTo>
                  <a:pt x="0" y="169609"/>
                </a:lnTo>
                <a:close/>
                <a:moveTo>
                  <a:pt x="62638" y="169609"/>
                </a:moveTo>
                <a:lnTo>
                  <a:pt x="62638" y="46741"/>
                </a:lnTo>
                <a:lnTo>
                  <a:pt x="81380" y="46741"/>
                </a:lnTo>
                <a:lnTo>
                  <a:pt x="81380" y="64211"/>
                </a:lnTo>
                <a:cubicBezTo>
                  <a:pt x="90405" y="50713"/>
                  <a:pt x="103440" y="43964"/>
                  <a:pt x="120485" y="43964"/>
                </a:cubicBezTo>
                <a:cubicBezTo>
                  <a:pt x="127890" y="43964"/>
                  <a:pt x="134697" y="45295"/>
                  <a:pt x="140906" y="47956"/>
                </a:cubicBezTo>
                <a:cubicBezTo>
                  <a:pt x="147115" y="50617"/>
                  <a:pt x="151762" y="54107"/>
                  <a:pt x="154847" y="58426"/>
                </a:cubicBezTo>
                <a:cubicBezTo>
                  <a:pt x="157932" y="62745"/>
                  <a:pt x="160092" y="67875"/>
                  <a:pt x="161326" y="73814"/>
                </a:cubicBezTo>
                <a:cubicBezTo>
                  <a:pt x="162097" y="77670"/>
                  <a:pt x="162483" y="84419"/>
                  <a:pt x="162483" y="94060"/>
                </a:cubicBezTo>
                <a:lnTo>
                  <a:pt x="162483" y="169609"/>
                </a:lnTo>
                <a:lnTo>
                  <a:pt x="141658" y="169609"/>
                </a:lnTo>
                <a:lnTo>
                  <a:pt x="141658" y="94870"/>
                </a:lnTo>
                <a:cubicBezTo>
                  <a:pt x="141658" y="86386"/>
                  <a:pt x="140848" y="80042"/>
                  <a:pt x="139228" y="75838"/>
                </a:cubicBezTo>
                <a:cubicBezTo>
                  <a:pt x="137608" y="71635"/>
                  <a:pt x="134735" y="68279"/>
                  <a:pt x="130609" y="65773"/>
                </a:cubicBezTo>
                <a:cubicBezTo>
                  <a:pt x="126482" y="63266"/>
                  <a:pt x="121642" y="62013"/>
                  <a:pt x="116089" y="62013"/>
                </a:cubicBezTo>
                <a:cubicBezTo>
                  <a:pt x="107219" y="62013"/>
                  <a:pt x="99564" y="64828"/>
                  <a:pt x="93123" y="70458"/>
                </a:cubicBezTo>
                <a:cubicBezTo>
                  <a:pt x="86683" y="76089"/>
                  <a:pt x="83463" y="86771"/>
                  <a:pt x="83463" y="102506"/>
                </a:cubicBezTo>
                <a:lnTo>
                  <a:pt x="83463" y="169609"/>
                </a:lnTo>
                <a:lnTo>
                  <a:pt x="62638" y="169609"/>
                </a:lnTo>
                <a:close/>
                <a:moveTo>
                  <a:pt x="182660" y="132934"/>
                </a:moveTo>
                <a:lnTo>
                  <a:pt x="203254" y="129694"/>
                </a:lnTo>
                <a:cubicBezTo>
                  <a:pt x="204411" y="137947"/>
                  <a:pt x="207631" y="144272"/>
                  <a:pt x="212914" y="148668"/>
                </a:cubicBezTo>
                <a:cubicBezTo>
                  <a:pt x="218198" y="153065"/>
                  <a:pt x="225583" y="155263"/>
                  <a:pt x="235070" y="155263"/>
                </a:cubicBezTo>
                <a:cubicBezTo>
                  <a:pt x="244634" y="155263"/>
                  <a:pt x="251730" y="153316"/>
                  <a:pt x="256358" y="149420"/>
                </a:cubicBezTo>
                <a:cubicBezTo>
                  <a:pt x="260986" y="145525"/>
                  <a:pt x="263300" y="140955"/>
                  <a:pt x="263300" y="135711"/>
                </a:cubicBezTo>
                <a:cubicBezTo>
                  <a:pt x="263300" y="131006"/>
                  <a:pt x="261256" y="127303"/>
                  <a:pt x="257168" y="124604"/>
                </a:cubicBezTo>
                <a:cubicBezTo>
                  <a:pt x="254314" y="122753"/>
                  <a:pt x="247218" y="120400"/>
                  <a:pt x="235880" y="117546"/>
                </a:cubicBezTo>
                <a:cubicBezTo>
                  <a:pt x="220608" y="113690"/>
                  <a:pt x="210022" y="110354"/>
                  <a:pt x="204121" y="107539"/>
                </a:cubicBezTo>
                <a:cubicBezTo>
                  <a:pt x="198221" y="104723"/>
                  <a:pt x="193747" y="100828"/>
                  <a:pt x="190701" y="95854"/>
                </a:cubicBezTo>
                <a:cubicBezTo>
                  <a:pt x="187654" y="90879"/>
                  <a:pt x="186131" y="85383"/>
                  <a:pt x="186131" y="79367"/>
                </a:cubicBezTo>
                <a:cubicBezTo>
                  <a:pt x="186131" y="73891"/>
                  <a:pt x="187384" y="68819"/>
                  <a:pt x="189891" y="64153"/>
                </a:cubicBezTo>
                <a:cubicBezTo>
                  <a:pt x="192398" y="59487"/>
                  <a:pt x="195811" y="55611"/>
                  <a:pt x="200130" y="52526"/>
                </a:cubicBezTo>
                <a:cubicBezTo>
                  <a:pt x="203369" y="50135"/>
                  <a:pt x="207785" y="48110"/>
                  <a:pt x="213377" y="46452"/>
                </a:cubicBezTo>
                <a:cubicBezTo>
                  <a:pt x="218969" y="44793"/>
                  <a:pt x="224966" y="43964"/>
                  <a:pt x="231368" y="43964"/>
                </a:cubicBezTo>
                <a:cubicBezTo>
                  <a:pt x="241009" y="43964"/>
                  <a:pt x="249474" y="45353"/>
                  <a:pt x="256763" y="48129"/>
                </a:cubicBezTo>
                <a:cubicBezTo>
                  <a:pt x="264052" y="50906"/>
                  <a:pt x="269431" y="54666"/>
                  <a:pt x="272902" y="59410"/>
                </a:cubicBezTo>
                <a:cubicBezTo>
                  <a:pt x="276373" y="64153"/>
                  <a:pt x="278764" y="70497"/>
                  <a:pt x="280075" y="78441"/>
                </a:cubicBezTo>
                <a:lnTo>
                  <a:pt x="259713" y="81218"/>
                </a:lnTo>
                <a:cubicBezTo>
                  <a:pt x="258787" y="74893"/>
                  <a:pt x="256107" y="69957"/>
                  <a:pt x="251672" y="66409"/>
                </a:cubicBezTo>
                <a:cubicBezTo>
                  <a:pt x="247237" y="62861"/>
                  <a:pt x="240970" y="61087"/>
                  <a:pt x="232872" y="61087"/>
                </a:cubicBezTo>
                <a:cubicBezTo>
                  <a:pt x="223308" y="61087"/>
                  <a:pt x="216482" y="62668"/>
                  <a:pt x="212394" y="65831"/>
                </a:cubicBezTo>
                <a:cubicBezTo>
                  <a:pt x="208306" y="68993"/>
                  <a:pt x="206262" y="72695"/>
                  <a:pt x="206262" y="76937"/>
                </a:cubicBezTo>
                <a:cubicBezTo>
                  <a:pt x="206262" y="79637"/>
                  <a:pt x="207110" y="82066"/>
                  <a:pt x="208807" y="84226"/>
                </a:cubicBezTo>
                <a:cubicBezTo>
                  <a:pt x="210504" y="86463"/>
                  <a:pt x="213165" y="88314"/>
                  <a:pt x="216790" y="89780"/>
                </a:cubicBezTo>
                <a:cubicBezTo>
                  <a:pt x="218873" y="90551"/>
                  <a:pt x="225004" y="92325"/>
                  <a:pt x="235186" y="95102"/>
                </a:cubicBezTo>
                <a:cubicBezTo>
                  <a:pt x="249917" y="99035"/>
                  <a:pt x="260195" y="102255"/>
                  <a:pt x="266018" y="104762"/>
                </a:cubicBezTo>
                <a:cubicBezTo>
                  <a:pt x="271842" y="107269"/>
                  <a:pt x="276412" y="110913"/>
                  <a:pt x="279728" y="115695"/>
                </a:cubicBezTo>
                <a:cubicBezTo>
                  <a:pt x="283045" y="120477"/>
                  <a:pt x="284703" y="126416"/>
                  <a:pt x="284703" y="133512"/>
                </a:cubicBezTo>
                <a:cubicBezTo>
                  <a:pt x="284703" y="140454"/>
                  <a:pt x="282679" y="146991"/>
                  <a:pt x="278629" y="153123"/>
                </a:cubicBezTo>
                <a:cubicBezTo>
                  <a:pt x="274580" y="159255"/>
                  <a:pt x="268737" y="163998"/>
                  <a:pt x="261101" y="167353"/>
                </a:cubicBezTo>
                <a:cubicBezTo>
                  <a:pt x="253465" y="170708"/>
                  <a:pt x="244827" y="172386"/>
                  <a:pt x="235186" y="172386"/>
                </a:cubicBezTo>
                <a:cubicBezTo>
                  <a:pt x="219220" y="172386"/>
                  <a:pt x="207052" y="169069"/>
                  <a:pt x="198684" y="162436"/>
                </a:cubicBezTo>
                <a:cubicBezTo>
                  <a:pt x="190315" y="155803"/>
                  <a:pt x="184974" y="145969"/>
                  <a:pt x="182660" y="132934"/>
                </a:cubicBezTo>
                <a:close/>
                <a:moveTo>
                  <a:pt x="354930" y="150982"/>
                </a:moveTo>
                <a:lnTo>
                  <a:pt x="357938" y="169378"/>
                </a:lnTo>
                <a:cubicBezTo>
                  <a:pt x="352076" y="170612"/>
                  <a:pt x="346832" y="171229"/>
                  <a:pt x="342204" y="171229"/>
                </a:cubicBezTo>
                <a:cubicBezTo>
                  <a:pt x="334645" y="171229"/>
                  <a:pt x="328783" y="170033"/>
                  <a:pt x="324618" y="167642"/>
                </a:cubicBezTo>
                <a:cubicBezTo>
                  <a:pt x="320453" y="165251"/>
                  <a:pt x="317522" y="162108"/>
                  <a:pt x="315825" y="158213"/>
                </a:cubicBezTo>
                <a:cubicBezTo>
                  <a:pt x="314128" y="154318"/>
                  <a:pt x="313280" y="146123"/>
                  <a:pt x="313280" y="133628"/>
                </a:cubicBezTo>
                <a:lnTo>
                  <a:pt x="313280" y="62938"/>
                </a:lnTo>
                <a:lnTo>
                  <a:pt x="298008" y="62938"/>
                </a:lnTo>
                <a:lnTo>
                  <a:pt x="298008" y="46741"/>
                </a:lnTo>
                <a:lnTo>
                  <a:pt x="313280" y="46741"/>
                </a:lnTo>
                <a:lnTo>
                  <a:pt x="313280" y="16313"/>
                </a:lnTo>
                <a:lnTo>
                  <a:pt x="333989" y="3818"/>
                </a:lnTo>
                <a:lnTo>
                  <a:pt x="333989" y="46741"/>
                </a:lnTo>
                <a:lnTo>
                  <a:pt x="354930" y="46741"/>
                </a:lnTo>
                <a:lnTo>
                  <a:pt x="354930" y="62938"/>
                </a:lnTo>
                <a:lnTo>
                  <a:pt x="333989" y="62938"/>
                </a:lnTo>
                <a:lnTo>
                  <a:pt x="333989" y="134785"/>
                </a:lnTo>
                <a:cubicBezTo>
                  <a:pt x="333989" y="140724"/>
                  <a:pt x="334356" y="144542"/>
                  <a:pt x="335088" y="146239"/>
                </a:cubicBezTo>
                <a:cubicBezTo>
                  <a:pt x="335821" y="147936"/>
                  <a:pt x="337017" y="149285"/>
                  <a:pt x="338675" y="150288"/>
                </a:cubicBezTo>
                <a:cubicBezTo>
                  <a:pt x="340333" y="151291"/>
                  <a:pt x="342705" y="151792"/>
                  <a:pt x="345790" y="151792"/>
                </a:cubicBezTo>
                <a:cubicBezTo>
                  <a:pt x="348104" y="151792"/>
                  <a:pt x="351151" y="151522"/>
                  <a:pt x="354930" y="150982"/>
                </a:cubicBezTo>
                <a:close/>
                <a:moveTo>
                  <a:pt x="378347" y="169609"/>
                </a:moveTo>
                <a:lnTo>
                  <a:pt x="378347" y="46741"/>
                </a:lnTo>
                <a:lnTo>
                  <a:pt x="397090" y="46741"/>
                </a:lnTo>
                <a:lnTo>
                  <a:pt x="397090" y="65368"/>
                </a:lnTo>
                <a:cubicBezTo>
                  <a:pt x="401872" y="56652"/>
                  <a:pt x="406288" y="50906"/>
                  <a:pt x="410337" y="48129"/>
                </a:cubicBezTo>
                <a:cubicBezTo>
                  <a:pt x="414386" y="45353"/>
                  <a:pt x="418841" y="43964"/>
                  <a:pt x="423700" y="43964"/>
                </a:cubicBezTo>
                <a:cubicBezTo>
                  <a:pt x="430719" y="43964"/>
                  <a:pt x="437853" y="46201"/>
                  <a:pt x="445103" y="50675"/>
                </a:cubicBezTo>
                <a:lnTo>
                  <a:pt x="437930" y="69996"/>
                </a:lnTo>
                <a:cubicBezTo>
                  <a:pt x="432840" y="66988"/>
                  <a:pt x="427749" y="65484"/>
                  <a:pt x="422659" y="65484"/>
                </a:cubicBezTo>
                <a:cubicBezTo>
                  <a:pt x="418108" y="65484"/>
                  <a:pt x="414020" y="66853"/>
                  <a:pt x="410395" y="69591"/>
                </a:cubicBezTo>
                <a:cubicBezTo>
                  <a:pt x="406770" y="72329"/>
                  <a:pt x="404186" y="76127"/>
                  <a:pt x="402643" y="80987"/>
                </a:cubicBezTo>
                <a:cubicBezTo>
                  <a:pt x="400329" y="88391"/>
                  <a:pt x="399172" y="96490"/>
                  <a:pt x="399172" y="105283"/>
                </a:cubicBezTo>
                <a:lnTo>
                  <a:pt x="399172" y="169609"/>
                </a:lnTo>
                <a:lnTo>
                  <a:pt x="378347" y="169609"/>
                </a:lnTo>
                <a:close/>
                <a:moveTo>
                  <a:pt x="538076" y="169609"/>
                </a:moveTo>
                <a:lnTo>
                  <a:pt x="538076" y="151561"/>
                </a:lnTo>
                <a:cubicBezTo>
                  <a:pt x="528512" y="165444"/>
                  <a:pt x="515515" y="172386"/>
                  <a:pt x="499087" y="172386"/>
                </a:cubicBezTo>
                <a:cubicBezTo>
                  <a:pt x="491836" y="172386"/>
                  <a:pt x="485068" y="170998"/>
                  <a:pt x="478782" y="168221"/>
                </a:cubicBezTo>
                <a:cubicBezTo>
                  <a:pt x="472496" y="165444"/>
                  <a:pt x="467830" y="161954"/>
                  <a:pt x="464783" y="157750"/>
                </a:cubicBezTo>
                <a:cubicBezTo>
                  <a:pt x="461736" y="153547"/>
                  <a:pt x="459596" y="148398"/>
                  <a:pt x="458362" y="142305"/>
                </a:cubicBezTo>
                <a:cubicBezTo>
                  <a:pt x="457513" y="138217"/>
                  <a:pt x="457089" y="131738"/>
                  <a:pt x="457089" y="122868"/>
                </a:cubicBezTo>
                <a:lnTo>
                  <a:pt x="457089" y="46741"/>
                </a:lnTo>
                <a:lnTo>
                  <a:pt x="477914" y="46741"/>
                </a:lnTo>
                <a:lnTo>
                  <a:pt x="477914" y="114885"/>
                </a:lnTo>
                <a:cubicBezTo>
                  <a:pt x="477914" y="125761"/>
                  <a:pt x="478339" y="133088"/>
                  <a:pt x="479187" y="136867"/>
                </a:cubicBezTo>
                <a:cubicBezTo>
                  <a:pt x="480498" y="142344"/>
                  <a:pt x="483275" y="146644"/>
                  <a:pt x="487517" y="149768"/>
                </a:cubicBezTo>
                <a:cubicBezTo>
                  <a:pt x="491759" y="152891"/>
                  <a:pt x="497004" y="154453"/>
                  <a:pt x="503252" y="154453"/>
                </a:cubicBezTo>
                <a:cubicBezTo>
                  <a:pt x="509499" y="154453"/>
                  <a:pt x="515361" y="152853"/>
                  <a:pt x="520837" y="149652"/>
                </a:cubicBezTo>
                <a:cubicBezTo>
                  <a:pt x="526313" y="146451"/>
                  <a:pt x="530189" y="142093"/>
                  <a:pt x="532465" y="136578"/>
                </a:cubicBezTo>
                <a:cubicBezTo>
                  <a:pt x="534740" y="131063"/>
                  <a:pt x="535878" y="123061"/>
                  <a:pt x="535878" y="112571"/>
                </a:cubicBezTo>
                <a:lnTo>
                  <a:pt x="535878" y="46741"/>
                </a:lnTo>
                <a:lnTo>
                  <a:pt x="556703" y="46741"/>
                </a:lnTo>
                <a:lnTo>
                  <a:pt x="556703" y="169609"/>
                </a:lnTo>
                <a:lnTo>
                  <a:pt x="538076" y="169609"/>
                </a:lnTo>
                <a:close/>
                <a:moveTo>
                  <a:pt x="585905" y="169609"/>
                </a:moveTo>
                <a:lnTo>
                  <a:pt x="585905" y="46741"/>
                </a:lnTo>
                <a:lnTo>
                  <a:pt x="604531" y="46741"/>
                </a:lnTo>
                <a:lnTo>
                  <a:pt x="604531" y="63979"/>
                </a:lnTo>
                <a:cubicBezTo>
                  <a:pt x="608388" y="57963"/>
                  <a:pt x="613517" y="53123"/>
                  <a:pt x="619919" y="49460"/>
                </a:cubicBezTo>
                <a:cubicBezTo>
                  <a:pt x="626321" y="45796"/>
                  <a:pt x="633610" y="43964"/>
                  <a:pt x="641785" y="43964"/>
                </a:cubicBezTo>
                <a:cubicBezTo>
                  <a:pt x="650887" y="43964"/>
                  <a:pt x="658349" y="45854"/>
                  <a:pt x="664172" y="49633"/>
                </a:cubicBezTo>
                <a:cubicBezTo>
                  <a:pt x="669996" y="53413"/>
                  <a:pt x="674103" y="58696"/>
                  <a:pt x="676494" y="65484"/>
                </a:cubicBezTo>
                <a:cubicBezTo>
                  <a:pt x="686212" y="51137"/>
                  <a:pt x="698862" y="43964"/>
                  <a:pt x="714442" y="43964"/>
                </a:cubicBezTo>
                <a:cubicBezTo>
                  <a:pt x="726629" y="43964"/>
                  <a:pt x="736000" y="47339"/>
                  <a:pt x="742556" y="54088"/>
                </a:cubicBezTo>
                <a:cubicBezTo>
                  <a:pt x="749112" y="60836"/>
                  <a:pt x="752390" y="71230"/>
                  <a:pt x="752390" y="85267"/>
                </a:cubicBezTo>
                <a:lnTo>
                  <a:pt x="752390" y="169609"/>
                </a:lnTo>
                <a:lnTo>
                  <a:pt x="731681" y="169609"/>
                </a:lnTo>
                <a:lnTo>
                  <a:pt x="731681" y="92209"/>
                </a:lnTo>
                <a:cubicBezTo>
                  <a:pt x="731681" y="83879"/>
                  <a:pt x="731006" y="77882"/>
                  <a:pt x="729656" y="74219"/>
                </a:cubicBezTo>
                <a:cubicBezTo>
                  <a:pt x="728306" y="70555"/>
                  <a:pt x="725857" y="67605"/>
                  <a:pt x="722309" y="65368"/>
                </a:cubicBezTo>
                <a:cubicBezTo>
                  <a:pt x="718761" y="63131"/>
                  <a:pt x="714596" y="62013"/>
                  <a:pt x="709814" y="62013"/>
                </a:cubicBezTo>
                <a:cubicBezTo>
                  <a:pt x="701176" y="62013"/>
                  <a:pt x="694002" y="64886"/>
                  <a:pt x="688295" y="70632"/>
                </a:cubicBezTo>
                <a:cubicBezTo>
                  <a:pt x="682587" y="76378"/>
                  <a:pt x="679733" y="85576"/>
                  <a:pt x="679733" y="98225"/>
                </a:cubicBezTo>
                <a:lnTo>
                  <a:pt x="679733" y="169609"/>
                </a:lnTo>
                <a:lnTo>
                  <a:pt x="658908" y="169609"/>
                </a:lnTo>
                <a:lnTo>
                  <a:pt x="658908" y="89780"/>
                </a:lnTo>
                <a:cubicBezTo>
                  <a:pt x="658908" y="80524"/>
                  <a:pt x="657211" y="73582"/>
                  <a:pt x="653818" y="68954"/>
                </a:cubicBezTo>
                <a:cubicBezTo>
                  <a:pt x="650424" y="64327"/>
                  <a:pt x="644871" y="62013"/>
                  <a:pt x="637158" y="62013"/>
                </a:cubicBezTo>
                <a:cubicBezTo>
                  <a:pt x="631296" y="62013"/>
                  <a:pt x="625877" y="63555"/>
                  <a:pt x="620902" y="66640"/>
                </a:cubicBezTo>
                <a:cubicBezTo>
                  <a:pt x="615927" y="69726"/>
                  <a:pt x="612322" y="74238"/>
                  <a:pt x="610085" y="80177"/>
                </a:cubicBezTo>
                <a:cubicBezTo>
                  <a:pt x="607848" y="86116"/>
                  <a:pt x="606730" y="94677"/>
                  <a:pt x="606730" y="105861"/>
                </a:cubicBezTo>
                <a:lnTo>
                  <a:pt x="606730" y="169609"/>
                </a:lnTo>
                <a:lnTo>
                  <a:pt x="585905" y="169609"/>
                </a:lnTo>
                <a:close/>
                <a:moveTo>
                  <a:pt x="867460" y="130041"/>
                </a:moveTo>
                <a:lnTo>
                  <a:pt x="888980" y="132702"/>
                </a:lnTo>
                <a:cubicBezTo>
                  <a:pt x="885586" y="145275"/>
                  <a:pt x="879300" y="155032"/>
                  <a:pt x="870121" y="161973"/>
                </a:cubicBezTo>
                <a:cubicBezTo>
                  <a:pt x="860943" y="168915"/>
                  <a:pt x="849219" y="172386"/>
                  <a:pt x="834950" y="172386"/>
                </a:cubicBezTo>
                <a:cubicBezTo>
                  <a:pt x="816979" y="172386"/>
                  <a:pt x="802729" y="166852"/>
                  <a:pt x="792200" y="155784"/>
                </a:cubicBezTo>
                <a:cubicBezTo>
                  <a:pt x="781672" y="144715"/>
                  <a:pt x="776408" y="129193"/>
                  <a:pt x="776408" y="109216"/>
                </a:cubicBezTo>
                <a:cubicBezTo>
                  <a:pt x="776408" y="88545"/>
                  <a:pt x="781730" y="72502"/>
                  <a:pt x="792374" y="61087"/>
                </a:cubicBezTo>
                <a:cubicBezTo>
                  <a:pt x="803018" y="49672"/>
                  <a:pt x="816824" y="43964"/>
                  <a:pt x="833793" y="43964"/>
                </a:cubicBezTo>
                <a:cubicBezTo>
                  <a:pt x="850222" y="43964"/>
                  <a:pt x="863642" y="49556"/>
                  <a:pt x="874055" y="60740"/>
                </a:cubicBezTo>
                <a:cubicBezTo>
                  <a:pt x="884467" y="71924"/>
                  <a:pt x="889674" y="87658"/>
                  <a:pt x="889674" y="107944"/>
                </a:cubicBezTo>
                <a:cubicBezTo>
                  <a:pt x="889674" y="109178"/>
                  <a:pt x="889635" y="111029"/>
                  <a:pt x="889558" y="113497"/>
                </a:cubicBezTo>
                <a:lnTo>
                  <a:pt x="797927" y="113497"/>
                </a:lnTo>
                <a:cubicBezTo>
                  <a:pt x="798699" y="126995"/>
                  <a:pt x="802517" y="137330"/>
                  <a:pt x="809381" y="144503"/>
                </a:cubicBezTo>
                <a:cubicBezTo>
                  <a:pt x="816246" y="151676"/>
                  <a:pt x="824807" y="155263"/>
                  <a:pt x="835066" y="155263"/>
                </a:cubicBezTo>
                <a:cubicBezTo>
                  <a:pt x="842701" y="155263"/>
                  <a:pt x="849219" y="153258"/>
                  <a:pt x="854618" y="149247"/>
                </a:cubicBezTo>
                <a:cubicBezTo>
                  <a:pt x="860017" y="145236"/>
                  <a:pt x="864298" y="138834"/>
                  <a:pt x="867460" y="130041"/>
                </a:cubicBezTo>
                <a:moveTo>
                  <a:pt x="799084" y="96374"/>
                </a:moveTo>
                <a:lnTo>
                  <a:pt x="867692" y="96374"/>
                </a:lnTo>
                <a:cubicBezTo>
                  <a:pt x="866766" y="86039"/>
                  <a:pt x="864144" y="78287"/>
                  <a:pt x="859824" y="73119"/>
                </a:cubicBezTo>
                <a:cubicBezTo>
                  <a:pt x="853191" y="65098"/>
                  <a:pt x="844591" y="61087"/>
                  <a:pt x="834024" y="61087"/>
                </a:cubicBezTo>
                <a:cubicBezTo>
                  <a:pt x="824460" y="61087"/>
                  <a:pt x="816419" y="64288"/>
                  <a:pt x="809902" y="70690"/>
                </a:cubicBezTo>
                <a:cubicBezTo>
                  <a:pt x="803384" y="77092"/>
                  <a:pt x="799779" y="85653"/>
                  <a:pt x="799084" y="96374"/>
                </a:cubicBezTo>
                <a:close/>
                <a:moveTo>
                  <a:pt x="911702" y="169609"/>
                </a:moveTo>
                <a:lnTo>
                  <a:pt x="911702" y="46741"/>
                </a:lnTo>
                <a:lnTo>
                  <a:pt x="930445" y="46741"/>
                </a:lnTo>
                <a:lnTo>
                  <a:pt x="930445" y="64211"/>
                </a:lnTo>
                <a:cubicBezTo>
                  <a:pt x="939469" y="50713"/>
                  <a:pt x="952504" y="43964"/>
                  <a:pt x="969550" y="43964"/>
                </a:cubicBezTo>
                <a:cubicBezTo>
                  <a:pt x="976955" y="43964"/>
                  <a:pt x="983761" y="45295"/>
                  <a:pt x="989970" y="47956"/>
                </a:cubicBezTo>
                <a:cubicBezTo>
                  <a:pt x="996179" y="50617"/>
                  <a:pt x="1000826" y="54107"/>
                  <a:pt x="1003912" y="58426"/>
                </a:cubicBezTo>
                <a:cubicBezTo>
                  <a:pt x="1006997" y="62745"/>
                  <a:pt x="1009156" y="67875"/>
                  <a:pt x="1010390" y="73814"/>
                </a:cubicBezTo>
                <a:cubicBezTo>
                  <a:pt x="1011162" y="77670"/>
                  <a:pt x="1011547" y="84419"/>
                  <a:pt x="1011547" y="94060"/>
                </a:cubicBezTo>
                <a:lnTo>
                  <a:pt x="1011547" y="169609"/>
                </a:lnTo>
                <a:lnTo>
                  <a:pt x="990722" y="169609"/>
                </a:lnTo>
                <a:lnTo>
                  <a:pt x="990722" y="94870"/>
                </a:lnTo>
                <a:cubicBezTo>
                  <a:pt x="990722" y="86386"/>
                  <a:pt x="989912" y="80042"/>
                  <a:pt x="988293" y="75838"/>
                </a:cubicBezTo>
                <a:cubicBezTo>
                  <a:pt x="986673" y="71635"/>
                  <a:pt x="983800" y="68279"/>
                  <a:pt x="979673" y="65773"/>
                </a:cubicBezTo>
                <a:cubicBezTo>
                  <a:pt x="975547" y="63266"/>
                  <a:pt x="970707" y="62013"/>
                  <a:pt x="965154" y="62013"/>
                </a:cubicBezTo>
                <a:cubicBezTo>
                  <a:pt x="956284" y="62013"/>
                  <a:pt x="948628" y="64828"/>
                  <a:pt x="942188" y="70458"/>
                </a:cubicBezTo>
                <a:cubicBezTo>
                  <a:pt x="935748" y="76089"/>
                  <a:pt x="932528" y="86771"/>
                  <a:pt x="932528" y="102506"/>
                </a:cubicBezTo>
                <a:lnTo>
                  <a:pt x="932528" y="169609"/>
                </a:lnTo>
                <a:lnTo>
                  <a:pt x="911702" y="169609"/>
                </a:lnTo>
                <a:close/>
                <a:moveTo>
                  <a:pt x="1085523" y="150982"/>
                </a:moveTo>
                <a:lnTo>
                  <a:pt x="1088531" y="169378"/>
                </a:lnTo>
                <a:cubicBezTo>
                  <a:pt x="1082669" y="170612"/>
                  <a:pt x="1077424" y="171229"/>
                  <a:pt x="1072796" y="171229"/>
                </a:cubicBezTo>
                <a:cubicBezTo>
                  <a:pt x="1065238" y="171229"/>
                  <a:pt x="1059376" y="170033"/>
                  <a:pt x="1055211" y="167642"/>
                </a:cubicBezTo>
                <a:cubicBezTo>
                  <a:pt x="1051046" y="165251"/>
                  <a:pt x="1048115" y="162108"/>
                  <a:pt x="1046418" y="158213"/>
                </a:cubicBezTo>
                <a:cubicBezTo>
                  <a:pt x="1044721" y="154318"/>
                  <a:pt x="1043873" y="146123"/>
                  <a:pt x="1043873" y="133628"/>
                </a:cubicBezTo>
                <a:lnTo>
                  <a:pt x="1043873" y="62938"/>
                </a:lnTo>
                <a:lnTo>
                  <a:pt x="1028601" y="62938"/>
                </a:lnTo>
                <a:lnTo>
                  <a:pt x="1028601" y="46741"/>
                </a:lnTo>
                <a:lnTo>
                  <a:pt x="1043873" y="46741"/>
                </a:lnTo>
                <a:lnTo>
                  <a:pt x="1043873" y="16313"/>
                </a:lnTo>
                <a:lnTo>
                  <a:pt x="1064582" y="3818"/>
                </a:lnTo>
                <a:lnTo>
                  <a:pt x="1064582" y="46741"/>
                </a:lnTo>
                <a:lnTo>
                  <a:pt x="1085523" y="46741"/>
                </a:lnTo>
                <a:lnTo>
                  <a:pt x="1085523" y="62938"/>
                </a:lnTo>
                <a:lnTo>
                  <a:pt x="1064582" y="62938"/>
                </a:lnTo>
                <a:lnTo>
                  <a:pt x="1064582" y="134785"/>
                </a:lnTo>
                <a:cubicBezTo>
                  <a:pt x="1064582" y="140724"/>
                  <a:pt x="1064948" y="144542"/>
                  <a:pt x="1065681" y="146239"/>
                </a:cubicBezTo>
                <a:cubicBezTo>
                  <a:pt x="1066414" y="147936"/>
                  <a:pt x="1067609" y="149285"/>
                  <a:pt x="1069268" y="150288"/>
                </a:cubicBezTo>
                <a:cubicBezTo>
                  <a:pt x="1070926" y="151291"/>
                  <a:pt x="1073298" y="151792"/>
                  <a:pt x="1076383" y="151792"/>
                </a:cubicBezTo>
                <a:cubicBezTo>
                  <a:pt x="1078697" y="151792"/>
                  <a:pt x="1081744" y="151522"/>
                  <a:pt x="1085523" y="150982"/>
                </a:cubicBezTo>
                <a:close/>
                <a:moveTo>
                  <a:pt x="1193282" y="130041"/>
                </a:moveTo>
                <a:lnTo>
                  <a:pt x="1214801" y="132702"/>
                </a:lnTo>
                <a:cubicBezTo>
                  <a:pt x="1211407" y="145275"/>
                  <a:pt x="1205121" y="155032"/>
                  <a:pt x="1195943" y="161973"/>
                </a:cubicBezTo>
                <a:cubicBezTo>
                  <a:pt x="1186764" y="168915"/>
                  <a:pt x="1175041" y="172386"/>
                  <a:pt x="1160771" y="172386"/>
                </a:cubicBezTo>
                <a:cubicBezTo>
                  <a:pt x="1142800" y="172386"/>
                  <a:pt x="1128550" y="166852"/>
                  <a:pt x="1118022" y="155784"/>
                </a:cubicBezTo>
                <a:cubicBezTo>
                  <a:pt x="1107494" y="144715"/>
                  <a:pt x="1102230" y="129193"/>
                  <a:pt x="1102230" y="109216"/>
                </a:cubicBezTo>
                <a:cubicBezTo>
                  <a:pt x="1102230" y="88545"/>
                  <a:pt x="1107552" y="72502"/>
                  <a:pt x="1118196" y="61087"/>
                </a:cubicBezTo>
                <a:cubicBezTo>
                  <a:pt x="1128840" y="49672"/>
                  <a:pt x="1142646" y="43964"/>
                  <a:pt x="1159614" y="43964"/>
                </a:cubicBezTo>
                <a:cubicBezTo>
                  <a:pt x="1176043" y="43964"/>
                  <a:pt x="1189464" y="49556"/>
                  <a:pt x="1199876" y="60740"/>
                </a:cubicBezTo>
                <a:cubicBezTo>
                  <a:pt x="1210289" y="71924"/>
                  <a:pt x="1215495" y="87658"/>
                  <a:pt x="1215495" y="107944"/>
                </a:cubicBezTo>
                <a:cubicBezTo>
                  <a:pt x="1215495" y="109178"/>
                  <a:pt x="1215457" y="111029"/>
                  <a:pt x="1215380" y="113497"/>
                </a:cubicBezTo>
                <a:lnTo>
                  <a:pt x="1123749" y="113497"/>
                </a:lnTo>
                <a:cubicBezTo>
                  <a:pt x="1124520" y="126995"/>
                  <a:pt x="1128338" y="137330"/>
                  <a:pt x="1135203" y="144503"/>
                </a:cubicBezTo>
                <a:cubicBezTo>
                  <a:pt x="1142067" y="151676"/>
                  <a:pt x="1150629" y="155263"/>
                  <a:pt x="1160887" y="155263"/>
                </a:cubicBezTo>
                <a:cubicBezTo>
                  <a:pt x="1168523" y="155263"/>
                  <a:pt x="1175041" y="153258"/>
                  <a:pt x="1180440" y="149247"/>
                </a:cubicBezTo>
                <a:cubicBezTo>
                  <a:pt x="1185839" y="145236"/>
                  <a:pt x="1190119" y="138834"/>
                  <a:pt x="1193282" y="130041"/>
                </a:cubicBezTo>
                <a:moveTo>
                  <a:pt x="1124906" y="96374"/>
                </a:moveTo>
                <a:lnTo>
                  <a:pt x="1193513" y="96374"/>
                </a:lnTo>
                <a:cubicBezTo>
                  <a:pt x="1192588" y="86039"/>
                  <a:pt x="1189965" y="78287"/>
                  <a:pt x="1185646" y="73119"/>
                </a:cubicBezTo>
                <a:cubicBezTo>
                  <a:pt x="1179013" y="65098"/>
                  <a:pt x="1170413" y="61087"/>
                  <a:pt x="1159846" y="61087"/>
                </a:cubicBezTo>
                <a:cubicBezTo>
                  <a:pt x="1150282" y="61087"/>
                  <a:pt x="1142241" y="64288"/>
                  <a:pt x="1135723" y="70690"/>
                </a:cubicBezTo>
                <a:cubicBezTo>
                  <a:pt x="1129206" y="77092"/>
                  <a:pt x="1125600" y="85653"/>
                  <a:pt x="1124906" y="96374"/>
                </a:cubicBezTo>
                <a:close/>
                <a:moveTo>
                  <a:pt x="1317238" y="169609"/>
                </a:moveTo>
                <a:lnTo>
                  <a:pt x="1317238" y="154106"/>
                </a:lnTo>
                <a:cubicBezTo>
                  <a:pt x="1309448" y="166293"/>
                  <a:pt x="1297994" y="172386"/>
                  <a:pt x="1282877" y="172386"/>
                </a:cubicBezTo>
                <a:cubicBezTo>
                  <a:pt x="1273081" y="172386"/>
                  <a:pt x="1264076" y="169686"/>
                  <a:pt x="1255862" y="164287"/>
                </a:cubicBezTo>
                <a:cubicBezTo>
                  <a:pt x="1247647" y="158888"/>
                  <a:pt x="1241284" y="151349"/>
                  <a:pt x="1236772" y="141669"/>
                </a:cubicBezTo>
                <a:cubicBezTo>
                  <a:pt x="1232260" y="131989"/>
                  <a:pt x="1230004" y="120863"/>
                  <a:pt x="1230004" y="108291"/>
                </a:cubicBezTo>
                <a:cubicBezTo>
                  <a:pt x="1230004" y="96027"/>
                  <a:pt x="1232048" y="84901"/>
                  <a:pt x="1236136" y="74913"/>
                </a:cubicBezTo>
                <a:cubicBezTo>
                  <a:pt x="1240224" y="64924"/>
                  <a:pt x="1246355" y="57269"/>
                  <a:pt x="1254531" y="51947"/>
                </a:cubicBezTo>
                <a:cubicBezTo>
                  <a:pt x="1262707" y="46625"/>
                  <a:pt x="1271847" y="43964"/>
                  <a:pt x="1281951" y="43964"/>
                </a:cubicBezTo>
                <a:cubicBezTo>
                  <a:pt x="1289355" y="43964"/>
                  <a:pt x="1295950" y="45526"/>
                  <a:pt x="1301735" y="48650"/>
                </a:cubicBezTo>
                <a:cubicBezTo>
                  <a:pt x="1307520" y="51774"/>
                  <a:pt x="1312225" y="55842"/>
                  <a:pt x="1315850" y="60856"/>
                </a:cubicBezTo>
                <a:lnTo>
                  <a:pt x="1315850" y="0"/>
                </a:lnTo>
                <a:lnTo>
                  <a:pt x="1336559" y="0"/>
                </a:lnTo>
                <a:lnTo>
                  <a:pt x="1336559" y="169609"/>
                </a:lnTo>
                <a:lnTo>
                  <a:pt x="1317238" y="169609"/>
                </a:lnTo>
                <a:moveTo>
                  <a:pt x="1251407" y="108291"/>
                </a:moveTo>
                <a:cubicBezTo>
                  <a:pt x="1251407" y="124025"/>
                  <a:pt x="1254724" y="135788"/>
                  <a:pt x="1261357" y="143578"/>
                </a:cubicBezTo>
                <a:cubicBezTo>
                  <a:pt x="1267990" y="151368"/>
                  <a:pt x="1275819" y="155263"/>
                  <a:pt x="1284843" y="155263"/>
                </a:cubicBezTo>
                <a:cubicBezTo>
                  <a:pt x="1293945" y="155263"/>
                  <a:pt x="1301677" y="151542"/>
                  <a:pt x="1308040" y="144098"/>
                </a:cubicBezTo>
                <a:cubicBezTo>
                  <a:pt x="1314403" y="136655"/>
                  <a:pt x="1317585" y="125298"/>
                  <a:pt x="1317585" y="110026"/>
                </a:cubicBezTo>
                <a:cubicBezTo>
                  <a:pt x="1317585" y="93212"/>
                  <a:pt x="1314346" y="80871"/>
                  <a:pt x="1307867" y="73004"/>
                </a:cubicBezTo>
                <a:cubicBezTo>
                  <a:pt x="1301388" y="65136"/>
                  <a:pt x="1293405" y="61203"/>
                  <a:pt x="1283918" y="61203"/>
                </a:cubicBezTo>
                <a:cubicBezTo>
                  <a:pt x="1274662" y="61203"/>
                  <a:pt x="1266930" y="64982"/>
                  <a:pt x="1260721" y="72541"/>
                </a:cubicBezTo>
                <a:cubicBezTo>
                  <a:pt x="1254512" y="80100"/>
                  <a:pt x="1251407" y="92016"/>
                  <a:pt x="1251407" y="1082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JSRuntime">
            <a:extLst xmlns:a="http://schemas.openxmlformats.org/drawingml/2006/main">
              <a:ext uri="{FF2B5EF4-FFF2-40B4-BE49-F238E27FC236}">
                <a16:creationId xmlns:a16="http://schemas.microsoft.com/office/drawing/2014/main" id="{6AC6BA45-6300-48B1-B4F2-08232F56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722" y="4873213"/>
            <a:ext cx="1201434" cy="175394"/>
          </a:xfrm>
          <a:custGeom xmlns:a="http://schemas.openxmlformats.org/drawingml/2006/main">
            <a:pathLst>
              <a:path w="1201434" h="175394">
                <a:moveTo>
                  <a:pt x="309" y="124372"/>
                </a:moveTo>
                <a:lnTo>
                  <a:pt x="20555" y="121596"/>
                </a:lnTo>
                <a:cubicBezTo>
                  <a:pt x="21095" y="134554"/>
                  <a:pt x="23525" y="143424"/>
                  <a:pt x="27844" y="148206"/>
                </a:cubicBezTo>
                <a:cubicBezTo>
                  <a:pt x="32163" y="152988"/>
                  <a:pt x="38141" y="155379"/>
                  <a:pt x="45777" y="155379"/>
                </a:cubicBezTo>
                <a:cubicBezTo>
                  <a:pt x="51407" y="155379"/>
                  <a:pt x="56266" y="154087"/>
                  <a:pt x="60354" y="151503"/>
                </a:cubicBezTo>
                <a:cubicBezTo>
                  <a:pt x="64442" y="148919"/>
                  <a:pt x="67258" y="145410"/>
                  <a:pt x="68800" y="140975"/>
                </a:cubicBezTo>
                <a:cubicBezTo>
                  <a:pt x="70343" y="136540"/>
                  <a:pt x="71114" y="129463"/>
                  <a:pt x="71114" y="119745"/>
                </a:cubicBezTo>
                <a:lnTo>
                  <a:pt x="71114" y="2892"/>
                </a:lnTo>
                <a:lnTo>
                  <a:pt x="93559" y="2892"/>
                </a:lnTo>
                <a:lnTo>
                  <a:pt x="93559" y="118472"/>
                </a:lnTo>
                <a:cubicBezTo>
                  <a:pt x="93559" y="132664"/>
                  <a:pt x="91843" y="143655"/>
                  <a:pt x="88410" y="151445"/>
                </a:cubicBezTo>
                <a:cubicBezTo>
                  <a:pt x="84978" y="159235"/>
                  <a:pt x="79540" y="165174"/>
                  <a:pt x="72097" y="169262"/>
                </a:cubicBezTo>
                <a:cubicBezTo>
                  <a:pt x="64654" y="173350"/>
                  <a:pt x="55919" y="175394"/>
                  <a:pt x="45892" y="175394"/>
                </a:cubicBezTo>
                <a:cubicBezTo>
                  <a:pt x="31006" y="175394"/>
                  <a:pt x="19610" y="171113"/>
                  <a:pt x="11705" y="162552"/>
                </a:cubicBezTo>
                <a:cubicBezTo>
                  <a:pt x="3799" y="153990"/>
                  <a:pt x="0" y="141264"/>
                  <a:pt x="309" y="124372"/>
                </a:cubicBezTo>
                <a:close/>
                <a:moveTo>
                  <a:pt x="122599" y="118009"/>
                </a:moveTo>
                <a:lnTo>
                  <a:pt x="143771" y="116158"/>
                </a:lnTo>
                <a:cubicBezTo>
                  <a:pt x="144774" y="124642"/>
                  <a:pt x="147107" y="131603"/>
                  <a:pt x="150770" y="137041"/>
                </a:cubicBezTo>
                <a:cubicBezTo>
                  <a:pt x="154434" y="142479"/>
                  <a:pt x="160122" y="146875"/>
                  <a:pt x="167835" y="150230"/>
                </a:cubicBezTo>
                <a:cubicBezTo>
                  <a:pt x="175548" y="153585"/>
                  <a:pt x="184226" y="155263"/>
                  <a:pt x="193867" y="155263"/>
                </a:cubicBezTo>
                <a:cubicBezTo>
                  <a:pt x="202428" y="155263"/>
                  <a:pt x="209987" y="153990"/>
                  <a:pt x="216543" y="151445"/>
                </a:cubicBezTo>
                <a:cubicBezTo>
                  <a:pt x="223099" y="148900"/>
                  <a:pt x="227978" y="145410"/>
                  <a:pt x="231179" y="140975"/>
                </a:cubicBezTo>
                <a:cubicBezTo>
                  <a:pt x="234380" y="136540"/>
                  <a:pt x="235980" y="131700"/>
                  <a:pt x="235980" y="126455"/>
                </a:cubicBezTo>
                <a:cubicBezTo>
                  <a:pt x="235980" y="121133"/>
                  <a:pt x="234437" y="116486"/>
                  <a:pt x="231352" y="112514"/>
                </a:cubicBezTo>
                <a:cubicBezTo>
                  <a:pt x="228267" y="108541"/>
                  <a:pt x="223176" y="105206"/>
                  <a:pt x="216080" y="102506"/>
                </a:cubicBezTo>
                <a:cubicBezTo>
                  <a:pt x="211530" y="100732"/>
                  <a:pt x="201464" y="97975"/>
                  <a:pt x="185884" y="94234"/>
                </a:cubicBezTo>
                <a:cubicBezTo>
                  <a:pt x="170304" y="90493"/>
                  <a:pt x="159390" y="86964"/>
                  <a:pt x="153142" y="83648"/>
                </a:cubicBezTo>
                <a:cubicBezTo>
                  <a:pt x="145043" y="79406"/>
                  <a:pt x="139008" y="74141"/>
                  <a:pt x="135036" y="67855"/>
                </a:cubicBezTo>
                <a:cubicBezTo>
                  <a:pt x="131064" y="61569"/>
                  <a:pt x="129078" y="54531"/>
                  <a:pt x="129078" y="46741"/>
                </a:cubicBezTo>
                <a:cubicBezTo>
                  <a:pt x="129078" y="38179"/>
                  <a:pt x="131507" y="30177"/>
                  <a:pt x="136366" y="22734"/>
                </a:cubicBezTo>
                <a:cubicBezTo>
                  <a:pt x="141226" y="15291"/>
                  <a:pt x="148322" y="9641"/>
                  <a:pt x="157654" y="5785"/>
                </a:cubicBezTo>
                <a:cubicBezTo>
                  <a:pt x="166987" y="1928"/>
                  <a:pt x="177361" y="0"/>
                  <a:pt x="188776" y="0"/>
                </a:cubicBezTo>
                <a:cubicBezTo>
                  <a:pt x="201349" y="0"/>
                  <a:pt x="212436" y="2025"/>
                  <a:pt x="222039" y="6074"/>
                </a:cubicBezTo>
                <a:cubicBezTo>
                  <a:pt x="231641" y="10123"/>
                  <a:pt x="239027" y="16082"/>
                  <a:pt x="244194" y="23949"/>
                </a:cubicBezTo>
                <a:cubicBezTo>
                  <a:pt x="249362" y="31816"/>
                  <a:pt x="252139" y="40725"/>
                  <a:pt x="252524" y="50675"/>
                </a:cubicBezTo>
                <a:lnTo>
                  <a:pt x="231005" y="52294"/>
                </a:lnTo>
                <a:cubicBezTo>
                  <a:pt x="229848" y="41573"/>
                  <a:pt x="225934" y="33475"/>
                  <a:pt x="219262" y="27998"/>
                </a:cubicBezTo>
                <a:cubicBezTo>
                  <a:pt x="212590" y="22522"/>
                  <a:pt x="202737" y="19784"/>
                  <a:pt x="189702" y="19784"/>
                </a:cubicBezTo>
                <a:cubicBezTo>
                  <a:pt x="176127" y="19784"/>
                  <a:pt x="166235" y="22271"/>
                  <a:pt x="160026" y="27246"/>
                </a:cubicBezTo>
                <a:cubicBezTo>
                  <a:pt x="153817" y="32221"/>
                  <a:pt x="150713" y="38218"/>
                  <a:pt x="150713" y="45237"/>
                </a:cubicBezTo>
                <a:cubicBezTo>
                  <a:pt x="150713" y="51330"/>
                  <a:pt x="152911" y="56344"/>
                  <a:pt x="157307" y="60277"/>
                </a:cubicBezTo>
                <a:cubicBezTo>
                  <a:pt x="161626" y="64211"/>
                  <a:pt x="172907" y="68241"/>
                  <a:pt x="191148" y="72367"/>
                </a:cubicBezTo>
                <a:cubicBezTo>
                  <a:pt x="209389" y="76494"/>
                  <a:pt x="221904" y="80100"/>
                  <a:pt x="228691" y="83185"/>
                </a:cubicBezTo>
                <a:cubicBezTo>
                  <a:pt x="238564" y="87736"/>
                  <a:pt x="245853" y="93501"/>
                  <a:pt x="250558" y="100481"/>
                </a:cubicBezTo>
                <a:cubicBezTo>
                  <a:pt x="255263" y="107462"/>
                  <a:pt x="257615" y="115502"/>
                  <a:pt x="257615" y="124604"/>
                </a:cubicBezTo>
                <a:cubicBezTo>
                  <a:pt x="257615" y="133628"/>
                  <a:pt x="255031" y="142132"/>
                  <a:pt x="249863" y="150115"/>
                </a:cubicBezTo>
                <a:cubicBezTo>
                  <a:pt x="244696" y="158098"/>
                  <a:pt x="237272" y="164307"/>
                  <a:pt x="227592" y="168742"/>
                </a:cubicBezTo>
                <a:cubicBezTo>
                  <a:pt x="217912" y="173177"/>
                  <a:pt x="207018" y="175394"/>
                  <a:pt x="194908" y="175394"/>
                </a:cubicBezTo>
                <a:cubicBezTo>
                  <a:pt x="179559" y="175394"/>
                  <a:pt x="166698" y="173157"/>
                  <a:pt x="156324" y="168684"/>
                </a:cubicBezTo>
                <a:cubicBezTo>
                  <a:pt x="145950" y="164210"/>
                  <a:pt x="137813" y="157481"/>
                  <a:pt x="131912" y="148495"/>
                </a:cubicBezTo>
                <a:cubicBezTo>
                  <a:pt x="126012" y="139509"/>
                  <a:pt x="122907" y="129347"/>
                  <a:pt x="122599" y="118009"/>
                </a:cubicBezTo>
                <a:close/>
                <a:moveTo>
                  <a:pt x="357669" y="172502"/>
                </a:moveTo>
                <a:lnTo>
                  <a:pt x="357669" y="2892"/>
                </a:lnTo>
                <a:lnTo>
                  <a:pt x="432871" y="2892"/>
                </a:lnTo>
                <a:cubicBezTo>
                  <a:pt x="447988" y="2892"/>
                  <a:pt x="459480" y="4416"/>
                  <a:pt x="467348" y="7462"/>
                </a:cubicBezTo>
                <a:cubicBezTo>
                  <a:pt x="475215" y="10509"/>
                  <a:pt x="481501" y="15889"/>
                  <a:pt x="486206" y="23602"/>
                </a:cubicBezTo>
                <a:cubicBezTo>
                  <a:pt x="490911" y="31315"/>
                  <a:pt x="493263" y="39838"/>
                  <a:pt x="493263" y="49170"/>
                </a:cubicBezTo>
                <a:cubicBezTo>
                  <a:pt x="493263" y="61203"/>
                  <a:pt x="489368" y="71345"/>
                  <a:pt x="481578" y="79598"/>
                </a:cubicBezTo>
                <a:cubicBezTo>
                  <a:pt x="473788" y="87851"/>
                  <a:pt x="461756" y="93096"/>
                  <a:pt x="445481" y="95333"/>
                </a:cubicBezTo>
                <a:cubicBezTo>
                  <a:pt x="451420" y="98187"/>
                  <a:pt x="455932" y="101002"/>
                  <a:pt x="459018" y="103779"/>
                </a:cubicBezTo>
                <a:cubicBezTo>
                  <a:pt x="465574" y="109795"/>
                  <a:pt x="471783" y="117315"/>
                  <a:pt x="477645" y="126339"/>
                </a:cubicBezTo>
                <a:lnTo>
                  <a:pt x="507147" y="172502"/>
                </a:lnTo>
                <a:lnTo>
                  <a:pt x="478917" y="172502"/>
                </a:lnTo>
                <a:lnTo>
                  <a:pt x="456472" y="137215"/>
                </a:lnTo>
                <a:cubicBezTo>
                  <a:pt x="449916" y="127033"/>
                  <a:pt x="444517" y="119243"/>
                  <a:pt x="440275" y="113844"/>
                </a:cubicBezTo>
                <a:cubicBezTo>
                  <a:pt x="436033" y="108445"/>
                  <a:pt x="432234" y="104666"/>
                  <a:pt x="428879" y="102506"/>
                </a:cubicBezTo>
                <a:cubicBezTo>
                  <a:pt x="425524" y="100346"/>
                  <a:pt x="422111" y="98842"/>
                  <a:pt x="418640" y="97994"/>
                </a:cubicBezTo>
                <a:cubicBezTo>
                  <a:pt x="416095" y="97454"/>
                  <a:pt x="411930" y="97184"/>
                  <a:pt x="406145" y="97184"/>
                </a:cubicBezTo>
                <a:lnTo>
                  <a:pt x="380114" y="97184"/>
                </a:lnTo>
                <a:lnTo>
                  <a:pt x="380114" y="172502"/>
                </a:lnTo>
                <a:lnTo>
                  <a:pt x="357669" y="172502"/>
                </a:lnTo>
                <a:moveTo>
                  <a:pt x="380114" y="77747"/>
                </a:moveTo>
                <a:lnTo>
                  <a:pt x="428358" y="77747"/>
                </a:lnTo>
                <a:cubicBezTo>
                  <a:pt x="438617" y="77747"/>
                  <a:pt x="446638" y="76687"/>
                  <a:pt x="452423" y="74566"/>
                </a:cubicBezTo>
                <a:cubicBezTo>
                  <a:pt x="458208" y="72445"/>
                  <a:pt x="462604" y="69051"/>
                  <a:pt x="465612" y="64384"/>
                </a:cubicBezTo>
                <a:cubicBezTo>
                  <a:pt x="468620" y="59718"/>
                  <a:pt x="470124" y="54647"/>
                  <a:pt x="470124" y="49170"/>
                </a:cubicBezTo>
                <a:cubicBezTo>
                  <a:pt x="470124" y="41149"/>
                  <a:pt x="467213" y="34554"/>
                  <a:pt x="461389" y="29387"/>
                </a:cubicBezTo>
                <a:cubicBezTo>
                  <a:pt x="455566" y="24219"/>
                  <a:pt x="446368" y="21635"/>
                  <a:pt x="433796" y="21635"/>
                </a:cubicBezTo>
                <a:lnTo>
                  <a:pt x="380114" y="21635"/>
                </a:lnTo>
                <a:lnTo>
                  <a:pt x="380114" y="77747"/>
                </a:lnTo>
                <a:close/>
                <a:moveTo>
                  <a:pt x="603012" y="172502"/>
                </a:moveTo>
                <a:lnTo>
                  <a:pt x="603012" y="154453"/>
                </a:lnTo>
                <a:cubicBezTo>
                  <a:pt x="593448" y="168337"/>
                  <a:pt x="580451" y="175278"/>
                  <a:pt x="564022" y="175278"/>
                </a:cubicBezTo>
                <a:cubicBezTo>
                  <a:pt x="556772" y="175278"/>
                  <a:pt x="550004" y="173890"/>
                  <a:pt x="543718" y="171113"/>
                </a:cubicBezTo>
                <a:cubicBezTo>
                  <a:pt x="537432" y="168337"/>
                  <a:pt x="532765" y="164846"/>
                  <a:pt x="529719" y="160643"/>
                </a:cubicBezTo>
                <a:cubicBezTo>
                  <a:pt x="526672" y="156439"/>
                  <a:pt x="524532" y="151291"/>
                  <a:pt x="523298" y="145198"/>
                </a:cubicBezTo>
                <a:cubicBezTo>
                  <a:pt x="522449" y="141110"/>
                  <a:pt x="522025" y="134631"/>
                  <a:pt x="522025" y="125761"/>
                </a:cubicBezTo>
                <a:lnTo>
                  <a:pt x="522025" y="49633"/>
                </a:lnTo>
                <a:lnTo>
                  <a:pt x="542850" y="49633"/>
                </a:lnTo>
                <a:lnTo>
                  <a:pt x="542850" y="117778"/>
                </a:lnTo>
                <a:cubicBezTo>
                  <a:pt x="542850" y="128653"/>
                  <a:pt x="543274" y="135981"/>
                  <a:pt x="544123" y="139760"/>
                </a:cubicBezTo>
                <a:cubicBezTo>
                  <a:pt x="545434" y="145236"/>
                  <a:pt x="548211" y="149536"/>
                  <a:pt x="552453" y="152660"/>
                </a:cubicBezTo>
                <a:cubicBezTo>
                  <a:pt x="556695" y="155784"/>
                  <a:pt x="561940" y="157346"/>
                  <a:pt x="568187" y="157346"/>
                </a:cubicBezTo>
                <a:cubicBezTo>
                  <a:pt x="574435" y="157346"/>
                  <a:pt x="580297" y="155745"/>
                  <a:pt x="585773" y="152544"/>
                </a:cubicBezTo>
                <a:cubicBezTo>
                  <a:pt x="591249" y="149343"/>
                  <a:pt x="595125" y="144985"/>
                  <a:pt x="597400" y="139471"/>
                </a:cubicBezTo>
                <a:cubicBezTo>
                  <a:pt x="599676" y="133956"/>
                  <a:pt x="600814" y="125954"/>
                  <a:pt x="600814" y="115464"/>
                </a:cubicBezTo>
                <a:lnTo>
                  <a:pt x="600814" y="49633"/>
                </a:lnTo>
                <a:lnTo>
                  <a:pt x="621639" y="49633"/>
                </a:lnTo>
                <a:lnTo>
                  <a:pt x="621639" y="172502"/>
                </a:lnTo>
                <a:lnTo>
                  <a:pt x="603012" y="172502"/>
                </a:lnTo>
                <a:close/>
                <a:moveTo>
                  <a:pt x="650840" y="172502"/>
                </a:moveTo>
                <a:lnTo>
                  <a:pt x="650840" y="49633"/>
                </a:lnTo>
                <a:lnTo>
                  <a:pt x="669583" y="49633"/>
                </a:lnTo>
                <a:lnTo>
                  <a:pt x="669583" y="67103"/>
                </a:lnTo>
                <a:cubicBezTo>
                  <a:pt x="678607" y="53605"/>
                  <a:pt x="691642" y="46857"/>
                  <a:pt x="708688" y="46857"/>
                </a:cubicBezTo>
                <a:cubicBezTo>
                  <a:pt x="716092" y="46857"/>
                  <a:pt x="722899" y="48187"/>
                  <a:pt x="729108" y="50848"/>
                </a:cubicBezTo>
                <a:cubicBezTo>
                  <a:pt x="735317" y="53509"/>
                  <a:pt x="739964" y="56999"/>
                  <a:pt x="743049" y="61318"/>
                </a:cubicBezTo>
                <a:cubicBezTo>
                  <a:pt x="746135" y="65638"/>
                  <a:pt x="748294" y="70767"/>
                  <a:pt x="749528" y="76706"/>
                </a:cubicBezTo>
                <a:cubicBezTo>
                  <a:pt x="750300" y="80562"/>
                  <a:pt x="750685" y="87311"/>
                  <a:pt x="750685" y="96953"/>
                </a:cubicBezTo>
                <a:lnTo>
                  <a:pt x="750685" y="172502"/>
                </a:lnTo>
                <a:lnTo>
                  <a:pt x="729860" y="172502"/>
                </a:lnTo>
                <a:lnTo>
                  <a:pt x="729860" y="97763"/>
                </a:lnTo>
                <a:cubicBezTo>
                  <a:pt x="729860" y="89278"/>
                  <a:pt x="729050" y="82934"/>
                  <a:pt x="727431" y="78731"/>
                </a:cubicBezTo>
                <a:cubicBezTo>
                  <a:pt x="725811" y="74527"/>
                  <a:pt x="722938" y="71172"/>
                  <a:pt x="718811" y="68665"/>
                </a:cubicBezTo>
                <a:cubicBezTo>
                  <a:pt x="714685" y="66158"/>
                  <a:pt x="709845" y="64905"/>
                  <a:pt x="704292" y="64905"/>
                </a:cubicBezTo>
                <a:cubicBezTo>
                  <a:pt x="695422" y="64905"/>
                  <a:pt x="687766" y="67720"/>
                  <a:pt x="681326" y="73351"/>
                </a:cubicBezTo>
                <a:cubicBezTo>
                  <a:pt x="674886" y="78981"/>
                  <a:pt x="671665" y="89664"/>
                  <a:pt x="671665" y="105398"/>
                </a:cubicBezTo>
                <a:lnTo>
                  <a:pt x="671665" y="172502"/>
                </a:lnTo>
                <a:lnTo>
                  <a:pt x="650840" y="172502"/>
                </a:lnTo>
                <a:close/>
                <a:moveTo>
                  <a:pt x="824661" y="153875"/>
                </a:moveTo>
                <a:lnTo>
                  <a:pt x="827669" y="172270"/>
                </a:lnTo>
                <a:cubicBezTo>
                  <a:pt x="821807" y="173504"/>
                  <a:pt x="816562" y="174121"/>
                  <a:pt x="811934" y="174121"/>
                </a:cubicBezTo>
                <a:cubicBezTo>
                  <a:pt x="804375" y="174121"/>
                  <a:pt x="798514" y="172926"/>
                  <a:pt x="794349" y="170535"/>
                </a:cubicBezTo>
                <a:cubicBezTo>
                  <a:pt x="790184" y="168144"/>
                  <a:pt x="787253" y="165001"/>
                  <a:pt x="785556" y="161106"/>
                </a:cubicBezTo>
                <a:cubicBezTo>
                  <a:pt x="783859" y="157211"/>
                  <a:pt x="783010" y="149016"/>
                  <a:pt x="783010" y="136520"/>
                </a:cubicBezTo>
                <a:lnTo>
                  <a:pt x="783010" y="65831"/>
                </a:lnTo>
                <a:lnTo>
                  <a:pt x="767739" y="65831"/>
                </a:lnTo>
                <a:lnTo>
                  <a:pt x="767739" y="49633"/>
                </a:lnTo>
                <a:lnTo>
                  <a:pt x="783010" y="49633"/>
                </a:lnTo>
                <a:lnTo>
                  <a:pt x="783010" y="19205"/>
                </a:lnTo>
                <a:lnTo>
                  <a:pt x="803720" y="6710"/>
                </a:lnTo>
                <a:lnTo>
                  <a:pt x="803720" y="49633"/>
                </a:lnTo>
                <a:lnTo>
                  <a:pt x="824661" y="49633"/>
                </a:lnTo>
                <a:lnTo>
                  <a:pt x="824661" y="65831"/>
                </a:lnTo>
                <a:lnTo>
                  <a:pt x="803720" y="65831"/>
                </a:lnTo>
                <a:lnTo>
                  <a:pt x="803720" y="137677"/>
                </a:lnTo>
                <a:cubicBezTo>
                  <a:pt x="803720" y="143616"/>
                  <a:pt x="804086" y="147434"/>
                  <a:pt x="804819" y="149131"/>
                </a:cubicBezTo>
                <a:cubicBezTo>
                  <a:pt x="805552" y="150828"/>
                  <a:pt x="806747" y="152178"/>
                  <a:pt x="808406" y="153181"/>
                </a:cubicBezTo>
                <a:cubicBezTo>
                  <a:pt x="810064" y="154183"/>
                  <a:pt x="812436" y="154685"/>
                  <a:pt x="815521" y="154685"/>
                </a:cubicBezTo>
                <a:cubicBezTo>
                  <a:pt x="817835" y="154685"/>
                  <a:pt x="820881" y="154415"/>
                  <a:pt x="824661" y="153875"/>
                </a:cubicBezTo>
                <a:close/>
                <a:moveTo>
                  <a:pt x="848425" y="26841"/>
                </a:moveTo>
                <a:lnTo>
                  <a:pt x="848425" y="2892"/>
                </a:lnTo>
                <a:lnTo>
                  <a:pt x="869251" y="2892"/>
                </a:lnTo>
                <a:lnTo>
                  <a:pt x="869251" y="26841"/>
                </a:lnTo>
                <a:lnTo>
                  <a:pt x="848425" y="26841"/>
                </a:lnTo>
                <a:moveTo>
                  <a:pt x="848425" y="172502"/>
                </a:moveTo>
                <a:lnTo>
                  <a:pt x="848425" y="49633"/>
                </a:lnTo>
                <a:lnTo>
                  <a:pt x="869251" y="49633"/>
                </a:lnTo>
                <a:lnTo>
                  <a:pt x="869251" y="172502"/>
                </a:lnTo>
                <a:lnTo>
                  <a:pt x="848425" y="172502"/>
                </a:lnTo>
                <a:close/>
                <a:moveTo>
                  <a:pt x="897665" y="172502"/>
                </a:moveTo>
                <a:lnTo>
                  <a:pt x="897665" y="49633"/>
                </a:lnTo>
                <a:lnTo>
                  <a:pt x="916292" y="49633"/>
                </a:lnTo>
                <a:lnTo>
                  <a:pt x="916292" y="66872"/>
                </a:lnTo>
                <a:cubicBezTo>
                  <a:pt x="920148" y="60856"/>
                  <a:pt x="925278" y="56016"/>
                  <a:pt x="931679" y="52352"/>
                </a:cubicBezTo>
                <a:cubicBezTo>
                  <a:pt x="938081" y="48688"/>
                  <a:pt x="945370" y="46857"/>
                  <a:pt x="953546" y="46857"/>
                </a:cubicBezTo>
                <a:cubicBezTo>
                  <a:pt x="962647" y="46857"/>
                  <a:pt x="970110" y="48746"/>
                  <a:pt x="975933" y="52526"/>
                </a:cubicBezTo>
                <a:cubicBezTo>
                  <a:pt x="981756" y="56305"/>
                  <a:pt x="985863" y="61588"/>
                  <a:pt x="988254" y="68376"/>
                </a:cubicBezTo>
                <a:cubicBezTo>
                  <a:pt x="997973" y="54030"/>
                  <a:pt x="1010622" y="46857"/>
                  <a:pt x="1026202" y="46857"/>
                </a:cubicBezTo>
                <a:cubicBezTo>
                  <a:pt x="1038389" y="46857"/>
                  <a:pt x="1047760" y="50231"/>
                  <a:pt x="1054316" y="56980"/>
                </a:cubicBezTo>
                <a:cubicBezTo>
                  <a:pt x="1060872" y="63729"/>
                  <a:pt x="1064150" y="74122"/>
                  <a:pt x="1064150" y="88160"/>
                </a:cubicBezTo>
                <a:lnTo>
                  <a:pt x="1064150" y="172502"/>
                </a:lnTo>
                <a:lnTo>
                  <a:pt x="1043441" y="172502"/>
                </a:lnTo>
                <a:lnTo>
                  <a:pt x="1043441" y="95102"/>
                </a:lnTo>
                <a:cubicBezTo>
                  <a:pt x="1043441" y="86771"/>
                  <a:pt x="1042766" y="80775"/>
                  <a:pt x="1041416" y="77111"/>
                </a:cubicBezTo>
                <a:cubicBezTo>
                  <a:pt x="1040067" y="73447"/>
                  <a:pt x="1037618" y="70497"/>
                  <a:pt x="1034070" y="68260"/>
                </a:cubicBezTo>
                <a:cubicBezTo>
                  <a:pt x="1030522" y="66023"/>
                  <a:pt x="1026357" y="64905"/>
                  <a:pt x="1021575" y="64905"/>
                </a:cubicBezTo>
                <a:cubicBezTo>
                  <a:pt x="1012936" y="64905"/>
                  <a:pt x="1005763" y="67778"/>
                  <a:pt x="1000055" y="73524"/>
                </a:cubicBezTo>
                <a:cubicBezTo>
                  <a:pt x="994348" y="79271"/>
                  <a:pt x="991494" y="88468"/>
                  <a:pt x="991494" y="101118"/>
                </a:cubicBezTo>
                <a:lnTo>
                  <a:pt x="991494" y="172502"/>
                </a:lnTo>
                <a:lnTo>
                  <a:pt x="970669" y="172502"/>
                </a:lnTo>
                <a:lnTo>
                  <a:pt x="970669" y="92672"/>
                </a:lnTo>
                <a:cubicBezTo>
                  <a:pt x="970669" y="83416"/>
                  <a:pt x="968972" y="76475"/>
                  <a:pt x="965578" y="71847"/>
                </a:cubicBezTo>
                <a:cubicBezTo>
                  <a:pt x="962184" y="67219"/>
                  <a:pt x="956631" y="64905"/>
                  <a:pt x="948918" y="64905"/>
                </a:cubicBezTo>
                <a:cubicBezTo>
                  <a:pt x="943056" y="64905"/>
                  <a:pt x="937638" y="66448"/>
                  <a:pt x="932663" y="69533"/>
                </a:cubicBezTo>
                <a:cubicBezTo>
                  <a:pt x="927688" y="72618"/>
                  <a:pt x="924082" y="77130"/>
                  <a:pt x="921845" y="83069"/>
                </a:cubicBezTo>
                <a:cubicBezTo>
                  <a:pt x="919609" y="89008"/>
                  <a:pt x="918490" y="97570"/>
                  <a:pt x="918490" y="108754"/>
                </a:cubicBezTo>
                <a:lnTo>
                  <a:pt x="918490" y="172502"/>
                </a:lnTo>
                <a:lnTo>
                  <a:pt x="897665" y="172502"/>
                </a:lnTo>
                <a:close/>
                <a:moveTo>
                  <a:pt x="1179221" y="132934"/>
                </a:moveTo>
                <a:lnTo>
                  <a:pt x="1200740" y="135595"/>
                </a:lnTo>
                <a:cubicBezTo>
                  <a:pt x="1197346" y="148167"/>
                  <a:pt x="1191060" y="157924"/>
                  <a:pt x="1181882" y="164866"/>
                </a:cubicBezTo>
                <a:cubicBezTo>
                  <a:pt x="1172703" y="171807"/>
                  <a:pt x="1160979" y="175278"/>
                  <a:pt x="1146710" y="175278"/>
                </a:cubicBezTo>
                <a:cubicBezTo>
                  <a:pt x="1128739" y="175278"/>
                  <a:pt x="1114489" y="169744"/>
                  <a:pt x="1103961" y="158676"/>
                </a:cubicBezTo>
                <a:cubicBezTo>
                  <a:pt x="1093433" y="147608"/>
                  <a:pt x="1088169" y="132085"/>
                  <a:pt x="1088169" y="112109"/>
                </a:cubicBezTo>
                <a:cubicBezTo>
                  <a:pt x="1088169" y="91438"/>
                  <a:pt x="1093491" y="75395"/>
                  <a:pt x="1104134" y="63979"/>
                </a:cubicBezTo>
                <a:cubicBezTo>
                  <a:pt x="1114778" y="52564"/>
                  <a:pt x="1128585" y="46857"/>
                  <a:pt x="1145553" y="46857"/>
                </a:cubicBezTo>
                <a:cubicBezTo>
                  <a:pt x="1161982" y="46857"/>
                  <a:pt x="1175403" y="52449"/>
                  <a:pt x="1185815" y="63632"/>
                </a:cubicBezTo>
                <a:cubicBezTo>
                  <a:pt x="1196228" y="74816"/>
                  <a:pt x="1201434" y="90551"/>
                  <a:pt x="1201434" y="110836"/>
                </a:cubicBezTo>
                <a:cubicBezTo>
                  <a:pt x="1201434" y="112070"/>
                  <a:pt x="1201396" y="113921"/>
                  <a:pt x="1201318" y="116389"/>
                </a:cubicBezTo>
                <a:lnTo>
                  <a:pt x="1109688" y="116389"/>
                </a:lnTo>
                <a:cubicBezTo>
                  <a:pt x="1110459" y="129887"/>
                  <a:pt x="1114277" y="140223"/>
                  <a:pt x="1121142" y="147396"/>
                </a:cubicBezTo>
                <a:cubicBezTo>
                  <a:pt x="1128006" y="154569"/>
                  <a:pt x="1136568" y="158155"/>
                  <a:pt x="1146826" y="158155"/>
                </a:cubicBezTo>
                <a:cubicBezTo>
                  <a:pt x="1154462" y="158155"/>
                  <a:pt x="1160979" y="156150"/>
                  <a:pt x="1166379" y="152139"/>
                </a:cubicBezTo>
                <a:cubicBezTo>
                  <a:pt x="1171778" y="148129"/>
                  <a:pt x="1176058" y="141727"/>
                  <a:pt x="1179221" y="132934"/>
                </a:cubicBezTo>
                <a:moveTo>
                  <a:pt x="1110845" y="99267"/>
                </a:moveTo>
                <a:lnTo>
                  <a:pt x="1179452" y="99267"/>
                </a:lnTo>
                <a:cubicBezTo>
                  <a:pt x="1178527" y="88931"/>
                  <a:pt x="1175904" y="81180"/>
                  <a:pt x="1171585" y="76012"/>
                </a:cubicBezTo>
                <a:cubicBezTo>
                  <a:pt x="1164952" y="67990"/>
                  <a:pt x="1156352" y="63979"/>
                  <a:pt x="1145785" y="63979"/>
                </a:cubicBezTo>
                <a:cubicBezTo>
                  <a:pt x="1136221" y="63979"/>
                  <a:pt x="1128180" y="67180"/>
                  <a:pt x="1121662" y="73582"/>
                </a:cubicBezTo>
                <a:cubicBezTo>
                  <a:pt x="1115145" y="79984"/>
                  <a:pt x="1111539" y="88545"/>
                  <a:pt x="1110845" y="99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8CE67-3D85-4784-AEFE-41E4541C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2" y="3928878"/>
            <a:ext cx="1214560" cy="148090"/>
          </a:xfrm>
          <a:custGeom xmlns:a="http://schemas.openxmlformats.org/drawingml/2006/main">
            <a:pathLst>
              <a:path w="1214560" h="148090">
                <a:moveTo>
                  <a:pt x="1066470" y="0"/>
                </a:moveTo>
                <a:lnTo>
                  <a:pt x="1214560" y="74045"/>
                </a:lnTo>
                <a:lnTo>
                  <a:pt x="1066470" y="148090"/>
                </a:lnTo>
                <a:lnTo>
                  <a:pt x="1066470" y="88854"/>
                </a:lnTo>
                <a:lnTo>
                  <a:pt x="0" y="88853"/>
                </a:lnTo>
                <a:lnTo>
                  <a:pt x="0" y="59235"/>
                </a:lnTo>
                <a:lnTo>
                  <a:pt x="1066470" y="59236"/>
                </a:lnTo>
                <a:lnTo>
                  <a:pt x="10664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D8EBA-6AB9-441A-8D9E-34466367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367" y="1633478"/>
            <a:ext cx="148090" cy="1551454"/>
          </a:xfrm>
          <a:custGeom xmlns:a="http://schemas.openxmlformats.org/drawingml/2006/main">
            <a:pathLst>
              <a:path w="148090" h="1551454">
                <a:moveTo>
                  <a:pt x="88423" y="0"/>
                </a:moveTo>
                <a:lnTo>
                  <a:pt x="88854" y="1403359"/>
                </a:lnTo>
                <a:lnTo>
                  <a:pt x="148090" y="1403342"/>
                </a:lnTo>
                <a:lnTo>
                  <a:pt x="74090" y="1551454"/>
                </a:lnTo>
                <a:lnTo>
                  <a:pt x="0" y="1403387"/>
                </a:lnTo>
                <a:lnTo>
                  <a:pt x="59236" y="1403368"/>
                </a:lnTo>
                <a:lnTo>
                  <a:pt x="58805" y="10"/>
                </a:lnTo>
                <a:lnTo>
                  <a:pt x="884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08E79-42A1-4C27-A4CF-52E93289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034" y="3928878"/>
            <a:ext cx="1250499" cy="148090"/>
          </a:xfrm>
          <a:custGeom xmlns:a="http://schemas.openxmlformats.org/drawingml/2006/main">
            <a:pathLst>
              <a:path w="1250499" h="148090">
                <a:moveTo>
                  <a:pt x="1102409" y="0"/>
                </a:moveTo>
                <a:lnTo>
                  <a:pt x="1250499" y="74045"/>
                </a:lnTo>
                <a:lnTo>
                  <a:pt x="1102409" y="148090"/>
                </a:lnTo>
                <a:lnTo>
                  <a:pt x="1102409" y="88854"/>
                </a:lnTo>
                <a:lnTo>
                  <a:pt x="0" y="88853"/>
                </a:lnTo>
                <a:lnTo>
                  <a:pt x="0" y="59235"/>
                </a:lnTo>
                <a:lnTo>
                  <a:pt x="1102409" y="59236"/>
                </a:lnTo>
                <a:lnTo>
                  <a:pt x="11024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CA382-7DCF-4087-9829-1D3D9DC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92" y="5365349"/>
            <a:ext cx="7768" cy="728337"/>
          </a:xfrm>
          <a:custGeom xmlns:a="http://schemas.openxmlformats.org/drawingml/2006/main">
            <a:pathLst>
              <a:path w="7768" h="728337" fill="none">
                <a:moveTo>
                  <a:pt x="0" y="0"/>
                </a:moveTo>
                <a:lnTo>
                  <a:pt x="7768" y="728337"/>
                </a:lnTo>
              </a:path>
            </a:pathLst>
          </a:custGeom>
          <a:noFill xmlns:a="http://schemas.openxmlformats.org/drawingml/2006/main"/>
          <a:ln xmlns:a="http://schemas.openxmlformats.org/drawingml/2006/main" w="29618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BACAF-1157-4945-A3F4-AC12074C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1" y="6086054"/>
            <a:ext cx="5383213" cy="10"/>
          </a:xfrm>
          <a:custGeom xmlns:a="http://schemas.openxmlformats.org/drawingml/2006/main">
            <a:pathLst>
              <a:path w="5383213" h="1" fill="none">
                <a:moveTo>
                  <a:pt x="0" y="0"/>
                </a:moveTo>
                <a:lnTo>
                  <a:pt x="5383213" y="1"/>
                </a:lnTo>
              </a:path>
            </a:pathLst>
          </a:custGeom>
          <a:noFill xmlns:a="http://schemas.openxmlformats.org/drawingml/2006/main"/>
          <a:ln xmlns:a="http://schemas.openxmlformats.org/drawingml/2006/main" w="29618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12A14-5C60-47D6-A660-92C7B97B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47" y="5049424"/>
            <a:ext cx="148090" cy="1046682"/>
          </a:xfrm>
          <a:custGeom xmlns:a="http://schemas.openxmlformats.org/drawingml/2006/main">
            <a:pathLst>
              <a:path w="148090" h="1046682">
                <a:moveTo>
                  <a:pt x="88853" y="1046682"/>
                </a:moveTo>
                <a:lnTo>
                  <a:pt x="88854" y="148090"/>
                </a:lnTo>
                <a:lnTo>
                  <a:pt x="148090" y="148090"/>
                </a:lnTo>
                <a:lnTo>
                  <a:pt x="74045" y="0"/>
                </a:lnTo>
                <a:lnTo>
                  <a:pt x="0" y="148090"/>
                </a:lnTo>
                <a:lnTo>
                  <a:pt x="59236" y="148090"/>
                </a:lnTo>
                <a:lnTo>
                  <a:pt x="59235" y="1046682"/>
                </a:lnTo>
                <a:lnTo>
                  <a:pt x="88853" y="1046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RequireforMoreUndefinedProperties">
            <a:extLst xmlns:a="http://schemas.openxmlformats.org/drawingml/2006/main">
              <a:ext uri="{FF2B5EF4-FFF2-40B4-BE49-F238E27FC236}">
                <a16:creationId xmlns:a16="http://schemas.microsoft.com/office/drawing/2014/main" id="{38918424-0CD0-4013-BFE2-FA6C0385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34" y="5821936"/>
            <a:ext cx="3029033" cy="164692"/>
          </a:xfrm>
          <a:custGeom xmlns:a="http://schemas.openxmlformats.org/drawingml/2006/main">
            <a:pathLst>
              <a:path w="3029033" h="164692">
                <a:moveTo>
                  <a:pt x="0" y="129376"/>
                </a:moveTo>
                <a:lnTo>
                  <a:pt x="0" y="2169"/>
                </a:lnTo>
                <a:lnTo>
                  <a:pt x="56401" y="2169"/>
                </a:lnTo>
                <a:cubicBezTo>
                  <a:pt x="67740" y="2169"/>
                  <a:pt x="76359" y="3312"/>
                  <a:pt x="82259" y="5597"/>
                </a:cubicBezTo>
                <a:cubicBezTo>
                  <a:pt x="88160" y="7882"/>
                  <a:pt x="92874" y="11917"/>
                  <a:pt x="96403" y="17701"/>
                </a:cubicBezTo>
                <a:cubicBezTo>
                  <a:pt x="99932" y="23486"/>
                  <a:pt x="101696" y="29878"/>
                  <a:pt x="101696" y="36878"/>
                </a:cubicBezTo>
                <a:cubicBezTo>
                  <a:pt x="101696" y="45902"/>
                  <a:pt x="98775" y="53509"/>
                  <a:pt x="92932" y="59699"/>
                </a:cubicBezTo>
                <a:cubicBezTo>
                  <a:pt x="87090" y="65888"/>
                  <a:pt x="78065" y="69822"/>
                  <a:pt x="65860" y="71500"/>
                </a:cubicBezTo>
                <a:cubicBezTo>
                  <a:pt x="70314" y="73640"/>
                  <a:pt x="73698" y="75751"/>
                  <a:pt x="76012" y="77834"/>
                </a:cubicBezTo>
                <a:cubicBezTo>
                  <a:pt x="80929" y="82346"/>
                  <a:pt x="85586" y="87986"/>
                  <a:pt x="89982" y="94754"/>
                </a:cubicBezTo>
                <a:lnTo>
                  <a:pt x="112109" y="129376"/>
                </a:lnTo>
                <a:lnTo>
                  <a:pt x="90936" y="129376"/>
                </a:lnTo>
                <a:lnTo>
                  <a:pt x="74103" y="102911"/>
                </a:lnTo>
                <a:cubicBezTo>
                  <a:pt x="69186" y="95275"/>
                  <a:pt x="65136" y="89432"/>
                  <a:pt x="61955" y="85383"/>
                </a:cubicBezTo>
                <a:cubicBezTo>
                  <a:pt x="58773" y="81334"/>
                  <a:pt x="55924" y="78499"/>
                  <a:pt x="53408" y="76880"/>
                </a:cubicBezTo>
                <a:cubicBezTo>
                  <a:pt x="50891" y="75260"/>
                  <a:pt x="48332" y="74132"/>
                  <a:pt x="45729" y="73495"/>
                </a:cubicBezTo>
                <a:cubicBezTo>
                  <a:pt x="43820" y="73090"/>
                  <a:pt x="40696" y="72888"/>
                  <a:pt x="36357" y="72888"/>
                </a:cubicBezTo>
                <a:lnTo>
                  <a:pt x="16834" y="72888"/>
                </a:lnTo>
                <a:lnTo>
                  <a:pt x="16834" y="129376"/>
                </a:lnTo>
                <a:lnTo>
                  <a:pt x="0" y="129376"/>
                </a:lnTo>
                <a:moveTo>
                  <a:pt x="16834" y="58310"/>
                </a:moveTo>
                <a:lnTo>
                  <a:pt x="53017" y="58310"/>
                </a:lnTo>
                <a:cubicBezTo>
                  <a:pt x="60711" y="58310"/>
                  <a:pt x="66727" y="57515"/>
                  <a:pt x="71066" y="55924"/>
                </a:cubicBezTo>
                <a:cubicBezTo>
                  <a:pt x="75404" y="54333"/>
                  <a:pt x="78702" y="51788"/>
                  <a:pt x="80958" y="48288"/>
                </a:cubicBezTo>
                <a:cubicBezTo>
                  <a:pt x="83214" y="44789"/>
                  <a:pt x="84342" y="40985"/>
                  <a:pt x="84342" y="36878"/>
                </a:cubicBezTo>
                <a:cubicBezTo>
                  <a:pt x="84342" y="30862"/>
                  <a:pt x="82158" y="25916"/>
                  <a:pt x="77791" y="22040"/>
                </a:cubicBezTo>
                <a:cubicBezTo>
                  <a:pt x="73423" y="18164"/>
                  <a:pt x="66525" y="16226"/>
                  <a:pt x="57096" y="16226"/>
                </a:cubicBezTo>
                <a:lnTo>
                  <a:pt x="16834" y="16226"/>
                </a:lnTo>
                <a:lnTo>
                  <a:pt x="16834" y="58310"/>
                </a:lnTo>
                <a:close/>
                <a:moveTo>
                  <a:pt x="189168" y="99700"/>
                </a:moveTo>
                <a:lnTo>
                  <a:pt x="205307" y="101696"/>
                </a:lnTo>
                <a:cubicBezTo>
                  <a:pt x="202762" y="111125"/>
                  <a:pt x="198047" y="118443"/>
                  <a:pt x="191163" y="123649"/>
                </a:cubicBezTo>
                <a:cubicBezTo>
                  <a:pt x="184280" y="128856"/>
                  <a:pt x="175487" y="131459"/>
                  <a:pt x="164785" y="131459"/>
                </a:cubicBezTo>
                <a:cubicBezTo>
                  <a:pt x="151306" y="131459"/>
                  <a:pt x="140619" y="127308"/>
                  <a:pt x="132723" y="119007"/>
                </a:cubicBezTo>
                <a:cubicBezTo>
                  <a:pt x="124827" y="110706"/>
                  <a:pt x="120878" y="99064"/>
                  <a:pt x="120878" y="84082"/>
                </a:cubicBezTo>
                <a:cubicBezTo>
                  <a:pt x="120878" y="68578"/>
                  <a:pt x="124870" y="56546"/>
                  <a:pt x="132853" y="47985"/>
                </a:cubicBezTo>
                <a:cubicBezTo>
                  <a:pt x="140836" y="39423"/>
                  <a:pt x="151191" y="35142"/>
                  <a:pt x="163917" y="35142"/>
                </a:cubicBezTo>
                <a:cubicBezTo>
                  <a:pt x="176239" y="35142"/>
                  <a:pt x="186304" y="39336"/>
                  <a:pt x="194114" y="47724"/>
                </a:cubicBezTo>
                <a:cubicBezTo>
                  <a:pt x="201923" y="56112"/>
                  <a:pt x="205828" y="67913"/>
                  <a:pt x="205828" y="83127"/>
                </a:cubicBezTo>
                <a:cubicBezTo>
                  <a:pt x="205828" y="84053"/>
                  <a:pt x="205799" y="85441"/>
                  <a:pt x="205741" y="87292"/>
                </a:cubicBezTo>
                <a:lnTo>
                  <a:pt x="137018" y="87292"/>
                </a:lnTo>
                <a:cubicBezTo>
                  <a:pt x="137596" y="97415"/>
                  <a:pt x="140460" y="105167"/>
                  <a:pt x="145608" y="110547"/>
                </a:cubicBezTo>
                <a:cubicBezTo>
                  <a:pt x="150757" y="115927"/>
                  <a:pt x="157178" y="118617"/>
                  <a:pt x="164872" y="118617"/>
                </a:cubicBezTo>
                <a:cubicBezTo>
                  <a:pt x="170599" y="118617"/>
                  <a:pt x="175487" y="117113"/>
                  <a:pt x="179536" y="114104"/>
                </a:cubicBezTo>
                <a:cubicBezTo>
                  <a:pt x="183585" y="111096"/>
                  <a:pt x="186796" y="106295"/>
                  <a:pt x="189168" y="99700"/>
                </a:cubicBezTo>
                <a:moveTo>
                  <a:pt x="137886" y="74450"/>
                </a:moveTo>
                <a:lnTo>
                  <a:pt x="189341" y="74450"/>
                </a:lnTo>
                <a:cubicBezTo>
                  <a:pt x="188647" y="66698"/>
                  <a:pt x="186680" y="60885"/>
                  <a:pt x="183441" y="57009"/>
                </a:cubicBezTo>
                <a:cubicBezTo>
                  <a:pt x="178466" y="50993"/>
                  <a:pt x="172016" y="47985"/>
                  <a:pt x="164091" y="47985"/>
                </a:cubicBezTo>
                <a:cubicBezTo>
                  <a:pt x="156918" y="47985"/>
                  <a:pt x="150887" y="50385"/>
                  <a:pt x="145999" y="55187"/>
                </a:cubicBezTo>
                <a:cubicBezTo>
                  <a:pt x="141111" y="59988"/>
                  <a:pt x="138406" y="66409"/>
                  <a:pt x="137886" y="74450"/>
                </a:cubicBezTo>
                <a:close/>
                <a:moveTo>
                  <a:pt x="283492" y="164692"/>
                </a:moveTo>
                <a:lnTo>
                  <a:pt x="283492" y="119571"/>
                </a:lnTo>
                <a:cubicBezTo>
                  <a:pt x="281063" y="122984"/>
                  <a:pt x="277664" y="125819"/>
                  <a:pt x="273297" y="128075"/>
                </a:cubicBezTo>
                <a:cubicBezTo>
                  <a:pt x="268929" y="130331"/>
                  <a:pt x="264287" y="131459"/>
                  <a:pt x="259370" y="131459"/>
                </a:cubicBezTo>
                <a:cubicBezTo>
                  <a:pt x="248437" y="131459"/>
                  <a:pt x="239022" y="127091"/>
                  <a:pt x="231126" y="118356"/>
                </a:cubicBezTo>
                <a:cubicBezTo>
                  <a:pt x="223230" y="109621"/>
                  <a:pt x="219281" y="97647"/>
                  <a:pt x="219281" y="82433"/>
                </a:cubicBezTo>
                <a:cubicBezTo>
                  <a:pt x="219281" y="73177"/>
                  <a:pt x="220887" y="64876"/>
                  <a:pt x="224097" y="57529"/>
                </a:cubicBezTo>
                <a:cubicBezTo>
                  <a:pt x="227308" y="50183"/>
                  <a:pt x="231965" y="44615"/>
                  <a:pt x="238067" y="40826"/>
                </a:cubicBezTo>
                <a:cubicBezTo>
                  <a:pt x="244170" y="37037"/>
                  <a:pt x="250866" y="35142"/>
                  <a:pt x="258155" y="35142"/>
                </a:cubicBezTo>
                <a:cubicBezTo>
                  <a:pt x="269551" y="35142"/>
                  <a:pt x="278517" y="39944"/>
                  <a:pt x="285054" y="49546"/>
                </a:cubicBezTo>
                <a:lnTo>
                  <a:pt x="285054" y="37225"/>
                </a:lnTo>
                <a:lnTo>
                  <a:pt x="299111" y="37225"/>
                </a:lnTo>
                <a:lnTo>
                  <a:pt x="299111" y="164692"/>
                </a:lnTo>
                <a:lnTo>
                  <a:pt x="283492" y="164692"/>
                </a:lnTo>
                <a:moveTo>
                  <a:pt x="235334" y="83040"/>
                </a:moveTo>
                <a:cubicBezTo>
                  <a:pt x="235334" y="94899"/>
                  <a:pt x="237822" y="103793"/>
                  <a:pt x="242796" y="109723"/>
                </a:cubicBezTo>
                <a:cubicBezTo>
                  <a:pt x="247771" y="115652"/>
                  <a:pt x="253730" y="118617"/>
                  <a:pt x="260671" y="118617"/>
                </a:cubicBezTo>
                <a:cubicBezTo>
                  <a:pt x="267324" y="118617"/>
                  <a:pt x="273051" y="115797"/>
                  <a:pt x="277852" y="110156"/>
                </a:cubicBezTo>
                <a:cubicBezTo>
                  <a:pt x="282654" y="104516"/>
                  <a:pt x="285054" y="95940"/>
                  <a:pt x="285054" y="84429"/>
                </a:cubicBezTo>
                <a:cubicBezTo>
                  <a:pt x="285054" y="72165"/>
                  <a:pt x="282523" y="62938"/>
                  <a:pt x="277462" y="56749"/>
                </a:cubicBezTo>
                <a:cubicBezTo>
                  <a:pt x="272400" y="50559"/>
                  <a:pt x="266456" y="47464"/>
                  <a:pt x="259630" y="47464"/>
                </a:cubicBezTo>
                <a:cubicBezTo>
                  <a:pt x="252862" y="47464"/>
                  <a:pt x="247121" y="50342"/>
                  <a:pt x="242406" y="56098"/>
                </a:cubicBezTo>
                <a:cubicBezTo>
                  <a:pt x="237691" y="61854"/>
                  <a:pt x="235334" y="70834"/>
                  <a:pt x="235334" y="83040"/>
                </a:cubicBezTo>
                <a:close/>
                <a:moveTo>
                  <a:pt x="383804" y="129376"/>
                </a:moveTo>
                <a:lnTo>
                  <a:pt x="383804" y="115840"/>
                </a:lnTo>
                <a:cubicBezTo>
                  <a:pt x="376631" y="126252"/>
                  <a:pt x="366884" y="131459"/>
                  <a:pt x="354562" y="131459"/>
                </a:cubicBezTo>
                <a:cubicBezTo>
                  <a:pt x="349125" y="131459"/>
                  <a:pt x="344049" y="130417"/>
                  <a:pt x="339334" y="128335"/>
                </a:cubicBezTo>
                <a:cubicBezTo>
                  <a:pt x="334619" y="126252"/>
                  <a:pt x="331120" y="123635"/>
                  <a:pt x="328835" y="120482"/>
                </a:cubicBezTo>
                <a:cubicBezTo>
                  <a:pt x="326550" y="117329"/>
                  <a:pt x="324944" y="113468"/>
                  <a:pt x="324019" y="108898"/>
                </a:cubicBezTo>
                <a:cubicBezTo>
                  <a:pt x="323383" y="105832"/>
                  <a:pt x="323064" y="100973"/>
                  <a:pt x="323064" y="94321"/>
                </a:cubicBezTo>
                <a:lnTo>
                  <a:pt x="323064" y="37225"/>
                </a:lnTo>
                <a:lnTo>
                  <a:pt x="338683" y="37225"/>
                </a:lnTo>
                <a:lnTo>
                  <a:pt x="338683" y="88333"/>
                </a:lnTo>
                <a:cubicBezTo>
                  <a:pt x="338683" y="96490"/>
                  <a:pt x="339001" y="101985"/>
                  <a:pt x="339638" y="104820"/>
                </a:cubicBezTo>
                <a:cubicBezTo>
                  <a:pt x="340621" y="108927"/>
                  <a:pt x="342704" y="112152"/>
                  <a:pt x="345885" y="114495"/>
                </a:cubicBezTo>
                <a:cubicBezTo>
                  <a:pt x="349067" y="116838"/>
                  <a:pt x="353001" y="118009"/>
                  <a:pt x="357686" y="118009"/>
                </a:cubicBezTo>
                <a:cubicBezTo>
                  <a:pt x="362372" y="118009"/>
                  <a:pt x="366768" y="116809"/>
                  <a:pt x="370875" y="114408"/>
                </a:cubicBezTo>
                <a:cubicBezTo>
                  <a:pt x="374983" y="112007"/>
                  <a:pt x="377889" y="108739"/>
                  <a:pt x="379596" y="104603"/>
                </a:cubicBezTo>
                <a:cubicBezTo>
                  <a:pt x="381302" y="100467"/>
                  <a:pt x="382156" y="94465"/>
                  <a:pt x="382156" y="86598"/>
                </a:cubicBezTo>
                <a:lnTo>
                  <a:pt x="382156" y="37225"/>
                </a:lnTo>
                <a:lnTo>
                  <a:pt x="397775" y="37225"/>
                </a:lnTo>
                <a:lnTo>
                  <a:pt x="397775" y="129376"/>
                </a:lnTo>
                <a:lnTo>
                  <a:pt x="383804" y="129376"/>
                </a:lnTo>
                <a:close/>
                <a:moveTo>
                  <a:pt x="422162" y="20131"/>
                </a:moveTo>
                <a:lnTo>
                  <a:pt x="422162" y="2169"/>
                </a:lnTo>
                <a:lnTo>
                  <a:pt x="437781" y="2169"/>
                </a:lnTo>
                <a:lnTo>
                  <a:pt x="437781" y="20131"/>
                </a:lnTo>
                <a:lnTo>
                  <a:pt x="422162" y="20131"/>
                </a:lnTo>
                <a:moveTo>
                  <a:pt x="422162" y="129376"/>
                </a:moveTo>
                <a:lnTo>
                  <a:pt x="422162" y="37225"/>
                </a:lnTo>
                <a:lnTo>
                  <a:pt x="437781" y="37225"/>
                </a:lnTo>
                <a:lnTo>
                  <a:pt x="437781" y="129376"/>
                </a:lnTo>
                <a:lnTo>
                  <a:pt x="422162" y="129376"/>
                </a:lnTo>
                <a:close/>
                <a:moveTo>
                  <a:pt x="461388" y="129376"/>
                </a:moveTo>
                <a:lnTo>
                  <a:pt x="461388" y="37225"/>
                </a:lnTo>
                <a:lnTo>
                  <a:pt x="475445" y="37225"/>
                </a:lnTo>
                <a:lnTo>
                  <a:pt x="475445" y="51195"/>
                </a:lnTo>
                <a:cubicBezTo>
                  <a:pt x="479032" y="44658"/>
                  <a:pt x="482343" y="40349"/>
                  <a:pt x="485380" y="38266"/>
                </a:cubicBezTo>
                <a:cubicBezTo>
                  <a:pt x="488417" y="36184"/>
                  <a:pt x="491758" y="35142"/>
                  <a:pt x="495402" y="35142"/>
                </a:cubicBezTo>
                <a:cubicBezTo>
                  <a:pt x="500667" y="35142"/>
                  <a:pt x="506018" y="36820"/>
                  <a:pt x="511455" y="40175"/>
                </a:cubicBezTo>
                <a:lnTo>
                  <a:pt x="506075" y="54666"/>
                </a:lnTo>
                <a:cubicBezTo>
                  <a:pt x="502257" y="52410"/>
                  <a:pt x="498439" y="51282"/>
                  <a:pt x="494622" y="51282"/>
                </a:cubicBezTo>
                <a:cubicBezTo>
                  <a:pt x="491209" y="51282"/>
                  <a:pt x="488143" y="52309"/>
                  <a:pt x="485424" y="54362"/>
                </a:cubicBezTo>
                <a:cubicBezTo>
                  <a:pt x="482705" y="56416"/>
                  <a:pt x="480767" y="59265"/>
                  <a:pt x="479610" y="62909"/>
                </a:cubicBezTo>
                <a:cubicBezTo>
                  <a:pt x="477875" y="68463"/>
                  <a:pt x="477007" y="74537"/>
                  <a:pt x="477007" y="81131"/>
                </a:cubicBezTo>
                <a:lnTo>
                  <a:pt x="477007" y="129376"/>
                </a:lnTo>
                <a:lnTo>
                  <a:pt x="461388" y="129376"/>
                </a:lnTo>
                <a:close/>
                <a:moveTo>
                  <a:pt x="583857" y="99700"/>
                </a:moveTo>
                <a:lnTo>
                  <a:pt x="599996" y="101696"/>
                </a:lnTo>
                <a:cubicBezTo>
                  <a:pt x="597451" y="111125"/>
                  <a:pt x="592736" y="118443"/>
                  <a:pt x="585852" y="123649"/>
                </a:cubicBezTo>
                <a:cubicBezTo>
                  <a:pt x="578969" y="128856"/>
                  <a:pt x="570176" y="131459"/>
                  <a:pt x="559474" y="131459"/>
                </a:cubicBezTo>
                <a:cubicBezTo>
                  <a:pt x="545995" y="131459"/>
                  <a:pt x="535308" y="127308"/>
                  <a:pt x="527412" y="119007"/>
                </a:cubicBezTo>
                <a:cubicBezTo>
                  <a:pt x="519516" y="110706"/>
                  <a:pt x="515568" y="99064"/>
                  <a:pt x="515568" y="84082"/>
                </a:cubicBezTo>
                <a:cubicBezTo>
                  <a:pt x="515568" y="68578"/>
                  <a:pt x="519559" y="56546"/>
                  <a:pt x="527542" y="47985"/>
                </a:cubicBezTo>
                <a:cubicBezTo>
                  <a:pt x="535525" y="39423"/>
                  <a:pt x="545880" y="35142"/>
                  <a:pt x="558606" y="35142"/>
                </a:cubicBezTo>
                <a:cubicBezTo>
                  <a:pt x="570928" y="35142"/>
                  <a:pt x="580993" y="39336"/>
                  <a:pt x="588803" y="47724"/>
                </a:cubicBezTo>
                <a:cubicBezTo>
                  <a:pt x="596612" y="56112"/>
                  <a:pt x="600517" y="67913"/>
                  <a:pt x="600517" y="83127"/>
                </a:cubicBezTo>
                <a:cubicBezTo>
                  <a:pt x="600517" y="84053"/>
                  <a:pt x="600488" y="85441"/>
                  <a:pt x="600430" y="87292"/>
                </a:cubicBezTo>
                <a:lnTo>
                  <a:pt x="531707" y="87292"/>
                </a:lnTo>
                <a:cubicBezTo>
                  <a:pt x="532286" y="97415"/>
                  <a:pt x="535149" y="105167"/>
                  <a:pt x="540297" y="110547"/>
                </a:cubicBezTo>
                <a:cubicBezTo>
                  <a:pt x="545446" y="115927"/>
                  <a:pt x="551867" y="118617"/>
                  <a:pt x="559561" y="118617"/>
                </a:cubicBezTo>
                <a:cubicBezTo>
                  <a:pt x="565288" y="118617"/>
                  <a:pt x="570176" y="117113"/>
                  <a:pt x="574225" y="114104"/>
                </a:cubicBezTo>
                <a:cubicBezTo>
                  <a:pt x="578274" y="111096"/>
                  <a:pt x="581485" y="106295"/>
                  <a:pt x="583857" y="99700"/>
                </a:cubicBezTo>
                <a:moveTo>
                  <a:pt x="532575" y="74450"/>
                </a:moveTo>
                <a:lnTo>
                  <a:pt x="584030" y="74450"/>
                </a:lnTo>
                <a:cubicBezTo>
                  <a:pt x="583336" y="66698"/>
                  <a:pt x="581369" y="60885"/>
                  <a:pt x="578130" y="57009"/>
                </a:cubicBezTo>
                <a:cubicBezTo>
                  <a:pt x="573155" y="50993"/>
                  <a:pt x="566705" y="47985"/>
                  <a:pt x="558780" y="47985"/>
                </a:cubicBezTo>
                <a:cubicBezTo>
                  <a:pt x="551607" y="47985"/>
                  <a:pt x="545576" y="50385"/>
                  <a:pt x="540688" y="55187"/>
                </a:cubicBezTo>
                <a:cubicBezTo>
                  <a:pt x="535800" y="59988"/>
                  <a:pt x="533095" y="66409"/>
                  <a:pt x="532575" y="74450"/>
                </a:cubicBezTo>
                <a:close/>
                <a:moveTo>
                  <a:pt x="672607" y="129376"/>
                </a:moveTo>
                <a:lnTo>
                  <a:pt x="672607" y="49373"/>
                </a:lnTo>
                <a:lnTo>
                  <a:pt x="658810" y="49373"/>
                </a:lnTo>
                <a:lnTo>
                  <a:pt x="658810" y="37225"/>
                </a:lnTo>
                <a:lnTo>
                  <a:pt x="672607" y="37225"/>
                </a:lnTo>
                <a:lnTo>
                  <a:pt x="672607" y="27420"/>
                </a:lnTo>
                <a:cubicBezTo>
                  <a:pt x="672607" y="21230"/>
                  <a:pt x="673156" y="16631"/>
                  <a:pt x="674255" y="13623"/>
                </a:cubicBezTo>
                <a:cubicBezTo>
                  <a:pt x="675759" y="9574"/>
                  <a:pt x="678406" y="6291"/>
                  <a:pt x="682195" y="3775"/>
                </a:cubicBezTo>
                <a:cubicBezTo>
                  <a:pt x="685984" y="1258"/>
                  <a:pt x="691291" y="0"/>
                  <a:pt x="698118" y="0"/>
                </a:cubicBezTo>
                <a:cubicBezTo>
                  <a:pt x="702514" y="0"/>
                  <a:pt x="707373" y="521"/>
                  <a:pt x="712695" y="1562"/>
                </a:cubicBezTo>
                <a:lnTo>
                  <a:pt x="710352" y="15185"/>
                </a:lnTo>
                <a:cubicBezTo>
                  <a:pt x="707113" y="14607"/>
                  <a:pt x="704047" y="14317"/>
                  <a:pt x="701155" y="14317"/>
                </a:cubicBezTo>
                <a:cubicBezTo>
                  <a:pt x="696411" y="14317"/>
                  <a:pt x="693056" y="15330"/>
                  <a:pt x="691089" y="17354"/>
                </a:cubicBezTo>
                <a:cubicBezTo>
                  <a:pt x="689122" y="19379"/>
                  <a:pt x="688139" y="23168"/>
                  <a:pt x="688139" y="28721"/>
                </a:cubicBezTo>
                <a:lnTo>
                  <a:pt x="688139" y="37225"/>
                </a:lnTo>
                <a:lnTo>
                  <a:pt x="706100" y="37225"/>
                </a:lnTo>
                <a:lnTo>
                  <a:pt x="706100" y="49373"/>
                </a:lnTo>
                <a:lnTo>
                  <a:pt x="688139" y="49373"/>
                </a:lnTo>
                <a:lnTo>
                  <a:pt x="688139" y="129376"/>
                </a:lnTo>
                <a:lnTo>
                  <a:pt x="672607" y="129376"/>
                </a:lnTo>
                <a:close/>
                <a:moveTo>
                  <a:pt x="712500" y="83301"/>
                </a:moveTo>
                <a:cubicBezTo>
                  <a:pt x="712500" y="66236"/>
                  <a:pt x="717244" y="53596"/>
                  <a:pt x="726731" y="45381"/>
                </a:cubicBezTo>
                <a:cubicBezTo>
                  <a:pt x="734656" y="38555"/>
                  <a:pt x="744317" y="35142"/>
                  <a:pt x="755712" y="35142"/>
                </a:cubicBezTo>
                <a:cubicBezTo>
                  <a:pt x="768381" y="35142"/>
                  <a:pt x="778736" y="39293"/>
                  <a:pt x="786777" y="47594"/>
                </a:cubicBezTo>
                <a:cubicBezTo>
                  <a:pt x="794817" y="55895"/>
                  <a:pt x="798838" y="67364"/>
                  <a:pt x="798838" y="81999"/>
                </a:cubicBezTo>
                <a:cubicBezTo>
                  <a:pt x="798838" y="93858"/>
                  <a:pt x="797059" y="103186"/>
                  <a:pt x="793501" y="109983"/>
                </a:cubicBezTo>
                <a:cubicBezTo>
                  <a:pt x="789944" y="116780"/>
                  <a:pt x="784766" y="122059"/>
                  <a:pt x="777969" y="125819"/>
                </a:cubicBezTo>
                <a:cubicBezTo>
                  <a:pt x="771172" y="129579"/>
                  <a:pt x="763753" y="131459"/>
                  <a:pt x="755712" y="131459"/>
                </a:cubicBezTo>
                <a:cubicBezTo>
                  <a:pt x="742812" y="131459"/>
                  <a:pt x="732385" y="127323"/>
                  <a:pt x="724431" y="119050"/>
                </a:cubicBezTo>
                <a:cubicBezTo>
                  <a:pt x="716477" y="110778"/>
                  <a:pt x="712500" y="98862"/>
                  <a:pt x="712500" y="83301"/>
                </a:cubicBezTo>
                <a:moveTo>
                  <a:pt x="728553" y="83301"/>
                </a:moveTo>
                <a:cubicBezTo>
                  <a:pt x="728553" y="95102"/>
                  <a:pt x="731127" y="103938"/>
                  <a:pt x="736276" y="109809"/>
                </a:cubicBezTo>
                <a:cubicBezTo>
                  <a:pt x="741424" y="115681"/>
                  <a:pt x="747903" y="118617"/>
                  <a:pt x="755712" y="118617"/>
                </a:cubicBezTo>
                <a:cubicBezTo>
                  <a:pt x="763464" y="118617"/>
                  <a:pt x="769914" y="115666"/>
                  <a:pt x="775063" y="109766"/>
                </a:cubicBezTo>
                <a:cubicBezTo>
                  <a:pt x="780211" y="103865"/>
                  <a:pt x="782785" y="94870"/>
                  <a:pt x="782785" y="82780"/>
                </a:cubicBezTo>
                <a:cubicBezTo>
                  <a:pt x="782785" y="71384"/>
                  <a:pt x="780197" y="62750"/>
                  <a:pt x="775019" y="56879"/>
                </a:cubicBezTo>
                <a:cubicBezTo>
                  <a:pt x="769842" y="51007"/>
                  <a:pt x="763406" y="48071"/>
                  <a:pt x="755712" y="48071"/>
                </a:cubicBezTo>
                <a:cubicBezTo>
                  <a:pt x="747903" y="48071"/>
                  <a:pt x="741424" y="50993"/>
                  <a:pt x="736276" y="56835"/>
                </a:cubicBezTo>
                <a:cubicBezTo>
                  <a:pt x="731127" y="62678"/>
                  <a:pt x="728553" y="71500"/>
                  <a:pt x="728553" y="83301"/>
                </a:cubicBezTo>
                <a:close/>
                <a:moveTo>
                  <a:pt x="816804" y="129376"/>
                </a:moveTo>
                <a:lnTo>
                  <a:pt x="816804" y="37225"/>
                </a:lnTo>
                <a:lnTo>
                  <a:pt x="830861" y="37225"/>
                </a:lnTo>
                <a:lnTo>
                  <a:pt x="830861" y="51195"/>
                </a:lnTo>
                <a:cubicBezTo>
                  <a:pt x="834448" y="44658"/>
                  <a:pt x="837759" y="40349"/>
                  <a:pt x="840796" y="38266"/>
                </a:cubicBezTo>
                <a:cubicBezTo>
                  <a:pt x="843833" y="36184"/>
                  <a:pt x="847174" y="35142"/>
                  <a:pt x="850819" y="35142"/>
                </a:cubicBezTo>
                <a:cubicBezTo>
                  <a:pt x="856083" y="35142"/>
                  <a:pt x="861434" y="36820"/>
                  <a:pt x="866871" y="40175"/>
                </a:cubicBezTo>
                <a:lnTo>
                  <a:pt x="861491" y="54666"/>
                </a:lnTo>
                <a:cubicBezTo>
                  <a:pt x="857674" y="52410"/>
                  <a:pt x="853856" y="51282"/>
                  <a:pt x="850038" y="51282"/>
                </a:cubicBezTo>
                <a:cubicBezTo>
                  <a:pt x="846625" y="51282"/>
                  <a:pt x="843559" y="52309"/>
                  <a:pt x="840840" y="54362"/>
                </a:cubicBezTo>
                <a:cubicBezTo>
                  <a:pt x="838121" y="56416"/>
                  <a:pt x="836183" y="59265"/>
                  <a:pt x="835026" y="62909"/>
                </a:cubicBezTo>
                <a:cubicBezTo>
                  <a:pt x="833291" y="68463"/>
                  <a:pt x="832423" y="74537"/>
                  <a:pt x="832423" y="81131"/>
                </a:cubicBezTo>
                <a:lnTo>
                  <a:pt x="832423" y="129376"/>
                </a:lnTo>
                <a:lnTo>
                  <a:pt x="816804" y="129376"/>
                </a:lnTo>
                <a:close/>
                <a:moveTo>
                  <a:pt x="927103" y="129376"/>
                </a:moveTo>
                <a:lnTo>
                  <a:pt x="927103" y="2169"/>
                </a:lnTo>
                <a:lnTo>
                  <a:pt x="952441" y="2169"/>
                </a:lnTo>
                <a:lnTo>
                  <a:pt x="982550" y="92238"/>
                </a:lnTo>
                <a:cubicBezTo>
                  <a:pt x="985327" y="100626"/>
                  <a:pt x="987352" y="106902"/>
                  <a:pt x="988624" y="111067"/>
                </a:cubicBezTo>
                <a:cubicBezTo>
                  <a:pt x="990070" y="106440"/>
                  <a:pt x="992327" y="99643"/>
                  <a:pt x="995392" y="90676"/>
                </a:cubicBezTo>
                <a:lnTo>
                  <a:pt x="1025849" y="2169"/>
                </a:lnTo>
                <a:lnTo>
                  <a:pt x="1048497" y="2169"/>
                </a:lnTo>
                <a:lnTo>
                  <a:pt x="1048497" y="129376"/>
                </a:lnTo>
                <a:lnTo>
                  <a:pt x="1032270" y="129376"/>
                </a:lnTo>
                <a:lnTo>
                  <a:pt x="1032270" y="22908"/>
                </a:lnTo>
                <a:lnTo>
                  <a:pt x="995306" y="129376"/>
                </a:lnTo>
                <a:lnTo>
                  <a:pt x="980121" y="129376"/>
                </a:lnTo>
                <a:lnTo>
                  <a:pt x="943330" y="21085"/>
                </a:lnTo>
                <a:lnTo>
                  <a:pt x="943330" y="129376"/>
                </a:lnTo>
                <a:lnTo>
                  <a:pt x="927103" y="129376"/>
                </a:lnTo>
                <a:close/>
                <a:moveTo>
                  <a:pt x="1067881" y="83301"/>
                </a:moveTo>
                <a:cubicBezTo>
                  <a:pt x="1067881" y="66236"/>
                  <a:pt x="1072624" y="53596"/>
                  <a:pt x="1082111" y="45381"/>
                </a:cubicBezTo>
                <a:cubicBezTo>
                  <a:pt x="1090036" y="38555"/>
                  <a:pt x="1099697" y="35142"/>
                  <a:pt x="1111093" y="35142"/>
                </a:cubicBezTo>
                <a:cubicBezTo>
                  <a:pt x="1123762" y="35142"/>
                  <a:pt x="1134116" y="39293"/>
                  <a:pt x="1142157" y="47594"/>
                </a:cubicBezTo>
                <a:cubicBezTo>
                  <a:pt x="1150198" y="55895"/>
                  <a:pt x="1154218" y="67364"/>
                  <a:pt x="1154218" y="81999"/>
                </a:cubicBezTo>
                <a:cubicBezTo>
                  <a:pt x="1154218" y="93858"/>
                  <a:pt x="1152440" y="103186"/>
                  <a:pt x="1148882" y="109983"/>
                </a:cubicBezTo>
                <a:cubicBezTo>
                  <a:pt x="1145324" y="116780"/>
                  <a:pt x="1140147" y="122059"/>
                  <a:pt x="1133350" y="125819"/>
                </a:cubicBezTo>
                <a:cubicBezTo>
                  <a:pt x="1126553" y="129579"/>
                  <a:pt x="1119134" y="131459"/>
                  <a:pt x="1111093" y="131459"/>
                </a:cubicBezTo>
                <a:cubicBezTo>
                  <a:pt x="1098193" y="131459"/>
                  <a:pt x="1087766" y="127323"/>
                  <a:pt x="1079812" y="119050"/>
                </a:cubicBezTo>
                <a:cubicBezTo>
                  <a:pt x="1071858" y="110778"/>
                  <a:pt x="1067881" y="98862"/>
                  <a:pt x="1067881" y="83301"/>
                </a:cubicBezTo>
                <a:moveTo>
                  <a:pt x="1083933" y="83301"/>
                </a:moveTo>
                <a:cubicBezTo>
                  <a:pt x="1083933" y="95102"/>
                  <a:pt x="1086508" y="103938"/>
                  <a:pt x="1091656" y="109809"/>
                </a:cubicBezTo>
                <a:cubicBezTo>
                  <a:pt x="1096805" y="115681"/>
                  <a:pt x="1103283" y="118617"/>
                  <a:pt x="1111093" y="118617"/>
                </a:cubicBezTo>
                <a:cubicBezTo>
                  <a:pt x="1118844" y="118617"/>
                  <a:pt x="1125295" y="115666"/>
                  <a:pt x="1130443" y="109766"/>
                </a:cubicBezTo>
                <a:cubicBezTo>
                  <a:pt x="1135591" y="103865"/>
                  <a:pt x="1138166" y="94870"/>
                  <a:pt x="1138166" y="82780"/>
                </a:cubicBezTo>
                <a:cubicBezTo>
                  <a:pt x="1138166" y="71384"/>
                  <a:pt x="1135577" y="62750"/>
                  <a:pt x="1130400" y="56879"/>
                </a:cubicBezTo>
                <a:cubicBezTo>
                  <a:pt x="1125222" y="51007"/>
                  <a:pt x="1118787" y="48071"/>
                  <a:pt x="1111093" y="48071"/>
                </a:cubicBezTo>
                <a:cubicBezTo>
                  <a:pt x="1103283" y="48071"/>
                  <a:pt x="1096805" y="50993"/>
                  <a:pt x="1091656" y="56835"/>
                </a:cubicBezTo>
                <a:cubicBezTo>
                  <a:pt x="1086508" y="62678"/>
                  <a:pt x="1083933" y="71500"/>
                  <a:pt x="1083933" y="83301"/>
                </a:cubicBezTo>
                <a:close/>
                <a:moveTo>
                  <a:pt x="1172184" y="129376"/>
                </a:moveTo>
                <a:lnTo>
                  <a:pt x="1172184" y="37225"/>
                </a:lnTo>
                <a:lnTo>
                  <a:pt x="1186241" y="37225"/>
                </a:lnTo>
                <a:lnTo>
                  <a:pt x="1186241" y="51195"/>
                </a:lnTo>
                <a:cubicBezTo>
                  <a:pt x="1189828" y="44658"/>
                  <a:pt x="1193140" y="40349"/>
                  <a:pt x="1196177" y="38266"/>
                </a:cubicBezTo>
                <a:cubicBezTo>
                  <a:pt x="1199214" y="36184"/>
                  <a:pt x="1202554" y="35142"/>
                  <a:pt x="1206199" y="35142"/>
                </a:cubicBezTo>
                <a:cubicBezTo>
                  <a:pt x="1211463" y="35142"/>
                  <a:pt x="1216814" y="36820"/>
                  <a:pt x="1222251" y="40175"/>
                </a:cubicBezTo>
                <a:lnTo>
                  <a:pt x="1216872" y="54666"/>
                </a:lnTo>
                <a:cubicBezTo>
                  <a:pt x="1213054" y="52410"/>
                  <a:pt x="1209236" y="51282"/>
                  <a:pt x="1205418" y="51282"/>
                </a:cubicBezTo>
                <a:cubicBezTo>
                  <a:pt x="1202005" y="51282"/>
                  <a:pt x="1198939" y="52309"/>
                  <a:pt x="1196220" y="54362"/>
                </a:cubicBezTo>
                <a:cubicBezTo>
                  <a:pt x="1193501" y="56416"/>
                  <a:pt x="1191563" y="59265"/>
                  <a:pt x="1190406" y="62909"/>
                </a:cubicBezTo>
                <a:cubicBezTo>
                  <a:pt x="1188671" y="68463"/>
                  <a:pt x="1187803" y="74537"/>
                  <a:pt x="1187803" y="81131"/>
                </a:cubicBezTo>
                <a:lnTo>
                  <a:pt x="1187803" y="129376"/>
                </a:lnTo>
                <a:lnTo>
                  <a:pt x="1172184" y="129376"/>
                </a:lnTo>
                <a:close/>
                <a:moveTo>
                  <a:pt x="1294653" y="99700"/>
                </a:moveTo>
                <a:lnTo>
                  <a:pt x="1310792" y="101696"/>
                </a:lnTo>
                <a:cubicBezTo>
                  <a:pt x="1308247" y="111125"/>
                  <a:pt x="1303533" y="118443"/>
                  <a:pt x="1296649" y="123649"/>
                </a:cubicBezTo>
                <a:cubicBezTo>
                  <a:pt x="1289765" y="128856"/>
                  <a:pt x="1280972" y="131459"/>
                  <a:pt x="1270270" y="131459"/>
                </a:cubicBezTo>
                <a:cubicBezTo>
                  <a:pt x="1256792" y="131459"/>
                  <a:pt x="1246104" y="127308"/>
                  <a:pt x="1238208" y="119007"/>
                </a:cubicBezTo>
                <a:cubicBezTo>
                  <a:pt x="1230312" y="110706"/>
                  <a:pt x="1226364" y="99064"/>
                  <a:pt x="1226364" y="84082"/>
                </a:cubicBezTo>
                <a:cubicBezTo>
                  <a:pt x="1226364" y="68578"/>
                  <a:pt x="1230355" y="56546"/>
                  <a:pt x="1238338" y="47985"/>
                </a:cubicBezTo>
                <a:cubicBezTo>
                  <a:pt x="1246321" y="39423"/>
                  <a:pt x="1256676" y="35142"/>
                  <a:pt x="1269403" y="35142"/>
                </a:cubicBezTo>
                <a:cubicBezTo>
                  <a:pt x="1281724" y="35142"/>
                  <a:pt x="1291790" y="39336"/>
                  <a:pt x="1299599" y="47724"/>
                </a:cubicBezTo>
                <a:cubicBezTo>
                  <a:pt x="1307408" y="56112"/>
                  <a:pt x="1311313" y="67913"/>
                  <a:pt x="1311313" y="83127"/>
                </a:cubicBezTo>
                <a:cubicBezTo>
                  <a:pt x="1311313" y="84053"/>
                  <a:pt x="1311284" y="85441"/>
                  <a:pt x="1311226" y="87292"/>
                </a:cubicBezTo>
                <a:lnTo>
                  <a:pt x="1242503" y="87292"/>
                </a:lnTo>
                <a:cubicBezTo>
                  <a:pt x="1243082" y="97415"/>
                  <a:pt x="1245945" y="105167"/>
                  <a:pt x="1251094" y="110547"/>
                </a:cubicBezTo>
                <a:cubicBezTo>
                  <a:pt x="1256242" y="115927"/>
                  <a:pt x="1262663" y="118617"/>
                  <a:pt x="1270357" y="118617"/>
                </a:cubicBezTo>
                <a:cubicBezTo>
                  <a:pt x="1276084" y="118617"/>
                  <a:pt x="1280972" y="117113"/>
                  <a:pt x="1285021" y="114104"/>
                </a:cubicBezTo>
                <a:cubicBezTo>
                  <a:pt x="1289071" y="111096"/>
                  <a:pt x="1292281" y="106295"/>
                  <a:pt x="1294653" y="99700"/>
                </a:cubicBezTo>
                <a:moveTo>
                  <a:pt x="1243371" y="74450"/>
                </a:moveTo>
                <a:lnTo>
                  <a:pt x="1294827" y="74450"/>
                </a:lnTo>
                <a:cubicBezTo>
                  <a:pt x="1294132" y="66698"/>
                  <a:pt x="1292166" y="60885"/>
                  <a:pt x="1288926" y="57009"/>
                </a:cubicBezTo>
                <a:cubicBezTo>
                  <a:pt x="1283951" y="50993"/>
                  <a:pt x="1277501" y="47985"/>
                  <a:pt x="1269576" y="47985"/>
                </a:cubicBezTo>
                <a:cubicBezTo>
                  <a:pt x="1262403" y="47985"/>
                  <a:pt x="1256372" y="50385"/>
                  <a:pt x="1251484" y="55187"/>
                </a:cubicBezTo>
                <a:cubicBezTo>
                  <a:pt x="1246596" y="59988"/>
                  <a:pt x="1243892" y="66409"/>
                  <a:pt x="1243371" y="74450"/>
                </a:cubicBezTo>
                <a:close/>
                <a:moveTo>
                  <a:pt x="1465142" y="2169"/>
                </a:moveTo>
                <a:lnTo>
                  <a:pt x="1481975" y="2169"/>
                </a:lnTo>
                <a:lnTo>
                  <a:pt x="1481975" y="75665"/>
                </a:lnTo>
                <a:cubicBezTo>
                  <a:pt x="1481975" y="88449"/>
                  <a:pt x="1480529" y="98601"/>
                  <a:pt x="1477637" y="106121"/>
                </a:cubicBezTo>
                <a:cubicBezTo>
                  <a:pt x="1474744" y="113642"/>
                  <a:pt x="1469524" y="119759"/>
                  <a:pt x="1461975" y="124474"/>
                </a:cubicBezTo>
                <a:cubicBezTo>
                  <a:pt x="1454425" y="129188"/>
                  <a:pt x="1444519" y="131546"/>
                  <a:pt x="1432255" y="131546"/>
                </a:cubicBezTo>
                <a:cubicBezTo>
                  <a:pt x="1420339" y="131546"/>
                  <a:pt x="1410591" y="129492"/>
                  <a:pt x="1403013" y="125385"/>
                </a:cubicBezTo>
                <a:cubicBezTo>
                  <a:pt x="1395435" y="121278"/>
                  <a:pt x="1390027" y="115334"/>
                  <a:pt x="1386787" y="107553"/>
                </a:cubicBezTo>
                <a:cubicBezTo>
                  <a:pt x="1383548" y="99773"/>
                  <a:pt x="1381928" y="89143"/>
                  <a:pt x="1381928" y="75665"/>
                </a:cubicBezTo>
                <a:lnTo>
                  <a:pt x="1381928" y="2169"/>
                </a:lnTo>
                <a:lnTo>
                  <a:pt x="1398762" y="2169"/>
                </a:lnTo>
                <a:lnTo>
                  <a:pt x="1398762" y="75578"/>
                </a:lnTo>
                <a:cubicBezTo>
                  <a:pt x="1398762" y="86627"/>
                  <a:pt x="1399788" y="94769"/>
                  <a:pt x="1401842" y="100004"/>
                </a:cubicBezTo>
                <a:cubicBezTo>
                  <a:pt x="1403896" y="105239"/>
                  <a:pt x="1407424" y="109274"/>
                  <a:pt x="1412428" y="112109"/>
                </a:cubicBezTo>
                <a:cubicBezTo>
                  <a:pt x="1417432" y="114943"/>
                  <a:pt x="1423549" y="116361"/>
                  <a:pt x="1430780" y="116361"/>
                </a:cubicBezTo>
                <a:cubicBezTo>
                  <a:pt x="1443160" y="116361"/>
                  <a:pt x="1451981" y="113555"/>
                  <a:pt x="1457245" y="107944"/>
                </a:cubicBezTo>
                <a:cubicBezTo>
                  <a:pt x="1462510" y="102332"/>
                  <a:pt x="1465142" y="91544"/>
                  <a:pt x="1465142" y="75578"/>
                </a:cubicBezTo>
                <a:lnTo>
                  <a:pt x="1465142" y="2169"/>
                </a:lnTo>
                <a:close/>
                <a:moveTo>
                  <a:pt x="1508012" y="129376"/>
                </a:moveTo>
                <a:lnTo>
                  <a:pt x="1508012" y="37225"/>
                </a:lnTo>
                <a:lnTo>
                  <a:pt x="1522069" y="37225"/>
                </a:lnTo>
                <a:lnTo>
                  <a:pt x="1522069" y="50327"/>
                </a:lnTo>
                <a:cubicBezTo>
                  <a:pt x="1528838" y="40204"/>
                  <a:pt x="1538614" y="35142"/>
                  <a:pt x="1551398" y="35142"/>
                </a:cubicBezTo>
                <a:cubicBezTo>
                  <a:pt x="1556952" y="35142"/>
                  <a:pt x="1562057" y="36140"/>
                  <a:pt x="1566713" y="38136"/>
                </a:cubicBezTo>
                <a:cubicBezTo>
                  <a:pt x="1571370" y="40132"/>
                  <a:pt x="1574855" y="42749"/>
                  <a:pt x="1577169" y="45989"/>
                </a:cubicBezTo>
                <a:cubicBezTo>
                  <a:pt x="1579483" y="49228"/>
                  <a:pt x="1581103" y="53075"/>
                  <a:pt x="1582028" y="57529"/>
                </a:cubicBezTo>
                <a:cubicBezTo>
                  <a:pt x="1582607" y="60422"/>
                  <a:pt x="1582896" y="65484"/>
                  <a:pt x="1582896" y="72714"/>
                </a:cubicBezTo>
                <a:lnTo>
                  <a:pt x="1582896" y="129376"/>
                </a:lnTo>
                <a:lnTo>
                  <a:pt x="1567277" y="129376"/>
                </a:lnTo>
                <a:lnTo>
                  <a:pt x="1567277" y="73322"/>
                </a:lnTo>
                <a:cubicBezTo>
                  <a:pt x="1567277" y="66959"/>
                  <a:pt x="1566670" y="62201"/>
                  <a:pt x="1565455" y="59048"/>
                </a:cubicBezTo>
                <a:cubicBezTo>
                  <a:pt x="1564240" y="55895"/>
                  <a:pt x="1562085" y="53379"/>
                  <a:pt x="1558991" y="51499"/>
                </a:cubicBezTo>
                <a:cubicBezTo>
                  <a:pt x="1555896" y="49619"/>
                  <a:pt x="1552266" y="48679"/>
                  <a:pt x="1548101" y="48679"/>
                </a:cubicBezTo>
                <a:cubicBezTo>
                  <a:pt x="1541448" y="48679"/>
                  <a:pt x="1535707" y="50790"/>
                  <a:pt x="1530877" y="55013"/>
                </a:cubicBezTo>
                <a:cubicBezTo>
                  <a:pt x="1526046" y="59236"/>
                  <a:pt x="1523631" y="67248"/>
                  <a:pt x="1523631" y="79049"/>
                </a:cubicBezTo>
                <a:lnTo>
                  <a:pt x="1523631" y="129376"/>
                </a:lnTo>
                <a:lnTo>
                  <a:pt x="1508012" y="129376"/>
                </a:lnTo>
                <a:close/>
                <a:moveTo>
                  <a:pt x="1666461" y="129376"/>
                </a:moveTo>
                <a:lnTo>
                  <a:pt x="1666461" y="117749"/>
                </a:lnTo>
                <a:cubicBezTo>
                  <a:pt x="1660619" y="126889"/>
                  <a:pt x="1652028" y="131459"/>
                  <a:pt x="1640690" y="131459"/>
                </a:cubicBezTo>
                <a:cubicBezTo>
                  <a:pt x="1633344" y="131459"/>
                  <a:pt x="1626590" y="129434"/>
                  <a:pt x="1620429" y="125385"/>
                </a:cubicBezTo>
                <a:cubicBezTo>
                  <a:pt x="1614268" y="121335"/>
                  <a:pt x="1609496" y="115681"/>
                  <a:pt x="1606112" y="108421"/>
                </a:cubicBezTo>
                <a:cubicBezTo>
                  <a:pt x="1602728" y="101161"/>
                  <a:pt x="1601036" y="92817"/>
                  <a:pt x="1601036" y="83387"/>
                </a:cubicBezTo>
                <a:cubicBezTo>
                  <a:pt x="1601036" y="74190"/>
                  <a:pt x="1602569" y="65845"/>
                  <a:pt x="1605635" y="58354"/>
                </a:cubicBezTo>
                <a:cubicBezTo>
                  <a:pt x="1608701" y="50863"/>
                  <a:pt x="1613299" y="45121"/>
                  <a:pt x="1619431" y="41130"/>
                </a:cubicBezTo>
                <a:cubicBezTo>
                  <a:pt x="1625563" y="37138"/>
                  <a:pt x="1632418" y="35142"/>
                  <a:pt x="1639996" y="35142"/>
                </a:cubicBezTo>
                <a:cubicBezTo>
                  <a:pt x="1645550" y="35142"/>
                  <a:pt x="1650495" y="36314"/>
                  <a:pt x="1654834" y="38657"/>
                </a:cubicBezTo>
                <a:cubicBezTo>
                  <a:pt x="1659173" y="41000"/>
                  <a:pt x="1662701" y="44051"/>
                  <a:pt x="1665420" y="47811"/>
                </a:cubicBezTo>
                <a:lnTo>
                  <a:pt x="1665420" y="2169"/>
                </a:lnTo>
                <a:lnTo>
                  <a:pt x="1680952" y="2169"/>
                </a:lnTo>
                <a:lnTo>
                  <a:pt x="1680952" y="129376"/>
                </a:lnTo>
                <a:lnTo>
                  <a:pt x="1666461" y="129376"/>
                </a:lnTo>
                <a:moveTo>
                  <a:pt x="1617088" y="83387"/>
                </a:moveTo>
                <a:cubicBezTo>
                  <a:pt x="1617088" y="95188"/>
                  <a:pt x="1619576" y="104010"/>
                  <a:pt x="1624551" y="109853"/>
                </a:cubicBezTo>
                <a:cubicBezTo>
                  <a:pt x="1629526" y="115695"/>
                  <a:pt x="1635397" y="118617"/>
                  <a:pt x="1642165" y="118617"/>
                </a:cubicBezTo>
                <a:cubicBezTo>
                  <a:pt x="1648991" y="118617"/>
                  <a:pt x="1654791" y="115825"/>
                  <a:pt x="1659563" y="110243"/>
                </a:cubicBezTo>
                <a:cubicBezTo>
                  <a:pt x="1664336" y="104661"/>
                  <a:pt x="1666722" y="96143"/>
                  <a:pt x="1666722" y="84689"/>
                </a:cubicBezTo>
                <a:cubicBezTo>
                  <a:pt x="1666722" y="72078"/>
                  <a:pt x="1664292" y="62823"/>
                  <a:pt x="1659433" y="56922"/>
                </a:cubicBezTo>
                <a:cubicBezTo>
                  <a:pt x="1654574" y="51022"/>
                  <a:pt x="1648586" y="48071"/>
                  <a:pt x="1641471" y="48071"/>
                </a:cubicBezTo>
                <a:cubicBezTo>
                  <a:pt x="1634530" y="48071"/>
                  <a:pt x="1628730" y="50906"/>
                  <a:pt x="1624074" y="56575"/>
                </a:cubicBezTo>
                <a:cubicBezTo>
                  <a:pt x="1619417" y="62244"/>
                  <a:pt x="1617088" y="71182"/>
                  <a:pt x="1617088" y="83387"/>
                </a:cubicBezTo>
                <a:close/>
                <a:moveTo>
                  <a:pt x="1768422" y="99700"/>
                </a:moveTo>
                <a:lnTo>
                  <a:pt x="1784561" y="101696"/>
                </a:lnTo>
                <a:cubicBezTo>
                  <a:pt x="1782016" y="111125"/>
                  <a:pt x="1777302" y="118443"/>
                  <a:pt x="1770418" y="123649"/>
                </a:cubicBezTo>
                <a:cubicBezTo>
                  <a:pt x="1763534" y="128856"/>
                  <a:pt x="1754741" y="131459"/>
                  <a:pt x="1744039" y="131459"/>
                </a:cubicBezTo>
                <a:cubicBezTo>
                  <a:pt x="1730561" y="131459"/>
                  <a:pt x="1719873" y="127308"/>
                  <a:pt x="1711977" y="119007"/>
                </a:cubicBezTo>
                <a:cubicBezTo>
                  <a:pt x="1704081" y="110706"/>
                  <a:pt x="1700133" y="99064"/>
                  <a:pt x="1700133" y="84082"/>
                </a:cubicBezTo>
                <a:cubicBezTo>
                  <a:pt x="1700133" y="68578"/>
                  <a:pt x="1704124" y="56546"/>
                  <a:pt x="1712107" y="47985"/>
                </a:cubicBezTo>
                <a:cubicBezTo>
                  <a:pt x="1720090" y="39423"/>
                  <a:pt x="1730445" y="35142"/>
                  <a:pt x="1743171" y="35142"/>
                </a:cubicBezTo>
                <a:cubicBezTo>
                  <a:pt x="1755493" y="35142"/>
                  <a:pt x="1765558" y="39336"/>
                  <a:pt x="1773368" y="47724"/>
                </a:cubicBezTo>
                <a:cubicBezTo>
                  <a:pt x="1781177" y="56112"/>
                  <a:pt x="1785082" y="67913"/>
                  <a:pt x="1785082" y="83127"/>
                </a:cubicBezTo>
                <a:cubicBezTo>
                  <a:pt x="1785082" y="84053"/>
                  <a:pt x="1785053" y="85441"/>
                  <a:pt x="1784995" y="87292"/>
                </a:cubicBezTo>
                <a:lnTo>
                  <a:pt x="1716272" y="87292"/>
                </a:lnTo>
                <a:cubicBezTo>
                  <a:pt x="1716851" y="97415"/>
                  <a:pt x="1719714" y="105167"/>
                  <a:pt x="1724863" y="110547"/>
                </a:cubicBezTo>
                <a:cubicBezTo>
                  <a:pt x="1730011" y="115927"/>
                  <a:pt x="1736432" y="118617"/>
                  <a:pt x="1744126" y="118617"/>
                </a:cubicBezTo>
                <a:cubicBezTo>
                  <a:pt x="1749853" y="118617"/>
                  <a:pt x="1754741" y="117113"/>
                  <a:pt x="1758790" y="114104"/>
                </a:cubicBezTo>
                <a:cubicBezTo>
                  <a:pt x="1762840" y="111096"/>
                  <a:pt x="1766050" y="106295"/>
                  <a:pt x="1768422" y="99700"/>
                </a:cubicBezTo>
                <a:moveTo>
                  <a:pt x="1717140" y="74450"/>
                </a:moveTo>
                <a:lnTo>
                  <a:pt x="1768595" y="74450"/>
                </a:lnTo>
                <a:cubicBezTo>
                  <a:pt x="1767901" y="66698"/>
                  <a:pt x="1765934" y="60885"/>
                  <a:pt x="1762695" y="57009"/>
                </a:cubicBezTo>
                <a:cubicBezTo>
                  <a:pt x="1757720" y="50993"/>
                  <a:pt x="1751270" y="47985"/>
                  <a:pt x="1743345" y="47985"/>
                </a:cubicBezTo>
                <a:cubicBezTo>
                  <a:pt x="1736172" y="47985"/>
                  <a:pt x="1730141" y="50385"/>
                  <a:pt x="1725253" y="55187"/>
                </a:cubicBezTo>
                <a:cubicBezTo>
                  <a:pt x="1720365" y="59988"/>
                  <a:pt x="1717661" y="66409"/>
                  <a:pt x="1717140" y="74450"/>
                </a:cubicBezTo>
                <a:close/>
                <a:moveTo>
                  <a:pt x="1807734" y="129376"/>
                </a:moveTo>
                <a:lnTo>
                  <a:pt x="1807734" y="49373"/>
                </a:lnTo>
                <a:lnTo>
                  <a:pt x="1793937" y="49373"/>
                </a:lnTo>
                <a:lnTo>
                  <a:pt x="1793937" y="37225"/>
                </a:lnTo>
                <a:lnTo>
                  <a:pt x="1807734" y="37225"/>
                </a:lnTo>
                <a:lnTo>
                  <a:pt x="1807734" y="27420"/>
                </a:lnTo>
                <a:cubicBezTo>
                  <a:pt x="1807734" y="21230"/>
                  <a:pt x="1808283" y="16631"/>
                  <a:pt x="1809382" y="13623"/>
                </a:cubicBezTo>
                <a:cubicBezTo>
                  <a:pt x="1810886" y="9574"/>
                  <a:pt x="1813533" y="6291"/>
                  <a:pt x="1817322" y="3775"/>
                </a:cubicBezTo>
                <a:cubicBezTo>
                  <a:pt x="1821111" y="1258"/>
                  <a:pt x="1826419" y="0"/>
                  <a:pt x="1833245" y="0"/>
                </a:cubicBezTo>
                <a:cubicBezTo>
                  <a:pt x="1837641" y="0"/>
                  <a:pt x="1842500" y="521"/>
                  <a:pt x="1847822" y="1562"/>
                </a:cubicBezTo>
                <a:lnTo>
                  <a:pt x="1845479" y="15185"/>
                </a:lnTo>
                <a:cubicBezTo>
                  <a:pt x="1842240" y="14607"/>
                  <a:pt x="1839174" y="14317"/>
                  <a:pt x="1836282" y="14317"/>
                </a:cubicBezTo>
                <a:cubicBezTo>
                  <a:pt x="1831538" y="14317"/>
                  <a:pt x="1828183" y="15330"/>
                  <a:pt x="1826216" y="17354"/>
                </a:cubicBezTo>
                <a:cubicBezTo>
                  <a:pt x="1824249" y="19379"/>
                  <a:pt x="1823266" y="23168"/>
                  <a:pt x="1823266" y="28721"/>
                </a:cubicBezTo>
                <a:lnTo>
                  <a:pt x="1823266" y="37225"/>
                </a:lnTo>
                <a:lnTo>
                  <a:pt x="1841228" y="37225"/>
                </a:lnTo>
                <a:lnTo>
                  <a:pt x="1841228" y="49373"/>
                </a:lnTo>
                <a:lnTo>
                  <a:pt x="1823266" y="49373"/>
                </a:lnTo>
                <a:lnTo>
                  <a:pt x="1823266" y="129376"/>
                </a:lnTo>
                <a:lnTo>
                  <a:pt x="1807734" y="129376"/>
                </a:lnTo>
                <a:close/>
                <a:moveTo>
                  <a:pt x="1853527" y="20131"/>
                </a:moveTo>
                <a:lnTo>
                  <a:pt x="1853527" y="2169"/>
                </a:lnTo>
                <a:lnTo>
                  <a:pt x="1869146" y="2169"/>
                </a:lnTo>
                <a:lnTo>
                  <a:pt x="1869146" y="20131"/>
                </a:lnTo>
                <a:lnTo>
                  <a:pt x="1853527" y="20131"/>
                </a:lnTo>
                <a:moveTo>
                  <a:pt x="1853527" y="129376"/>
                </a:moveTo>
                <a:lnTo>
                  <a:pt x="1853527" y="37225"/>
                </a:lnTo>
                <a:lnTo>
                  <a:pt x="1869146" y="37225"/>
                </a:lnTo>
                <a:lnTo>
                  <a:pt x="1869146" y="129376"/>
                </a:lnTo>
                <a:lnTo>
                  <a:pt x="1853527" y="129376"/>
                </a:lnTo>
                <a:close/>
                <a:moveTo>
                  <a:pt x="1892927" y="129376"/>
                </a:moveTo>
                <a:lnTo>
                  <a:pt x="1892927" y="37225"/>
                </a:lnTo>
                <a:lnTo>
                  <a:pt x="1906984" y="37225"/>
                </a:lnTo>
                <a:lnTo>
                  <a:pt x="1906984" y="50327"/>
                </a:lnTo>
                <a:cubicBezTo>
                  <a:pt x="1913753" y="40204"/>
                  <a:pt x="1923529" y="35142"/>
                  <a:pt x="1936313" y="35142"/>
                </a:cubicBezTo>
                <a:cubicBezTo>
                  <a:pt x="1941866" y="35142"/>
                  <a:pt x="1946972" y="36140"/>
                  <a:pt x="1951628" y="38136"/>
                </a:cubicBezTo>
                <a:cubicBezTo>
                  <a:pt x="1956285" y="40132"/>
                  <a:pt x="1959770" y="42749"/>
                  <a:pt x="1962084" y="45989"/>
                </a:cubicBezTo>
                <a:cubicBezTo>
                  <a:pt x="1964398" y="49228"/>
                  <a:pt x="1966018" y="53075"/>
                  <a:pt x="1966943" y="57529"/>
                </a:cubicBezTo>
                <a:cubicBezTo>
                  <a:pt x="1967522" y="60422"/>
                  <a:pt x="1967811" y="65484"/>
                  <a:pt x="1967811" y="72714"/>
                </a:cubicBezTo>
                <a:lnTo>
                  <a:pt x="1967811" y="129376"/>
                </a:lnTo>
                <a:lnTo>
                  <a:pt x="1952192" y="129376"/>
                </a:lnTo>
                <a:lnTo>
                  <a:pt x="1952192" y="73322"/>
                </a:lnTo>
                <a:cubicBezTo>
                  <a:pt x="1952192" y="66959"/>
                  <a:pt x="1951585" y="62201"/>
                  <a:pt x="1950370" y="59048"/>
                </a:cubicBezTo>
                <a:cubicBezTo>
                  <a:pt x="1949155" y="55895"/>
                  <a:pt x="1947000" y="53379"/>
                  <a:pt x="1943906" y="51499"/>
                </a:cubicBezTo>
                <a:cubicBezTo>
                  <a:pt x="1940811" y="49619"/>
                  <a:pt x="1937181" y="48679"/>
                  <a:pt x="1933016" y="48679"/>
                </a:cubicBezTo>
                <a:cubicBezTo>
                  <a:pt x="1926363" y="48679"/>
                  <a:pt x="1920622" y="50790"/>
                  <a:pt x="1915792" y="55013"/>
                </a:cubicBezTo>
                <a:cubicBezTo>
                  <a:pt x="1910961" y="59236"/>
                  <a:pt x="1908546" y="67248"/>
                  <a:pt x="1908546" y="79049"/>
                </a:cubicBezTo>
                <a:lnTo>
                  <a:pt x="1908546" y="129376"/>
                </a:lnTo>
                <a:lnTo>
                  <a:pt x="1892927" y="129376"/>
                </a:lnTo>
                <a:close/>
                <a:moveTo>
                  <a:pt x="2054674" y="99700"/>
                </a:moveTo>
                <a:lnTo>
                  <a:pt x="2070813" y="101696"/>
                </a:lnTo>
                <a:cubicBezTo>
                  <a:pt x="2068268" y="111125"/>
                  <a:pt x="2063553" y="118443"/>
                  <a:pt x="2056669" y="123649"/>
                </a:cubicBezTo>
                <a:cubicBezTo>
                  <a:pt x="2049786" y="128856"/>
                  <a:pt x="2040993" y="131459"/>
                  <a:pt x="2030291" y="131459"/>
                </a:cubicBezTo>
                <a:cubicBezTo>
                  <a:pt x="2016812" y="131459"/>
                  <a:pt x="2006125" y="127308"/>
                  <a:pt x="1998229" y="119007"/>
                </a:cubicBezTo>
                <a:cubicBezTo>
                  <a:pt x="1990333" y="110706"/>
                  <a:pt x="1986385" y="99064"/>
                  <a:pt x="1986385" y="84082"/>
                </a:cubicBezTo>
                <a:cubicBezTo>
                  <a:pt x="1986385" y="68578"/>
                  <a:pt x="1990376" y="56546"/>
                  <a:pt x="1998359" y="47985"/>
                </a:cubicBezTo>
                <a:cubicBezTo>
                  <a:pt x="2006342" y="39423"/>
                  <a:pt x="2016697" y="35142"/>
                  <a:pt x="2029423" y="35142"/>
                </a:cubicBezTo>
                <a:cubicBezTo>
                  <a:pt x="2041745" y="35142"/>
                  <a:pt x="2051810" y="39336"/>
                  <a:pt x="2059620" y="47724"/>
                </a:cubicBezTo>
                <a:cubicBezTo>
                  <a:pt x="2067429" y="56112"/>
                  <a:pt x="2071334" y="67913"/>
                  <a:pt x="2071334" y="83127"/>
                </a:cubicBezTo>
                <a:cubicBezTo>
                  <a:pt x="2071334" y="84053"/>
                  <a:pt x="2071305" y="85441"/>
                  <a:pt x="2071247" y="87292"/>
                </a:cubicBezTo>
                <a:lnTo>
                  <a:pt x="2002524" y="87292"/>
                </a:lnTo>
                <a:cubicBezTo>
                  <a:pt x="2003103" y="97415"/>
                  <a:pt x="2005966" y="105167"/>
                  <a:pt x="2011114" y="110547"/>
                </a:cubicBezTo>
                <a:cubicBezTo>
                  <a:pt x="2016263" y="115927"/>
                  <a:pt x="2022684" y="118617"/>
                  <a:pt x="2030378" y="118617"/>
                </a:cubicBezTo>
                <a:cubicBezTo>
                  <a:pt x="2036105" y="118617"/>
                  <a:pt x="2040993" y="117113"/>
                  <a:pt x="2045042" y="114104"/>
                </a:cubicBezTo>
                <a:cubicBezTo>
                  <a:pt x="2049091" y="111096"/>
                  <a:pt x="2052302" y="106295"/>
                  <a:pt x="2054674" y="99700"/>
                </a:cubicBezTo>
                <a:moveTo>
                  <a:pt x="2003392" y="74450"/>
                </a:moveTo>
                <a:lnTo>
                  <a:pt x="2054847" y="74450"/>
                </a:lnTo>
                <a:cubicBezTo>
                  <a:pt x="2054153" y="66698"/>
                  <a:pt x="2052186" y="60885"/>
                  <a:pt x="2048947" y="57009"/>
                </a:cubicBezTo>
                <a:cubicBezTo>
                  <a:pt x="2043972" y="50993"/>
                  <a:pt x="2037522" y="47985"/>
                  <a:pt x="2029597" y="47985"/>
                </a:cubicBezTo>
                <a:cubicBezTo>
                  <a:pt x="2022424" y="47985"/>
                  <a:pt x="2016393" y="50385"/>
                  <a:pt x="2011505" y="55187"/>
                </a:cubicBezTo>
                <a:cubicBezTo>
                  <a:pt x="2006617" y="59988"/>
                  <a:pt x="2003912" y="66409"/>
                  <a:pt x="2003392" y="74450"/>
                </a:cubicBezTo>
                <a:close/>
                <a:moveTo>
                  <a:pt x="2150040" y="129376"/>
                </a:moveTo>
                <a:lnTo>
                  <a:pt x="2150040" y="117749"/>
                </a:lnTo>
                <a:cubicBezTo>
                  <a:pt x="2144197" y="126889"/>
                  <a:pt x="2135607" y="131459"/>
                  <a:pt x="2124269" y="131459"/>
                </a:cubicBezTo>
                <a:cubicBezTo>
                  <a:pt x="2116922" y="131459"/>
                  <a:pt x="2110168" y="129434"/>
                  <a:pt x="2104008" y="125385"/>
                </a:cubicBezTo>
                <a:cubicBezTo>
                  <a:pt x="2097847" y="121335"/>
                  <a:pt x="2093074" y="115681"/>
                  <a:pt x="2089690" y="108421"/>
                </a:cubicBezTo>
                <a:cubicBezTo>
                  <a:pt x="2086306" y="101161"/>
                  <a:pt x="2084614" y="92817"/>
                  <a:pt x="2084614" y="83387"/>
                </a:cubicBezTo>
                <a:cubicBezTo>
                  <a:pt x="2084614" y="74190"/>
                  <a:pt x="2086147" y="65845"/>
                  <a:pt x="2089213" y="58354"/>
                </a:cubicBezTo>
                <a:cubicBezTo>
                  <a:pt x="2092279" y="50863"/>
                  <a:pt x="2096878" y="45121"/>
                  <a:pt x="2103010" y="41130"/>
                </a:cubicBezTo>
                <a:cubicBezTo>
                  <a:pt x="2109142" y="37138"/>
                  <a:pt x="2115997" y="35142"/>
                  <a:pt x="2123575" y="35142"/>
                </a:cubicBezTo>
                <a:cubicBezTo>
                  <a:pt x="2129128" y="35142"/>
                  <a:pt x="2134074" y="36314"/>
                  <a:pt x="2138412" y="38657"/>
                </a:cubicBezTo>
                <a:cubicBezTo>
                  <a:pt x="2142751" y="41000"/>
                  <a:pt x="2146280" y="44051"/>
                  <a:pt x="2148999" y="47811"/>
                </a:cubicBezTo>
                <a:lnTo>
                  <a:pt x="2148999" y="2169"/>
                </a:lnTo>
                <a:lnTo>
                  <a:pt x="2164531" y="2169"/>
                </a:lnTo>
                <a:lnTo>
                  <a:pt x="2164531" y="129376"/>
                </a:lnTo>
                <a:lnTo>
                  <a:pt x="2150040" y="129376"/>
                </a:lnTo>
                <a:moveTo>
                  <a:pt x="2100667" y="83387"/>
                </a:moveTo>
                <a:cubicBezTo>
                  <a:pt x="2100667" y="95188"/>
                  <a:pt x="2103154" y="104010"/>
                  <a:pt x="2108129" y="109853"/>
                </a:cubicBezTo>
                <a:cubicBezTo>
                  <a:pt x="2113104" y="115695"/>
                  <a:pt x="2118976" y="118617"/>
                  <a:pt x="2125744" y="118617"/>
                </a:cubicBezTo>
                <a:cubicBezTo>
                  <a:pt x="2132570" y="118617"/>
                  <a:pt x="2138369" y="115825"/>
                  <a:pt x="2143142" y="110243"/>
                </a:cubicBezTo>
                <a:cubicBezTo>
                  <a:pt x="2147914" y="104661"/>
                  <a:pt x="2150300" y="96143"/>
                  <a:pt x="2150300" y="84689"/>
                </a:cubicBezTo>
                <a:cubicBezTo>
                  <a:pt x="2150300" y="72078"/>
                  <a:pt x="2147871" y="62823"/>
                  <a:pt x="2143011" y="56922"/>
                </a:cubicBezTo>
                <a:cubicBezTo>
                  <a:pt x="2138152" y="51022"/>
                  <a:pt x="2132165" y="48071"/>
                  <a:pt x="2125050" y="48071"/>
                </a:cubicBezTo>
                <a:cubicBezTo>
                  <a:pt x="2118108" y="48071"/>
                  <a:pt x="2112309" y="50906"/>
                  <a:pt x="2107652" y="56575"/>
                </a:cubicBezTo>
                <a:cubicBezTo>
                  <a:pt x="2102995" y="62244"/>
                  <a:pt x="2100667" y="71182"/>
                  <a:pt x="2100667" y="83387"/>
                </a:cubicBezTo>
                <a:close/>
                <a:moveTo>
                  <a:pt x="2240352" y="129376"/>
                </a:moveTo>
                <a:lnTo>
                  <a:pt x="2240352" y="2169"/>
                </a:lnTo>
                <a:lnTo>
                  <a:pt x="2288337" y="2169"/>
                </a:lnTo>
                <a:cubicBezTo>
                  <a:pt x="2296782" y="2169"/>
                  <a:pt x="2303232" y="2574"/>
                  <a:pt x="2307687" y="3384"/>
                </a:cubicBezTo>
                <a:cubicBezTo>
                  <a:pt x="2313934" y="4425"/>
                  <a:pt x="2319169" y="6407"/>
                  <a:pt x="2323392" y="9328"/>
                </a:cubicBezTo>
                <a:cubicBezTo>
                  <a:pt x="2327615" y="12249"/>
                  <a:pt x="2331014" y="16342"/>
                  <a:pt x="2333588" y="21606"/>
                </a:cubicBezTo>
                <a:cubicBezTo>
                  <a:pt x="2336162" y="26870"/>
                  <a:pt x="2337449" y="32655"/>
                  <a:pt x="2337449" y="38960"/>
                </a:cubicBezTo>
                <a:cubicBezTo>
                  <a:pt x="2337449" y="49778"/>
                  <a:pt x="2334007" y="58932"/>
                  <a:pt x="2327123" y="66424"/>
                </a:cubicBezTo>
                <a:cubicBezTo>
                  <a:pt x="2320240" y="73915"/>
                  <a:pt x="2307802" y="77660"/>
                  <a:pt x="2289812" y="77660"/>
                </a:cubicBezTo>
                <a:lnTo>
                  <a:pt x="2257186" y="77660"/>
                </a:lnTo>
                <a:lnTo>
                  <a:pt x="2257186" y="129376"/>
                </a:lnTo>
                <a:lnTo>
                  <a:pt x="2240352" y="129376"/>
                </a:lnTo>
                <a:moveTo>
                  <a:pt x="2257186" y="62649"/>
                </a:moveTo>
                <a:lnTo>
                  <a:pt x="2290072" y="62649"/>
                </a:lnTo>
                <a:cubicBezTo>
                  <a:pt x="2300947" y="62649"/>
                  <a:pt x="2308670" y="60624"/>
                  <a:pt x="2313240" y="56575"/>
                </a:cubicBezTo>
                <a:cubicBezTo>
                  <a:pt x="2317810" y="52526"/>
                  <a:pt x="2320095" y="46828"/>
                  <a:pt x="2320095" y="39481"/>
                </a:cubicBezTo>
                <a:cubicBezTo>
                  <a:pt x="2320095" y="34159"/>
                  <a:pt x="2318750" y="29604"/>
                  <a:pt x="2316060" y="25815"/>
                </a:cubicBezTo>
                <a:cubicBezTo>
                  <a:pt x="2313370" y="22025"/>
                  <a:pt x="2309827" y="19524"/>
                  <a:pt x="2305431" y="18309"/>
                </a:cubicBezTo>
                <a:cubicBezTo>
                  <a:pt x="2302596" y="17557"/>
                  <a:pt x="2297361" y="17181"/>
                  <a:pt x="2289725" y="17181"/>
                </a:cubicBezTo>
                <a:lnTo>
                  <a:pt x="2257186" y="17181"/>
                </a:lnTo>
                <a:lnTo>
                  <a:pt x="2257186" y="62649"/>
                </a:lnTo>
                <a:close/>
                <a:moveTo>
                  <a:pt x="2356571" y="129376"/>
                </a:moveTo>
                <a:lnTo>
                  <a:pt x="2356571" y="37225"/>
                </a:lnTo>
                <a:lnTo>
                  <a:pt x="2370628" y="37225"/>
                </a:lnTo>
                <a:lnTo>
                  <a:pt x="2370628" y="51195"/>
                </a:lnTo>
                <a:cubicBezTo>
                  <a:pt x="2374215" y="44658"/>
                  <a:pt x="2377527" y="40349"/>
                  <a:pt x="2380564" y="38266"/>
                </a:cubicBezTo>
                <a:cubicBezTo>
                  <a:pt x="2383601" y="36184"/>
                  <a:pt x="2386941" y="35142"/>
                  <a:pt x="2390586" y="35142"/>
                </a:cubicBezTo>
                <a:cubicBezTo>
                  <a:pt x="2395850" y="35142"/>
                  <a:pt x="2401201" y="36820"/>
                  <a:pt x="2406638" y="40175"/>
                </a:cubicBezTo>
                <a:lnTo>
                  <a:pt x="2401259" y="54666"/>
                </a:lnTo>
                <a:cubicBezTo>
                  <a:pt x="2397441" y="52410"/>
                  <a:pt x="2393623" y="51282"/>
                  <a:pt x="2389805" y="51282"/>
                </a:cubicBezTo>
                <a:cubicBezTo>
                  <a:pt x="2386392" y="51282"/>
                  <a:pt x="2383326" y="52309"/>
                  <a:pt x="2380607" y="54362"/>
                </a:cubicBezTo>
                <a:cubicBezTo>
                  <a:pt x="2377888" y="56416"/>
                  <a:pt x="2375950" y="59265"/>
                  <a:pt x="2374793" y="62909"/>
                </a:cubicBezTo>
                <a:cubicBezTo>
                  <a:pt x="2373058" y="68463"/>
                  <a:pt x="2372190" y="74537"/>
                  <a:pt x="2372190" y="81131"/>
                </a:cubicBezTo>
                <a:lnTo>
                  <a:pt x="2372190" y="129376"/>
                </a:lnTo>
                <a:lnTo>
                  <a:pt x="2356571" y="129376"/>
                </a:lnTo>
                <a:close/>
                <a:moveTo>
                  <a:pt x="2410144" y="83301"/>
                </a:moveTo>
                <a:cubicBezTo>
                  <a:pt x="2410144" y="66236"/>
                  <a:pt x="2414887" y="53596"/>
                  <a:pt x="2424374" y="45381"/>
                </a:cubicBezTo>
                <a:cubicBezTo>
                  <a:pt x="2432299" y="38555"/>
                  <a:pt x="2441960" y="35142"/>
                  <a:pt x="2453356" y="35142"/>
                </a:cubicBezTo>
                <a:cubicBezTo>
                  <a:pt x="2466024" y="35142"/>
                  <a:pt x="2476379" y="39293"/>
                  <a:pt x="2484420" y="47594"/>
                </a:cubicBezTo>
                <a:cubicBezTo>
                  <a:pt x="2492461" y="55895"/>
                  <a:pt x="2496481" y="67364"/>
                  <a:pt x="2496481" y="81999"/>
                </a:cubicBezTo>
                <a:cubicBezTo>
                  <a:pt x="2496481" y="93858"/>
                  <a:pt x="2494702" y="103186"/>
                  <a:pt x="2491145" y="109983"/>
                </a:cubicBezTo>
                <a:cubicBezTo>
                  <a:pt x="2487587" y="116780"/>
                  <a:pt x="2482410" y="122059"/>
                  <a:pt x="2475613" y="125819"/>
                </a:cubicBezTo>
                <a:cubicBezTo>
                  <a:pt x="2468816" y="129579"/>
                  <a:pt x="2461397" y="131459"/>
                  <a:pt x="2453356" y="131459"/>
                </a:cubicBezTo>
                <a:cubicBezTo>
                  <a:pt x="2440456" y="131459"/>
                  <a:pt x="2430029" y="127323"/>
                  <a:pt x="2422075" y="119050"/>
                </a:cubicBezTo>
                <a:cubicBezTo>
                  <a:pt x="2414121" y="110778"/>
                  <a:pt x="2410144" y="98862"/>
                  <a:pt x="2410144" y="83301"/>
                </a:cubicBezTo>
                <a:moveTo>
                  <a:pt x="2426196" y="83301"/>
                </a:moveTo>
                <a:cubicBezTo>
                  <a:pt x="2426196" y="95102"/>
                  <a:pt x="2428771" y="103938"/>
                  <a:pt x="2433919" y="109809"/>
                </a:cubicBezTo>
                <a:cubicBezTo>
                  <a:pt x="2439067" y="115681"/>
                  <a:pt x="2445546" y="118617"/>
                  <a:pt x="2453356" y="118617"/>
                </a:cubicBezTo>
                <a:cubicBezTo>
                  <a:pt x="2461107" y="118617"/>
                  <a:pt x="2467557" y="115666"/>
                  <a:pt x="2472706" y="109766"/>
                </a:cubicBezTo>
                <a:cubicBezTo>
                  <a:pt x="2477854" y="103865"/>
                  <a:pt x="2480429" y="94870"/>
                  <a:pt x="2480429" y="82780"/>
                </a:cubicBezTo>
                <a:cubicBezTo>
                  <a:pt x="2480429" y="71384"/>
                  <a:pt x="2477840" y="62750"/>
                  <a:pt x="2472662" y="56879"/>
                </a:cubicBezTo>
                <a:cubicBezTo>
                  <a:pt x="2467485" y="51007"/>
                  <a:pt x="2461050" y="48071"/>
                  <a:pt x="2453356" y="48071"/>
                </a:cubicBezTo>
                <a:cubicBezTo>
                  <a:pt x="2445546" y="48071"/>
                  <a:pt x="2439067" y="50993"/>
                  <a:pt x="2433919" y="56835"/>
                </a:cubicBezTo>
                <a:cubicBezTo>
                  <a:pt x="2428771" y="62678"/>
                  <a:pt x="2426196" y="71500"/>
                  <a:pt x="2426196" y="83301"/>
                </a:cubicBezTo>
                <a:close/>
                <a:moveTo>
                  <a:pt x="2514621" y="164692"/>
                </a:moveTo>
                <a:lnTo>
                  <a:pt x="2514621" y="37225"/>
                </a:lnTo>
                <a:lnTo>
                  <a:pt x="2528851" y="37225"/>
                </a:lnTo>
                <a:lnTo>
                  <a:pt x="2528851" y="49199"/>
                </a:lnTo>
                <a:cubicBezTo>
                  <a:pt x="2532206" y="44514"/>
                  <a:pt x="2535995" y="41000"/>
                  <a:pt x="2540218" y="38657"/>
                </a:cubicBezTo>
                <a:cubicBezTo>
                  <a:pt x="2544441" y="36314"/>
                  <a:pt x="2549561" y="35142"/>
                  <a:pt x="2555577" y="35142"/>
                </a:cubicBezTo>
                <a:cubicBezTo>
                  <a:pt x="2563444" y="35142"/>
                  <a:pt x="2570386" y="37167"/>
                  <a:pt x="2576402" y="41216"/>
                </a:cubicBezTo>
                <a:cubicBezTo>
                  <a:pt x="2582418" y="45266"/>
                  <a:pt x="2586959" y="50978"/>
                  <a:pt x="2590025" y="58354"/>
                </a:cubicBezTo>
                <a:cubicBezTo>
                  <a:pt x="2593091" y="65729"/>
                  <a:pt x="2594624" y="73814"/>
                  <a:pt x="2594624" y="82606"/>
                </a:cubicBezTo>
                <a:cubicBezTo>
                  <a:pt x="2594624" y="92036"/>
                  <a:pt x="2592932" y="100525"/>
                  <a:pt x="2589548" y="108074"/>
                </a:cubicBezTo>
                <a:cubicBezTo>
                  <a:pt x="2586164" y="115623"/>
                  <a:pt x="2581247" y="121408"/>
                  <a:pt x="2574797" y="125428"/>
                </a:cubicBezTo>
                <a:cubicBezTo>
                  <a:pt x="2568347" y="129449"/>
                  <a:pt x="2561564" y="131459"/>
                  <a:pt x="2554449" y="131459"/>
                </a:cubicBezTo>
                <a:cubicBezTo>
                  <a:pt x="2549243" y="131459"/>
                  <a:pt x="2544571" y="130360"/>
                  <a:pt x="2540435" y="128161"/>
                </a:cubicBezTo>
                <a:cubicBezTo>
                  <a:pt x="2536299" y="125963"/>
                  <a:pt x="2532901" y="123187"/>
                  <a:pt x="2530240" y="119831"/>
                </a:cubicBezTo>
                <a:lnTo>
                  <a:pt x="2530240" y="164692"/>
                </a:lnTo>
                <a:lnTo>
                  <a:pt x="2514621" y="164692"/>
                </a:lnTo>
                <a:moveTo>
                  <a:pt x="2528765" y="83821"/>
                </a:moveTo>
                <a:cubicBezTo>
                  <a:pt x="2528765" y="95680"/>
                  <a:pt x="2531165" y="104444"/>
                  <a:pt x="2535967" y="110113"/>
                </a:cubicBezTo>
                <a:cubicBezTo>
                  <a:pt x="2540768" y="115782"/>
                  <a:pt x="2546582" y="118617"/>
                  <a:pt x="2553408" y="118617"/>
                </a:cubicBezTo>
                <a:cubicBezTo>
                  <a:pt x="2560349" y="118617"/>
                  <a:pt x="2566293" y="115681"/>
                  <a:pt x="2571239" y="109809"/>
                </a:cubicBezTo>
                <a:cubicBezTo>
                  <a:pt x="2576185" y="103938"/>
                  <a:pt x="2578658" y="94841"/>
                  <a:pt x="2578658" y="82520"/>
                </a:cubicBezTo>
                <a:cubicBezTo>
                  <a:pt x="2578658" y="70777"/>
                  <a:pt x="2576243" y="61984"/>
                  <a:pt x="2571413" y="56141"/>
                </a:cubicBezTo>
                <a:cubicBezTo>
                  <a:pt x="2566582" y="50299"/>
                  <a:pt x="2560812" y="47377"/>
                  <a:pt x="2554102" y="47377"/>
                </a:cubicBezTo>
                <a:cubicBezTo>
                  <a:pt x="2547449" y="47377"/>
                  <a:pt x="2541563" y="50487"/>
                  <a:pt x="2536444" y="56705"/>
                </a:cubicBezTo>
                <a:cubicBezTo>
                  <a:pt x="2531324" y="62924"/>
                  <a:pt x="2528765" y="71962"/>
                  <a:pt x="2528765" y="83821"/>
                </a:cubicBezTo>
                <a:close/>
                <a:moveTo>
                  <a:pt x="2676367" y="99700"/>
                </a:moveTo>
                <a:lnTo>
                  <a:pt x="2692506" y="101696"/>
                </a:lnTo>
                <a:cubicBezTo>
                  <a:pt x="2689961" y="111125"/>
                  <a:pt x="2685246" y="118443"/>
                  <a:pt x="2678362" y="123649"/>
                </a:cubicBezTo>
                <a:cubicBezTo>
                  <a:pt x="2671478" y="128856"/>
                  <a:pt x="2662686" y="131459"/>
                  <a:pt x="2651984" y="131459"/>
                </a:cubicBezTo>
                <a:cubicBezTo>
                  <a:pt x="2638505" y="131459"/>
                  <a:pt x="2627818" y="127308"/>
                  <a:pt x="2619922" y="119007"/>
                </a:cubicBezTo>
                <a:cubicBezTo>
                  <a:pt x="2612026" y="110706"/>
                  <a:pt x="2608077" y="99064"/>
                  <a:pt x="2608077" y="84082"/>
                </a:cubicBezTo>
                <a:cubicBezTo>
                  <a:pt x="2608077" y="68578"/>
                  <a:pt x="2612069" y="56546"/>
                  <a:pt x="2620052" y="47985"/>
                </a:cubicBezTo>
                <a:cubicBezTo>
                  <a:pt x="2628035" y="39423"/>
                  <a:pt x="2638390" y="35142"/>
                  <a:pt x="2651116" y="35142"/>
                </a:cubicBezTo>
                <a:cubicBezTo>
                  <a:pt x="2663438" y="35142"/>
                  <a:pt x="2673503" y="39336"/>
                  <a:pt x="2681313" y="47724"/>
                </a:cubicBezTo>
                <a:cubicBezTo>
                  <a:pt x="2689122" y="56112"/>
                  <a:pt x="2693027" y="67913"/>
                  <a:pt x="2693027" y="83127"/>
                </a:cubicBezTo>
                <a:cubicBezTo>
                  <a:pt x="2693027" y="84053"/>
                  <a:pt x="2692998" y="85441"/>
                  <a:pt x="2692940" y="87292"/>
                </a:cubicBezTo>
                <a:lnTo>
                  <a:pt x="2624217" y="87292"/>
                </a:lnTo>
                <a:cubicBezTo>
                  <a:pt x="2624795" y="97415"/>
                  <a:pt x="2627659" y="105167"/>
                  <a:pt x="2632807" y="110547"/>
                </a:cubicBezTo>
                <a:cubicBezTo>
                  <a:pt x="2637956" y="115927"/>
                  <a:pt x="2644377" y="118617"/>
                  <a:pt x="2652071" y="118617"/>
                </a:cubicBezTo>
                <a:cubicBezTo>
                  <a:pt x="2657797" y="118617"/>
                  <a:pt x="2662686" y="117113"/>
                  <a:pt x="2666735" y="114104"/>
                </a:cubicBezTo>
                <a:cubicBezTo>
                  <a:pt x="2670784" y="111096"/>
                  <a:pt x="2673995" y="106295"/>
                  <a:pt x="2676367" y="99700"/>
                </a:cubicBezTo>
                <a:moveTo>
                  <a:pt x="2625085" y="74450"/>
                </a:moveTo>
                <a:lnTo>
                  <a:pt x="2676540" y="74450"/>
                </a:lnTo>
                <a:cubicBezTo>
                  <a:pt x="2675846" y="66698"/>
                  <a:pt x="2673879" y="60885"/>
                  <a:pt x="2670640" y="57009"/>
                </a:cubicBezTo>
                <a:cubicBezTo>
                  <a:pt x="2665665" y="50993"/>
                  <a:pt x="2659215" y="47985"/>
                  <a:pt x="2651290" y="47985"/>
                </a:cubicBezTo>
                <a:cubicBezTo>
                  <a:pt x="2644116" y="47985"/>
                  <a:pt x="2638086" y="50385"/>
                  <a:pt x="2633198" y="55187"/>
                </a:cubicBezTo>
                <a:cubicBezTo>
                  <a:pt x="2628310" y="59988"/>
                  <a:pt x="2625605" y="66409"/>
                  <a:pt x="2625085" y="74450"/>
                </a:cubicBezTo>
                <a:close/>
                <a:moveTo>
                  <a:pt x="2711774" y="129376"/>
                </a:moveTo>
                <a:lnTo>
                  <a:pt x="2711774" y="37225"/>
                </a:lnTo>
                <a:lnTo>
                  <a:pt x="2725831" y="37225"/>
                </a:lnTo>
                <a:lnTo>
                  <a:pt x="2725831" y="51195"/>
                </a:lnTo>
                <a:cubicBezTo>
                  <a:pt x="2729417" y="44658"/>
                  <a:pt x="2732729" y="40349"/>
                  <a:pt x="2735766" y="38266"/>
                </a:cubicBezTo>
                <a:cubicBezTo>
                  <a:pt x="2738803" y="36184"/>
                  <a:pt x="2742144" y="35142"/>
                  <a:pt x="2745788" y="35142"/>
                </a:cubicBezTo>
                <a:cubicBezTo>
                  <a:pt x="2751052" y="35142"/>
                  <a:pt x="2756403" y="36820"/>
                  <a:pt x="2761841" y="40175"/>
                </a:cubicBezTo>
                <a:lnTo>
                  <a:pt x="2756461" y="54666"/>
                </a:lnTo>
                <a:cubicBezTo>
                  <a:pt x="2752643" y="52410"/>
                  <a:pt x="2748825" y="51282"/>
                  <a:pt x="2745007" y="51282"/>
                </a:cubicBezTo>
                <a:cubicBezTo>
                  <a:pt x="2741594" y="51282"/>
                  <a:pt x="2738528" y="52309"/>
                  <a:pt x="2735809" y="54362"/>
                </a:cubicBezTo>
                <a:cubicBezTo>
                  <a:pt x="2733090" y="56416"/>
                  <a:pt x="2731153" y="59265"/>
                  <a:pt x="2729996" y="62909"/>
                </a:cubicBezTo>
                <a:cubicBezTo>
                  <a:pt x="2728260" y="68463"/>
                  <a:pt x="2727392" y="74537"/>
                  <a:pt x="2727392" y="81131"/>
                </a:cubicBezTo>
                <a:lnTo>
                  <a:pt x="2727392" y="129376"/>
                </a:lnTo>
                <a:lnTo>
                  <a:pt x="2711774" y="129376"/>
                </a:lnTo>
                <a:close/>
                <a:moveTo>
                  <a:pt x="2805261" y="115406"/>
                </a:moveTo>
                <a:lnTo>
                  <a:pt x="2807517" y="129203"/>
                </a:lnTo>
                <a:cubicBezTo>
                  <a:pt x="2803120" y="130128"/>
                  <a:pt x="2799187" y="130591"/>
                  <a:pt x="2795716" y="130591"/>
                </a:cubicBezTo>
                <a:cubicBezTo>
                  <a:pt x="2790047" y="130591"/>
                  <a:pt x="2785650" y="129694"/>
                  <a:pt x="2782526" y="127901"/>
                </a:cubicBezTo>
                <a:cubicBezTo>
                  <a:pt x="2779403" y="126108"/>
                  <a:pt x="2777205" y="123751"/>
                  <a:pt x="2775932" y="120829"/>
                </a:cubicBezTo>
                <a:cubicBezTo>
                  <a:pt x="2774659" y="117908"/>
                  <a:pt x="2774023" y="111762"/>
                  <a:pt x="2774023" y="102390"/>
                </a:cubicBezTo>
                <a:lnTo>
                  <a:pt x="2774023" y="49373"/>
                </a:lnTo>
                <a:lnTo>
                  <a:pt x="2762569" y="49373"/>
                </a:lnTo>
                <a:lnTo>
                  <a:pt x="2762569" y="37225"/>
                </a:lnTo>
                <a:lnTo>
                  <a:pt x="2774023" y="37225"/>
                </a:lnTo>
                <a:lnTo>
                  <a:pt x="2774023" y="14404"/>
                </a:lnTo>
                <a:lnTo>
                  <a:pt x="2789555" y="5033"/>
                </a:lnTo>
                <a:lnTo>
                  <a:pt x="2789555" y="37225"/>
                </a:lnTo>
                <a:lnTo>
                  <a:pt x="2805261" y="37225"/>
                </a:lnTo>
                <a:lnTo>
                  <a:pt x="2805261" y="49373"/>
                </a:lnTo>
                <a:lnTo>
                  <a:pt x="2789555" y="49373"/>
                </a:lnTo>
                <a:lnTo>
                  <a:pt x="2789555" y="103258"/>
                </a:lnTo>
                <a:cubicBezTo>
                  <a:pt x="2789555" y="107712"/>
                  <a:pt x="2789830" y="110576"/>
                  <a:pt x="2790379" y="111848"/>
                </a:cubicBezTo>
                <a:cubicBezTo>
                  <a:pt x="2790929" y="113121"/>
                  <a:pt x="2791825" y="114133"/>
                  <a:pt x="2793069" y="114885"/>
                </a:cubicBezTo>
                <a:cubicBezTo>
                  <a:pt x="2794313" y="115637"/>
                  <a:pt x="2796092" y="116013"/>
                  <a:pt x="2798406" y="116013"/>
                </a:cubicBezTo>
                <a:cubicBezTo>
                  <a:pt x="2800141" y="116013"/>
                  <a:pt x="2802426" y="115811"/>
                  <a:pt x="2805261" y="115406"/>
                </a:cubicBezTo>
                <a:close/>
                <a:moveTo>
                  <a:pt x="2820685" y="20131"/>
                </a:moveTo>
                <a:lnTo>
                  <a:pt x="2820685" y="2169"/>
                </a:lnTo>
                <a:lnTo>
                  <a:pt x="2836304" y="2169"/>
                </a:lnTo>
                <a:lnTo>
                  <a:pt x="2836304" y="20131"/>
                </a:lnTo>
                <a:lnTo>
                  <a:pt x="2820685" y="20131"/>
                </a:lnTo>
                <a:moveTo>
                  <a:pt x="2820685" y="129376"/>
                </a:moveTo>
                <a:lnTo>
                  <a:pt x="2820685" y="37225"/>
                </a:lnTo>
                <a:lnTo>
                  <a:pt x="2836304" y="37225"/>
                </a:lnTo>
                <a:lnTo>
                  <a:pt x="2836304" y="129376"/>
                </a:lnTo>
                <a:lnTo>
                  <a:pt x="2820685" y="129376"/>
                </a:lnTo>
                <a:close/>
                <a:moveTo>
                  <a:pt x="2923167" y="99700"/>
                </a:moveTo>
                <a:lnTo>
                  <a:pt x="2939307" y="101696"/>
                </a:lnTo>
                <a:cubicBezTo>
                  <a:pt x="2936762" y="111125"/>
                  <a:pt x="2932047" y="118443"/>
                  <a:pt x="2925163" y="123649"/>
                </a:cubicBezTo>
                <a:cubicBezTo>
                  <a:pt x="2918279" y="128856"/>
                  <a:pt x="2909486" y="131459"/>
                  <a:pt x="2898785" y="131459"/>
                </a:cubicBezTo>
                <a:cubicBezTo>
                  <a:pt x="2885306" y="131459"/>
                  <a:pt x="2874619" y="127308"/>
                  <a:pt x="2866723" y="119007"/>
                </a:cubicBezTo>
                <a:cubicBezTo>
                  <a:pt x="2858826" y="110706"/>
                  <a:pt x="2854878" y="99064"/>
                  <a:pt x="2854878" y="84082"/>
                </a:cubicBezTo>
                <a:cubicBezTo>
                  <a:pt x="2854878" y="68578"/>
                  <a:pt x="2858870" y="56546"/>
                  <a:pt x="2866853" y="47985"/>
                </a:cubicBezTo>
                <a:cubicBezTo>
                  <a:pt x="2874836" y="39423"/>
                  <a:pt x="2885190" y="35142"/>
                  <a:pt x="2897917" y="35142"/>
                </a:cubicBezTo>
                <a:cubicBezTo>
                  <a:pt x="2910238" y="35142"/>
                  <a:pt x="2920304" y="39336"/>
                  <a:pt x="2928113" y="47724"/>
                </a:cubicBezTo>
                <a:cubicBezTo>
                  <a:pt x="2935923" y="56112"/>
                  <a:pt x="2939828" y="67913"/>
                  <a:pt x="2939828" y="83127"/>
                </a:cubicBezTo>
                <a:cubicBezTo>
                  <a:pt x="2939828" y="84053"/>
                  <a:pt x="2939799" y="85441"/>
                  <a:pt x="2939741" y="87292"/>
                </a:cubicBezTo>
                <a:lnTo>
                  <a:pt x="2871018" y="87292"/>
                </a:lnTo>
                <a:cubicBezTo>
                  <a:pt x="2871596" y="97415"/>
                  <a:pt x="2874460" y="105167"/>
                  <a:pt x="2879608" y="110547"/>
                </a:cubicBezTo>
                <a:cubicBezTo>
                  <a:pt x="2884757" y="115927"/>
                  <a:pt x="2891178" y="118617"/>
                  <a:pt x="2898871" y="118617"/>
                </a:cubicBezTo>
                <a:cubicBezTo>
                  <a:pt x="2904598" y="118617"/>
                  <a:pt x="2909486" y="117113"/>
                  <a:pt x="2913536" y="114104"/>
                </a:cubicBezTo>
                <a:cubicBezTo>
                  <a:pt x="2917585" y="111096"/>
                  <a:pt x="2920796" y="106295"/>
                  <a:pt x="2923167" y="99700"/>
                </a:cubicBezTo>
                <a:moveTo>
                  <a:pt x="2871885" y="74450"/>
                </a:moveTo>
                <a:lnTo>
                  <a:pt x="2923341" y="74450"/>
                </a:lnTo>
                <a:cubicBezTo>
                  <a:pt x="2922647" y="66698"/>
                  <a:pt x="2920680" y="60885"/>
                  <a:pt x="2917440" y="57009"/>
                </a:cubicBezTo>
                <a:cubicBezTo>
                  <a:pt x="2912466" y="50993"/>
                  <a:pt x="2906016" y="47985"/>
                  <a:pt x="2898090" y="47985"/>
                </a:cubicBezTo>
                <a:cubicBezTo>
                  <a:pt x="2890917" y="47985"/>
                  <a:pt x="2884887" y="50385"/>
                  <a:pt x="2879999" y="55187"/>
                </a:cubicBezTo>
                <a:cubicBezTo>
                  <a:pt x="2875110" y="59988"/>
                  <a:pt x="2872406" y="66409"/>
                  <a:pt x="2871885" y="74450"/>
                </a:cubicBezTo>
                <a:close/>
                <a:moveTo>
                  <a:pt x="2952500" y="101870"/>
                </a:moveTo>
                <a:lnTo>
                  <a:pt x="2967946" y="99440"/>
                </a:lnTo>
                <a:cubicBezTo>
                  <a:pt x="2968814" y="105630"/>
                  <a:pt x="2971229" y="110373"/>
                  <a:pt x="2975191" y="113671"/>
                </a:cubicBezTo>
                <a:cubicBezTo>
                  <a:pt x="2979154" y="116968"/>
                  <a:pt x="2984693" y="118617"/>
                  <a:pt x="2991808" y="118617"/>
                </a:cubicBezTo>
                <a:cubicBezTo>
                  <a:pt x="2998981" y="118617"/>
                  <a:pt x="3004303" y="117156"/>
                  <a:pt x="3007774" y="114235"/>
                </a:cubicBezTo>
                <a:cubicBezTo>
                  <a:pt x="3011245" y="111313"/>
                  <a:pt x="3012980" y="107886"/>
                  <a:pt x="3012980" y="103952"/>
                </a:cubicBezTo>
                <a:cubicBezTo>
                  <a:pt x="3012980" y="100423"/>
                  <a:pt x="3011447" y="97647"/>
                  <a:pt x="3008381" y="95622"/>
                </a:cubicBezTo>
                <a:cubicBezTo>
                  <a:pt x="3006241" y="94234"/>
                  <a:pt x="3000919" y="92469"/>
                  <a:pt x="2992415" y="90329"/>
                </a:cubicBezTo>
                <a:cubicBezTo>
                  <a:pt x="2980962" y="87437"/>
                  <a:pt x="2973022" y="84935"/>
                  <a:pt x="2968597" y="82823"/>
                </a:cubicBezTo>
                <a:cubicBezTo>
                  <a:pt x="2964171" y="80712"/>
                  <a:pt x="2960816" y="77791"/>
                  <a:pt x="2958531" y="74059"/>
                </a:cubicBezTo>
                <a:cubicBezTo>
                  <a:pt x="2956246" y="70328"/>
                  <a:pt x="2955104" y="66207"/>
                  <a:pt x="2955104" y="61695"/>
                </a:cubicBezTo>
                <a:cubicBezTo>
                  <a:pt x="2955104" y="57587"/>
                  <a:pt x="2956044" y="53784"/>
                  <a:pt x="2957924" y="50284"/>
                </a:cubicBezTo>
                <a:cubicBezTo>
                  <a:pt x="2959804" y="46784"/>
                  <a:pt x="2962363" y="43877"/>
                  <a:pt x="2965603" y="41564"/>
                </a:cubicBezTo>
                <a:cubicBezTo>
                  <a:pt x="2968033" y="39770"/>
                  <a:pt x="2971344" y="38252"/>
                  <a:pt x="2975538" y="37008"/>
                </a:cubicBezTo>
                <a:cubicBezTo>
                  <a:pt x="2979732" y="35764"/>
                  <a:pt x="2984230" y="35142"/>
                  <a:pt x="2989031" y="35142"/>
                </a:cubicBezTo>
                <a:cubicBezTo>
                  <a:pt x="2996262" y="35142"/>
                  <a:pt x="3002611" y="36184"/>
                  <a:pt x="3008078" y="38266"/>
                </a:cubicBezTo>
                <a:cubicBezTo>
                  <a:pt x="3013544" y="40349"/>
                  <a:pt x="3017579" y="43169"/>
                  <a:pt x="3020182" y="46726"/>
                </a:cubicBezTo>
                <a:cubicBezTo>
                  <a:pt x="3022785" y="50284"/>
                  <a:pt x="3024579" y="55042"/>
                  <a:pt x="3025562" y="61000"/>
                </a:cubicBezTo>
                <a:lnTo>
                  <a:pt x="3010290" y="63083"/>
                </a:lnTo>
                <a:cubicBezTo>
                  <a:pt x="3009596" y="58339"/>
                  <a:pt x="3007586" y="54637"/>
                  <a:pt x="3004260" y="51976"/>
                </a:cubicBezTo>
                <a:cubicBezTo>
                  <a:pt x="3000933" y="49315"/>
                  <a:pt x="2996233" y="47985"/>
                  <a:pt x="2990159" y="47985"/>
                </a:cubicBezTo>
                <a:cubicBezTo>
                  <a:pt x="2982986" y="47985"/>
                  <a:pt x="2977867" y="49170"/>
                  <a:pt x="2974801" y="51542"/>
                </a:cubicBezTo>
                <a:cubicBezTo>
                  <a:pt x="2971735" y="53914"/>
                  <a:pt x="2970202" y="56691"/>
                  <a:pt x="2970202" y="59872"/>
                </a:cubicBezTo>
                <a:cubicBezTo>
                  <a:pt x="2970202" y="61897"/>
                  <a:pt x="2970838" y="63719"/>
                  <a:pt x="2972111" y="65339"/>
                </a:cubicBezTo>
                <a:cubicBezTo>
                  <a:pt x="2973383" y="67016"/>
                  <a:pt x="2975379" y="68405"/>
                  <a:pt x="2978098" y="69504"/>
                </a:cubicBezTo>
                <a:cubicBezTo>
                  <a:pt x="2979660" y="70082"/>
                  <a:pt x="2984259" y="71413"/>
                  <a:pt x="2991895" y="73495"/>
                </a:cubicBezTo>
                <a:cubicBezTo>
                  <a:pt x="3002944" y="76446"/>
                  <a:pt x="3010652" y="78861"/>
                  <a:pt x="3015019" y="80741"/>
                </a:cubicBezTo>
                <a:cubicBezTo>
                  <a:pt x="3019387" y="82621"/>
                  <a:pt x="3022814" y="85354"/>
                  <a:pt x="3025302" y="88941"/>
                </a:cubicBezTo>
                <a:cubicBezTo>
                  <a:pt x="3027789" y="92527"/>
                  <a:pt x="3029033" y="96982"/>
                  <a:pt x="3029033" y="102304"/>
                </a:cubicBezTo>
                <a:cubicBezTo>
                  <a:pt x="3029033" y="107510"/>
                  <a:pt x="3027514" y="112412"/>
                  <a:pt x="3024477" y="117011"/>
                </a:cubicBezTo>
                <a:cubicBezTo>
                  <a:pt x="3021440" y="121610"/>
                  <a:pt x="3017058" y="125168"/>
                  <a:pt x="3011332" y="127684"/>
                </a:cubicBezTo>
                <a:cubicBezTo>
                  <a:pt x="3005605" y="130201"/>
                  <a:pt x="2999126" y="131459"/>
                  <a:pt x="2991895" y="131459"/>
                </a:cubicBezTo>
                <a:cubicBezTo>
                  <a:pt x="2979920" y="131459"/>
                  <a:pt x="2970795" y="128971"/>
                  <a:pt x="2964518" y="123996"/>
                </a:cubicBezTo>
                <a:cubicBezTo>
                  <a:pt x="2958242" y="119022"/>
                  <a:pt x="2954236" y="111646"/>
                  <a:pt x="2952500" y="101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8DD5B-A33E-491D-99F0-D38D289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40" y="152583"/>
            <a:ext cx="5212766" cy="2487911"/>
          </a:xfrm>
          <a:custGeom xmlns:a="http://schemas.openxmlformats.org/drawingml/2006/main">
            <a:pathLst>
              <a:path w="5212766" h="2487911" fill="none">
                <a:moveTo>
                  <a:pt x="0" y="414661"/>
                </a:moveTo>
                <a:cubicBezTo>
                  <a:pt x="0" y="185650"/>
                  <a:pt x="185650" y="0"/>
                  <a:pt x="414661" y="0"/>
                </a:cubicBezTo>
                <a:lnTo>
                  <a:pt x="4798105" y="0"/>
                </a:lnTo>
                <a:cubicBezTo>
                  <a:pt x="5027115" y="0"/>
                  <a:pt x="5212766" y="185650"/>
                  <a:pt x="5212766" y="414661"/>
                </a:cubicBezTo>
                <a:lnTo>
                  <a:pt x="5212766" y="2073250"/>
                </a:lnTo>
                <a:cubicBezTo>
                  <a:pt x="5212766" y="2302261"/>
                  <a:pt x="5027115" y="2487911"/>
                  <a:pt x="4798105" y="2487911"/>
                </a:cubicBezTo>
                <a:lnTo>
                  <a:pt x="414661" y="2487911"/>
                </a:lnTo>
                <a:cubicBezTo>
                  <a:pt x="185650" y="2487911"/>
                  <a:pt x="0" y="2302261"/>
                  <a:pt x="0" y="2073250"/>
                </a:cubicBezTo>
                <a:lnTo>
                  <a:pt x="0" y="4146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7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67B31-3972-4622-9C10-22552CE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988" y="0"/>
            <a:ext cx="1066248" cy="335228"/>
          </a:xfrm>
          <a:custGeom xmlns:a="http://schemas.openxmlformats.org/drawingml/2006/main">
            <a:pathLst>
              <a:path w="1066248" h="335228">
                <a:moveTo>
                  <a:pt x="1066248" y="0"/>
                </a:moveTo>
                <a:lnTo>
                  <a:pt x="0" y="0"/>
                </a:lnTo>
                <a:lnTo>
                  <a:pt x="0" y="335228"/>
                </a:lnTo>
                <a:lnTo>
                  <a:pt x="1066248" y="335228"/>
                </a:lnTo>
                <a:lnTo>
                  <a:pt x="106624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Phase1">
            <a:extLst xmlns:a="http://schemas.openxmlformats.org/drawingml/2006/main">
              <a:ext uri="{FF2B5EF4-FFF2-40B4-BE49-F238E27FC236}">
                <a16:creationId xmlns:a16="http://schemas.microsoft.com/office/drawing/2014/main" id="{8CEBA796-2728-4E71-A747-804505E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650" y="64460"/>
            <a:ext cx="810469" cy="173080"/>
          </a:xfrm>
          <a:custGeom xmlns:a="http://schemas.openxmlformats.org/drawingml/2006/main">
            <a:pathLst>
              <a:path w="810469" h="173080">
                <a:moveTo>
                  <a:pt x="0" y="170303"/>
                </a:moveTo>
                <a:lnTo>
                  <a:pt x="0" y="694"/>
                </a:lnTo>
                <a:lnTo>
                  <a:pt x="63979" y="694"/>
                </a:lnTo>
                <a:cubicBezTo>
                  <a:pt x="75240" y="694"/>
                  <a:pt x="83841" y="1234"/>
                  <a:pt x="89780" y="2314"/>
                </a:cubicBezTo>
                <a:cubicBezTo>
                  <a:pt x="98110" y="3702"/>
                  <a:pt x="105090" y="6344"/>
                  <a:pt x="110720" y="10239"/>
                </a:cubicBezTo>
                <a:cubicBezTo>
                  <a:pt x="116351" y="14134"/>
                  <a:pt x="120882" y="19591"/>
                  <a:pt x="124315" y="26610"/>
                </a:cubicBezTo>
                <a:cubicBezTo>
                  <a:pt x="127747" y="33629"/>
                  <a:pt x="129463" y="41342"/>
                  <a:pt x="129463" y="49749"/>
                </a:cubicBezTo>
                <a:cubicBezTo>
                  <a:pt x="129463" y="64172"/>
                  <a:pt x="124874" y="76378"/>
                  <a:pt x="115695" y="86367"/>
                </a:cubicBezTo>
                <a:cubicBezTo>
                  <a:pt x="106517" y="96355"/>
                  <a:pt x="89934" y="101349"/>
                  <a:pt x="65946" y="101349"/>
                </a:cubicBezTo>
                <a:lnTo>
                  <a:pt x="22445" y="101349"/>
                </a:lnTo>
                <a:lnTo>
                  <a:pt x="22445" y="170303"/>
                </a:lnTo>
                <a:lnTo>
                  <a:pt x="0" y="170303"/>
                </a:lnTo>
                <a:moveTo>
                  <a:pt x="22445" y="81334"/>
                </a:moveTo>
                <a:lnTo>
                  <a:pt x="66293" y="81334"/>
                </a:lnTo>
                <a:cubicBezTo>
                  <a:pt x="80794" y="81334"/>
                  <a:pt x="91091" y="78634"/>
                  <a:pt x="97184" y="73235"/>
                </a:cubicBezTo>
                <a:cubicBezTo>
                  <a:pt x="103277" y="67836"/>
                  <a:pt x="106324" y="60239"/>
                  <a:pt x="106324" y="50443"/>
                </a:cubicBezTo>
                <a:cubicBezTo>
                  <a:pt x="106324" y="43347"/>
                  <a:pt x="104531" y="37273"/>
                  <a:pt x="100944" y="32221"/>
                </a:cubicBezTo>
                <a:cubicBezTo>
                  <a:pt x="97358" y="27169"/>
                  <a:pt x="92633" y="23833"/>
                  <a:pt x="86771" y="22213"/>
                </a:cubicBezTo>
                <a:cubicBezTo>
                  <a:pt x="82992" y="21211"/>
                  <a:pt x="76012" y="20709"/>
                  <a:pt x="65831" y="20709"/>
                </a:cubicBezTo>
                <a:lnTo>
                  <a:pt x="22445" y="20709"/>
                </a:lnTo>
                <a:lnTo>
                  <a:pt x="22445" y="81334"/>
                </a:lnTo>
                <a:close/>
                <a:moveTo>
                  <a:pt x="155310" y="170303"/>
                </a:moveTo>
                <a:lnTo>
                  <a:pt x="155310" y="694"/>
                </a:lnTo>
                <a:lnTo>
                  <a:pt x="176135" y="694"/>
                </a:lnTo>
                <a:lnTo>
                  <a:pt x="176135" y="61550"/>
                </a:lnTo>
                <a:cubicBezTo>
                  <a:pt x="185853" y="50289"/>
                  <a:pt x="198117" y="44658"/>
                  <a:pt x="212926" y="44658"/>
                </a:cubicBezTo>
                <a:cubicBezTo>
                  <a:pt x="222027" y="44658"/>
                  <a:pt x="229933" y="46452"/>
                  <a:pt x="236643" y="50038"/>
                </a:cubicBezTo>
                <a:cubicBezTo>
                  <a:pt x="243354" y="53625"/>
                  <a:pt x="248155" y="58580"/>
                  <a:pt x="251047" y="64905"/>
                </a:cubicBezTo>
                <a:cubicBezTo>
                  <a:pt x="253940" y="71230"/>
                  <a:pt x="255386" y="80408"/>
                  <a:pt x="255386" y="92441"/>
                </a:cubicBezTo>
                <a:lnTo>
                  <a:pt x="255386" y="170303"/>
                </a:lnTo>
                <a:lnTo>
                  <a:pt x="234561" y="170303"/>
                </a:lnTo>
                <a:lnTo>
                  <a:pt x="234561" y="92441"/>
                </a:lnTo>
                <a:cubicBezTo>
                  <a:pt x="234561" y="82028"/>
                  <a:pt x="232305" y="74450"/>
                  <a:pt x="227793" y="69706"/>
                </a:cubicBezTo>
                <a:cubicBezTo>
                  <a:pt x="223281" y="64963"/>
                  <a:pt x="216898" y="62591"/>
                  <a:pt x="208645" y="62591"/>
                </a:cubicBezTo>
                <a:cubicBezTo>
                  <a:pt x="202475" y="62591"/>
                  <a:pt x="196671" y="64192"/>
                  <a:pt x="191233" y="67392"/>
                </a:cubicBezTo>
                <a:cubicBezTo>
                  <a:pt x="185795" y="70593"/>
                  <a:pt x="181920" y="74932"/>
                  <a:pt x="179606" y="80408"/>
                </a:cubicBezTo>
                <a:cubicBezTo>
                  <a:pt x="177292" y="85884"/>
                  <a:pt x="176135" y="93443"/>
                  <a:pt x="176135" y="103084"/>
                </a:cubicBezTo>
                <a:lnTo>
                  <a:pt x="176135" y="170303"/>
                </a:lnTo>
                <a:lnTo>
                  <a:pt x="155310" y="170303"/>
                </a:lnTo>
                <a:close/>
                <a:moveTo>
                  <a:pt x="363839" y="155147"/>
                </a:moveTo>
                <a:cubicBezTo>
                  <a:pt x="356126" y="161703"/>
                  <a:pt x="348702" y="166331"/>
                  <a:pt x="341567" y="169031"/>
                </a:cubicBezTo>
                <a:cubicBezTo>
                  <a:pt x="334433" y="171730"/>
                  <a:pt x="326778" y="173080"/>
                  <a:pt x="318602" y="173080"/>
                </a:cubicBezTo>
                <a:cubicBezTo>
                  <a:pt x="305104" y="173080"/>
                  <a:pt x="294730" y="169783"/>
                  <a:pt x="287480" y="163188"/>
                </a:cubicBezTo>
                <a:cubicBezTo>
                  <a:pt x="280230" y="156594"/>
                  <a:pt x="276605" y="148167"/>
                  <a:pt x="276605" y="137909"/>
                </a:cubicBezTo>
                <a:cubicBezTo>
                  <a:pt x="276605" y="131893"/>
                  <a:pt x="277974" y="126397"/>
                  <a:pt x="280712" y="121422"/>
                </a:cubicBezTo>
                <a:cubicBezTo>
                  <a:pt x="283450" y="116447"/>
                  <a:pt x="287036" y="112456"/>
                  <a:pt x="291471" y="109448"/>
                </a:cubicBezTo>
                <a:cubicBezTo>
                  <a:pt x="295906" y="106440"/>
                  <a:pt x="300901" y="104164"/>
                  <a:pt x="306454" y="102622"/>
                </a:cubicBezTo>
                <a:cubicBezTo>
                  <a:pt x="310542" y="101542"/>
                  <a:pt x="316712" y="100501"/>
                  <a:pt x="324965" y="99498"/>
                </a:cubicBezTo>
                <a:cubicBezTo>
                  <a:pt x="341780" y="97493"/>
                  <a:pt x="354159" y="95102"/>
                  <a:pt x="362103" y="92325"/>
                </a:cubicBezTo>
                <a:cubicBezTo>
                  <a:pt x="362180" y="89471"/>
                  <a:pt x="362219" y="87658"/>
                  <a:pt x="362219" y="86887"/>
                </a:cubicBezTo>
                <a:cubicBezTo>
                  <a:pt x="362219" y="78403"/>
                  <a:pt x="360252" y="72425"/>
                  <a:pt x="356319" y="68954"/>
                </a:cubicBezTo>
                <a:cubicBezTo>
                  <a:pt x="350997" y="64249"/>
                  <a:pt x="343091" y="61897"/>
                  <a:pt x="332601" y="61897"/>
                </a:cubicBezTo>
                <a:cubicBezTo>
                  <a:pt x="322806" y="61897"/>
                  <a:pt x="315575" y="63613"/>
                  <a:pt x="310908" y="67045"/>
                </a:cubicBezTo>
                <a:cubicBezTo>
                  <a:pt x="306242" y="70478"/>
                  <a:pt x="302790" y="76552"/>
                  <a:pt x="300553" y="85267"/>
                </a:cubicBezTo>
                <a:lnTo>
                  <a:pt x="280191" y="82491"/>
                </a:lnTo>
                <a:cubicBezTo>
                  <a:pt x="282042" y="73775"/>
                  <a:pt x="285089" y="66737"/>
                  <a:pt x="289331" y="61376"/>
                </a:cubicBezTo>
                <a:cubicBezTo>
                  <a:pt x="293573" y="56016"/>
                  <a:pt x="299705" y="51889"/>
                  <a:pt x="307727" y="48997"/>
                </a:cubicBezTo>
                <a:cubicBezTo>
                  <a:pt x="315748" y="46105"/>
                  <a:pt x="325042" y="44658"/>
                  <a:pt x="335609" y="44658"/>
                </a:cubicBezTo>
                <a:cubicBezTo>
                  <a:pt x="346099" y="44658"/>
                  <a:pt x="354622" y="45892"/>
                  <a:pt x="361178" y="48361"/>
                </a:cubicBezTo>
                <a:cubicBezTo>
                  <a:pt x="367734" y="50829"/>
                  <a:pt x="372554" y="53933"/>
                  <a:pt x="375640" y="57674"/>
                </a:cubicBezTo>
                <a:cubicBezTo>
                  <a:pt x="378725" y="61415"/>
                  <a:pt x="380885" y="66139"/>
                  <a:pt x="382119" y="71847"/>
                </a:cubicBezTo>
                <a:cubicBezTo>
                  <a:pt x="382813" y="75395"/>
                  <a:pt x="383160" y="81797"/>
                  <a:pt x="383160" y="91052"/>
                </a:cubicBezTo>
                <a:lnTo>
                  <a:pt x="383160" y="118819"/>
                </a:lnTo>
                <a:cubicBezTo>
                  <a:pt x="383160" y="138179"/>
                  <a:pt x="383603" y="150423"/>
                  <a:pt x="384490" y="155552"/>
                </a:cubicBezTo>
                <a:cubicBezTo>
                  <a:pt x="385377" y="160681"/>
                  <a:pt x="387132" y="165598"/>
                  <a:pt x="389754" y="170303"/>
                </a:cubicBezTo>
                <a:lnTo>
                  <a:pt x="368004" y="170303"/>
                </a:lnTo>
                <a:cubicBezTo>
                  <a:pt x="365844" y="165984"/>
                  <a:pt x="364456" y="160932"/>
                  <a:pt x="363839" y="155147"/>
                </a:cubicBezTo>
                <a:moveTo>
                  <a:pt x="362103" y="108638"/>
                </a:moveTo>
                <a:cubicBezTo>
                  <a:pt x="354545" y="111723"/>
                  <a:pt x="343206" y="114345"/>
                  <a:pt x="328089" y="116505"/>
                </a:cubicBezTo>
                <a:cubicBezTo>
                  <a:pt x="319527" y="117739"/>
                  <a:pt x="313473" y="119128"/>
                  <a:pt x="309925" y="120670"/>
                </a:cubicBezTo>
                <a:cubicBezTo>
                  <a:pt x="306377" y="122213"/>
                  <a:pt x="303639" y="124469"/>
                  <a:pt x="301710" y="127438"/>
                </a:cubicBezTo>
                <a:cubicBezTo>
                  <a:pt x="299782" y="130408"/>
                  <a:pt x="298818" y="133705"/>
                  <a:pt x="298818" y="137330"/>
                </a:cubicBezTo>
                <a:cubicBezTo>
                  <a:pt x="298818" y="142884"/>
                  <a:pt x="300920" y="147511"/>
                  <a:pt x="305123" y="151214"/>
                </a:cubicBezTo>
                <a:cubicBezTo>
                  <a:pt x="309327" y="154916"/>
                  <a:pt x="315478" y="156767"/>
                  <a:pt x="323577" y="156767"/>
                </a:cubicBezTo>
                <a:cubicBezTo>
                  <a:pt x="331598" y="156767"/>
                  <a:pt x="338733" y="155012"/>
                  <a:pt x="344980" y="151503"/>
                </a:cubicBezTo>
                <a:cubicBezTo>
                  <a:pt x="351228" y="147994"/>
                  <a:pt x="355817" y="143192"/>
                  <a:pt x="358748" y="137099"/>
                </a:cubicBezTo>
                <a:cubicBezTo>
                  <a:pt x="360985" y="132394"/>
                  <a:pt x="362103" y="125452"/>
                  <a:pt x="362103" y="116274"/>
                </a:cubicBezTo>
                <a:lnTo>
                  <a:pt x="362103" y="108638"/>
                </a:lnTo>
                <a:close/>
                <a:moveTo>
                  <a:pt x="403684" y="133628"/>
                </a:moveTo>
                <a:lnTo>
                  <a:pt x="424278" y="130389"/>
                </a:lnTo>
                <a:cubicBezTo>
                  <a:pt x="425435" y="138641"/>
                  <a:pt x="428655" y="144966"/>
                  <a:pt x="433939" y="149363"/>
                </a:cubicBezTo>
                <a:cubicBezTo>
                  <a:pt x="439222" y="153759"/>
                  <a:pt x="446607" y="155957"/>
                  <a:pt x="456094" y="155957"/>
                </a:cubicBezTo>
                <a:cubicBezTo>
                  <a:pt x="465659" y="155957"/>
                  <a:pt x="472755" y="154010"/>
                  <a:pt x="477382" y="150115"/>
                </a:cubicBezTo>
                <a:cubicBezTo>
                  <a:pt x="482010" y="146220"/>
                  <a:pt x="484324" y="141650"/>
                  <a:pt x="484324" y="136405"/>
                </a:cubicBezTo>
                <a:cubicBezTo>
                  <a:pt x="484324" y="131700"/>
                  <a:pt x="482280" y="127998"/>
                  <a:pt x="478192" y="125298"/>
                </a:cubicBezTo>
                <a:cubicBezTo>
                  <a:pt x="475338" y="123447"/>
                  <a:pt x="468242" y="121094"/>
                  <a:pt x="456904" y="118241"/>
                </a:cubicBezTo>
                <a:cubicBezTo>
                  <a:pt x="441633" y="114384"/>
                  <a:pt x="431046" y="111048"/>
                  <a:pt x="425146" y="108233"/>
                </a:cubicBezTo>
                <a:cubicBezTo>
                  <a:pt x="419246" y="105418"/>
                  <a:pt x="414772" y="101523"/>
                  <a:pt x="411725" y="96548"/>
                </a:cubicBezTo>
                <a:cubicBezTo>
                  <a:pt x="408679" y="91573"/>
                  <a:pt x="407155" y="86077"/>
                  <a:pt x="407155" y="80061"/>
                </a:cubicBezTo>
                <a:cubicBezTo>
                  <a:pt x="407155" y="74585"/>
                  <a:pt x="408409" y="69514"/>
                  <a:pt x="410915" y="64847"/>
                </a:cubicBezTo>
                <a:cubicBezTo>
                  <a:pt x="413422" y="60181"/>
                  <a:pt x="416835" y="56305"/>
                  <a:pt x="421154" y="53220"/>
                </a:cubicBezTo>
                <a:cubicBezTo>
                  <a:pt x="424394" y="50829"/>
                  <a:pt x="428810" y="48804"/>
                  <a:pt x="434402" y="47146"/>
                </a:cubicBezTo>
                <a:cubicBezTo>
                  <a:pt x="439994" y="45488"/>
                  <a:pt x="445990" y="44658"/>
                  <a:pt x="452392" y="44658"/>
                </a:cubicBezTo>
                <a:cubicBezTo>
                  <a:pt x="462033" y="44658"/>
                  <a:pt x="470499" y="46047"/>
                  <a:pt x="477787" y="48823"/>
                </a:cubicBezTo>
                <a:cubicBezTo>
                  <a:pt x="485076" y="51600"/>
                  <a:pt x="490456" y="55360"/>
                  <a:pt x="493927" y="60104"/>
                </a:cubicBezTo>
                <a:cubicBezTo>
                  <a:pt x="497398" y="64847"/>
                  <a:pt x="499789" y="71191"/>
                  <a:pt x="501100" y="79136"/>
                </a:cubicBezTo>
                <a:lnTo>
                  <a:pt x="480738" y="81912"/>
                </a:lnTo>
                <a:cubicBezTo>
                  <a:pt x="479812" y="75588"/>
                  <a:pt x="477132" y="70651"/>
                  <a:pt x="472697" y="67103"/>
                </a:cubicBezTo>
                <a:cubicBezTo>
                  <a:pt x="468262" y="63555"/>
                  <a:pt x="461995" y="61781"/>
                  <a:pt x="453896" y="61781"/>
                </a:cubicBezTo>
                <a:cubicBezTo>
                  <a:pt x="444332" y="61781"/>
                  <a:pt x="437506" y="63362"/>
                  <a:pt x="433418" y="66525"/>
                </a:cubicBezTo>
                <a:cubicBezTo>
                  <a:pt x="429330" y="69687"/>
                  <a:pt x="427286" y="73389"/>
                  <a:pt x="427286" y="77632"/>
                </a:cubicBezTo>
                <a:cubicBezTo>
                  <a:pt x="427286" y="80331"/>
                  <a:pt x="428135" y="82761"/>
                  <a:pt x="429832" y="84920"/>
                </a:cubicBezTo>
                <a:cubicBezTo>
                  <a:pt x="431528" y="87157"/>
                  <a:pt x="434189" y="89008"/>
                  <a:pt x="437815" y="90474"/>
                </a:cubicBezTo>
                <a:cubicBezTo>
                  <a:pt x="439897" y="91245"/>
                  <a:pt x="446029" y="93019"/>
                  <a:pt x="456210" y="95796"/>
                </a:cubicBezTo>
                <a:cubicBezTo>
                  <a:pt x="470942" y="99729"/>
                  <a:pt x="481220" y="102949"/>
                  <a:pt x="487043" y="105456"/>
                </a:cubicBezTo>
                <a:cubicBezTo>
                  <a:pt x="492866" y="107963"/>
                  <a:pt x="497436" y="111607"/>
                  <a:pt x="500753" y="116389"/>
                </a:cubicBezTo>
                <a:cubicBezTo>
                  <a:pt x="504069" y="121172"/>
                  <a:pt x="505728" y="127111"/>
                  <a:pt x="505728" y="134207"/>
                </a:cubicBezTo>
                <a:cubicBezTo>
                  <a:pt x="505728" y="141148"/>
                  <a:pt x="503703" y="147685"/>
                  <a:pt x="499654" y="153817"/>
                </a:cubicBezTo>
                <a:cubicBezTo>
                  <a:pt x="495604" y="159949"/>
                  <a:pt x="489762" y="164692"/>
                  <a:pt x="482126" y="168047"/>
                </a:cubicBezTo>
                <a:cubicBezTo>
                  <a:pt x="474490" y="171403"/>
                  <a:pt x="465851" y="173080"/>
                  <a:pt x="456210" y="173080"/>
                </a:cubicBezTo>
                <a:cubicBezTo>
                  <a:pt x="440244" y="173080"/>
                  <a:pt x="428077" y="169764"/>
                  <a:pt x="419708" y="163130"/>
                </a:cubicBezTo>
                <a:cubicBezTo>
                  <a:pt x="411340" y="156497"/>
                  <a:pt x="405998" y="146663"/>
                  <a:pt x="403684" y="133628"/>
                </a:cubicBezTo>
                <a:close/>
                <a:moveTo>
                  <a:pt x="614597" y="130736"/>
                </a:moveTo>
                <a:lnTo>
                  <a:pt x="636117" y="133397"/>
                </a:lnTo>
                <a:cubicBezTo>
                  <a:pt x="632723" y="145969"/>
                  <a:pt x="626437" y="155726"/>
                  <a:pt x="617258" y="162668"/>
                </a:cubicBezTo>
                <a:cubicBezTo>
                  <a:pt x="608080" y="169609"/>
                  <a:pt x="596356" y="173080"/>
                  <a:pt x="582087" y="173080"/>
                </a:cubicBezTo>
                <a:cubicBezTo>
                  <a:pt x="564116" y="173080"/>
                  <a:pt x="549866" y="167546"/>
                  <a:pt x="539337" y="156478"/>
                </a:cubicBezTo>
                <a:cubicBezTo>
                  <a:pt x="528809" y="145410"/>
                  <a:pt x="523545" y="129887"/>
                  <a:pt x="523545" y="109911"/>
                </a:cubicBezTo>
                <a:cubicBezTo>
                  <a:pt x="523545" y="89240"/>
                  <a:pt x="528867" y="73197"/>
                  <a:pt x="539511" y="61781"/>
                </a:cubicBezTo>
                <a:cubicBezTo>
                  <a:pt x="550155" y="50366"/>
                  <a:pt x="563961" y="44658"/>
                  <a:pt x="580930" y="44658"/>
                </a:cubicBezTo>
                <a:cubicBezTo>
                  <a:pt x="597359" y="44658"/>
                  <a:pt x="610779" y="50250"/>
                  <a:pt x="621192" y="61434"/>
                </a:cubicBezTo>
                <a:cubicBezTo>
                  <a:pt x="631604" y="72618"/>
                  <a:pt x="636811" y="88353"/>
                  <a:pt x="636811" y="108638"/>
                </a:cubicBezTo>
                <a:cubicBezTo>
                  <a:pt x="636811" y="109872"/>
                  <a:pt x="636772" y="111723"/>
                  <a:pt x="636695" y="114191"/>
                </a:cubicBezTo>
                <a:lnTo>
                  <a:pt x="545064" y="114191"/>
                </a:lnTo>
                <a:cubicBezTo>
                  <a:pt x="545836" y="127689"/>
                  <a:pt x="549654" y="138024"/>
                  <a:pt x="556518" y="145198"/>
                </a:cubicBezTo>
                <a:cubicBezTo>
                  <a:pt x="563383" y="152371"/>
                  <a:pt x="571944" y="155957"/>
                  <a:pt x="582203" y="155957"/>
                </a:cubicBezTo>
                <a:cubicBezTo>
                  <a:pt x="589838" y="155957"/>
                  <a:pt x="596356" y="153952"/>
                  <a:pt x="601755" y="149941"/>
                </a:cubicBezTo>
                <a:cubicBezTo>
                  <a:pt x="607154" y="145930"/>
                  <a:pt x="611435" y="139528"/>
                  <a:pt x="614597" y="130736"/>
                </a:cubicBezTo>
                <a:moveTo>
                  <a:pt x="546221" y="97068"/>
                </a:moveTo>
                <a:lnTo>
                  <a:pt x="614829" y="97068"/>
                </a:lnTo>
                <a:cubicBezTo>
                  <a:pt x="613903" y="86733"/>
                  <a:pt x="611281" y="78981"/>
                  <a:pt x="606961" y="73814"/>
                </a:cubicBezTo>
                <a:cubicBezTo>
                  <a:pt x="600328" y="65792"/>
                  <a:pt x="591728" y="61781"/>
                  <a:pt x="581161" y="61781"/>
                </a:cubicBezTo>
                <a:cubicBezTo>
                  <a:pt x="571597" y="61781"/>
                  <a:pt x="563556" y="64982"/>
                  <a:pt x="557039" y="71384"/>
                </a:cubicBezTo>
                <a:cubicBezTo>
                  <a:pt x="550521" y="77786"/>
                  <a:pt x="546916" y="86347"/>
                  <a:pt x="546221" y="97068"/>
                </a:cubicBezTo>
                <a:close/>
                <a:moveTo>
                  <a:pt x="810469" y="170303"/>
                </a:moveTo>
                <a:lnTo>
                  <a:pt x="789644" y="170303"/>
                </a:lnTo>
                <a:lnTo>
                  <a:pt x="789644" y="37601"/>
                </a:lnTo>
                <a:cubicBezTo>
                  <a:pt x="784630" y="42383"/>
                  <a:pt x="778055" y="47165"/>
                  <a:pt x="769918" y="51947"/>
                </a:cubicBezTo>
                <a:cubicBezTo>
                  <a:pt x="761781" y="56729"/>
                  <a:pt x="754473" y="60316"/>
                  <a:pt x="747994" y="62707"/>
                </a:cubicBezTo>
                <a:lnTo>
                  <a:pt x="747994" y="42576"/>
                </a:lnTo>
                <a:cubicBezTo>
                  <a:pt x="759640" y="37100"/>
                  <a:pt x="769821" y="30466"/>
                  <a:pt x="778537" y="22676"/>
                </a:cubicBezTo>
                <a:cubicBezTo>
                  <a:pt x="787253" y="14886"/>
                  <a:pt x="793423" y="7327"/>
                  <a:pt x="797048" y="0"/>
                </a:cubicBezTo>
                <a:lnTo>
                  <a:pt x="810469" y="0"/>
                </a:lnTo>
                <a:lnTo>
                  <a:pt x="810469" y="1703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51C99-F6AD-486F-A2CA-5B41D6B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40" y="2887311"/>
            <a:ext cx="5212766" cy="2557020"/>
          </a:xfrm>
          <a:custGeom xmlns:a="http://schemas.openxmlformats.org/drawingml/2006/main">
            <a:pathLst>
              <a:path w="5212766" h="2557020" fill="none">
                <a:moveTo>
                  <a:pt x="0" y="426178"/>
                </a:moveTo>
                <a:cubicBezTo>
                  <a:pt x="0" y="190806"/>
                  <a:pt x="190806" y="0"/>
                  <a:pt x="426177" y="0"/>
                </a:cubicBezTo>
                <a:lnTo>
                  <a:pt x="4786589" y="0"/>
                </a:lnTo>
                <a:cubicBezTo>
                  <a:pt x="5021960" y="0"/>
                  <a:pt x="5212766" y="190806"/>
                  <a:pt x="5212766" y="426178"/>
                </a:cubicBezTo>
                <a:lnTo>
                  <a:pt x="5212766" y="2130842"/>
                </a:lnTo>
                <a:cubicBezTo>
                  <a:pt x="5212766" y="2366214"/>
                  <a:pt x="5021960" y="2557020"/>
                  <a:pt x="4786589" y="2557020"/>
                </a:cubicBezTo>
                <a:lnTo>
                  <a:pt x="426177" y="2557020"/>
                </a:lnTo>
                <a:cubicBezTo>
                  <a:pt x="190806" y="2557020"/>
                  <a:pt x="0" y="2366214"/>
                  <a:pt x="0" y="2130842"/>
                </a:cubicBezTo>
                <a:lnTo>
                  <a:pt x="0" y="4261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7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FB15F-3162-4A6B-A699-4C0D40C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988" y="2704667"/>
            <a:ext cx="1066248" cy="355416"/>
          </a:xfrm>
          <a:custGeom xmlns:a="http://schemas.openxmlformats.org/drawingml/2006/main">
            <a:pathLst>
              <a:path w="1066248" h="355416">
                <a:moveTo>
                  <a:pt x="0" y="355416"/>
                </a:moveTo>
                <a:lnTo>
                  <a:pt x="1066248" y="355416"/>
                </a:lnTo>
                <a:lnTo>
                  <a:pt x="1066248" y="0"/>
                </a:lnTo>
                <a:lnTo>
                  <a:pt x="0" y="0"/>
                </a:lnTo>
                <a:lnTo>
                  <a:pt x="0" y="3554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Phase2">
            <a:extLst xmlns:a="http://schemas.openxmlformats.org/drawingml/2006/main">
              <a:ext uri="{FF2B5EF4-FFF2-40B4-BE49-F238E27FC236}">
                <a16:creationId xmlns:a16="http://schemas.microsoft.com/office/drawing/2014/main" id="{E2828E66-52D1-4DE8-87AA-A5759C8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650" y="2797913"/>
            <a:ext cx="841475" cy="173080"/>
          </a:xfrm>
          <a:custGeom xmlns:a="http://schemas.openxmlformats.org/drawingml/2006/main">
            <a:pathLst>
              <a:path w="841475" h="173080">
                <a:moveTo>
                  <a:pt x="0" y="170303"/>
                </a:moveTo>
                <a:lnTo>
                  <a:pt x="0" y="694"/>
                </a:lnTo>
                <a:lnTo>
                  <a:pt x="63979" y="694"/>
                </a:lnTo>
                <a:cubicBezTo>
                  <a:pt x="75240" y="694"/>
                  <a:pt x="83841" y="1234"/>
                  <a:pt x="89780" y="2314"/>
                </a:cubicBezTo>
                <a:cubicBezTo>
                  <a:pt x="98110" y="3702"/>
                  <a:pt x="105090" y="6344"/>
                  <a:pt x="110720" y="10239"/>
                </a:cubicBezTo>
                <a:cubicBezTo>
                  <a:pt x="116351" y="14134"/>
                  <a:pt x="120882" y="19591"/>
                  <a:pt x="124315" y="26610"/>
                </a:cubicBezTo>
                <a:cubicBezTo>
                  <a:pt x="127747" y="33629"/>
                  <a:pt x="129463" y="41342"/>
                  <a:pt x="129463" y="49749"/>
                </a:cubicBezTo>
                <a:cubicBezTo>
                  <a:pt x="129463" y="64172"/>
                  <a:pt x="124874" y="76378"/>
                  <a:pt x="115695" y="86367"/>
                </a:cubicBezTo>
                <a:cubicBezTo>
                  <a:pt x="106517" y="96355"/>
                  <a:pt x="89934" y="101349"/>
                  <a:pt x="65946" y="101349"/>
                </a:cubicBezTo>
                <a:lnTo>
                  <a:pt x="22445" y="101349"/>
                </a:lnTo>
                <a:lnTo>
                  <a:pt x="22445" y="170303"/>
                </a:lnTo>
                <a:lnTo>
                  <a:pt x="0" y="170303"/>
                </a:lnTo>
                <a:moveTo>
                  <a:pt x="22445" y="81334"/>
                </a:moveTo>
                <a:lnTo>
                  <a:pt x="66293" y="81334"/>
                </a:lnTo>
                <a:cubicBezTo>
                  <a:pt x="80794" y="81334"/>
                  <a:pt x="91091" y="78634"/>
                  <a:pt x="97184" y="73235"/>
                </a:cubicBezTo>
                <a:cubicBezTo>
                  <a:pt x="103277" y="67836"/>
                  <a:pt x="106324" y="60239"/>
                  <a:pt x="106324" y="50443"/>
                </a:cubicBezTo>
                <a:cubicBezTo>
                  <a:pt x="106324" y="43347"/>
                  <a:pt x="104531" y="37273"/>
                  <a:pt x="100944" y="32221"/>
                </a:cubicBezTo>
                <a:cubicBezTo>
                  <a:pt x="97358" y="27169"/>
                  <a:pt x="92633" y="23833"/>
                  <a:pt x="86771" y="22213"/>
                </a:cubicBezTo>
                <a:cubicBezTo>
                  <a:pt x="82992" y="21211"/>
                  <a:pt x="76012" y="20709"/>
                  <a:pt x="65831" y="20709"/>
                </a:cubicBezTo>
                <a:lnTo>
                  <a:pt x="22445" y="20709"/>
                </a:lnTo>
                <a:lnTo>
                  <a:pt x="22445" y="81334"/>
                </a:lnTo>
                <a:close/>
                <a:moveTo>
                  <a:pt x="155310" y="170303"/>
                </a:moveTo>
                <a:lnTo>
                  <a:pt x="155310" y="694"/>
                </a:lnTo>
                <a:lnTo>
                  <a:pt x="176135" y="694"/>
                </a:lnTo>
                <a:lnTo>
                  <a:pt x="176135" y="61550"/>
                </a:lnTo>
                <a:cubicBezTo>
                  <a:pt x="185853" y="50289"/>
                  <a:pt x="198117" y="44658"/>
                  <a:pt x="212926" y="44658"/>
                </a:cubicBezTo>
                <a:cubicBezTo>
                  <a:pt x="222027" y="44658"/>
                  <a:pt x="229933" y="46452"/>
                  <a:pt x="236643" y="50038"/>
                </a:cubicBezTo>
                <a:cubicBezTo>
                  <a:pt x="243354" y="53625"/>
                  <a:pt x="248155" y="58580"/>
                  <a:pt x="251047" y="64905"/>
                </a:cubicBezTo>
                <a:cubicBezTo>
                  <a:pt x="253940" y="71230"/>
                  <a:pt x="255386" y="80408"/>
                  <a:pt x="255386" y="92441"/>
                </a:cubicBezTo>
                <a:lnTo>
                  <a:pt x="255386" y="170303"/>
                </a:lnTo>
                <a:lnTo>
                  <a:pt x="234561" y="170303"/>
                </a:lnTo>
                <a:lnTo>
                  <a:pt x="234561" y="92441"/>
                </a:lnTo>
                <a:cubicBezTo>
                  <a:pt x="234561" y="82028"/>
                  <a:pt x="232305" y="74450"/>
                  <a:pt x="227793" y="69706"/>
                </a:cubicBezTo>
                <a:cubicBezTo>
                  <a:pt x="223281" y="64963"/>
                  <a:pt x="216898" y="62591"/>
                  <a:pt x="208645" y="62591"/>
                </a:cubicBezTo>
                <a:cubicBezTo>
                  <a:pt x="202475" y="62591"/>
                  <a:pt x="196671" y="64192"/>
                  <a:pt x="191233" y="67392"/>
                </a:cubicBezTo>
                <a:cubicBezTo>
                  <a:pt x="185795" y="70593"/>
                  <a:pt x="181920" y="74932"/>
                  <a:pt x="179606" y="80408"/>
                </a:cubicBezTo>
                <a:cubicBezTo>
                  <a:pt x="177292" y="85884"/>
                  <a:pt x="176135" y="93443"/>
                  <a:pt x="176135" y="103084"/>
                </a:cubicBezTo>
                <a:lnTo>
                  <a:pt x="176135" y="170303"/>
                </a:lnTo>
                <a:lnTo>
                  <a:pt x="155310" y="170303"/>
                </a:lnTo>
                <a:close/>
                <a:moveTo>
                  <a:pt x="363839" y="155147"/>
                </a:moveTo>
                <a:cubicBezTo>
                  <a:pt x="356126" y="161703"/>
                  <a:pt x="348702" y="166331"/>
                  <a:pt x="341567" y="169031"/>
                </a:cubicBezTo>
                <a:cubicBezTo>
                  <a:pt x="334433" y="171730"/>
                  <a:pt x="326778" y="173080"/>
                  <a:pt x="318602" y="173080"/>
                </a:cubicBezTo>
                <a:cubicBezTo>
                  <a:pt x="305104" y="173080"/>
                  <a:pt x="294730" y="169783"/>
                  <a:pt x="287480" y="163188"/>
                </a:cubicBezTo>
                <a:cubicBezTo>
                  <a:pt x="280230" y="156594"/>
                  <a:pt x="276605" y="148167"/>
                  <a:pt x="276605" y="137909"/>
                </a:cubicBezTo>
                <a:cubicBezTo>
                  <a:pt x="276605" y="131893"/>
                  <a:pt x="277974" y="126397"/>
                  <a:pt x="280712" y="121422"/>
                </a:cubicBezTo>
                <a:cubicBezTo>
                  <a:pt x="283450" y="116447"/>
                  <a:pt x="287036" y="112456"/>
                  <a:pt x="291471" y="109448"/>
                </a:cubicBezTo>
                <a:cubicBezTo>
                  <a:pt x="295906" y="106440"/>
                  <a:pt x="300901" y="104164"/>
                  <a:pt x="306454" y="102622"/>
                </a:cubicBezTo>
                <a:cubicBezTo>
                  <a:pt x="310542" y="101542"/>
                  <a:pt x="316712" y="100501"/>
                  <a:pt x="324965" y="99498"/>
                </a:cubicBezTo>
                <a:cubicBezTo>
                  <a:pt x="341780" y="97493"/>
                  <a:pt x="354159" y="95102"/>
                  <a:pt x="362103" y="92325"/>
                </a:cubicBezTo>
                <a:cubicBezTo>
                  <a:pt x="362180" y="89471"/>
                  <a:pt x="362219" y="87658"/>
                  <a:pt x="362219" y="86887"/>
                </a:cubicBezTo>
                <a:cubicBezTo>
                  <a:pt x="362219" y="78403"/>
                  <a:pt x="360252" y="72425"/>
                  <a:pt x="356319" y="68954"/>
                </a:cubicBezTo>
                <a:cubicBezTo>
                  <a:pt x="350997" y="64249"/>
                  <a:pt x="343091" y="61897"/>
                  <a:pt x="332601" y="61897"/>
                </a:cubicBezTo>
                <a:cubicBezTo>
                  <a:pt x="322806" y="61897"/>
                  <a:pt x="315575" y="63613"/>
                  <a:pt x="310908" y="67045"/>
                </a:cubicBezTo>
                <a:cubicBezTo>
                  <a:pt x="306242" y="70478"/>
                  <a:pt x="302790" y="76552"/>
                  <a:pt x="300553" y="85267"/>
                </a:cubicBezTo>
                <a:lnTo>
                  <a:pt x="280191" y="82491"/>
                </a:lnTo>
                <a:cubicBezTo>
                  <a:pt x="282042" y="73775"/>
                  <a:pt x="285089" y="66737"/>
                  <a:pt x="289331" y="61376"/>
                </a:cubicBezTo>
                <a:cubicBezTo>
                  <a:pt x="293573" y="56016"/>
                  <a:pt x="299705" y="51889"/>
                  <a:pt x="307727" y="48997"/>
                </a:cubicBezTo>
                <a:cubicBezTo>
                  <a:pt x="315748" y="46105"/>
                  <a:pt x="325042" y="44658"/>
                  <a:pt x="335609" y="44658"/>
                </a:cubicBezTo>
                <a:cubicBezTo>
                  <a:pt x="346099" y="44658"/>
                  <a:pt x="354622" y="45892"/>
                  <a:pt x="361178" y="48361"/>
                </a:cubicBezTo>
                <a:cubicBezTo>
                  <a:pt x="367734" y="50829"/>
                  <a:pt x="372554" y="53933"/>
                  <a:pt x="375640" y="57674"/>
                </a:cubicBezTo>
                <a:cubicBezTo>
                  <a:pt x="378725" y="61415"/>
                  <a:pt x="380885" y="66139"/>
                  <a:pt x="382119" y="71847"/>
                </a:cubicBezTo>
                <a:cubicBezTo>
                  <a:pt x="382813" y="75395"/>
                  <a:pt x="383160" y="81797"/>
                  <a:pt x="383160" y="91052"/>
                </a:cubicBezTo>
                <a:lnTo>
                  <a:pt x="383160" y="118819"/>
                </a:lnTo>
                <a:cubicBezTo>
                  <a:pt x="383160" y="138179"/>
                  <a:pt x="383603" y="150423"/>
                  <a:pt x="384490" y="155552"/>
                </a:cubicBezTo>
                <a:cubicBezTo>
                  <a:pt x="385377" y="160681"/>
                  <a:pt x="387132" y="165598"/>
                  <a:pt x="389754" y="170303"/>
                </a:cubicBezTo>
                <a:lnTo>
                  <a:pt x="368004" y="170303"/>
                </a:lnTo>
                <a:cubicBezTo>
                  <a:pt x="365844" y="165984"/>
                  <a:pt x="364456" y="160932"/>
                  <a:pt x="363839" y="155147"/>
                </a:cubicBezTo>
                <a:moveTo>
                  <a:pt x="362103" y="108638"/>
                </a:moveTo>
                <a:cubicBezTo>
                  <a:pt x="354545" y="111723"/>
                  <a:pt x="343206" y="114345"/>
                  <a:pt x="328089" y="116505"/>
                </a:cubicBezTo>
                <a:cubicBezTo>
                  <a:pt x="319527" y="117739"/>
                  <a:pt x="313473" y="119128"/>
                  <a:pt x="309925" y="120670"/>
                </a:cubicBezTo>
                <a:cubicBezTo>
                  <a:pt x="306377" y="122213"/>
                  <a:pt x="303639" y="124469"/>
                  <a:pt x="301710" y="127438"/>
                </a:cubicBezTo>
                <a:cubicBezTo>
                  <a:pt x="299782" y="130408"/>
                  <a:pt x="298818" y="133705"/>
                  <a:pt x="298818" y="137330"/>
                </a:cubicBezTo>
                <a:cubicBezTo>
                  <a:pt x="298818" y="142884"/>
                  <a:pt x="300920" y="147511"/>
                  <a:pt x="305123" y="151214"/>
                </a:cubicBezTo>
                <a:cubicBezTo>
                  <a:pt x="309327" y="154916"/>
                  <a:pt x="315478" y="156767"/>
                  <a:pt x="323577" y="156767"/>
                </a:cubicBezTo>
                <a:cubicBezTo>
                  <a:pt x="331598" y="156767"/>
                  <a:pt x="338733" y="155012"/>
                  <a:pt x="344980" y="151503"/>
                </a:cubicBezTo>
                <a:cubicBezTo>
                  <a:pt x="351228" y="147994"/>
                  <a:pt x="355817" y="143192"/>
                  <a:pt x="358748" y="137099"/>
                </a:cubicBezTo>
                <a:cubicBezTo>
                  <a:pt x="360985" y="132394"/>
                  <a:pt x="362103" y="125452"/>
                  <a:pt x="362103" y="116274"/>
                </a:cubicBezTo>
                <a:lnTo>
                  <a:pt x="362103" y="108638"/>
                </a:lnTo>
                <a:close/>
                <a:moveTo>
                  <a:pt x="403684" y="133628"/>
                </a:moveTo>
                <a:lnTo>
                  <a:pt x="424278" y="130389"/>
                </a:lnTo>
                <a:cubicBezTo>
                  <a:pt x="425435" y="138641"/>
                  <a:pt x="428655" y="144966"/>
                  <a:pt x="433939" y="149363"/>
                </a:cubicBezTo>
                <a:cubicBezTo>
                  <a:pt x="439222" y="153759"/>
                  <a:pt x="446607" y="155957"/>
                  <a:pt x="456094" y="155957"/>
                </a:cubicBezTo>
                <a:cubicBezTo>
                  <a:pt x="465659" y="155957"/>
                  <a:pt x="472755" y="154010"/>
                  <a:pt x="477382" y="150115"/>
                </a:cubicBezTo>
                <a:cubicBezTo>
                  <a:pt x="482010" y="146220"/>
                  <a:pt x="484324" y="141650"/>
                  <a:pt x="484324" y="136405"/>
                </a:cubicBezTo>
                <a:cubicBezTo>
                  <a:pt x="484324" y="131700"/>
                  <a:pt x="482280" y="127998"/>
                  <a:pt x="478192" y="125298"/>
                </a:cubicBezTo>
                <a:cubicBezTo>
                  <a:pt x="475338" y="123447"/>
                  <a:pt x="468242" y="121094"/>
                  <a:pt x="456904" y="118241"/>
                </a:cubicBezTo>
                <a:cubicBezTo>
                  <a:pt x="441633" y="114384"/>
                  <a:pt x="431046" y="111048"/>
                  <a:pt x="425146" y="108233"/>
                </a:cubicBezTo>
                <a:cubicBezTo>
                  <a:pt x="419246" y="105418"/>
                  <a:pt x="414772" y="101523"/>
                  <a:pt x="411725" y="96548"/>
                </a:cubicBezTo>
                <a:cubicBezTo>
                  <a:pt x="408679" y="91573"/>
                  <a:pt x="407155" y="86077"/>
                  <a:pt x="407155" y="80061"/>
                </a:cubicBezTo>
                <a:cubicBezTo>
                  <a:pt x="407155" y="74585"/>
                  <a:pt x="408409" y="69514"/>
                  <a:pt x="410915" y="64847"/>
                </a:cubicBezTo>
                <a:cubicBezTo>
                  <a:pt x="413422" y="60181"/>
                  <a:pt x="416835" y="56305"/>
                  <a:pt x="421154" y="53220"/>
                </a:cubicBezTo>
                <a:cubicBezTo>
                  <a:pt x="424394" y="50829"/>
                  <a:pt x="428810" y="48804"/>
                  <a:pt x="434402" y="47146"/>
                </a:cubicBezTo>
                <a:cubicBezTo>
                  <a:pt x="439994" y="45488"/>
                  <a:pt x="445990" y="44658"/>
                  <a:pt x="452392" y="44658"/>
                </a:cubicBezTo>
                <a:cubicBezTo>
                  <a:pt x="462033" y="44658"/>
                  <a:pt x="470499" y="46047"/>
                  <a:pt x="477787" y="48823"/>
                </a:cubicBezTo>
                <a:cubicBezTo>
                  <a:pt x="485076" y="51600"/>
                  <a:pt x="490456" y="55360"/>
                  <a:pt x="493927" y="60104"/>
                </a:cubicBezTo>
                <a:cubicBezTo>
                  <a:pt x="497398" y="64847"/>
                  <a:pt x="499789" y="71191"/>
                  <a:pt x="501100" y="79136"/>
                </a:cubicBezTo>
                <a:lnTo>
                  <a:pt x="480738" y="81912"/>
                </a:lnTo>
                <a:cubicBezTo>
                  <a:pt x="479812" y="75588"/>
                  <a:pt x="477132" y="70651"/>
                  <a:pt x="472697" y="67103"/>
                </a:cubicBezTo>
                <a:cubicBezTo>
                  <a:pt x="468262" y="63555"/>
                  <a:pt x="461995" y="61781"/>
                  <a:pt x="453896" y="61781"/>
                </a:cubicBezTo>
                <a:cubicBezTo>
                  <a:pt x="444332" y="61781"/>
                  <a:pt x="437506" y="63362"/>
                  <a:pt x="433418" y="66525"/>
                </a:cubicBezTo>
                <a:cubicBezTo>
                  <a:pt x="429330" y="69687"/>
                  <a:pt x="427286" y="73389"/>
                  <a:pt x="427286" y="77632"/>
                </a:cubicBezTo>
                <a:cubicBezTo>
                  <a:pt x="427286" y="80331"/>
                  <a:pt x="428135" y="82761"/>
                  <a:pt x="429832" y="84920"/>
                </a:cubicBezTo>
                <a:cubicBezTo>
                  <a:pt x="431528" y="87157"/>
                  <a:pt x="434189" y="89008"/>
                  <a:pt x="437815" y="90474"/>
                </a:cubicBezTo>
                <a:cubicBezTo>
                  <a:pt x="439897" y="91245"/>
                  <a:pt x="446029" y="93019"/>
                  <a:pt x="456210" y="95796"/>
                </a:cubicBezTo>
                <a:cubicBezTo>
                  <a:pt x="470942" y="99729"/>
                  <a:pt x="481220" y="102949"/>
                  <a:pt x="487043" y="105456"/>
                </a:cubicBezTo>
                <a:cubicBezTo>
                  <a:pt x="492866" y="107963"/>
                  <a:pt x="497436" y="111607"/>
                  <a:pt x="500753" y="116389"/>
                </a:cubicBezTo>
                <a:cubicBezTo>
                  <a:pt x="504069" y="121172"/>
                  <a:pt x="505728" y="127111"/>
                  <a:pt x="505728" y="134207"/>
                </a:cubicBezTo>
                <a:cubicBezTo>
                  <a:pt x="505728" y="141148"/>
                  <a:pt x="503703" y="147685"/>
                  <a:pt x="499654" y="153817"/>
                </a:cubicBezTo>
                <a:cubicBezTo>
                  <a:pt x="495604" y="159949"/>
                  <a:pt x="489762" y="164692"/>
                  <a:pt x="482126" y="168047"/>
                </a:cubicBezTo>
                <a:cubicBezTo>
                  <a:pt x="474490" y="171403"/>
                  <a:pt x="465851" y="173080"/>
                  <a:pt x="456210" y="173080"/>
                </a:cubicBezTo>
                <a:cubicBezTo>
                  <a:pt x="440244" y="173080"/>
                  <a:pt x="428077" y="169764"/>
                  <a:pt x="419708" y="163130"/>
                </a:cubicBezTo>
                <a:cubicBezTo>
                  <a:pt x="411340" y="156497"/>
                  <a:pt x="405998" y="146663"/>
                  <a:pt x="403684" y="133628"/>
                </a:cubicBezTo>
                <a:close/>
                <a:moveTo>
                  <a:pt x="614597" y="130736"/>
                </a:moveTo>
                <a:lnTo>
                  <a:pt x="636117" y="133397"/>
                </a:lnTo>
                <a:cubicBezTo>
                  <a:pt x="632723" y="145969"/>
                  <a:pt x="626437" y="155726"/>
                  <a:pt x="617258" y="162668"/>
                </a:cubicBezTo>
                <a:cubicBezTo>
                  <a:pt x="608080" y="169609"/>
                  <a:pt x="596356" y="173080"/>
                  <a:pt x="582087" y="173080"/>
                </a:cubicBezTo>
                <a:cubicBezTo>
                  <a:pt x="564116" y="173080"/>
                  <a:pt x="549866" y="167546"/>
                  <a:pt x="539337" y="156478"/>
                </a:cubicBezTo>
                <a:cubicBezTo>
                  <a:pt x="528809" y="145410"/>
                  <a:pt x="523545" y="129887"/>
                  <a:pt x="523545" y="109911"/>
                </a:cubicBezTo>
                <a:cubicBezTo>
                  <a:pt x="523545" y="89240"/>
                  <a:pt x="528867" y="73197"/>
                  <a:pt x="539511" y="61781"/>
                </a:cubicBezTo>
                <a:cubicBezTo>
                  <a:pt x="550155" y="50366"/>
                  <a:pt x="563961" y="44658"/>
                  <a:pt x="580930" y="44658"/>
                </a:cubicBezTo>
                <a:cubicBezTo>
                  <a:pt x="597359" y="44658"/>
                  <a:pt x="610779" y="50250"/>
                  <a:pt x="621192" y="61434"/>
                </a:cubicBezTo>
                <a:cubicBezTo>
                  <a:pt x="631604" y="72618"/>
                  <a:pt x="636811" y="88353"/>
                  <a:pt x="636811" y="108638"/>
                </a:cubicBezTo>
                <a:cubicBezTo>
                  <a:pt x="636811" y="109872"/>
                  <a:pt x="636772" y="111723"/>
                  <a:pt x="636695" y="114191"/>
                </a:cubicBezTo>
                <a:lnTo>
                  <a:pt x="545064" y="114191"/>
                </a:lnTo>
                <a:cubicBezTo>
                  <a:pt x="545836" y="127689"/>
                  <a:pt x="549654" y="138024"/>
                  <a:pt x="556518" y="145198"/>
                </a:cubicBezTo>
                <a:cubicBezTo>
                  <a:pt x="563383" y="152371"/>
                  <a:pt x="571944" y="155957"/>
                  <a:pt x="582203" y="155957"/>
                </a:cubicBezTo>
                <a:cubicBezTo>
                  <a:pt x="589838" y="155957"/>
                  <a:pt x="596356" y="153952"/>
                  <a:pt x="601755" y="149941"/>
                </a:cubicBezTo>
                <a:cubicBezTo>
                  <a:pt x="607154" y="145930"/>
                  <a:pt x="611435" y="139528"/>
                  <a:pt x="614597" y="130736"/>
                </a:cubicBezTo>
                <a:moveTo>
                  <a:pt x="546221" y="97068"/>
                </a:moveTo>
                <a:lnTo>
                  <a:pt x="614829" y="97068"/>
                </a:lnTo>
                <a:cubicBezTo>
                  <a:pt x="613903" y="86733"/>
                  <a:pt x="611281" y="78981"/>
                  <a:pt x="606961" y="73814"/>
                </a:cubicBezTo>
                <a:cubicBezTo>
                  <a:pt x="600328" y="65792"/>
                  <a:pt x="591728" y="61781"/>
                  <a:pt x="581161" y="61781"/>
                </a:cubicBezTo>
                <a:cubicBezTo>
                  <a:pt x="571597" y="61781"/>
                  <a:pt x="563556" y="64982"/>
                  <a:pt x="557039" y="71384"/>
                </a:cubicBezTo>
                <a:cubicBezTo>
                  <a:pt x="550521" y="77786"/>
                  <a:pt x="546916" y="86347"/>
                  <a:pt x="546221" y="97068"/>
                </a:cubicBezTo>
                <a:close/>
                <a:moveTo>
                  <a:pt x="841475" y="150288"/>
                </a:moveTo>
                <a:lnTo>
                  <a:pt x="841475" y="170303"/>
                </a:lnTo>
                <a:lnTo>
                  <a:pt x="729367" y="170303"/>
                </a:lnTo>
                <a:cubicBezTo>
                  <a:pt x="729212" y="165290"/>
                  <a:pt x="730022" y="160469"/>
                  <a:pt x="731796" y="155842"/>
                </a:cubicBezTo>
                <a:cubicBezTo>
                  <a:pt x="734650" y="148206"/>
                  <a:pt x="739220" y="140685"/>
                  <a:pt x="745506" y="133281"/>
                </a:cubicBezTo>
                <a:cubicBezTo>
                  <a:pt x="751792" y="125876"/>
                  <a:pt x="760874" y="117315"/>
                  <a:pt x="772752" y="107597"/>
                </a:cubicBezTo>
                <a:cubicBezTo>
                  <a:pt x="791186" y="92479"/>
                  <a:pt x="803643" y="80505"/>
                  <a:pt x="810122" y="71673"/>
                </a:cubicBezTo>
                <a:cubicBezTo>
                  <a:pt x="816601" y="62842"/>
                  <a:pt x="819840" y="54492"/>
                  <a:pt x="819840" y="46625"/>
                </a:cubicBezTo>
                <a:cubicBezTo>
                  <a:pt x="819840" y="38372"/>
                  <a:pt x="816890" y="31411"/>
                  <a:pt x="810990" y="25742"/>
                </a:cubicBezTo>
                <a:cubicBezTo>
                  <a:pt x="805089" y="20073"/>
                  <a:pt x="797395" y="17239"/>
                  <a:pt x="787908" y="17239"/>
                </a:cubicBezTo>
                <a:cubicBezTo>
                  <a:pt x="777882" y="17239"/>
                  <a:pt x="769860" y="20247"/>
                  <a:pt x="763844" y="26263"/>
                </a:cubicBezTo>
                <a:cubicBezTo>
                  <a:pt x="757828" y="32279"/>
                  <a:pt x="754781" y="40609"/>
                  <a:pt x="754704" y="51253"/>
                </a:cubicBezTo>
                <a:lnTo>
                  <a:pt x="733300" y="49055"/>
                </a:lnTo>
                <a:cubicBezTo>
                  <a:pt x="734766" y="33089"/>
                  <a:pt x="740281" y="20922"/>
                  <a:pt x="749845" y="12553"/>
                </a:cubicBezTo>
                <a:cubicBezTo>
                  <a:pt x="759409" y="4184"/>
                  <a:pt x="772251" y="0"/>
                  <a:pt x="788371" y="0"/>
                </a:cubicBezTo>
                <a:cubicBezTo>
                  <a:pt x="804646" y="0"/>
                  <a:pt x="817526" y="4512"/>
                  <a:pt x="827013" y="13536"/>
                </a:cubicBezTo>
                <a:cubicBezTo>
                  <a:pt x="836500" y="22561"/>
                  <a:pt x="841244" y="33744"/>
                  <a:pt x="841244" y="47088"/>
                </a:cubicBezTo>
                <a:cubicBezTo>
                  <a:pt x="841244" y="53875"/>
                  <a:pt x="839856" y="60547"/>
                  <a:pt x="837079" y="67103"/>
                </a:cubicBezTo>
                <a:cubicBezTo>
                  <a:pt x="834302" y="73659"/>
                  <a:pt x="829694" y="80562"/>
                  <a:pt x="823253" y="87813"/>
                </a:cubicBezTo>
                <a:cubicBezTo>
                  <a:pt x="816813" y="95063"/>
                  <a:pt x="806111" y="105013"/>
                  <a:pt x="791148" y="117662"/>
                </a:cubicBezTo>
                <a:cubicBezTo>
                  <a:pt x="778653" y="128152"/>
                  <a:pt x="770631" y="135267"/>
                  <a:pt x="767083" y="139008"/>
                </a:cubicBezTo>
                <a:cubicBezTo>
                  <a:pt x="763535" y="142749"/>
                  <a:pt x="760604" y="146509"/>
                  <a:pt x="758290" y="150288"/>
                </a:cubicBezTo>
                <a:lnTo>
                  <a:pt x="841475" y="1502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663093e3e44e7"/>
          <a:stretch xmlns:a="http://schemas.openxmlformats.org/drawingml/2006/main"/>
        </p:blipFill>
        <p:spPr>
          <a:xfrm xmlns:a="http://schemas.openxmlformats.org/drawingml/2006/main">
            <a:off x="9972276" y="1737146"/>
            <a:ext cx="1214337" cy="1214337"/>
          </a:xfrm>
          <a:prstGeom xmlns:a="http://schemas.openxmlformats.org/drawingml/2006/main" prst="rect">
            <a:avLst/>
          </a:prstGeom>
        </p:spPr>
      </p:pic>
      <p:sp>
        <p:nvSpPr>
          <p:cNvPr id="59" name="Text Gadgets">
            <a:extLst xmlns:a="http://schemas.openxmlformats.org/drawingml/2006/main">
              <a:ext uri="{FF2B5EF4-FFF2-40B4-BE49-F238E27FC236}">
                <a16:creationId xmlns:a16="http://schemas.microsoft.com/office/drawing/2014/main" id="{C91E6646-D569-415D-B420-8D7D235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91" y="3125024"/>
            <a:ext cx="866836" cy="222366"/>
          </a:xfrm>
          <a:custGeom xmlns:a="http://schemas.openxmlformats.org/drawingml/2006/main">
            <a:pathLst>
              <a:path w="866836" h="222366">
                <a:moveTo>
                  <a:pt x="85036" y="105977"/>
                </a:moveTo>
                <a:lnTo>
                  <a:pt x="85036" y="86077"/>
                </a:lnTo>
                <a:lnTo>
                  <a:pt x="156883" y="85962"/>
                </a:lnTo>
                <a:lnTo>
                  <a:pt x="156883" y="148900"/>
                </a:lnTo>
                <a:cubicBezTo>
                  <a:pt x="145853" y="157693"/>
                  <a:pt x="134476" y="164307"/>
                  <a:pt x="122753" y="168742"/>
                </a:cubicBezTo>
                <a:cubicBezTo>
                  <a:pt x="111029" y="173177"/>
                  <a:pt x="98997" y="175394"/>
                  <a:pt x="86656" y="175394"/>
                </a:cubicBezTo>
                <a:cubicBezTo>
                  <a:pt x="69996" y="175394"/>
                  <a:pt x="54859" y="171827"/>
                  <a:pt x="41245" y="164692"/>
                </a:cubicBezTo>
                <a:cubicBezTo>
                  <a:pt x="27632" y="157558"/>
                  <a:pt x="17354" y="147242"/>
                  <a:pt x="10413" y="133744"/>
                </a:cubicBezTo>
                <a:cubicBezTo>
                  <a:pt x="3471" y="120246"/>
                  <a:pt x="0" y="105167"/>
                  <a:pt x="0" y="88507"/>
                </a:cubicBezTo>
                <a:cubicBezTo>
                  <a:pt x="0" y="72001"/>
                  <a:pt x="3452" y="56594"/>
                  <a:pt x="10355" y="42287"/>
                </a:cubicBezTo>
                <a:cubicBezTo>
                  <a:pt x="17258" y="27979"/>
                  <a:pt x="27188" y="17354"/>
                  <a:pt x="40146" y="10413"/>
                </a:cubicBezTo>
                <a:cubicBezTo>
                  <a:pt x="53104" y="3471"/>
                  <a:pt x="68029" y="0"/>
                  <a:pt x="84920" y="0"/>
                </a:cubicBezTo>
                <a:cubicBezTo>
                  <a:pt x="97184" y="0"/>
                  <a:pt x="108271" y="1986"/>
                  <a:pt x="118183" y="5958"/>
                </a:cubicBezTo>
                <a:cubicBezTo>
                  <a:pt x="128094" y="9931"/>
                  <a:pt x="135865" y="15465"/>
                  <a:pt x="141495" y="22561"/>
                </a:cubicBezTo>
                <a:cubicBezTo>
                  <a:pt x="147126" y="29657"/>
                  <a:pt x="151407" y="38912"/>
                  <a:pt x="154337" y="50327"/>
                </a:cubicBezTo>
                <a:lnTo>
                  <a:pt x="134091" y="55881"/>
                </a:lnTo>
                <a:cubicBezTo>
                  <a:pt x="131546" y="47242"/>
                  <a:pt x="128383" y="40455"/>
                  <a:pt x="124604" y="35518"/>
                </a:cubicBezTo>
                <a:cubicBezTo>
                  <a:pt x="120824" y="30582"/>
                  <a:pt x="115425" y="26629"/>
                  <a:pt x="108406" y="23660"/>
                </a:cubicBezTo>
                <a:cubicBezTo>
                  <a:pt x="101388" y="20690"/>
                  <a:pt x="93597" y="19205"/>
                  <a:pt x="85036" y="19205"/>
                </a:cubicBezTo>
                <a:cubicBezTo>
                  <a:pt x="74778" y="19205"/>
                  <a:pt x="65908" y="20767"/>
                  <a:pt x="58426" y="23891"/>
                </a:cubicBezTo>
                <a:cubicBezTo>
                  <a:pt x="50944" y="27015"/>
                  <a:pt x="44909" y="31122"/>
                  <a:pt x="40320" y="36213"/>
                </a:cubicBezTo>
                <a:cubicBezTo>
                  <a:pt x="35731" y="41303"/>
                  <a:pt x="32163" y="46895"/>
                  <a:pt x="29618" y="52988"/>
                </a:cubicBezTo>
                <a:cubicBezTo>
                  <a:pt x="25299" y="63478"/>
                  <a:pt x="23139" y="74855"/>
                  <a:pt x="23139" y="87119"/>
                </a:cubicBezTo>
                <a:cubicBezTo>
                  <a:pt x="23139" y="102236"/>
                  <a:pt x="25742" y="114885"/>
                  <a:pt x="30948" y="125067"/>
                </a:cubicBezTo>
                <a:cubicBezTo>
                  <a:pt x="36155" y="135248"/>
                  <a:pt x="43733" y="142807"/>
                  <a:pt x="53683" y="147743"/>
                </a:cubicBezTo>
                <a:cubicBezTo>
                  <a:pt x="63632" y="152679"/>
                  <a:pt x="74199" y="155147"/>
                  <a:pt x="85383" y="155147"/>
                </a:cubicBezTo>
                <a:cubicBezTo>
                  <a:pt x="95102" y="155147"/>
                  <a:pt x="104589" y="153277"/>
                  <a:pt x="113844" y="149536"/>
                </a:cubicBezTo>
                <a:cubicBezTo>
                  <a:pt x="123100" y="145795"/>
                  <a:pt x="130119" y="141804"/>
                  <a:pt x="134901" y="137562"/>
                </a:cubicBezTo>
                <a:lnTo>
                  <a:pt x="134901" y="105977"/>
                </a:lnTo>
                <a:lnTo>
                  <a:pt x="85036" y="105977"/>
                </a:lnTo>
                <a:close/>
                <a:moveTo>
                  <a:pt x="270773" y="157346"/>
                </a:moveTo>
                <a:cubicBezTo>
                  <a:pt x="263060" y="163902"/>
                  <a:pt x="255636" y="168529"/>
                  <a:pt x="248502" y="171229"/>
                </a:cubicBezTo>
                <a:cubicBezTo>
                  <a:pt x="241367" y="173929"/>
                  <a:pt x="233712" y="175278"/>
                  <a:pt x="225536" y="175278"/>
                </a:cubicBezTo>
                <a:cubicBezTo>
                  <a:pt x="212039" y="175278"/>
                  <a:pt x="201665" y="171981"/>
                  <a:pt x="194414" y="165386"/>
                </a:cubicBezTo>
                <a:cubicBezTo>
                  <a:pt x="187164" y="158792"/>
                  <a:pt x="183539" y="150365"/>
                  <a:pt x="183539" y="140107"/>
                </a:cubicBezTo>
                <a:cubicBezTo>
                  <a:pt x="183539" y="134091"/>
                  <a:pt x="184908" y="128595"/>
                  <a:pt x="187646" y="123620"/>
                </a:cubicBezTo>
                <a:cubicBezTo>
                  <a:pt x="190384" y="118645"/>
                  <a:pt x="193971" y="114654"/>
                  <a:pt x="198406" y="111646"/>
                </a:cubicBezTo>
                <a:cubicBezTo>
                  <a:pt x="202841" y="108638"/>
                  <a:pt x="207835" y="106363"/>
                  <a:pt x="213388" y="104820"/>
                </a:cubicBezTo>
                <a:cubicBezTo>
                  <a:pt x="217476" y="103740"/>
                  <a:pt x="223647" y="102699"/>
                  <a:pt x="231900" y="101696"/>
                </a:cubicBezTo>
                <a:cubicBezTo>
                  <a:pt x="248714" y="99691"/>
                  <a:pt x="261093" y="97300"/>
                  <a:pt x="269038" y="94523"/>
                </a:cubicBezTo>
                <a:cubicBezTo>
                  <a:pt x="269115" y="91669"/>
                  <a:pt x="269153" y="89857"/>
                  <a:pt x="269153" y="89085"/>
                </a:cubicBezTo>
                <a:cubicBezTo>
                  <a:pt x="269153" y="80601"/>
                  <a:pt x="267187" y="74623"/>
                  <a:pt x="263253" y="71153"/>
                </a:cubicBezTo>
                <a:cubicBezTo>
                  <a:pt x="257931" y="66448"/>
                  <a:pt x="250025" y="64095"/>
                  <a:pt x="239535" y="64095"/>
                </a:cubicBezTo>
                <a:cubicBezTo>
                  <a:pt x="229740" y="64095"/>
                  <a:pt x="222509" y="65811"/>
                  <a:pt x="217843" y="69244"/>
                </a:cubicBezTo>
                <a:cubicBezTo>
                  <a:pt x="213176" y="72676"/>
                  <a:pt x="209725" y="78750"/>
                  <a:pt x="207488" y="87466"/>
                </a:cubicBezTo>
                <a:lnTo>
                  <a:pt x="187126" y="84689"/>
                </a:lnTo>
                <a:cubicBezTo>
                  <a:pt x="188977" y="75973"/>
                  <a:pt x="192023" y="68935"/>
                  <a:pt x="196265" y="63575"/>
                </a:cubicBezTo>
                <a:cubicBezTo>
                  <a:pt x="200508" y="58214"/>
                  <a:pt x="206639" y="54088"/>
                  <a:pt x="214661" y="51195"/>
                </a:cubicBezTo>
                <a:cubicBezTo>
                  <a:pt x="222683" y="48303"/>
                  <a:pt x="231977" y="46857"/>
                  <a:pt x="242544" y="46857"/>
                </a:cubicBezTo>
                <a:cubicBezTo>
                  <a:pt x="253033" y="46857"/>
                  <a:pt x="261556" y="48091"/>
                  <a:pt x="268112" y="50559"/>
                </a:cubicBezTo>
                <a:cubicBezTo>
                  <a:pt x="274668" y="53027"/>
                  <a:pt x="279489" y="56131"/>
                  <a:pt x="282574" y="59872"/>
                </a:cubicBezTo>
                <a:cubicBezTo>
                  <a:pt x="285659" y="63613"/>
                  <a:pt x="287819" y="68337"/>
                  <a:pt x="289053" y="74045"/>
                </a:cubicBezTo>
                <a:cubicBezTo>
                  <a:pt x="289747" y="77593"/>
                  <a:pt x="290094" y="83995"/>
                  <a:pt x="290094" y="93250"/>
                </a:cubicBezTo>
                <a:lnTo>
                  <a:pt x="290094" y="121017"/>
                </a:lnTo>
                <a:cubicBezTo>
                  <a:pt x="290094" y="140377"/>
                  <a:pt x="290538" y="152621"/>
                  <a:pt x="291425" y="157750"/>
                </a:cubicBezTo>
                <a:cubicBezTo>
                  <a:pt x="292312" y="162880"/>
                  <a:pt x="294067" y="167797"/>
                  <a:pt x="296689" y="172502"/>
                </a:cubicBezTo>
                <a:lnTo>
                  <a:pt x="274938" y="172502"/>
                </a:lnTo>
                <a:cubicBezTo>
                  <a:pt x="272779" y="168182"/>
                  <a:pt x="271390" y="163130"/>
                  <a:pt x="270773" y="157346"/>
                </a:cubicBezTo>
                <a:moveTo>
                  <a:pt x="269038" y="110836"/>
                </a:moveTo>
                <a:cubicBezTo>
                  <a:pt x="261479" y="113921"/>
                  <a:pt x="250141" y="116544"/>
                  <a:pt x="235023" y="118703"/>
                </a:cubicBezTo>
                <a:cubicBezTo>
                  <a:pt x="226462" y="119937"/>
                  <a:pt x="220407" y="121326"/>
                  <a:pt x="216859" y="122868"/>
                </a:cubicBezTo>
                <a:cubicBezTo>
                  <a:pt x="213311" y="124411"/>
                  <a:pt x="210573" y="126667"/>
                  <a:pt x="208645" y="129637"/>
                </a:cubicBezTo>
                <a:cubicBezTo>
                  <a:pt x="206717" y="132606"/>
                  <a:pt x="205752" y="135903"/>
                  <a:pt x="205752" y="139528"/>
                </a:cubicBezTo>
                <a:cubicBezTo>
                  <a:pt x="205752" y="145082"/>
                  <a:pt x="207854" y="149710"/>
                  <a:pt x="212058" y="153412"/>
                </a:cubicBezTo>
                <a:cubicBezTo>
                  <a:pt x="216261" y="157114"/>
                  <a:pt x="222413" y="158965"/>
                  <a:pt x="230511" y="158965"/>
                </a:cubicBezTo>
                <a:cubicBezTo>
                  <a:pt x="238533" y="158965"/>
                  <a:pt x="245667" y="157211"/>
                  <a:pt x="251915" y="153701"/>
                </a:cubicBezTo>
                <a:cubicBezTo>
                  <a:pt x="258162" y="150192"/>
                  <a:pt x="262752" y="145390"/>
                  <a:pt x="265683" y="139297"/>
                </a:cubicBezTo>
                <a:cubicBezTo>
                  <a:pt x="267919" y="134592"/>
                  <a:pt x="269038" y="127650"/>
                  <a:pt x="269038" y="118472"/>
                </a:cubicBezTo>
                <a:lnTo>
                  <a:pt x="269038" y="110836"/>
                </a:lnTo>
                <a:close/>
                <a:moveTo>
                  <a:pt x="398663" y="172502"/>
                </a:moveTo>
                <a:lnTo>
                  <a:pt x="398663" y="156998"/>
                </a:lnTo>
                <a:cubicBezTo>
                  <a:pt x="390873" y="169185"/>
                  <a:pt x="379419" y="175278"/>
                  <a:pt x="364302" y="175278"/>
                </a:cubicBezTo>
                <a:cubicBezTo>
                  <a:pt x="354506" y="175278"/>
                  <a:pt x="345501" y="172579"/>
                  <a:pt x="337287" y="167180"/>
                </a:cubicBezTo>
                <a:cubicBezTo>
                  <a:pt x="329072" y="161781"/>
                  <a:pt x="322709" y="154241"/>
                  <a:pt x="318197" y="144561"/>
                </a:cubicBezTo>
                <a:cubicBezTo>
                  <a:pt x="313685" y="134881"/>
                  <a:pt x="311429" y="123755"/>
                  <a:pt x="311429" y="111183"/>
                </a:cubicBezTo>
                <a:cubicBezTo>
                  <a:pt x="311429" y="98919"/>
                  <a:pt x="313473" y="87793"/>
                  <a:pt x="317561" y="77805"/>
                </a:cubicBezTo>
                <a:cubicBezTo>
                  <a:pt x="321649" y="67817"/>
                  <a:pt x="327780" y="60162"/>
                  <a:pt x="335956" y="54840"/>
                </a:cubicBezTo>
                <a:cubicBezTo>
                  <a:pt x="344132" y="49518"/>
                  <a:pt x="353272" y="46857"/>
                  <a:pt x="363376" y="46857"/>
                </a:cubicBezTo>
                <a:cubicBezTo>
                  <a:pt x="370780" y="46857"/>
                  <a:pt x="377375" y="48418"/>
                  <a:pt x="383160" y="51542"/>
                </a:cubicBezTo>
                <a:cubicBezTo>
                  <a:pt x="388945" y="54666"/>
                  <a:pt x="393650" y="58735"/>
                  <a:pt x="397275" y="63748"/>
                </a:cubicBezTo>
                <a:lnTo>
                  <a:pt x="397275" y="2892"/>
                </a:lnTo>
                <a:lnTo>
                  <a:pt x="417984" y="2892"/>
                </a:lnTo>
                <a:lnTo>
                  <a:pt x="417984" y="172502"/>
                </a:lnTo>
                <a:lnTo>
                  <a:pt x="398663" y="172502"/>
                </a:lnTo>
                <a:moveTo>
                  <a:pt x="332832" y="111183"/>
                </a:moveTo>
                <a:cubicBezTo>
                  <a:pt x="332832" y="126918"/>
                  <a:pt x="336149" y="138680"/>
                  <a:pt x="342782" y="146470"/>
                </a:cubicBezTo>
                <a:cubicBezTo>
                  <a:pt x="349415" y="154260"/>
                  <a:pt x="357244" y="158155"/>
                  <a:pt x="366268" y="158155"/>
                </a:cubicBezTo>
                <a:cubicBezTo>
                  <a:pt x="375370" y="158155"/>
                  <a:pt x="383102" y="154434"/>
                  <a:pt x="389465" y="146991"/>
                </a:cubicBezTo>
                <a:cubicBezTo>
                  <a:pt x="395828" y="139548"/>
                  <a:pt x="399010" y="128190"/>
                  <a:pt x="399010" y="112919"/>
                </a:cubicBezTo>
                <a:cubicBezTo>
                  <a:pt x="399010" y="96104"/>
                  <a:pt x="395771" y="83763"/>
                  <a:pt x="389292" y="75896"/>
                </a:cubicBezTo>
                <a:cubicBezTo>
                  <a:pt x="382813" y="68029"/>
                  <a:pt x="374830" y="64095"/>
                  <a:pt x="365343" y="64095"/>
                </a:cubicBezTo>
                <a:cubicBezTo>
                  <a:pt x="356087" y="64095"/>
                  <a:pt x="348355" y="67875"/>
                  <a:pt x="342146" y="75433"/>
                </a:cubicBezTo>
                <a:cubicBezTo>
                  <a:pt x="335937" y="82992"/>
                  <a:pt x="332832" y="94909"/>
                  <a:pt x="332832" y="111183"/>
                </a:cubicBezTo>
                <a:close/>
                <a:moveTo>
                  <a:pt x="443484" y="182683"/>
                </a:moveTo>
                <a:lnTo>
                  <a:pt x="463731" y="185691"/>
                </a:lnTo>
                <a:cubicBezTo>
                  <a:pt x="464579" y="191938"/>
                  <a:pt x="466932" y="196489"/>
                  <a:pt x="470788" y="199343"/>
                </a:cubicBezTo>
                <a:cubicBezTo>
                  <a:pt x="475956" y="203199"/>
                  <a:pt x="483013" y="205128"/>
                  <a:pt x="491960" y="205128"/>
                </a:cubicBezTo>
                <a:cubicBezTo>
                  <a:pt x="501602" y="205128"/>
                  <a:pt x="509045" y="203199"/>
                  <a:pt x="514289" y="199343"/>
                </a:cubicBezTo>
                <a:cubicBezTo>
                  <a:pt x="519534" y="195486"/>
                  <a:pt x="523082" y="190087"/>
                  <a:pt x="524933" y="183146"/>
                </a:cubicBezTo>
                <a:cubicBezTo>
                  <a:pt x="526013" y="178903"/>
                  <a:pt x="526515" y="169995"/>
                  <a:pt x="526437" y="156420"/>
                </a:cubicBezTo>
                <a:cubicBezTo>
                  <a:pt x="517336" y="167141"/>
                  <a:pt x="505998" y="172502"/>
                  <a:pt x="492423" y="172502"/>
                </a:cubicBezTo>
                <a:cubicBezTo>
                  <a:pt x="475532" y="172502"/>
                  <a:pt x="462458" y="166408"/>
                  <a:pt x="453202" y="154222"/>
                </a:cubicBezTo>
                <a:cubicBezTo>
                  <a:pt x="443947" y="142035"/>
                  <a:pt x="439319" y="127419"/>
                  <a:pt x="439319" y="110373"/>
                </a:cubicBezTo>
                <a:cubicBezTo>
                  <a:pt x="439319" y="98650"/>
                  <a:pt x="441440" y="87832"/>
                  <a:pt x="445682" y="77921"/>
                </a:cubicBezTo>
                <a:cubicBezTo>
                  <a:pt x="449924" y="68010"/>
                  <a:pt x="456075" y="60354"/>
                  <a:pt x="464136" y="54955"/>
                </a:cubicBezTo>
                <a:cubicBezTo>
                  <a:pt x="472196" y="49556"/>
                  <a:pt x="481663" y="46857"/>
                  <a:pt x="492539" y="46857"/>
                </a:cubicBezTo>
                <a:cubicBezTo>
                  <a:pt x="507039" y="46857"/>
                  <a:pt x="518994" y="52718"/>
                  <a:pt x="528404" y="64442"/>
                </a:cubicBezTo>
                <a:lnTo>
                  <a:pt x="528404" y="49633"/>
                </a:lnTo>
                <a:lnTo>
                  <a:pt x="547610" y="49633"/>
                </a:lnTo>
                <a:lnTo>
                  <a:pt x="547610" y="155842"/>
                </a:lnTo>
                <a:cubicBezTo>
                  <a:pt x="547610" y="174970"/>
                  <a:pt x="545662" y="188525"/>
                  <a:pt x="541767" y="196508"/>
                </a:cubicBezTo>
                <a:cubicBezTo>
                  <a:pt x="537872" y="204491"/>
                  <a:pt x="531702" y="210797"/>
                  <a:pt x="523256" y="215425"/>
                </a:cubicBezTo>
                <a:cubicBezTo>
                  <a:pt x="514810" y="220052"/>
                  <a:pt x="504417" y="222366"/>
                  <a:pt x="492076" y="222366"/>
                </a:cubicBezTo>
                <a:cubicBezTo>
                  <a:pt x="477421" y="222366"/>
                  <a:pt x="465582" y="219069"/>
                  <a:pt x="456558" y="212474"/>
                </a:cubicBezTo>
                <a:cubicBezTo>
                  <a:pt x="447533" y="205880"/>
                  <a:pt x="443175" y="195949"/>
                  <a:pt x="443484" y="182683"/>
                </a:cubicBezTo>
                <a:moveTo>
                  <a:pt x="460723" y="108869"/>
                </a:moveTo>
                <a:cubicBezTo>
                  <a:pt x="460723" y="124989"/>
                  <a:pt x="463923" y="136752"/>
                  <a:pt x="470325" y="144156"/>
                </a:cubicBezTo>
                <a:cubicBezTo>
                  <a:pt x="476727" y="151561"/>
                  <a:pt x="484749" y="155263"/>
                  <a:pt x="494390" y="155263"/>
                </a:cubicBezTo>
                <a:cubicBezTo>
                  <a:pt x="503954" y="155263"/>
                  <a:pt x="511976" y="151580"/>
                  <a:pt x="518454" y="144214"/>
                </a:cubicBezTo>
                <a:cubicBezTo>
                  <a:pt x="524933" y="136848"/>
                  <a:pt x="528173" y="125298"/>
                  <a:pt x="528173" y="109563"/>
                </a:cubicBezTo>
                <a:cubicBezTo>
                  <a:pt x="528173" y="94523"/>
                  <a:pt x="524837" y="83185"/>
                  <a:pt x="518165" y="75549"/>
                </a:cubicBezTo>
                <a:cubicBezTo>
                  <a:pt x="511493" y="67913"/>
                  <a:pt x="503453" y="64095"/>
                  <a:pt x="494043" y="64095"/>
                </a:cubicBezTo>
                <a:cubicBezTo>
                  <a:pt x="484787" y="64095"/>
                  <a:pt x="476920" y="67855"/>
                  <a:pt x="470441" y="75375"/>
                </a:cubicBezTo>
                <a:cubicBezTo>
                  <a:pt x="463962" y="82896"/>
                  <a:pt x="460723" y="94060"/>
                  <a:pt x="460723" y="108869"/>
                </a:cubicBezTo>
                <a:close/>
                <a:moveTo>
                  <a:pt x="659764" y="132934"/>
                </a:moveTo>
                <a:lnTo>
                  <a:pt x="681284" y="135595"/>
                </a:lnTo>
                <a:cubicBezTo>
                  <a:pt x="677890" y="148167"/>
                  <a:pt x="671604" y="157924"/>
                  <a:pt x="662425" y="164866"/>
                </a:cubicBezTo>
                <a:cubicBezTo>
                  <a:pt x="653247" y="171807"/>
                  <a:pt x="641523" y="175278"/>
                  <a:pt x="627254" y="175278"/>
                </a:cubicBezTo>
                <a:cubicBezTo>
                  <a:pt x="609283" y="175278"/>
                  <a:pt x="595033" y="169744"/>
                  <a:pt x="584505" y="158676"/>
                </a:cubicBezTo>
                <a:cubicBezTo>
                  <a:pt x="573976" y="147608"/>
                  <a:pt x="568712" y="132085"/>
                  <a:pt x="568712" y="112109"/>
                </a:cubicBezTo>
                <a:cubicBezTo>
                  <a:pt x="568712" y="91438"/>
                  <a:pt x="574034" y="75395"/>
                  <a:pt x="584678" y="63979"/>
                </a:cubicBezTo>
                <a:cubicBezTo>
                  <a:pt x="595322" y="52564"/>
                  <a:pt x="609128" y="46857"/>
                  <a:pt x="626097" y="46857"/>
                </a:cubicBezTo>
                <a:cubicBezTo>
                  <a:pt x="642526" y="46857"/>
                  <a:pt x="655946" y="52449"/>
                  <a:pt x="666359" y="63632"/>
                </a:cubicBezTo>
                <a:cubicBezTo>
                  <a:pt x="676772" y="74816"/>
                  <a:pt x="681978" y="90551"/>
                  <a:pt x="681978" y="110836"/>
                </a:cubicBezTo>
                <a:cubicBezTo>
                  <a:pt x="681978" y="112070"/>
                  <a:pt x="681939" y="113921"/>
                  <a:pt x="681862" y="116389"/>
                </a:cubicBezTo>
                <a:lnTo>
                  <a:pt x="590232" y="116389"/>
                </a:lnTo>
                <a:cubicBezTo>
                  <a:pt x="591003" y="129887"/>
                  <a:pt x="594821" y="140223"/>
                  <a:pt x="601685" y="147396"/>
                </a:cubicBezTo>
                <a:cubicBezTo>
                  <a:pt x="608550" y="154569"/>
                  <a:pt x="617111" y="158155"/>
                  <a:pt x="627370" y="158155"/>
                </a:cubicBezTo>
                <a:cubicBezTo>
                  <a:pt x="635006" y="158155"/>
                  <a:pt x="641523" y="156150"/>
                  <a:pt x="646922" y="152139"/>
                </a:cubicBezTo>
                <a:cubicBezTo>
                  <a:pt x="652321" y="148129"/>
                  <a:pt x="656602" y="141727"/>
                  <a:pt x="659764" y="132934"/>
                </a:cubicBezTo>
                <a:moveTo>
                  <a:pt x="591388" y="99267"/>
                </a:moveTo>
                <a:lnTo>
                  <a:pt x="659996" y="99267"/>
                </a:lnTo>
                <a:cubicBezTo>
                  <a:pt x="659070" y="88931"/>
                  <a:pt x="656448" y="81180"/>
                  <a:pt x="652129" y="76012"/>
                </a:cubicBezTo>
                <a:cubicBezTo>
                  <a:pt x="645495" y="67990"/>
                  <a:pt x="636895" y="63979"/>
                  <a:pt x="626328" y="63979"/>
                </a:cubicBezTo>
                <a:cubicBezTo>
                  <a:pt x="616764" y="63979"/>
                  <a:pt x="608723" y="67180"/>
                  <a:pt x="602206" y="73582"/>
                </a:cubicBezTo>
                <a:cubicBezTo>
                  <a:pt x="595688" y="79984"/>
                  <a:pt x="592083" y="88545"/>
                  <a:pt x="591388" y="99267"/>
                </a:cubicBezTo>
                <a:close/>
                <a:moveTo>
                  <a:pt x="749475" y="153875"/>
                </a:moveTo>
                <a:lnTo>
                  <a:pt x="752483" y="172270"/>
                </a:lnTo>
                <a:cubicBezTo>
                  <a:pt x="746621" y="173504"/>
                  <a:pt x="741376" y="174121"/>
                  <a:pt x="736748" y="174121"/>
                </a:cubicBezTo>
                <a:cubicBezTo>
                  <a:pt x="729189" y="174121"/>
                  <a:pt x="723327" y="172926"/>
                  <a:pt x="719162" y="170535"/>
                </a:cubicBezTo>
                <a:cubicBezTo>
                  <a:pt x="714997" y="168144"/>
                  <a:pt x="712066" y="165001"/>
                  <a:pt x="710370" y="161106"/>
                </a:cubicBezTo>
                <a:cubicBezTo>
                  <a:pt x="708673" y="157211"/>
                  <a:pt x="707824" y="149016"/>
                  <a:pt x="707824" y="136520"/>
                </a:cubicBezTo>
                <a:lnTo>
                  <a:pt x="707824" y="65831"/>
                </a:lnTo>
                <a:lnTo>
                  <a:pt x="692552" y="65831"/>
                </a:lnTo>
                <a:lnTo>
                  <a:pt x="692552" y="49633"/>
                </a:lnTo>
                <a:lnTo>
                  <a:pt x="707824" y="49633"/>
                </a:lnTo>
                <a:lnTo>
                  <a:pt x="707824" y="19205"/>
                </a:lnTo>
                <a:lnTo>
                  <a:pt x="728534" y="6710"/>
                </a:lnTo>
                <a:lnTo>
                  <a:pt x="728534" y="49633"/>
                </a:lnTo>
                <a:lnTo>
                  <a:pt x="749475" y="49633"/>
                </a:lnTo>
                <a:lnTo>
                  <a:pt x="749475" y="65831"/>
                </a:lnTo>
                <a:lnTo>
                  <a:pt x="728534" y="65831"/>
                </a:lnTo>
                <a:lnTo>
                  <a:pt x="728534" y="137677"/>
                </a:lnTo>
                <a:cubicBezTo>
                  <a:pt x="728534" y="143616"/>
                  <a:pt x="728900" y="147434"/>
                  <a:pt x="729633" y="149131"/>
                </a:cubicBezTo>
                <a:cubicBezTo>
                  <a:pt x="730366" y="150828"/>
                  <a:pt x="731561" y="152178"/>
                  <a:pt x="733219" y="153181"/>
                </a:cubicBezTo>
                <a:cubicBezTo>
                  <a:pt x="734878" y="154183"/>
                  <a:pt x="737249" y="154685"/>
                  <a:pt x="740335" y="154685"/>
                </a:cubicBezTo>
                <a:cubicBezTo>
                  <a:pt x="742648" y="154685"/>
                  <a:pt x="745695" y="154415"/>
                  <a:pt x="749475" y="153875"/>
                </a:cubicBezTo>
                <a:close/>
                <a:moveTo>
                  <a:pt x="764793" y="135826"/>
                </a:moveTo>
                <a:lnTo>
                  <a:pt x="785387" y="132587"/>
                </a:lnTo>
                <a:cubicBezTo>
                  <a:pt x="786544" y="140840"/>
                  <a:pt x="789764" y="147164"/>
                  <a:pt x="795047" y="151561"/>
                </a:cubicBezTo>
                <a:cubicBezTo>
                  <a:pt x="800331" y="155957"/>
                  <a:pt x="807716" y="158155"/>
                  <a:pt x="817203" y="158155"/>
                </a:cubicBezTo>
                <a:cubicBezTo>
                  <a:pt x="826767" y="158155"/>
                  <a:pt x="833863" y="156208"/>
                  <a:pt x="838491" y="152313"/>
                </a:cubicBezTo>
                <a:cubicBezTo>
                  <a:pt x="843119" y="148418"/>
                  <a:pt x="845432" y="143848"/>
                  <a:pt x="845432" y="138603"/>
                </a:cubicBezTo>
                <a:cubicBezTo>
                  <a:pt x="845432" y="133898"/>
                  <a:pt x="843388" y="130196"/>
                  <a:pt x="839301" y="127496"/>
                </a:cubicBezTo>
                <a:cubicBezTo>
                  <a:pt x="836447" y="125645"/>
                  <a:pt x="829351" y="123293"/>
                  <a:pt x="818013" y="120439"/>
                </a:cubicBezTo>
                <a:cubicBezTo>
                  <a:pt x="802741" y="116582"/>
                  <a:pt x="792155" y="113246"/>
                  <a:pt x="786254" y="110431"/>
                </a:cubicBezTo>
                <a:cubicBezTo>
                  <a:pt x="780354" y="107616"/>
                  <a:pt x="775880" y="103721"/>
                  <a:pt x="772834" y="98746"/>
                </a:cubicBezTo>
                <a:cubicBezTo>
                  <a:pt x="769787" y="93771"/>
                  <a:pt x="768264" y="88275"/>
                  <a:pt x="768264" y="82259"/>
                </a:cubicBezTo>
                <a:cubicBezTo>
                  <a:pt x="768264" y="76783"/>
                  <a:pt x="769517" y="71712"/>
                  <a:pt x="772024" y="67045"/>
                </a:cubicBezTo>
                <a:cubicBezTo>
                  <a:pt x="774531" y="62379"/>
                  <a:pt x="777944" y="58503"/>
                  <a:pt x="782263" y="55418"/>
                </a:cubicBezTo>
                <a:cubicBezTo>
                  <a:pt x="785502" y="53027"/>
                  <a:pt x="789918" y="51002"/>
                  <a:pt x="795510" y="49344"/>
                </a:cubicBezTo>
                <a:cubicBezTo>
                  <a:pt x="801102" y="47686"/>
                  <a:pt x="807099" y="46857"/>
                  <a:pt x="813501" y="46857"/>
                </a:cubicBezTo>
                <a:cubicBezTo>
                  <a:pt x="823142" y="46857"/>
                  <a:pt x="831607" y="48245"/>
                  <a:pt x="838896" y="51022"/>
                </a:cubicBezTo>
                <a:cubicBezTo>
                  <a:pt x="846184" y="53798"/>
                  <a:pt x="851564" y="57558"/>
                  <a:pt x="855035" y="62302"/>
                </a:cubicBezTo>
                <a:cubicBezTo>
                  <a:pt x="858506" y="67045"/>
                  <a:pt x="860897" y="73389"/>
                  <a:pt x="862208" y="81334"/>
                </a:cubicBezTo>
                <a:lnTo>
                  <a:pt x="841846" y="84110"/>
                </a:lnTo>
                <a:cubicBezTo>
                  <a:pt x="840920" y="77786"/>
                  <a:pt x="838240" y="72849"/>
                  <a:pt x="833805" y="69301"/>
                </a:cubicBezTo>
                <a:cubicBezTo>
                  <a:pt x="829370" y="65753"/>
                  <a:pt x="823103" y="63979"/>
                  <a:pt x="815005" y="63979"/>
                </a:cubicBezTo>
                <a:cubicBezTo>
                  <a:pt x="805440" y="63979"/>
                  <a:pt x="798614" y="65561"/>
                  <a:pt x="794527" y="68723"/>
                </a:cubicBezTo>
                <a:cubicBezTo>
                  <a:pt x="790439" y="71885"/>
                  <a:pt x="788395" y="75588"/>
                  <a:pt x="788395" y="79830"/>
                </a:cubicBezTo>
                <a:cubicBezTo>
                  <a:pt x="788395" y="82529"/>
                  <a:pt x="789243" y="84959"/>
                  <a:pt x="790940" y="87119"/>
                </a:cubicBezTo>
                <a:cubicBezTo>
                  <a:pt x="792637" y="89355"/>
                  <a:pt x="795298" y="91206"/>
                  <a:pt x="798923" y="92672"/>
                </a:cubicBezTo>
                <a:cubicBezTo>
                  <a:pt x="801005" y="93443"/>
                  <a:pt x="807137" y="95217"/>
                  <a:pt x="817318" y="97994"/>
                </a:cubicBezTo>
                <a:cubicBezTo>
                  <a:pt x="832050" y="101928"/>
                  <a:pt x="842328" y="105148"/>
                  <a:pt x="848151" y="107654"/>
                </a:cubicBezTo>
                <a:cubicBezTo>
                  <a:pt x="853975" y="110161"/>
                  <a:pt x="858545" y="113806"/>
                  <a:pt x="861861" y="118588"/>
                </a:cubicBezTo>
                <a:cubicBezTo>
                  <a:pt x="865178" y="123370"/>
                  <a:pt x="866836" y="129309"/>
                  <a:pt x="866836" y="136405"/>
                </a:cubicBezTo>
                <a:cubicBezTo>
                  <a:pt x="866836" y="143346"/>
                  <a:pt x="864811" y="149883"/>
                  <a:pt x="860762" y="156015"/>
                </a:cubicBezTo>
                <a:cubicBezTo>
                  <a:pt x="856713" y="162147"/>
                  <a:pt x="850870" y="166890"/>
                  <a:pt x="843234" y="170246"/>
                </a:cubicBezTo>
                <a:cubicBezTo>
                  <a:pt x="835598" y="173601"/>
                  <a:pt x="826960" y="175278"/>
                  <a:pt x="817318" y="175278"/>
                </a:cubicBezTo>
                <a:cubicBezTo>
                  <a:pt x="801353" y="175278"/>
                  <a:pt x="789185" y="171962"/>
                  <a:pt x="780817" y="165329"/>
                </a:cubicBezTo>
                <a:cubicBezTo>
                  <a:pt x="772448" y="158695"/>
                  <a:pt x="767107" y="148861"/>
                  <a:pt x="764793" y="1358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1e3ca8c994f2c"/>
          <a:stretch xmlns:a="http://schemas.openxmlformats.org/drawingml/2006/main"/>
        </p:blipFill>
        <p:spPr>
          <a:xfrm xmlns:a="http://schemas.openxmlformats.org/drawingml/2006/main">
            <a:off x="10909358" y="1712611"/>
            <a:ext cx="355416" cy="355416"/>
          </a:xfrm>
          <a:prstGeom xmlns:a="http://schemas.openxmlformats.org/drawingml/2006/main" prst="rect">
            <a:avLst/>
          </a:prstGeom>
        </p:spPr>
      </p:pic>
      <p:sp>
        <p:nvSpPr>
          <p:cNvPr id="61" name="Text 😈">
            <a:extLst xmlns:a="http://schemas.openxmlformats.org/drawingml/2006/main">
              <a:ext uri="{FF2B5EF4-FFF2-40B4-BE49-F238E27FC236}">
                <a16:creationId xmlns:a16="http://schemas.microsoft.com/office/drawing/2014/main" id="{8190CD71-D079-4C5B-A316-EA0C5BF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913" y="1673121"/>
            <a:ext cx="355416" cy="355416"/>
          </a:xfrm>
          <a:custGeom xmlns:a="http://schemas.openxmlformats.org/drawingml/2006/main">
            <a:pathLst>
              <a:path w="355416" h="355416">
                <a:moveTo>
                  <a:pt x="0" y="355416"/>
                </a:moveTo>
                <a:lnTo>
                  <a:pt x="0" y="355416"/>
                </a:lnTo>
                <a:moveTo>
                  <a:pt x="355416" y="0"/>
                </a:moveTo>
                <a:lnTo>
                  <a:pt x="35541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baeeb83d488a"/>
          <a:stretch xmlns:a="http://schemas.openxmlformats.org/drawingml/2006/main"/>
        </p:blipFill>
        <p:spPr>
          <a:xfrm xmlns:a="http://schemas.openxmlformats.org/drawingml/2006/main">
            <a:off x="7879271" y="789370"/>
            <a:ext cx="878667" cy="878667"/>
          </a:xfrm>
          <a:prstGeom xmlns:a="http://schemas.openxmlformats.org/drawingml/2006/main" prst="rect">
            <a:avLst/>
          </a:prstGeom>
        </p:spPr>
      </p:pic>
      <p:sp>
        <p:nvSpPr>
          <p:cNvPr id="63" name="Text Gadget">
            <a:extLst xmlns:a="http://schemas.openxmlformats.org/drawingml/2006/main">
              <a:ext uri="{FF2B5EF4-FFF2-40B4-BE49-F238E27FC236}">
                <a16:creationId xmlns:a16="http://schemas.microsoft.com/office/drawing/2014/main" id="{D7538B9C-DB7A-4BB8-8554-30C6E6E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801" y="1945448"/>
            <a:ext cx="752483" cy="222366"/>
          </a:xfrm>
          <a:custGeom xmlns:a="http://schemas.openxmlformats.org/drawingml/2006/main">
            <a:pathLst>
              <a:path w="752483" h="222366">
                <a:moveTo>
                  <a:pt x="85036" y="105977"/>
                </a:moveTo>
                <a:lnTo>
                  <a:pt x="85036" y="86077"/>
                </a:lnTo>
                <a:lnTo>
                  <a:pt x="156883" y="85962"/>
                </a:lnTo>
                <a:lnTo>
                  <a:pt x="156883" y="148900"/>
                </a:lnTo>
                <a:cubicBezTo>
                  <a:pt x="145853" y="157693"/>
                  <a:pt x="134476" y="164307"/>
                  <a:pt x="122753" y="168742"/>
                </a:cubicBezTo>
                <a:cubicBezTo>
                  <a:pt x="111029" y="173177"/>
                  <a:pt x="98997" y="175394"/>
                  <a:pt x="86656" y="175394"/>
                </a:cubicBezTo>
                <a:cubicBezTo>
                  <a:pt x="69996" y="175394"/>
                  <a:pt x="54859" y="171827"/>
                  <a:pt x="41245" y="164692"/>
                </a:cubicBezTo>
                <a:cubicBezTo>
                  <a:pt x="27632" y="157558"/>
                  <a:pt x="17354" y="147242"/>
                  <a:pt x="10413" y="133744"/>
                </a:cubicBezTo>
                <a:cubicBezTo>
                  <a:pt x="3471" y="120246"/>
                  <a:pt x="0" y="105167"/>
                  <a:pt x="0" y="88507"/>
                </a:cubicBezTo>
                <a:cubicBezTo>
                  <a:pt x="0" y="72001"/>
                  <a:pt x="3452" y="56594"/>
                  <a:pt x="10355" y="42287"/>
                </a:cubicBezTo>
                <a:cubicBezTo>
                  <a:pt x="17258" y="27979"/>
                  <a:pt x="27188" y="17354"/>
                  <a:pt x="40146" y="10413"/>
                </a:cubicBezTo>
                <a:cubicBezTo>
                  <a:pt x="53104" y="3471"/>
                  <a:pt x="68029" y="0"/>
                  <a:pt x="84920" y="0"/>
                </a:cubicBezTo>
                <a:cubicBezTo>
                  <a:pt x="97184" y="0"/>
                  <a:pt x="108271" y="1986"/>
                  <a:pt x="118183" y="5958"/>
                </a:cubicBezTo>
                <a:cubicBezTo>
                  <a:pt x="128094" y="9931"/>
                  <a:pt x="135865" y="15465"/>
                  <a:pt x="141495" y="22561"/>
                </a:cubicBezTo>
                <a:cubicBezTo>
                  <a:pt x="147126" y="29657"/>
                  <a:pt x="151407" y="38912"/>
                  <a:pt x="154337" y="50327"/>
                </a:cubicBezTo>
                <a:lnTo>
                  <a:pt x="134091" y="55881"/>
                </a:lnTo>
                <a:cubicBezTo>
                  <a:pt x="131546" y="47242"/>
                  <a:pt x="128383" y="40455"/>
                  <a:pt x="124604" y="35518"/>
                </a:cubicBezTo>
                <a:cubicBezTo>
                  <a:pt x="120824" y="30582"/>
                  <a:pt x="115425" y="26629"/>
                  <a:pt x="108406" y="23660"/>
                </a:cubicBezTo>
                <a:cubicBezTo>
                  <a:pt x="101388" y="20690"/>
                  <a:pt x="93597" y="19205"/>
                  <a:pt x="85036" y="19205"/>
                </a:cubicBezTo>
                <a:cubicBezTo>
                  <a:pt x="74778" y="19205"/>
                  <a:pt x="65908" y="20767"/>
                  <a:pt x="58426" y="23891"/>
                </a:cubicBezTo>
                <a:cubicBezTo>
                  <a:pt x="50944" y="27015"/>
                  <a:pt x="44909" y="31122"/>
                  <a:pt x="40320" y="36213"/>
                </a:cubicBezTo>
                <a:cubicBezTo>
                  <a:pt x="35731" y="41303"/>
                  <a:pt x="32163" y="46895"/>
                  <a:pt x="29618" y="52988"/>
                </a:cubicBezTo>
                <a:cubicBezTo>
                  <a:pt x="25299" y="63478"/>
                  <a:pt x="23139" y="74855"/>
                  <a:pt x="23139" y="87119"/>
                </a:cubicBezTo>
                <a:cubicBezTo>
                  <a:pt x="23139" y="102236"/>
                  <a:pt x="25742" y="114885"/>
                  <a:pt x="30948" y="125067"/>
                </a:cubicBezTo>
                <a:cubicBezTo>
                  <a:pt x="36155" y="135248"/>
                  <a:pt x="43733" y="142807"/>
                  <a:pt x="53683" y="147743"/>
                </a:cubicBezTo>
                <a:cubicBezTo>
                  <a:pt x="63632" y="152679"/>
                  <a:pt x="74199" y="155147"/>
                  <a:pt x="85383" y="155147"/>
                </a:cubicBezTo>
                <a:cubicBezTo>
                  <a:pt x="95102" y="155147"/>
                  <a:pt x="104589" y="153277"/>
                  <a:pt x="113844" y="149536"/>
                </a:cubicBezTo>
                <a:cubicBezTo>
                  <a:pt x="123100" y="145795"/>
                  <a:pt x="130119" y="141804"/>
                  <a:pt x="134901" y="137562"/>
                </a:cubicBezTo>
                <a:lnTo>
                  <a:pt x="134901" y="105977"/>
                </a:lnTo>
                <a:lnTo>
                  <a:pt x="85036" y="105977"/>
                </a:lnTo>
                <a:close/>
                <a:moveTo>
                  <a:pt x="270774" y="157346"/>
                </a:moveTo>
                <a:cubicBezTo>
                  <a:pt x="263061" y="163902"/>
                  <a:pt x="255637" y="168529"/>
                  <a:pt x="248502" y="171229"/>
                </a:cubicBezTo>
                <a:cubicBezTo>
                  <a:pt x="241368" y="173929"/>
                  <a:pt x="233713" y="175278"/>
                  <a:pt x="225537" y="175278"/>
                </a:cubicBezTo>
                <a:cubicBezTo>
                  <a:pt x="212039" y="175278"/>
                  <a:pt x="201665" y="171981"/>
                  <a:pt x="194415" y="165386"/>
                </a:cubicBezTo>
                <a:cubicBezTo>
                  <a:pt x="187165" y="158792"/>
                  <a:pt x="183540" y="150365"/>
                  <a:pt x="183540" y="140107"/>
                </a:cubicBezTo>
                <a:cubicBezTo>
                  <a:pt x="183540" y="134091"/>
                  <a:pt x="184909" y="128595"/>
                  <a:pt x="187647" y="123620"/>
                </a:cubicBezTo>
                <a:cubicBezTo>
                  <a:pt x="190385" y="118645"/>
                  <a:pt x="193971" y="114654"/>
                  <a:pt x="198406" y="111646"/>
                </a:cubicBezTo>
                <a:cubicBezTo>
                  <a:pt x="202841" y="108638"/>
                  <a:pt x="207836" y="106363"/>
                  <a:pt x="213389" y="104820"/>
                </a:cubicBezTo>
                <a:cubicBezTo>
                  <a:pt x="217477" y="103740"/>
                  <a:pt x="223647" y="102699"/>
                  <a:pt x="231900" y="101696"/>
                </a:cubicBezTo>
                <a:cubicBezTo>
                  <a:pt x="248715" y="99691"/>
                  <a:pt x="261094" y="97300"/>
                  <a:pt x="269038" y="94523"/>
                </a:cubicBezTo>
                <a:cubicBezTo>
                  <a:pt x="269115" y="91669"/>
                  <a:pt x="269154" y="89857"/>
                  <a:pt x="269154" y="89085"/>
                </a:cubicBezTo>
                <a:cubicBezTo>
                  <a:pt x="269154" y="80601"/>
                  <a:pt x="267187" y="74623"/>
                  <a:pt x="263254" y="71153"/>
                </a:cubicBezTo>
                <a:cubicBezTo>
                  <a:pt x="257932" y="66448"/>
                  <a:pt x="250026" y="64095"/>
                  <a:pt x="239536" y="64095"/>
                </a:cubicBezTo>
                <a:cubicBezTo>
                  <a:pt x="229741" y="64095"/>
                  <a:pt x="222510" y="65811"/>
                  <a:pt x="217843" y="69244"/>
                </a:cubicBezTo>
                <a:cubicBezTo>
                  <a:pt x="213177" y="72676"/>
                  <a:pt x="209725" y="78750"/>
                  <a:pt x="207488" y="87466"/>
                </a:cubicBezTo>
                <a:lnTo>
                  <a:pt x="187126" y="84689"/>
                </a:lnTo>
                <a:cubicBezTo>
                  <a:pt x="188977" y="75973"/>
                  <a:pt x="192024" y="68935"/>
                  <a:pt x="196266" y="63575"/>
                </a:cubicBezTo>
                <a:cubicBezTo>
                  <a:pt x="200508" y="58214"/>
                  <a:pt x="206640" y="54088"/>
                  <a:pt x="214662" y="51195"/>
                </a:cubicBezTo>
                <a:cubicBezTo>
                  <a:pt x="222683" y="48303"/>
                  <a:pt x="231977" y="46857"/>
                  <a:pt x="242544" y="46857"/>
                </a:cubicBezTo>
                <a:cubicBezTo>
                  <a:pt x="253034" y="46857"/>
                  <a:pt x="261557" y="48091"/>
                  <a:pt x="268113" y="50559"/>
                </a:cubicBezTo>
                <a:cubicBezTo>
                  <a:pt x="274669" y="53027"/>
                  <a:pt x="279489" y="56131"/>
                  <a:pt x="282575" y="59872"/>
                </a:cubicBezTo>
                <a:cubicBezTo>
                  <a:pt x="285660" y="63613"/>
                  <a:pt x="287820" y="68337"/>
                  <a:pt x="289054" y="74045"/>
                </a:cubicBezTo>
                <a:cubicBezTo>
                  <a:pt x="289748" y="77593"/>
                  <a:pt x="290095" y="83995"/>
                  <a:pt x="290095" y="93250"/>
                </a:cubicBezTo>
                <a:lnTo>
                  <a:pt x="290095" y="121017"/>
                </a:lnTo>
                <a:cubicBezTo>
                  <a:pt x="290095" y="140377"/>
                  <a:pt x="290538" y="152621"/>
                  <a:pt x="291425" y="157750"/>
                </a:cubicBezTo>
                <a:cubicBezTo>
                  <a:pt x="292312" y="162880"/>
                  <a:pt x="294067" y="167797"/>
                  <a:pt x="296690" y="172502"/>
                </a:cubicBezTo>
                <a:lnTo>
                  <a:pt x="274939" y="172502"/>
                </a:lnTo>
                <a:cubicBezTo>
                  <a:pt x="272779" y="168182"/>
                  <a:pt x="271391" y="163130"/>
                  <a:pt x="270774" y="157346"/>
                </a:cubicBezTo>
                <a:moveTo>
                  <a:pt x="269038" y="110836"/>
                </a:moveTo>
                <a:cubicBezTo>
                  <a:pt x="261480" y="113921"/>
                  <a:pt x="250141" y="116544"/>
                  <a:pt x="235024" y="118703"/>
                </a:cubicBezTo>
                <a:cubicBezTo>
                  <a:pt x="226462" y="119937"/>
                  <a:pt x="220408" y="121326"/>
                  <a:pt x="216860" y="122868"/>
                </a:cubicBezTo>
                <a:cubicBezTo>
                  <a:pt x="213312" y="124411"/>
                  <a:pt x="210574" y="126667"/>
                  <a:pt x="208645" y="129637"/>
                </a:cubicBezTo>
                <a:cubicBezTo>
                  <a:pt x="206717" y="132606"/>
                  <a:pt x="205753" y="135903"/>
                  <a:pt x="205753" y="139528"/>
                </a:cubicBezTo>
                <a:cubicBezTo>
                  <a:pt x="205753" y="145082"/>
                  <a:pt x="207855" y="149710"/>
                  <a:pt x="212058" y="153412"/>
                </a:cubicBezTo>
                <a:cubicBezTo>
                  <a:pt x="216262" y="157114"/>
                  <a:pt x="222413" y="158965"/>
                  <a:pt x="230512" y="158965"/>
                </a:cubicBezTo>
                <a:cubicBezTo>
                  <a:pt x="238533" y="158965"/>
                  <a:pt x="245668" y="157211"/>
                  <a:pt x="251915" y="153701"/>
                </a:cubicBezTo>
                <a:cubicBezTo>
                  <a:pt x="258163" y="150192"/>
                  <a:pt x="262752" y="145390"/>
                  <a:pt x="265683" y="139297"/>
                </a:cubicBezTo>
                <a:cubicBezTo>
                  <a:pt x="267920" y="134592"/>
                  <a:pt x="269038" y="127650"/>
                  <a:pt x="269038" y="118472"/>
                </a:cubicBezTo>
                <a:lnTo>
                  <a:pt x="269038" y="110836"/>
                </a:lnTo>
                <a:close/>
                <a:moveTo>
                  <a:pt x="398663" y="172502"/>
                </a:moveTo>
                <a:lnTo>
                  <a:pt x="398663" y="156998"/>
                </a:lnTo>
                <a:cubicBezTo>
                  <a:pt x="390873" y="169185"/>
                  <a:pt x="379419" y="175278"/>
                  <a:pt x="364302" y="175278"/>
                </a:cubicBezTo>
                <a:cubicBezTo>
                  <a:pt x="354506" y="175278"/>
                  <a:pt x="345501" y="172579"/>
                  <a:pt x="337287" y="167180"/>
                </a:cubicBezTo>
                <a:cubicBezTo>
                  <a:pt x="329072" y="161781"/>
                  <a:pt x="322709" y="154241"/>
                  <a:pt x="318197" y="144561"/>
                </a:cubicBezTo>
                <a:cubicBezTo>
                  <a:pt x="313685" y="134881"/>
                  <a:pt x="311429" y="123755"/>
                  <a:pt x="311429" y="111183"/>
                </a:cubicBezTo>
                <a:cubicBezTo>
                  <a:pt x="311429" y="98919"/>
                  <a:pt x="313473" y="87793"/>
                  <a:pt x="317561" y="77805"/>
                </a:cubicBezTo>
                <a:cubicBezTo>
                  <a:pt x="321649" y="67817"/>
                  <a:pt x="327780" y="60162"/>
                  <a:pt x="335956" y="54840"/>
                </a:cubicBezTo>
                <a:cubicBezTo>
                  <a:pt x="344132" y="49518"/>
                  <a:pt x="353272" y="46857"/>
                  <a:pt x="363376" y="46857"/>
                </a:cubicBezTo>
                <a:cubicBezTo>
                  <a:pt x="370780" y="46857"/>
                  <a:pt x="377375" y="48418"/>
                  <a:pt x="383160" y="51542"/>
                </a:cubicBezTo>
                <a:cubicBezTo>
                  <a:pt x="388945" y="54666"/>
                  <a:pt x="393650" y="58735"/>
                  <a:pt x="397275" y="63748"/>
                </a:cubicBezTo>
                <a:lnTo>
                  <a:pt x="397275" y="2892"/>
                </a:lnTo>
                <a:lnTo>
                  <a:pt x="417984" y="2892"/>
                </a:lnTo>
                <a:lnTo>
                  <a:pt x="417984" y="172502"/>
                </a:lnTo>
                <a:lnTo>
                  <a:pt x="398663" y="172502"/>
                </a:lnTo>
                <a:moveTo>
                  <a:pt x="332832" y="111183"/>
                </a:moveTo>
                <a:cubicBezTo>
                  <a:pt x="332832" y="126918"/>
                  <a:pt x="336149" y="138680"/>
                  <a:pt x="342782" y="146470"/>
                </a:cubicBezTo>
                <a:cubicBezTo>
                  <a:pt x="349415" y="154260"/>
                  <a:pt x="357244" y="158155"/>
                  <a:pt x="366268" y="158155"/>
                </a:cubicBezTo>
                <a:cubicBezTo>
                  <a:pt x="375370" y="158155"/>
                  <a:pt x="383102" y="154434"/>
                  <a:pt x="389465" y="146991"/>
                </a:cubicBezTo>
                <a:cubicBezTo>
                  <a:pt x="395828" y="139548"/>
                  <a:pt x="399010" y="128190"/>
                  <a:pt x="399010" y="112919"/>
                </a:cubicBezTo>
                <a:cubicBezTo>
                  <a:pt x="399010" y="96104"/>
                  <a:pt x="395771" y="83763"/>
                  <a:pt x="389292" y="75896"/>
                </a:cubicBezTo>
                <a:cubicBezTo>
                  <a:pt x="382813" y="68029"/>
                  <a:pt x="374830" y="64095"/>
                  <a:pt x="365343" y="64095"/>
                </a:cubicBezTo>
                <a:cubicBezTo>
                  <a:pt x="356087" y="64095"/>
                  <a:pt x="348355" y="67875"/>
                  <a:pt x="342146" y="75433"/>
                </a:cubicBezTo>
                <a:cubicBezTo>
                  <a:pt x="335937" y="82992"/>
                  <a:pt x="332832" y="94909"/>
                  <a:pt x="332832" y="111183"/>
                </a:cubicBezTo>
                <a:close/>
                <a:moveTo>
                  <a:pt x="443484" y="182683"/>
                </a:moveTo>
                <a:lnTo>
                  <a:pt x="463731" y="185691"/>
                </a:lnTo>
                <a:cubicBezTo>
                  <a:pt x="464579" y="191938"/>
                  <a:pt x="466932" y="196489"/>
                  <a:pt x="470788" y="199343"/>
                </a:cubicBezTo>
                <a:cubicBezTo>
                  <a:pt x="475956" y="203199"/>
                  <a:pt x="483013" y="205128"/>
                  <a:pt x="491960" y="205128"/>
                </a:cubicBezTo>
                <a:cubicBezTo>
                  <a:pt x="501602" y="205128"/>
                  <a:pt x="509045" y="203199"/>
                  <a:pt x="514289" y="199343"/>
                </a:cubicBezTo>
                <a:cubicBezTo>
                  <a:pt x="519534" y="195486"/>
                  <a:pt x="523082" y="190087"/>
                  <a:pt x="524933" y="183146"/>
                </a:cubicBezTo>
                <a:cubicBezTo>
                  <a:pt x="526013" y="178903"/>
                  <a:pt x="526515" y="169995"/>
                  <a:pt x="526437" y="156420"/>
                </a:cubicBezTo>
                <a:cubicBezTo>
                  <a:pt x="517336" y="167141"/>
                  <a:pt x="505998" y="172502"/>
                  <a:pt x="492423" y="172502"/>
                </a:cubicBezTo>
                <a:cubicBezTo>
                  <a:pt x="475532" y="172502"/>
                  <a:pt x="462458" y="166408"/>
                  <a:pt x="453202" y="154222"/>
                </a:cubicBezTo>
                <a:cubicBezTo>
                  <a:pt x="443947" y="142035"/>
                  <a:pt x="439319" y="127419"/>
                  <a:pt x="439319" y="110373"/>
                </a:cubicBezTo>
                <a:cubicBezTo>
                  <a:pt x="439319" y="98650"/>
                  <a:pt x="441440" y="87832"/>
                  <a:pt x="445682" y="77921"/>
                </a:cubicBezTo>
                <a:cubicBezTo>
                  <a:pt x="449924" y="68010"/>
                  <a:pt x="456075" y="60354"/>
                  <a:pt x="464136" y="54955"/>
                </a:cubicBezTo>
                <a:cubicBezTo>
                  <a:pt x="472196" y="49556"/>
                  <a:pt x="481663" y="46857"/>
                  <a:pt x="492539" y="46857"/>
                </a:cubicBezTo>
                <a:cubicBezTo>
                  <a:pt x="507039" y="46857"/>
                  <a:pt x="518994" y="52718"/>
                  <a:pt x="528404" y="64442"/>
                </a:cubicBezTo>
                <a:lnTo>
                  <a:pt x="528404" y="49633"/>
                </a:lnTo>
                <a:lnTo>
                  <a:pt x="547610" y="49633"/>
                </a:lnTo>
                <a:lnTo>
                  <a:pt x="547610" y="155842"/>
                </a:lnTo>
                <a:cubicBezTo>
                  <a:pt x="547610" y="174970"/>
                  <a:pt x="545662" y="188525"/>
                  <a:pt x="541767" y="196508"/>
                </a:cubicBezTo>
                <a:cubicBezTo>
                  <a:pt x="537872" y="204491"/>
                  <a:pt x="531702" y="210797"/>
                  <a:pt x="523256" y="215425"/>
                </a:cubicBezTo>
                <a:cubicBezTo>
                  <a:pt x="514810" y="220052"/>
                  <a:pt x="504417" y="222366"/>
                  <a:pt x="492076" y="222366"/>
                </a:cubicBezTo>
                <a:cubicBezTo>
                  <a:pt x="477421" y="222366"/>
                  <a:pt x="465582" y="219069"/>
                  <a:pt x="456558" y="212474"/>
                </a:cubicBezTo>
                <a:cubicBezTo>
                  <a:pt x="447533" y="205880"/>
                  <a:pt x="443175" y="195949"/>
                  <a:pt x="443484" y="182683"/>
                </a:cubicBezTo>
                <a:moveTo>
                  <a:pt x="460723" y="108869"/>
                </a:moveTo>
                <a:cubicBezTo>
                  <a:pt x="460723" y="124989"/>
                  <a:pt x="463923" y="136752"/>
                  <a:pt x="470325" y="144156"/>
                </a:cubicBezTo>
                <a:cubicBezTo>
                  <a:pt x="476727" y="151561"/>
                  <a:pt x="484749" y="155263"/>
                  <a:pt x="494390" y="155263"/>
                </a:cubicBezTo>
                <a:cubicBezTo>
                  <a:pt x="503954" y="155263"/>
                  <a:pt x="511976" y="151580"/>
                  <a:pt x="518454" y="144214"/>
                </a:cubicBezTo>
                <a:cubicBezTo>
                  <a:pt x="524933" y="136848"/>
                  <a:pt x="528173" y="125298"/>
                  <a:pt x="528173" y="109563"/>
                </a:cubicBezTo>
                <a:cubicBezTo>
                  <a:pt x="528173" y="94523"/>
                  <a:pt x="524837" y="83185"/>
                  <a:pt x="518165" y="75549"/>
                </a:cubicBezTo>
                <a:cubicBezTo>
                  <a:pt x="511493" y="67913"/>
                  <a:pt x="503453" y="64095"/>
                  <a:pt x="494043" y="64095"/>
                </a:cubicBezTo>
                <a:cubicBezTo>
                  <a:pt x="484787" y="64095"/>
                  <a:pt x="476920" y="67855"/>
                  <a:pt x="470441" y="75375"/>
                </a:cubicBezTo>
                <a:cubicBezTo>
                  <a:pt x="463962" y="82896"/>
                  <a:pt x="460723" y="94060"/>
                  <a:pt x="460723" y="108869"/>
                </a:cubicBezTo>
                <a:close/>
                <a:moveTo>
                  <a:pt x="659764" y="132934"/>
                </a:moveTo>
                <a:lnTo>
                  <a:pt x="681284" y="135595"/>
                </a:lnTo>
                <a:cubicBezTo>
                  <a:pt x="677890" y="148167"/>
                  <a:pt x="671604" y="157924"/>
                  <a:pt x="662425" y="164866"/>
                </a:cubicBezTo>
                <a:cubicBezTo>
                  <a:pt x="653247" y="171807"/>
                  <a:pt x="641523" y="175278"/>
                  <a:pt x="627254" y="175278"/>
                </a:cubicBezTo>
                <a:cubicBezTo>
                  <a:pt x="609283" y="175278"/>
                  <a:pt x="595033" y="169744"/>
                  <a:pt x="584505" y="158676"/>
                </a:cubicBezTo>
                <a:cubicBezTo>
                  <a:pt x="573976" y="147608"/>
                  <a:pt x="568712" y="132085"/>
                  <a:pt x="568712" y="112109"/>
                </a:cubicBezTo>
                <a:cubicBezTo>
                  <a:pt x="568712" y="91438"/>
                  <a:pt x="574034" y="75395"/>
                  <a:pt x="584678" y="63979"/>
                </a:cubicBezTo>
                <a:cubicBezTo>
                  <a:pt x="595322" y="52564"/>
                  <a:pt x="609128" y="46857"/>
                  <a:pt x="626097" y="46857"/>
                </a:cubicBezTo>
                <a:cubicBezTo>
                  <a:pt x="642526" y="46857"/>
                  <a:pt x="655946" y="52449"/>
                  <a:pt x="666359" y="63632"/>
                </a:cubicBezTo>
                <a:cubicBezTo>
                  <a:pt x="676772" y="74816"/>
                  <a:pt x="681978" y="90551"/>
                  <a:pt x="681978" y="110836"/>
                </a:cubicBezTo>
                <a:cubicBezTo>
                  <a:pt x="681978" y="112070"/>
                  <a:pt x="681939" y="113921"/>
                  <a:pt x="681862" y="116389"/>
                </a:cubicBezTo>
                <a:lnTo>
                  <a:pt x="590232" y="116389"/>
                </a:lnTo>
                <a:cubicBezTo>
                  <a:pt x="591003" y="129887"/>
                  <a:pt x="594821" y="140223"/>
                  <a:pt x="601685" y="147396"/>
                </a:cubicBezTo>
                <a:cubicBezTo>
                  <a:pt x="608550" y="154569"/>
                  <a:pt x="617111" y="158155"/>
                  <a:pt x="627370" y="158155"/>
                </a:cubicBezTo>
                <a:cubicBezTo>
                  <a:pt x="635006" y="158155"/>
                  <a:pt x="641523" y="156150"/>
                  <a:pt x="646922" y="152139"/>
                </a:cubicBezTo>
                <a:cubicBezTo>
                  <a:pt x="652321" y="148129"/>
                  <a:pt x="656602" y="141727"/>
                  <a:pt x="659764" y="132934"/>
                </a:cubicBezTo>
                <a:moveTo>
                  <a:pt x="591388" y="99267"/>
                </a:moveTo>
                <a:lnTo>
                  <a:pt x="659996" y="99267"/>
                </a:lnTo>
                <a:cubicBezTo>
                  <a:pt x="659070" y="88931"/>
                  <a:pt x="656448" y="81180"/>
                  <a:pt x="652129" y="76012"/>
                </a:cubicBezTo>
                <a:cubicBezTo>
                  <a:pt x="645495" y="67990"/>
                  <a:pt x="636895" y="63979"/>
                  <a:pt x="626328" y="63979"/>
                </a:cubicBezTo>
                <a:cubicBezTo>
                  <a:pt x="616764" y="63979"/>
                  <a:pt x="608723" y="67180"/>
                  <a:pt x="602206" y="73582"/>
                </a:cubicBezTo>
                <a:cubicBezTo>
                  <a:pt x="595688" y="79984"/>
                  <a:pt x="592083" y="88545"/>
                  <a:pt x="591388" y="99267"/>
                </a:cubicBezTo>
                <a:close/>
                <a:moveTo>
                  <a:pt x="749475" y="153875"/>
                </a:moveTo>
                <a:lnTo>
                  <a:pt x="752483" y="172270"/>
                </a:lnTo>
                <a:cubicBezTo>
                  <a:pt x="746622" y="173504"/>
                  <a:pt x="741377" y="174121"/>
                  <a:pt x="736749" y="174121"/>
                </a:cubicBezTo>
                <a:cubicBezTo>
                  <a:pt x="729190" y="174121"/>
                  <a:pt x="723328" y="172926"/>
                  <a:pt x="719163" y="170535"/>
                </a:cubicBezTo>
                <a:cubicBezTo>
                  <a:pt x="714998" y="168144"/>
                  <a:pt x="712067" y="165001"/>
                  <a:pt x="710370" y="161106"/>
                </a:cubicBezTo>
                <a:cubicBezTo>
                  <a:pt x="708673" y="157211"/>
                  <a:pt x="707825" y="149016"/>
                  <a:pt x="707825" y="136520"/>
                </a:cubicBezTo>
                <a:lnTo>
                  <a:pt x="707825" y="65831"/>
                </a:lnTo>
                <a:lnTo>
                  <a:pt x="692553" y="65831"/>
                </a:lnTo>
                <a:lnTo>
                  <a:pt x="692553" y="49633"/>
                </a:lnTo>
                <a:lnTo>
                  <a:pt x="707825" y="49633"/>
                </a:lnTo>
                <a:lnTo>
                  <a:pt x="707825" y="19205"/>
                </a:lnTo>
                <a:lnTo>
                  <a:pt x="728535" y="6710"/>
                </a:lnTo>
                <a:lnTo>
                  <a:pt x="728535" y="49633"/>
                </a:lnTo>
                <a:lnTo>
                  <a:pt x="749475" y="49633"/>
                </a:lnTo>
                <a:lnTo>
                  <a:pt x="749475" y="65831"/>
                </a:lnTo>
                <a:lnTo>
                  <a:pt x="728535" y="65831"/>
                </a:lnTo>
                <a:lnTo>
                  <a:pt x="728535" y="137677"/>
                </a:lnTo>
                <a:cubicBezTo>
                  <a:pt x="728535" y="143616"/>
                  <a:pt x="728901" y="147434"/>
                  <a:pt x="729634" y="149131"/>
                </a:cubicBezTo>
                <a:cubicBezTo>
                  <a:pt x="730366" y="150828"/>
                  <a:pt x="731562" y="152178"/>
                  <a:pt x="733220" y="153181"/>
                </a:cubicBezTo>
                <a:cubicBezTo>
                  <a:pt x="734878" y="154183"/>
                  <a:pt x="737250" y="154685"/>
                  <a:pt x="740335" y="154685"/>
                </a:cubicBezTo>
                <a:cubicBezTo>
                  <a:pt x="742649" y="154685"/>
                  <a:pt x="745696" y="154415"/>
                  <a:pt x="749475" y="153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V">
            <a:extLst xmlns:a="http://schemas.openxmlformats.org/drawingml/2006/main">
              <a:ext uri="{FF2B5EF4-FFF2-40B4-BE49-F238E27FC236}">
                <a16:creationId xmlns:a16="http://schemas.microsoft.com/office/drawing/2014/main" id="{60E6A9B4-83C8-42D2-8F13-0D0AFA1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760" y="2234647"/>
            <a:ext cx="155147" cy="169609"/>
          </a:xfrm>
          <a:custGeom xmlns:a="http://schemas.openxmlformats.org/drawingml/2006/main">
            <a:pathLst>
              <a:path w="155147" h="169609">
                <a:moveTo>
                  <a:pt x="65715" y="169609"/>
                </a:moveTo>
                <a:lnTo>
                  <a:pt x="0" y="0"/>
                </a:lnTo>
                <a:lnTo>
                  <a:pt x="24296" y="0"/>
                </a:lnTo>
                <a:lnTo>
                  <a:pt x="68376" y="123215"/>
                </a:lnTo>
                <a:cubicBezTo>
                  <a:pt x="71924" y="133088"/>
                  <a:pt x="74893" y="142344"/>
                  <a:pt x="77284" y="150982"/>
                </a:cubicBezTo>
                <a:cubicBezTo>
                  <a:pt x="79907" y="141727"/>
                  <a:pt x="82954" y="132471"/>
                  <a:pt x="86424" y="123215"/>
                </a:cubicBezTo>
                <a:lnTo>
                  <a:pt x="132240" y="0"/>
                </a:lnTo>
                <a:lnTo>
                  <a:pt x="155147" y="0"/>
                </a:lnTo>
                <a:lnTo>
                  <a:pt x="88738" y="169609"/>
                </a:lnTo>
                <a:lnTo>
                  <a:pt x="65715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alidation">
            <a:extLst xmlns:a="http://schemas.openxmlformats.org/drawingml/2006/main">
              <a:ext uri="{FF2B5EF4-FFF2-40B4-BE49-F238E27FC236}">
                <a16:creationId xmlns:a16="http://schemas.microsoft.com/office/drawing/2014/main" id="{59CB8F5A-AA54-41E6-86C4-C7649A6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489" y="2234647"/>
            <a:ext cx="837021" cy="172386"/>
          </a:xfrm>
          <a:custGeom xmlns:a="http://schemas.openxmlformats.org/drawingml/2006/main">
            <a:pathLst>
              <a:path w="837021" h="172386">
                <a:moveTo>
                  <a:pt x="87234" y="154453"/>
                </a:moveTo>
                <a:cubicBezTo>
                  <a:pt x="79521" y="161009"/>
                  <a:pt x="72097" y="165637"/>
                  <a:pt x="64963" y="168337"/>
                </a:cubicBezTo>
                <a:cubicBezTo>
                  <a:pt x="57828" y="171036"/>
                  <a:pt x="50173" y="172386"/>
                  <a:pt x="41997" y="172386"/>
                </a:cubicBezTo>
                <a:cubicBezTo>
                  <a:pt x="28500" y="172386"/>
                  <a:pt x="18126" y="169089"/>
                  <a:pt x="10875" y="162494"/>
                </a:cubicBezTo>
                <a:cubicBezTo>
                  <a:pt x="3625" y="155899"/>
                  <a:pt x="0" y="147473"/>
                  <a:pt x="0" y="137215"/>
                </a:cubicBezTo>
                <a:cubicBezTo>
                  <a:pt x="0" y="131198"/>
                  <a:pt x="1369" y="125703"/>
                  <a:pt x="4107" y="120728"/>
                </a:cubicBezTo>
                <a:cubicBezTo>
                  <a:pt x="6845" y="115753"/>
                  <a:pt x="10432" y="111762"/>
                  <a:pt x="14867" y="108754"/>
                </a:cubicBezTo>
                <a:cubicBezTo>
                  <a:pt x="19302" y="105745"/>
                  <a:pt x="24296" y="103470"/>
                  <a:pt x="29849" y="101928"/>
                </a:cubicBezTo>
                <a:cubicBezTo>
                  <a:pt x="33937" y="100848"/>
                  <a:pt x="40108" y="99806"/>
                  <a:pt x="48361" y="98804"/>
                </a:cubicBezTo>
                <a:cubicBezTo>
                  <a:pt x="65175" y="96798"/>
                  <a:pt x="77554" y="94407"/>
                  <a:pt x="85499" y="91631"/>
                </a:cubicBezTo>
                <a:cubicBezTo>
                  <a:pt x="85576" y="88777"/>
                  <a:pt x="85614" y="86964"/>
                  <a:pt x="85614" y="86193"/>
                </a:cubicBezTo>
                <a:cubicBezTo>
                  <a:pt x="85614" y="77709"/>
                  <a:pt x="83648" y="71731"/>
                  <a:pt x="79714" y="68260"/>
                </a:cubicBezTo>
                <a:cubicBezTo>
                  <a:pt x="74392" y="63555"/>
                  <a:pt x="66486" y="61203"/>
                  <a:pt x="55997" y="61203"/>
                </a:cubicBezTo>
                <a:cubicBezTo>
                  <a:pt x="46201" y="61203"/>
                  <a:pt x="38970" y="62919"/>
                  <a:pt x="34304" y="66351"/>
                </a:cubicBezTo>
                <a:cubicBezTo>
                  <a:pt x="29637" y="69784"/>
                  <a:pt x="26186" y="75858"/>
                  <a:pt x="23949" y="84573"/>
                </a:cubicBezTo>
                <a:lnTo>
                  <a:pt x="3587" y="81797"/>
                </a:lnTo>
                <a:cubicBezTo>
                  <a:pt x="5438" y="73081"/>
                  <a:pt x="8484" y="66043"/>
                  <a:pt x="12726" y="60682"/>
                </a:cubicBezTo>
                <a:cubicBezTo>
                  <a:pt x="16969" y="55322"/>
                  <a:pt x="23100" y="51195"/>
                  <a:pt x="31122" y="48303"/>
                </a:cubicBezTo>
                <a:cubicBezTo>
                  <a:pt x="39144" y="45410"/>
                  <a:pt x="48438" y="43964"/>
                  <a:pt x="59005" y="43964"/>
                </a:cubicBezTo>
                <a:cubicBezTo>
                  <a:pt x="69494" y="43964"/>
                  <a:pt x="78017" y="45198"/>
                  <a:pt x="84573" y="47666"/>
                </a:cubicBezTo>
                <a:cubicBezTo>
                  <a:pt x="91129" y="50135"/>
                  <a:pt x="95950" y="53239"/>
                  <a:pt x="99035" y="56980"/>
                </a:cubicBezTo>
                <a:cubicBezTo>
                  <a:pt x="102120" y="60721"/>
                  <a:pt x="104280" y="65445"/>
                  <a:pt x="105514" y="71153"/>
                </a:cubicBezTo>
                <a:cubicBezTo>
                  <a:pt x="106208" y="74701"/>
                  <a:pt x="106555" y="81102"/>
                  <a:pt x="106555" y="90358"/>
                </a:cubicBezTo>
                <a:lnTo>
                  <a:pt x="106555" y="118125"/>
                </a:lnTo>
                <a:cubicBezTo>
                  <a:pt x="106555" y="137485"/>
                  <a:pt x="106999" y="149729"/>
                  <a:pt x="107886" y="154858"/>
                </a:cubicBezTo>
                <a:cubicBezTo>
                  <a:pt x="108773" y="159987"/>
                  <a:pt x="110528" y="164904"/>
                  <a:pt x="113150" y="169609"/>
                </a:cubicBezTo>
                <a:lnTo>
                  <a:pt x="91399" y="169609"/>
                </a:lnTo>
                <a:cubicBezTo>
                  <a:pt x="89240" y="165290"/>
                  <a:pt x="87851" y="160238"/>
                  <a:pt x="87234" y="154453"/>
                </a:cubicBezTo>
                <a:moveTo>
                  <a:pt x="85499" y="107944"/>
                </a:moveTo>
                <a:cubicBezTo>
                  <a:pt x="77940" y="111029"/>
                  <a:pt x="66602" y="113651"/>
                  <a:pt x="51484" y="115811"/>
                </a:cubicBezTo>
                <a:cubicBezTo>
                  <a:pt x="42923" y="117045"/>
                  <a:pt x="36868" y="118433"/>
                  <a:pt x="33320" y="119976"/>
                </a:cubicBezTo>
                <a:cubicBezTo>
                  <a:pt x="29772" y="121519"/>
                  <a:pt x="27034" y="123775"/>
                  <a:pt x="25106" y="126744"/>
                </a:cubicBezTo>
                <a:cubicBezTo>
                  <a:pt x="23178" y="129714"/>
                  <a:pt x="22213" y="133011"/>
                  <a:pt x="22213" y="136636"/>
                </a:cubicBezTo>
                <a:cubicBezTo>
                  <a:pt x="22213" y="142189"/>
                  <a:pt x="24315" y="146817"/>
                  <a:pt x="28519" y="150520"/>
                </a:cubicBezTo>
                <a:cubicBezTo>
                  <a:pt x="32722" y="154222"/>
                  <a:pt x="38874" y="156073"/>
                  <a:pt x="46972" y="156073"/>
                </a:cubicBezTo>
                <a:cubicBezTo>
                  <a:pt x="54994" y="156073"/>
                  <a:pt x="62128" y="154318"/>
                  <a:pt x="68376" y="150809"/>
                </a:cubicBezTo>
                <a:cubicBezTo>
                  <a:pt x="74623" y="147299"/>
                  <a:pt x="79213" y="142498"/>
                  <a:pt x="82144" y="136405"/>
                </a:cubicBezTo>
                <a:cubicBezTo>
                  <a:pt x="84380" y="131700"/>
                  <a:pt x="85499" y="124758"/>
                  <a:pt x="85499" y="115580"/>
                </a:cubicBezTo>
                <a:lnTo>
                  <a:pt x="85499" y="107944"/>
                </a:lnTo>
                <a:close/>
                <a:moveTo>
                  <a:pt x="134852" y="169609"/>
                </a:moveTo>
                <a:lnTo>
                  <a:pt x="134852" y="0"/>
                </a:lnTo>
                <a:lnTo>
                  <a:pt x="155678" y="0"/>
                </a:lnTo>
                <a:lnTo>
                  <a:pt x="155678" y="169609"/>
                </a:lnTo>
                <a:lnTo>
                  <a:pt x="134852" y="169609"/>
                </a:lnTo>
                <a:close/>
                <a:moveTo>
                  <a:pt x="184786" y="23949"/>
                </a:moveTo>
                <a:lnTo>
                  <a:pt x="184786" y="0"/>
                </a:lnTo>
                <a:lnTo>
                  <a:pt x="205611" y="0"/>
                </a:lnTo>
                <a:lnTo>
                  <a:pt x="205611" y="23949"/>
                </a:lnTo>
                <a:lnTo>
                  <a:pt x="184786" y="23949"/>
                </a:lnTo>
                <a:moveTo>
                  <a:pt x="184786" y="169609"/>
                </a:moveTo>
                <a:lnTo>
                  <a:pt x="184786" y="46741"/>
                </a:lnTo>
                <a:lnTo>
                  <a:pt x="205611" y="46741"/>
                </a:lnTo>
                <a:lnTo>
                  <a:pt x="205611" y="169609"/>
                </a:lnTo>
                <a:lnTo>
                  <a:pt x="184786" y="169609"/>
                </a:lnTo>
                <a:close/>
                <a:moveTo>
                  <a:pt x="313740" y="169609"/>
                </a:moveTo>
                <a:lnTo>
                  <a:pt x="313740" y="154106"/>
                </a:lnTo>
                <a:cubicBezTo>
                  <a:pt x="305950" y="166293"/>
                  <a:pt x="294496" y="172386"/>
                  <a:pt x="279378" y="172386"/>
                </a:cubicBezTo>
                <a:cubicBezTo>
                  <a:pt x="269583" y="172386"/>
                  <a:pt x="260578" y="169686"/>
                  <a:pt x="252363" y="164287"/>
                </a:cubicBezTo>
                <a:cubicBezTo>
                  <a:pt x="244149" y="158888"/>
                  <a:pt x="237786" y="151349"/>
                  <a:pt x="233274" y="141669"/>
                </a:cubicBezTo>
                <a:cubicBezTo>
                  <a:pt x="228762" y="131989"/>
                  <a:pt x="226506" y="120863"/>
                  <a:pt x="226506" y="108291"/>
                </a:cubicBezTo>
                <a:cubicBezTo>
                  <a:pt x="226506" y="96027"/>
                  <a:pt x="228550" y="84901"/>
                  <a:pt x="232637" y="74913"/>
                </a:cubicBezTo>
                <a:cubicBezTo>
                  <a:pt x="236725" y="64924"/>
                  <a:pt x="242857" y="57269"/>
                  <a:pt x="251033" y="51947"/>
                </a:cubicBezTo>
                <a:cubicBezTo>
                  <a:pt x="259209" y="46625"/>
                  <a:pt x="268349" y="43964"/>
                  <a:pt x="278453" y="43964"/>
                </a:cubicBezTo>
                <a:cubicBezTo>
                  <a:pt x="285857" y="43964"/>
                  <a:pt x="292452" y="45526"/>
                  <a:pt x="298237" y="48650"/>
                </a:cubicBezTo>
                <a:cubicBezTo>
                  <a:pt x="304021" y="51774"/>
                  <a:pt x="308726" y="55842"/>
                  <a:pt x="312351" y="60856"/>
                </a:cubicBezTo>
                <a:lnTo>
                  <a:pt x="312351" y="0"/>
                </a:lnTo>
                <a:lnTo>
                  <a:pt x="333061" y="0"/>
                </a:lnTo>
                <a:lnTo>
                  <a:pt x="333061" y="169609"/>
                </a:lnTo>
                <a:lnTo>
                  <a:pt x="313740" y="169609"/>
                </a:lnTo>
                <a:moveTo>
                  <a:pt x="247909" y="108291"/>
                </a:moveTo>
                <a:cubicBezTo>
                  <a:pt x="247909" y="124025"/>
                  <a:pt x="251226" y="135788"/>
                  <a:pt x="257859" y="143578"/>
                </a:cubicBezTo>
                <a:cubicBezTo>
                  <a:pt x="264492" y="151368"/>
                  <a:pt x="272321" y="155263"/>
                  <a:pt x="281345" y="155263"/>
                </a:cubicBezTo>
                <a:cubicBezTo>
                  <a:pt x="290447" y="155263"/>
                  <a:pt x="298179" y="151542"/>
                  <a:pt x="304542" y="144098"/>
                </a:cubicBezTo>
                <a:cubicBezTo>
                  <a:pt x="310905" y="136655"/>
                  <a:pt x="314087" y="125298"/>
                  <a:pt x="314087" y="110026"/>
                </a:cubicBezTo>
                <a:cubicBezTo>
                  <a:pt x="314087" y="93212"/>
                  <a:pt x="310847" y="80871"/>
                  <a:pt x="304369" y="73004"/>
                </a:cubicBezTo>
                <a:cubicBezTo>
                  <a:pt x="297890" y="65136"/>
                  <a:pt x="289907" y="61203"/>
                  <a:pt x="280420" y="61203"/>
                </a:cubicBezTo>
                <a:cubicBezTo>
                  <a:pt x="271164" y="61203"/>
                  <a:pt x="263432" y="64982"/>
                  <a:pt x="257223" y="72541"/>
                </a:cubicBezTo>
                <a:cubicBezTo>
                  <a:pt x="251014" y="80100"/>
                  <a:pt x="247909" y="92016"/>
                  <a:pt x="247909" y="108291"/>
                </a:cubicBezTo>
                <a:close/>
                <a:moveTo>
                  <a:pt x="442461" y="154453"/>
                </a:moveTo>
                <a:cubicBezTo>
                  <a:pt x="434748" y="161009"/>
                  <a:pt x="427324" y="165637"/>
                  <a:pt x="420189" y="168337"/>
                </a:cubicBezTo>
                <a:cubicBezTo>
                  <a:pt x="413055" y="171036"/>
                  <a:pt x="405400" y="172386"/>
                  <a:pt x="397224" y="172386"/>
                </a:cubicBezTo>
                <a:cubicBezTo>
                  <a:pt x="383726" y="172386"/>
                  <a:pt x="373352" y="169089"/>
                  <a:pt x="366102" y="162494"/>
                </a:cubicBezTo>
                <a:cubicBezTo>
                  <a:pt x="358852" y="155899"/>
                  <a:pt x="355226" y="147473"/>
                  <a:pt x="355226" y="137215"/>
                </a:cubicBezTo>
                <a:cubicBezTo>
                  <a:pt x="355226" y="131198"/>
                  <a:pt x="356595" y="125703"/>
                  <a:pt x="359334" y="120728"/>
                </a:cubicBezTo>
                <a:cubicBezTo>
                  <a:pt x="362072" y="115753"/>
                  <a:pt x="365658" y="111762"/>
                  <a:pt x="370093" y="108754"/>
                </a:cubicBezTo>
                <a:cubicBezTo>
                  <a:pt x="374528" y="105745"/>
                  <a:pt x="379522" y="103470"/>
                  <a:pt x="385076" y="101928"/>
                </a:cubicBezTo>
                <a:cubicBezTo>
                  <a:pt x="389164" y="100848"/>
                  <a:pt x="395334" y="99806"/>
                  <a:pt x="403587" y="98804"/>
                </a:cubicBezTo>
                <a:cubicBezTo>
                  <a:pt x="420401" y="96798"/>
                  <a:pt x="432781" y="94407"/>
                  <a:pt x="440725" y="91631"/>
                </a:cubicBezTo>
                <a:cubicBezTo>
                  <a:pt x="440802" y="88777"/>
                  <a:pt x="440841" y="86964"/>
                  <a:pt x="440841" y="86193"/>
                </a:cubicBezTo>
                <a:cubicBezTo>
                  <a:pt x="440841" y="77709"/>
                  <a:pt x="438874" y="71731"/>
                  <a:pt x="434940" y="68260"/>
                </a:cubicBezTo>
                <a:cubicBezTo>
                  <a:pt x="429618" y="63555"/>
                  <a:pt x="421713" y="61203"/>
                  <a:pt x="411223" y="61203"/>
                </a:cubicBezTo>
                <a:cubicBezTo>
                  <a:pt x="401427" y="61203"/>
                  <a:pt x="394196" y="62919"/>
                  <a:pt x="389530" y="66351"/>
                </a:cubicBezTo>
                <a:cubicBezTo>
                  <a:pt x="384864" y="69784"/>
                  <a:pt x="381412" y="75858"/>
                  <a:pt x="379175" y="84573"/>
                </a:cubicBezTo>
                <a:lnTo>
                  <a:pt x="358813" y="81797"/>
                </a:lnTo>
                <a:cubicBezTo>
                  <a:pt x="360664" y="73081"/>
                  <a:pt x="363711" y="66043"/>
                  <a:pt x="367953" y="60682"/>
                </a:cubicBezTo>
                <a:cubicBezTo>
                  <a:pt x="372195" y="55322"/>
                  <a:pt x="378327" y="51195"/>
                  <a:pt x="386348" y="48303"/>
                </a:cubicBezTo>
                <a:cubicBezTo>
                  <a:pt x="394370" y="45410"/>
                  <a:pt x="403664" y="43964"/>
                  <a:pt x="414231" y="43964"/>
                </a:cubicBezTo>
                <a:cubicBezTo>
                  <a:pt x="424721" y="43964"/>
                  <a:pt x="433244" y="45198"/>
                  <a:pt x="439800" y="47666"/>
                </a:cubicBezTo>
                <a:cubicBezTo>
                  <a:pt x="446356" y="50135"/>
                  <a:pt x="451176" y="53239"/>
                  <a:pt x="454262" y="56980"/>
                </a:cubicBezTo>
                <a:cubicBezTo>
                  <a:pt x="457347" y="60721"/>
                  <a:pt x="459506" y="65445"/>
                  <a:pt x="460740" y="71153"/>
                </a:cubicBezTo>
                <a:cubicBezTo>
                  <a:pt x="461435" y="74701"/>
                  <a:pt x="461782" y="81102"/>
                  <a:pt x="461782" y="90358"/>
                </a:cubicBezTo>
                <a:lnTo>
                  <a:pt x="461782" y="118125"/>
                </a:lnTo>
                <a:cubicBezTo>
                  <a:pt x="461782" y="137485"/>
                  <a:pt x="462225" y="149729"/>
                  <a:pt x="463112" y="154858"/>
                </a:cubicBezTo>
                <a:cubicBezTo>
                  <a:pt x="463999" y="159987"/>
                  <a:pt x="465754" y="164904"/>
                  <a:pt x="468376" y="169609"/>
                </a:cubicBezTo>
                <a:lnTo>
                  <a:pt x="446626" y="169609"/>
                </a:lnTo>
                <a:cubicBezTo>
                  <a:pt x="444466" y="165290"/>
                  <a:pt x="443078" y="160238"/>
                  <a:pt x="442461" y="154453"/>
                </a:cubicBezTo>
                <a:moveTo>
                  <a:pt x="440725" y="107944"/>
                </a:moveTo>
                <a:cubicBezTo>
                  <a:pt x="433166" y="111029"/>
                  <a:pt x="421828" y="113651"/>
                  <a:pt x="406711" y="115811"/>
                </a:cubicBezTo>
                <a:cubicBezTo>
                  <a:pt x="398149" y="117045"/>
                  <a:pt x="392095" y="118433"/>
                  <a:pt x="388547" y="119976"/>
                </a:cubicBezTo>
                <a:cubicBezTo>
                  <a:pt x="384999" y="121519"/>
                  <a:pt x="382261" y="123775"/>
                  <a:pt x="380332" y="126744"/>
                </a:cubicBezTo>
                <a:cubicBezTo>
                  <a:pt x="378404" y="129714"/>
                  <a:pt x="377440" y="133011"/>
                  <a:pt x="377440" y="136636"/>
                </a:cubicBezTo>
                <a:cubicBezTo>
                  <a:pt x="377440" y="142189"/>
                  <a:pt x="379542" y="146817"/>
                  <a:pt x="383745" y="150520"/>
                </a:cubicBezTo>
                <a:cubicBezTo>
                  <a:pt x="387949" y="154222"/>
                  <a:pt x="394100" y="156073"/>
                  <a:pt x="402199" y="156073"/>
                </a:cubicBezTo>
                <a:cubicBezTo>
                  <a:pt x="410220" y="156073"/>
                  <a:pt x="417355" y="154318"/>
                  <a:pt x="423602" y="150809"/>
                </a:cubicBezTo>
                <a:cubicBezTo>
                  <a:pt x="429850" y="147299"/>
                  <a:pt x="434439" y="142498"/>
                  <a:pt x="437370" y="136405"/>
                </a:cubicBezTo>
                <a:cubicBezTo>
                  <a:pt x="439607" y="131700"/>
                  <a:pt x="440725" y="124758"/>
                  <a:pt x="440725" y="115580"/>
                </a:cubicBezTo>
                <a:lnTo>
                  <a:pt x="440725" y="107944"/>
                </a:lnTo>
                <a:close/>
                <a:moveTo>
                  <a:pt x="536010" y="150982"/>
                </a:moveTo>
                <a:lnTo>
                  <a:pt x="539018" y="169378"/>
                </a:lnTo>
                <a:cubicBezTo>
                  <a:pt x="533156" y="170612"/>
                  <a:pt x="527911" y="171229"/>
                  <a:pt x="523283" y="171229"/>
                </a:cubicBezTo>
                <a:cubicBezTo>
                  <a:pt x="515725" y="171229"/>
                  <a:pt x="509863" y="170033"/>
                  <a:pt x="505698" y="167642"/>
                </a:cubicBezTo>
                <a:cubicBezTo>
                  <a:pt x="501533" y="165251"/>
                  <a:pt x="498602" y="162108"/>
                  <a:pt x="496905" y="158213"/>
                </a:cubicBezTo>
                <a:cubicBezTo>
                  <a:pt x="495208" y="154318"/>
                  <a:pt x="494359" y="146123"/>
                  <a:pt x="494359" y="133628"/>
                </a:cubicBezTo>
                <a:lnTo>
                  <a:pt x="494359" y="62938"/>
                </a:lnTo>
                <a:lnTo>
                  <a:pt x="479088" y="62938"/>
                </a:lnTo>
                <a:lnTo>
                  <a:pt x="479088" y="46741"/>
                </a:lnTo>
                <a:lnTo>
                  <a:pt x="494359" y="46741"/>
                </a:lnTo>
                <a:lnTo>
                  <a:pt x="494359" y="16313"/>
                </a:lnTo>
                <a:lnTo>
                  <a:pt x="515069" y="3818"/>
                </a:lnTo>
                <a:lnTo>
                  <a:pt x="515069" y="46741"/>
                </a:lnTo>
                <a:lnTo>
                  <a:pt x="536010" y="46741"/>
                </a:lnTo>
                <a:lnTo>
                  <a:pt x="536010" y="62938"/>
                </a:lnTo>
                <a:lnTo>
                  <a:pt x="515069" y="62938"/>
                </a:lnTo>
                <a:lnTo>
                  <a:pt x="515069" y="134785"/>
                </a:lnTo>
                <a:cubicBezTo>
                  <a:pt x="515069" y="140724"/>
                  <a:pt x="515435" y="144542"/>
                  <a:pt x="516168" y="146239"/>
                </a:cubicBezTo>
                <a:cubicBezTo>
                  <a:pt x="516901" y="147936"/>
                  <a:pt x="518096" y="149285"/>
                  <a:pt x="519755" y="150288"/>
                </a:cubicBezTo>
                <a:cubicBezTo>
                  <a:pt x="521413" y="151291"/>
                  <a:pt x="523785" y="151792"/>
                  <a:pt x="526870" y="151792"/>
                </a:cubicBezTo>
                <a:cubicBezTo>
                  <a:pt x="529184" y="151792"/>
                  <a:pt x="532230" y="151522"/>
                  <a:pt x="536010" y="150982"/>
                </a:cubicBezTo>
                <a:close/>
                <a:moveTo>
                  <a:pt x="559678" y="23949"/>
                </a:moveTo>
                <a:lnTo>
                  <a:pt x="559678" y="0"/>
                </a:lnTo>
                <a:lnTo>
                  <a:pt x="580504" y="0"/>
                </a:lnTo>
                <a:lnTo>
                  <a:pt x="580504" y="23949"/>
                </a:lnTo>
                <a:lnTo>
                  <a:pt x="559678" y="23949"/>
                </a:lnTo>
                <a:moveTo>
                  <a:pt x="559678" y="169609"/>
                </a:moveTo>
                <a:lnTo>
                  <a:pt x="559678" y="46741"/>
                </a:lnTo>
                <a:lnTo>
                  <a:pt x="580504" y="46741"/>
                </a:lnTo>
                <a:lnTo>
                  <a:pt x="580504" y="169609"/>
                </a:lnTo>
                <a:lnTo>
                  <a:pt x="559678" y="169609"/>
                </a:lnTo>
                <a:close/>
                <a:moveTo>
                  <a:pt x="601167" y="108175"/>
                </a:moveTo>
                <a:cubicBezTo>
                  <a:pt x="601167" y="85422"/>
                  <a:pt x="607491" y="68569"/>
                  <a:pt x="620141" y="57616"/>
                </a:cubicBezTo>
                <a:cubicBezTo>
                  <a:pt x="630708" y="48515"/>
                  <a:pt x="643588" y="43964"/>
                  <a:pt x="658783" y="43964"/>
                </a:cubicBezTo>
                <a:cubicBezTo>
                  <a:pt x="675675" y="43964"/>
                  <a:pt x="689481" y="49498"/>
                  <a:pt x="700202" y="60566"/>
                </a:cubicBezTo>
                <a:cubicBezTo>
                  <a:pt x="710923" y="71635"/>
                  <a:pt x="716284" y="86926"/>
                  <a:pt x="716284" y="106440"/>
                </a:cubicBezTo>
                <a:cubicBezTo>
                  <a:pt x="716284" y="122251"/>
                  <a:pt x="713912" y="134689"/>
                  <a:pt x="709168" y="143751"/>
                </a:cubicBezTo>
                <a:cubicBezTo>
                  <a:pt x="704425" y="152814"/>
                  <a:pt x="697522" y="159852"/>
                  <a:pt x="688459" y="164866"/>
                </a:cubicBezTo>
                <a:cubicBezTo>
                  <a:pt x="679396" y="169879"/>
                  <a:pt x="669504" y="172386"/>
                  <a:pt x="658783" y="172386"/>
                </a:cubicBezTo>
                <a:cubicBezTo>
                  <a:pt x="641583" y="172386"/>
                  <a:pt x="627680" y="166871"/>
                  <a:pt x="617075" y="155842"/>
                </a:cubicBezTo>
                <a:cubicBezTo>
                  <a:pt x="606469" y="144812"/>
                  <a:pt x="601167" y="128923"/>
                  <a:pt x="601167" y="108175"/>
                </a:cubicBezTo>
                <a:moveTo>
                  <a:pt x="622570" y="108175"/>
                </a:moveTo>
                <a:cubicBezTo>
                  <a:pt x="622570" y="123910"/>
                  <a:pt x="626003" y="135691"/>
                  <a:pt x="632867" y="143520"/>
                </a:cubicBezTo>
                <a:cubicBezTo>
                  <a:pt x="639732" y="151349"/>
                  <a:pt x="648370" y="155263"/>
                  <a:pt x="658783" y="155263"/>
                </a:cubicBezTo>
                <a:cubicBezTo>
                  <a:pt x="669118" y="155263"/>
                  <a:pt x="677718" y="151329"/>
                  <a:pt x="684583" y="143462"/>
                </a:cubicBezTo>
                <a:cubicBezTo>
                  <a:pt x="691448" y="135595"/>
                  <a:pt x="694880" y="123601"/>
                  <a:pt x="694880" y="107481"/>
                </a:cubicBezTo>
                <a:cubicBezTo>
                  <a:pt x="694880" y="92286"/>
                  <a:pt x="691428" y="80775"/>
                  <a:pt x="684525" y="72946"/>
                </a:cubicBezTo>
                <a:cubicBezTo>
                  <a:pt x="677622" y="65117"/>
                  <a:pt x="669041" y="61203"/>
                  <a:pt x="658783" y="61203"/>
                </a:cubicBezTo>
                <a:cubicBezTo>
                  <a:pt x="648370" y="61203"/>
                  <a:pt x="639732" y="65098"/>
                  <a:pt x="632867" y="72888"/>
                </a:cubicBezTo>
                <a:cubicBezTo>
                  <a:pt x="626003" y="80678"/>
                  <a:pt x="622570" y="92441"/>
                  <a:pt x="622570" y="108175"/>
                </a:cubicBezTo>
                <a:close/>
                <a:moveTo>
                  <a:pt x="737176" y="169609"/>
                </a:moveTo>
                <a:lnTo>
                  <a:pt x="737176" y="46741"/>
                </a:lnTo>
                <a:lnTo>
                  <a:pt x="755919" y="46741"/>
                </a:lnTo>
                <a:lnTo>
                  <a:pt x="755919" y="64211"/>
                </a:lnTo>
                <a:cubicBezTo>
                  <a:pt x="764943" y="50713"/>
                  <a:pt x="777978" y="43964"/>
                  <a:pt x="795024" y="43964"/>
                </a:cubicBezTo>
                <a:cubicBezTo>
                  <a:pt x="802428" y="43964"/>
                  <a:pt x="809235" y="45295"/>
                  <a:pt x="815444" y="47956"/>
                </a:cubicBezTo>
                <a:cubicBezTo>
                  <a:pt x="821653" y="50617"/>
                  <a:pt x="826300" y="54107"/>
                  <a:pt x="829385" y="58426"/>
                </a:cubicBezTo>
                <a:cubicBezTo>
                  <a:pt x="832470" y="62745"/>
                  <a:pt x="834630" y="67875"/>
                  <a:pt x="835864" y="73814"/>
                </a:cubicBezTo>
                <a:cubicBezTo>
                  <a:pt x="836635" y="77670"/>
                  <a:pt x="837021" y="84419"/>
                  <a:pt x="837021" y="94060"/>
                </a:cubicBezTo>
                <a:lnTo>
                  <a:pt x="837021" y="169609"/>
                </a:lnTo>
                <a:lnTo>
                  <a:pt x="816196" y="169609"/>
                </a:lnTo>
                <a:lnTo>
                  <a:pt x="816196" y="94870"/>
                </a:lnTo>
                <a:cubicBezTo>
                  <a:pt x="816196" y="86386"/>
                  <a:pt x="815386" y="80042"/>
                  <a:pt x="813766" y="75838"/>
                </a:cubicBezTo>
                <a:cubicBezTo>
                  <a:pt x="812147" y="71635"/>
                  <a:pt x="809274" y="68279"/>
                  <a:pt x="805147" y="65773"/>
                </a:cubicBezTo>
                <a:cubicBezTo>
                  <a:pt x="801021" y="63266"/>
                  <a:pt x="796181" y="62013"/>
                  <a:pt x="790627" y="62013"/>
                </a:cubicBezTo>
                <a:cubicBezTo>
                  <a:pt x="781757" y="62013"/>
                  <a:pt x="774102" y="64828"/>
                  <a:pt x="767662" y="70458"/>
                </a:cubicBezTo>
                <a:cubicBezTo>
                  <a:pt x="761221" y="76089"/>
                  <a:pt x="758001" y="86771"/>
                  <a:pt x="758001" y="102506"/>
                </a:cubicBezTo>
                <a:lnTo>
                  <a:pt x="758001" y="169609"/>
                </a:lnTo>
                <a:lnTo>
                  <a:pt x="737176" y="169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8647fdf614e57"/>
          <a:stretch xmlns:a="http://schemas.openxmlformats.org/drawingml/2006/main"/>
        </p:blipFill>
        <p:spPr>
          <a:xfrm xmlns:a="http://schemas.openxmlformats.org/drawingml/2006/main">
            <a:off x="8794216" y="1434198"/>
            <a:ext cx="355416" cy="355416"/>
          </a:xfrm>
          <a:prstGeom xmlns:a="http://schemas.openxmlformats.org/drawingml/2006/main" prst="rect">
            <a:avLst/>
          </a:prstGeom>
        </p:spPr>
      </p:pic>
      <p:sp>
        <p:nvSpPr>
          <p:cNvPr id="67" name="Text ✅">
            <a:extLst xmlns:a="http://schemas.openxmlformats.org/drawingml/2006/main">
              <a:ext uri="{FF2B5EF4-FFF2-40B4-BE49-F238E27FC236}">
                <a16:creationId xmlns:a16="http://schemas.microsoft.com/office/drawing/2014/main" id="{3B8E2A41-3C8A-4DFB-95C8-EC66490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772" y="1394708"/>
            <a:ext cx="355416" cy="355416"/>
          </a:xfrm>
          <a:custGeom xmlns:a="http://schemas.openxmlformats.org/drawingml/2006/main">
            <a:pathLst>
              <a:path w="355416" h="355416">
                <a:moveTo>
                  <a:pt x="0" y="355416"/>
                </a:moveTo>
                <a:lnTo>
                  <a:pt x="0" y="355416"/>
                </a:lnTo>
                <a:moveTo>
                  <a:pt x="355416" y="0"/>
                </a:moveTo>
                <a:lnTo>
                  <a:pt x="35541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F69D2-02E5-4DA6-A55D-204B61D2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507" y="2102435"/>
            <a:ext cx="661794" cy="148090"/>
          </a:xfrm>
          <a:custGeom xmlns:a="http://schemas.openxmlformats.org/drawingml/2006/main">
            <a:pathLst>
              <a:path w="661794" h="148090">
                <a:moveTo>
                  <a:pt x="513709" y="0"/>
                </a:moveTo>
                <a:lnTo>
                  <a:pt x="661794" y="74045"/>
                </a:lnTo>
                <a:lnTo>
                  <a:pt x="513709" y="148090"/>
                </a:lnTo>
                <a:lnTo>
                  <a:pt x="513709" y="88854"/>
                </a:lnTo>
                <a:lnTo>
                  <a:pt x="0" y="88853"/>
                </a:lnTo>
                <a:lnTo>
                  <a:pt x="0" y="59235"/>
                </a:lnTo>
                <a:lnTo>
                  <a:pt x="513709" y="59236"/>
                </a:lnTo>
                <a:lnTo>
                  <a:pt x="5137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FD0EB-C970-4849-9AC9-66A04A2D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01" y="152583"/>
            <a:ext cx="1925169" cy="5291747"/>
          </a:xfrm>
          <a:custGeom xmlns:a="http://schemas.openxmlformats.org/drawingml/2006/main">
            <a:pathLst>
              <a:path w="1925169" h="5291747" fill="none">
                <a:moveTo>
                  <a:pt x="0" y="320867"/>
                </a:moveTo>
                <a:cubicBezTo>
                  <a:pt x="0" y="143657"/>
                  <a:pt x="143657" y="0"/>
                  <a:pt x="320867" y="0"/>
                </a:cubicBezTo>
                <a:lnTo>
                  <a:pt x="1604302" y="0"/>
                </a:lnTo>
                <a:cubicBezTo>
                  <a:pt x="1781512" y="0"/>
                  <a:pt x="1925169" y="143657"/>
                  <a:pt x="1925169" y="320867"/>
                </a:cubicBezTo>
                <a:lnTo>
                  <a:pt x="1925169" y="4970880"/>
                </a:lnTo>
                <a:cubicBezTo>
                  <a:pt x="1925169" y="5148090"/>
                  <a:pt x="1781512" y="5291747"/>
                  <a:pt x="1604302" y="5291747"/>
                </a:cubicBezTo>
                <a:lnTo>
                  <a:pt x="320867" y="5291747"/>
                </a:lnTo>
                <a:cubicBezTo>
                  <a:pt x="143657" y="5291747"/>
                  <a:pt x="0" y="5148090"/>
                  <a:pt x="0" y="4970880"/>
                </a:cubicBezTo>
                <a:lnTo>
                  <a:pt x="0" y="3208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7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97224-CEBC-42DC-8CF2-AC4F6B08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817" y="0"/>
            <a:ext cx="1322937" cy="335228"/>
          </a:xfrm>
          <a:custGeom xmlns:a="http://schemas.openxmlformats.org/drawingml/2006/main">
            <a:pathLst>
              <a:path w="1322937" h="335228">
                <a:moveTo>
                  <a:pt x="1322937" y="0"/>
                </a:moveTo>
                <a:lnTo>
                  <a:pt x="0" y="0"/>
                </a:lnTo>
                <a:lnTo>
                  <a:pt x="0" y="335228"/>
                </a:lnTo>
                <a:lnTo>
                  <a:pt x="1322937" y="335228"/>
                </a:lnTo>
                <a:lnTo>
                  <a:pt x="132293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Phase3">
            <a:extLst xmlns:a="http://schemas.openxmlformats.org/drawingml/2006/main">
              <a:ext uri="{FF2B5EF4-FFF2-40B4-BE49-F238E27FC236}">
                <a16:creationId xmlns:a16="http://schemas.microsoft.com/office/drawing/2014/main" id="{8292C127-C37D-492A-847B-0FBEBF4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588" y="64460"/>
            <a:ext cx="843211" cy="173312"/>
          </a:xfrm>
          <a:custGeom xmlns:a="http://schemas.openxmlformats.org/drawingml/2006/main">
            <a:pathLst>
              <a:path w="843211" h="173312">
                <a:moveTo>
                  <a:pt x="0" y="170303"/>
                </a:moveTo>
                <a:lnTo>
                  <a:pt x="0" y="694"/>
                </a:lnTo>
                <a:lnTo>
                  <a:pt x="63979" y="694"/>
                </a:lnTo>
                <a:cubicBezTo>
                  <a:pt x="75240" y="694"/>
                  <a:pt x="83841" y="1234"/>
                  <a:pt x="89780" y="2314"/>
                </a:cubicBezTo>
                <a:cubicBezTo>
                  <a:pt x="98110" y="3702"/>
                  <a:pt x="105090" y="6344"/>
                  <a:pt x="110720" y="10239"/>
                </a:cubicBezTo>
                <a:cubicBezTo>
                  <a:pt x="116351" y="14134"/>
                  <a:pt x="120882" y="19591"/>
                  <a:pt x="124315" y="26610"/>
                </a:cubicBezTo>
                <a:cubicBezTo>
                  <a:pt x="127747" y="33629"/>
                  <a:pt x="129463" y="41342"/>
                  <a:pt x="129463" y="49749"/>
                </a:cubicBezTo>
                <a:cubicBezTo>
                  <a:pt x="129463" y="64172"/>
                  <a:pt x="124874" y="76378"/>
                  <a:pt x="115695" y="86367"/>
                </a:cubicBezTo>
                <a:cubicBezTo>
                  <a:pt x="106517" y="96355"/>
                  <a:pt x="89934" y="101349"/>
                  <a:pt x="65946" y="101349"/>
                </a:cubicBezTo>
                <a:lnTo>
                  <a:pt x="22445" y="101349"/>
                </a:lnTo>
                <a:lnTo>
                  <a:pt x="22445" y="170303"/>
                </a:lnTo>
                <a:lnTo>
                  <a:pt x="0" y="170303"/>
                </a:lnTo>
                <a:moveTo>
                  <a:pt x="22445" y="81334"/>
                </a:moveTo>
                <a:lnTo>
                  <a:pt x="66293" y="81334"/>
                </a:lnTo>
                <a:cubicBezTo>
                  <a:pt x="80794" y="81334"/>
                  <a:pt x="91091" y="78634"/>
                  <a:pt x="97184" y="73235"/>
                </a:cubicBezTo>
                <a:cubicBezTo>
                  <a:pt x="103277" y="67836"/>
                  <a:pt x="106324" y="60239"/>
                  <a:pt x="106324" y="50443"/>
                </a:cubicBezTo>
                <a:cubicBezTo>
                  <a:pt x="106324" y="43347"/>
                  <a:pt x="104531" y="37273"/>
                  <a:pt x="100944" y="32221"/>
                </a:cubicBezTo>
                <a:cubicBezTo>
                  <a:pt x="97358" y="27169"/>
                  <a:pt x="92633" y="23833"/>
                  <a:pt x="86771" y="22213"/>
                </a:cubicBezTo>
                <a:cubicBezTo>
                  <a:pt x="82992" y="21211"/>
                  <a:pt x="76012" y="20709"/>
                  <a:pt x="65831" y="20709"/>
                </a:cubicBezTo>
                <a:lnTo>
                  <a:pt x="22445" y="20709"/>
                </a:lnTo>
                <a:lnTo>
                  <a:pt x="22445" y="81334"/>
                </a:lnTo>
                <a:close/>
                <a:moveTo>
                  <a:pt x="155310" y="170303"/>
                </a:moveTo>
                <a:lnTo>
                  <a:pt x="155310" y="694"/>
                </a:lnTo>
                <a:lnTo>
                  <a:pt x="176135" y="694"/>
                </a:lnTo>
                <a:lnTo>
                  <a:pt x="176135" y="61550"/>
                </a:lnTo>
                <a:cubicBezTo>
                  <a:pt x="185854" y="50289"/>
                  <a:pt x="198117" y="44658"/>
                  <a:pt x="212926" y="44658"/>
                </a:cubicBezTo>
                <a:cubicBezTo>
                  <a:pt x="222028" y="44658"/>
                  <a:pt x="229934" y="46452"/>
                  <a:pt x="236644" y="50038"/>
                </a:cubicBezTo>
                <a:cubicBezTo>
                  <a:pt x="243354" y="53625"/>
                  <a:pt x="248156" y="58580"/>
                  <a:pt x="251048" y="64905"/>
                </a:cubicBezTo>
                <a:cubicBezTo>
                  <a:pt x="253940" y="71230"/>
                  <a:pt x="255387" y="80408"/>
                  <a:pt x="255387" y="92441"/>
                </a:cubicBezTo>
                <a:lnTo>
                  <a:pt x="255387" y="170303"/>
                </a:lnTo>
                <a:lnTo>
                  <a:pt x="234561" y="170303"/>
                </a:lnTo>
                <a:lnTo>
                  <a:pt x="234561" y="92441"/>
                </a:lnTo>
                <a:cubicBezTo>
                  <a:pt x="234561" y="82028"/>
                  <a:pt x="232305" y="74450"/>
                  <a:pt x="227793" y="69706"/>
                </a:cubicBezTo>
                <a:cubicBezTo>
                  <a:pt x="223281" y="64963"/>
                  <a:pt x="216899" y="62591"/>
                  <a:pt x="208646" y="62591"/>
                </a:cubicBezTo>
                <a:cubicBezTo>
                  <a:pt x="202475" y="62591"/>
                  <a:pt x="196671" y="64192"/>
                  <a:pt x="191234" y="67392"/>
                </a:cubicBezTo>
                <a:cubicBezTo>
                  <a:pt x="185796" y="70593"/>
                  <a:pt x="181920" y="74932"/>
                  <a:pt x="179606" y="80408"/>
                </a:cubicBezTo>
                <a:cubicBezTo>
                  <a:pt x="177292" y="85884"/>
                  <a:pt x="176135" y="93443"/>
                  <a:pt x="176135" y="103084"/>
                </a:cubicBezTo>
                <a:lnTo>
                  <a:pt x="176135" y="170303"/>
                </a:lnTo>
                <a:lnTo>
                  <a:pt x="155310" y="170303"/>
                </a:lnTo>
                <a:close/>
                <a:moveTo>
                  <a:pt x="363839" y="155147"/>
                </a:moveTo>
                <a:cubicBezTo>
                  <a:pt x="356126" y="161703"/>
                  <a:pt x="348703" y="166331"/>
                  <a:pt x="341568" y="169031"/>
                </a:cubicBezTo>
                <a:cubicBezTo>
                  <a:pt x="334433" y="171730"/>
                  <a:pt x="326778" y="173080"/>
                  <a:pt x="318602" y="173080"/>
                </a:cubicBezTo>
                <a:cubicBezTo>
                  <a:pt x="305105" y="173080"/>
                  <a:pt x="294731" y="169783"/>
                  <a:pt x="287480" y="163188"/>
                </a:cubicBezTo>
                <a:cubicBezTo>
                  <a:pt x="280230" y="156594"/>
                  <a:pt x="276605" y="148167"/>
                  <a:pt x="276605" y="137909"/>
                </a:cubicBezTo>
                <a:cubicBezTo>
                  <a:pt x="276605" y="131893"/>
                  <a:pt x="277974" y="126397"/>
                  <a:pt x="280712" y="121422"/>
                </a:cubicBezTo>
                <a:cubicBezTo>
                  <a:pt x="283450" y="116447"/>
                  <a:pt x="287037" y="112456"/>
                  <a:pt x="291472" y="109448"/>
                </a:cubicBezTo>
                <a:cubicBezTo>
                  <a:pt x="295907" y="106440"/>
                  <a:pt x="300901" y="104164"/>
                  <a:pt x="306454" y="102622"/>
                </a:cubicBezTo>
                <a:cubicBezTo>
                  <a:pt x="310542" y="101542"/>
                  <a:pt x="316713" y="100501"/>
                  <a:pt x="324966" y="99498"/>
                </a:cubicBezTo>
                <a:cubicBezTo>
                  <a:pt x="341780" y="97493"/>
                  <a:pt x="354159" y="95102"/>
                  <a:pt x="362104" y="92325"/>
                </a:cubicBezTo>
                <a:cubicBezTo>
                  <a:pt x="362181" y="89471"/>
                  <a:pt x="362220" y="87658"/>
                  <a:pt x="362220" y="86887"/>
                </a:cubicBezTo>
                <a:cubicBezTo>
                  <a:pt x="362220" y="78403"/>
                  <a:pt x="360253" y="72425"/>
                  <a:pt x="356319" y="68954"/>
                </a:cubicBezTo>
                <a:cubicBezTo>
                  <a:pt x="350997" y="64249"/>
                  <a:pt x="343091" y="61897"/>
                  <a:pt x="332602" y="61897"/>
                </a:cubicBezTo>
                <a:cubicBezTo>
                  <a:pt x="322806" y="61897"/>
                  <a:pt x="315575" y="63613"/>
                  <a:pt x="310909" y="67045"/>
                </a:cubicBezTo>
                <a:cubicBezTo>
                  <a:pt x="306242" y="70478"/>
                  <a:pt x="302791" y="76552"/>
                  <a:pt x="300554" y="85267"/>
                </a:cubicBezTo>
                <a:lnTo>
                  <a:pt x="280192" y="82491"/>
                </a:lnTo>
                <a:cubicBezTo>
                  <a:pt x="282043" y="73775"/>
                  <a:pt x="285089" y="66737"/>
                  <a:pt x="289332" y="61376"/>
                </a:cubicBezTo>
                <a:cubicBezTo>
                  <a:pt x="293574" y="56016"/>
                  <a:pt x="299706" y="51889"/>
                  <a:pt x="307727" y="48997"/>
                </a:cubicBezTo>
                <a:cubicBezTo>
                  <a:pt x="315749" y="46105"/>
                  <a:pt x="325043" y="44658"/>
                  <a:pt x="335610" y="44658"/>
                </a:cubicBezTo>
                <a:cubicBezTo>
                  <a:pt x="346099" y="44658"/>
                  <a:pt x="354622" y="45892"/>
                  <a:pt x="361178" y="48361"/>
                </a:cubicBezTo>
                <a:cubicBezTo>
                  <a:pt x="367734" y="50829"/>
                  <a:pt x="372555" y="53933"/>
                  <a:pt x="375640" y="57674"/>
                </a:cubicBezTo>
                <a:cubicBezTo>
                  <a:pt x="378725" y="61415"/>
                  <a:pt x="380885" y="66139"/>
                  <a:pt x="382119" y="71847"/>
                </a:cubicBezTo>
                <a:cubicBezTo>
                  <a:pt x="382813" y="75395"/>
                  <a:pt x="383160" y="81797"/>
                  <a:pt x="383160" y="91052"/>
                </a:cubicBezTo>
                <a:lnTo>
                  <a:pt x="383160" y="118819"/>
                </a:lnTo>
                <a:cubicBezTo>
                  <a:pt x="383160" y="138179"/>
                  <a:pt x="383604" y="150423"/>
                  <a:pt x="384491" y="155552"/>
                </a:cubicBezTo>
                <a:cubicBezTo>
                  <a:pt x="385378" y="160681"/>
                  <a:pt x="387133" y="165598"/>
                  <a:pt x="389755" y="170303"/>
                </a:cubicBezTo>
                <a:lnTo>
                  <a:pt x="368004" y="170303"/>
                </a:lnTo>
                <a:cubicBezTo>
                  <a:pt x="365845" y="165984"/>
                  <a:pt x="364456" y="160932"/>
                  <a:pt x="363839" y="155147"/>
                </a:cubicBezTo>
                <a:moveTo>
                  <a:pt x="362104" y="108638"/>
                </a:moveTo>
                <a:cubicBezTo>
                  <a:pt x="354545" y="111723"/>
                  <a:pt x="343207" y="114345"/>
                  <a:pt x="328089" y="116505"/>
                </a:cubicBezTo>
                <a:cubicBezTo>
                  <a:pt x="319528" y="117739"/>
                  <a:pt x="313473" y="119128"/>
                  <a:pt x="309925" y="120670"/>
                </a:cubicBezTo>
                <a:cubicBezTo>
                  <a:pt x="306377" y="122213"/>
                  <a:pt x="303639" y="124469"/>
                  <a:pt x="301711" y="127438"/>
                </a:cubicBezTo>
                <a:cubicBezTo>
                  <a:pt x="299783" y="130408"/>
                  <a:pt x="298819" y="133705"/>
                  <a:pt x="298819" y="137330"/>
                </a:cubicBezTo>
                <a:cubicBezTo>
                  <a:pt x="298819" y="142884"/>
                  <a:pt x="300920" y="147511"/>
                  <a:pt x="305124" y="151214"/>
                </a:cubicBezTo>
                <a:cubicBezTo>
                  <a:pt x="309328" y="154916"/>
                  <a:pt x="315479" y="156767"/>
                  <a:pt x="323577" y="156767"/>
                </a:cubicBezTo>
                <a:cubicBezTo>
                  <a:pt x="331599" y="156767"/>
                  <a:pt x="338733" y="155012"/>
                  <a:pt x="344981" y="151503"/>
                </a:cubicBezTo>
                <a:cubicBezTo>
                  <a:pt x="351229" y="147994"/>
                  <a:pt x="355818" y="143192"/>
                  <a:pt x="358749" y="137099"/>
                </a:cubicBezTo>
                <a:cubicBezTo>
                  <a:pt x="360986" y="132394"/>
                  <a:pt x="362104" y="125452"/>
                  <a:pt x="362104" y="116274"/>
                </a:cubicBezTo>
                <a:lnTo>
                  <a:pt x="362104" y="108638"/>
                </a:lnTo>
                <a:close/>
                <a:moveTo>
                  <a:pt x="403685" y="133628"/>
                </a:moveTo>
                <a:lnTo>
                  <a:pt x="424279" y="130389"/>
                </a:lnTo>
                <a:cubicBezTo>
                  <a:pt x="425436" y="138641"/>
                  <a:pt x="428656" y="144966"/>
                  <a:pt x="433940" y="149363"/>
                </a:cubicBezTo>
                <a:cubicBezTo>
                  <a:pt x="439223" y="153759"/>
                  <a:pt x="446608" y="155957"/>
                  <a:pt x="456095" y="155957"/>
                </a:cubicBezTo>
                <a:cubicBezTo>
                  <a:pt x="465659" y="155957"/>
                  <a:pt x="472755" y="154010"/>
                  <a:pt x="477383" y="150115"/>
                </a:cubicBezTo>
                <a:cubicBezTo>
                  <a:pt x="482011" y="146220"/>
                  <a:pt x="484325" y="141650"/>
                  <a:pt x="484325" y="136405"/>
                </a:cubicBezTo>
                <a:cubicBezTo>
                  <a:pt x="484325" y="131700"/>
                  <a:pt x="482281" y="127998"/>
                  <a:pt x="478193" y="125298"/>
                </a:cubicBezTo>
                <a:cubicBezTo>
                  <a:pt x="475339" y="123447"/>
                  <a:pt x="468243" y="121094"/>
                  <a:pt x="456905" y="118241"/>
                </a:cubicBezTo>
                <a:cubicBezTo>
                  <a:pt x="441633" y="114384"/>
                  <a:pt x="431047" y="111048"/>
                  <a:pt x="425147" y="108233"/>
                </a:cubicBezTo>
                <a:cubicBezTo>
                  <a:pt x="419246" y="105418"/>
                  <a:pt x="414773" y="101523"/>
                  <a:pt x="411726" y="96548"/>
                </a:cubicBezTo>
                <a:cubicBezTo>
                  <a:pt x="408680" y="91573"/>
                  <a:pt x="407156" y="86077"/>
                  <a:pt x="407156" y="80061"/>
                </a:cubicBezTo>
                <a:cubicBezTo>
                  <a:pt x="407156" y="74585"/>
                  <a:pt x="408410" y="69514"/>
                  <a:pt x="410916" y="64847"/>
                </a:cubicBezTo>
                <a:cubicBezTo>
                  <a:pt x="413423" y="60181"/>
                  <a:pt x="416836" y="56305"/>
                  <a:pt x="421155" y="53220"/>
                </a:cubicBezTo>
                <a:cubicBezTo>
                  <a:pt x="424395" y="50829"/>
                  <a:pt x="428811" y="48804"/>
                  <a:pt x="434402" y="47146"/>
                </a:cubicBezTo>
                <a:cubicBezTo>
                  <a:pt x="439994" y="45488"/>
                  <a:pt x="445991" y="44658"/>
                  <a:pt x="452393" y="44658"/>
                </a:cubicBezTo>
                <a:cubicBezTo>
                  <a:pt x="462034" y="44658"/>
                  <a:pt x="470499" y="46047"/>
                  <a:pt x="477788" y="48823"/>
                </a:cubicBezTo>
                <a:cubicBezTo>
                  <a:pt x="485077" y="51600"/>
                  <a:pt x="490457" y="55360"/>
                  <a:pt x="493928" y="60104"/>
                </a:cubicBezTo>
                <a:cubicBezTo>
                  <a:pt x="497399" y="64847"/>
                  <a:pt x="499790" y="71191"/>
                  <a:pt x="501101" y="79136"/>
                </a:cubicBezTo>
                <a:lnTo>
                  <a:pt x="480738" y="81912"/>
                </a:lnTo>
                <a:cubicBezTo>
                  <a:pt x="479813" y="75588"/>
                  <a:pt x="477133" y="70651"/>
                  <a:pt x="472698" y="67103"/>
                </a:cubicBezTo>
                <a:cubicBezTo>
                  <a:pt x="468263" y="63555"/>
                  <a:pt x="461996" y="61781"/>
                  <a:pt x="453897" y="61781"/>
                </a:cubicBezTo>
                <a:cubicBezTo>
                  <a:pt x="444333" y="61781"/>
                  <a:pt x="437507" y="63362"/>
                  <a:pt x="433419" y="66525"/>
                </a:cubicBezTo>
                <a:cubicBezTo>
                  <a:pt x="429331" y="69687"/>
                  <a:pt x="427287" y="73389"/>
                  <a:pt x="427287" y="77632"/>
                </a:cubicBezTo>
                <a:cubicBezTo>
                  <a:pt x="427287" y="80331"/>
                  <a:pt x="428136" y="82761"/>
                  <a:pt x="429832" y="84920"/>
                </a:cubicBezTo>
                <a:cubicBezTo>
                  <a:pt x="431529" y="87157"/>
                  <a:pt x="434190" y="89008"/>
                  <a:pt x="437815" y="90474"/>
                </a:cubicBezTo>
                <a:cubicBezTo>
                  <a:pt x="439898" y="91245"/>
                  <a:pt x="446030" y="93019"/>
                  <a:pt x="456211" y="95796"/>
                </a:cubicBezTo>
                <a:cubicBezTo>
                  <a:pt x="470943" y="99729"/>
                  <a:pt x="481220" y="102949"/>
                  <a:pt x="487044" y="105456"/>
                </a:cubicBezTo>
                <a:cubicBezTo>
                  <a:pt x="492867" y="107963"/>
                  <a:pt x="497437" y="111607"/>
                  <a:pt x="500754" y="116389"/>
                </a:cubicBezTo>
                <a:cubicBezTo>
                  <a:pt x="504070" y="121172"/>
                  <a:pt x="505729" y="127111"/>
                  <a:pt x="505729" y="134207"/>
                </a:cubicBezTo>
                <a:cubicBezTo>
                  <a:pt x="505729" y="141148"/>
                  <a:pt x="503704" y="147685"/>
                  <a:pt x="499655" y="153817"/>
                </a:cubicBezTo>
                <a:cubicBezTo>
                  <a:pt x="495605" y="159949"/>
                  <a:pt x="489763" y="164692"/>
                  <a:pt x="482127" y="168047"/>
                </a:cubicBezTo>
                <a:cubicBezTo>
                  <a:pt x="474491" y="171403"/>
                  <a:pt x="465852" y="173080"/>
                  <a:pt x="456211" y="173080"/>
                </a:cubicBezTo>
                <a:cubicBezTo>
                  <a:pt x="440245" y="173080"/>
                  <a:pt x="428078" y="169764"/>
                  <a:pt x="419709" y="163130"/>
                </a:cubicBezTo>
                <a:cubicBezTo>
                  <a:pt x="411341" y="156497"/>
                  <a:pt x="405999" y="146663"/>
                  <a:pt x="403685" y="133628"/>
                </a:cubicBezTo>
                <a:close/>
                <a:moveTo>
                  <a:pt x="614598" y="130736"/>
                </a:moveTo>
                <a:lnTo>
                  <a:pt x="636117" y="133397"/>
                </a:lnTo>
                <a:cubicBezTo>
                  <a:pt x="632723" y="145969"/>
                  <a:pt x="626437" y="155726"/>
                  <a:pt x="617259" y="162668"/>
                </a:cubicBezTo>
                <a:cubicBezTo>
                  <a:pt x="608080" y="169609"/>
                  <a:pt x="596357" y="173080"/>
                  <a:pt x="582087" y="173080"/>
                </a:cubicBezTo>
                <a:cubicBezTo>
                  <a:pt x="564116" y="173080"/>
                  <a:pt x="549866" y="167546"/>
                  <a:pt x="539338" y="156478"/>
                </a:cubicBezTo>
                <a:cubicBezTo>
                  <a:pt x="528810" y="145410"/>
                  <a:pt x="523546" y="129887"/>
                  <a:pt x="523546" y="109911"/>
                </a:cubicBezTo>
                <a:cubicBezTo>
                  <a:pt x="523546" y="89240"/>
                  <a:pt x="528868" y="73197"/>
                  <a:pt x="539512" y="61781"/>
                </a:cubicBezTo>
                <a:cubicBezTo>
                  <a:pt x="550156" y="50366"/>
                  <a:pt x="563962" y="44658"/>
                  <a:pt x="580930" y="44658"/>
                </a:cubicBezTo>
                <a:cubicBezTo>
                  <a:pt x="597359" y="44658"/>
                  <a:pt x="610780" y="50250"/>
                  <a:pt x="621192" y="61434"/>
                </a:cubicBezTo>
                <a:cubicBezTo>
                  <a:pt x="631605" y="72618"/>
                  <a:pt x="636811" y="88353"/>
                  <a:pt x="636811" y="108638"/>
                </a:cubicBezTo>
                <a:cubicBezTo>
                  <a:pt x="636811" y="109872"/>
                  <a:pt x="636773" y="111723"/>
                  <a:pt x="636696" y="114191"/>
                </a:cubicBezTo>
                <a:lnTo>
                  <a:pt x="545065" y="114191"/>
                </a:lnTo>
                <a:cubicBezTo>
                  <a:pt x="545836" y="127689"/>
                  <a:pt x="549654" y="138024"/>
                  <a:pt x="556519" y="145198"/>
                </a:cubicBezTo>
                <a:cubicBezTo>
                  <a:pt x="563383" y="152371"/>
                  <a:pt x="571945" y="155957"/>
                  <a:pt x="582203" y="155957"/>
                </a:cubicBezTo>
                <a:cubicBezTo>
                  <a:pt x="589839" y="155957"/>
                  <a:pt x="596357" y="153952"/>
                  <a:pt x="601756" y="149941"/>
                </a:cubicBezTo>
                <a:cubicBezTo>
                  <a:pt x="607155" y="145930"/>
                  <a:pt x="611435" y="139528"/>
                  <a:pt x="614598" y="130736"/>
                </a:cubicBezTo>
                <a:moveTo>
                  <a:pt x="546222" y="97068"/>
                </a:moveTo>
                <a:lnTo>
                  <a:pt x="614829" y="97068"/>
                </a:lnTo>
                <a:cubicBezTo>
                  <a:pt x="613904" y="86733"/>
                  <a:pt x="611281" y="78981"/>
                  <a:pt x="606962" y="73814"/>
                </a:cubicBezTo>
                <a:cubicBezTo>
                  <a:pt x="600329" y="65792"/>
                  <a:pt x="591729" y="61781"/>
                  <a:pt x="581162" y="61781"/>
                </a:cubicBezTo>
                <a:cubicBezTo>
                  <a:pt x="571598" y="61781"/>
                  <a:pt x="563557" y="64982"/>
                  <a:pt x="557039" y="71384"/>
                </a:cubicBezTo>
                <a:cubicBezTo>
                  <a:pt x="550522" y="77786"/>
                  <a:pt x="546916" y="86347"/>
                  <a:pt x="546222" y="97068"/>
                </a:cubicBezTo>
                <a:close/>
                <a:moveTo>
                  <a:pt x="732144" y="125529"/>
                </a:moveTo>
                <a:lnTo>
                  <a:pt x="752969" y="122753"/>
                </a:lnTo>
                <a:cubicBezTo>
                  <a:pt x="755360" y="134554"/>
                  <a:pt x="759429" y="143057"/>
                  <a:pt x="765175" y="148263"/>
                </a:cubicBezTo>
                <a:cubicBezTo>
                  <a:pt x="770921" y="153470"/>
                  <a:pt x="777921" y="156073"/>
                  <a:pt x="786174" y="156073"/>
                </a:cubicBezTo>
                <a:cubicBezTo>
                  <a:pt x="795969" y="156073"/>
                  <a:pt x="804241" y="152679"/>
                  <a:pt x="810990" y="145892"/>
                </a:cubicBezTo>
                <a:cubicBezTo>
                  <a:pt x="817739" y="139104"/>
                  <a:pt x="821114" y="130697"/>
                  <a:pt x="821114" y="120670"/>
                </a:cubicBezTo>
                <a:cubicBezTo>
                  <a:pt x="821114" y="111106"/>
                  <a:pt x="817990" y="103219"/>
                  <a:pt x="811742" y="97010"/>
                </a:cubicBezTo>
                <a:cubicBezTo>
                  <a:pt x="805495" y="90801"/>
                  <a:pt x="797550" y="87697"/>
                  <a:pt x="787909" y="87697"/>
                </a:cubicBezTo>
                <a:cubicBezTo>
                  <a:pt x="783975" y="87697"/>
                  <a:pt x="779078" y="88468"/>
                  <a:pt x="773216" y="90011"/>
                </a:cubicBezTo>
                <a:lnTo>
                  <a:pt x="775530" y="71731"/>
                </a:lnTo>
                <a:cubicBezTo>
                  <a:pt x="776918" y="71885"/>
                  <a:pt x="778036" y="71962"/>
                  <a:pt x="778885" y="71962"/>
                </a:cubicBezTo>
                <a:cubicBezTo>
                  <a:pt x="787755" y="71962"/>
                  <a:pt x="795738" y="69649"/>
                  <a:pt x="802834" y="65021"/>
                </a:cubicBezTo>
                <a:cubicBezTo>
                  <a:pt x="809930" y="60393"/>
                  <a:pt x="813478" y="53258"/>
                  <a:pt x="813478" y="43617"/>
                </a:cubicBezTo>
                <a:cubicBezTo>
                  <a:pt x="813478" y="35981"/>
                  <a:pt x="810894" y="29657"/>
                  <a:pt x="805726" y="24643"/>
                </a:cubicBezTo>
                <a:cubicBezTo>
                  <a:pt x="800558" y="19630"/>
                  <a:pt x="793887" y="17123"/>
                  <a:pt x="785711" y="17123"/>
                </a:cubicBezTo>
                <a:cubicBezTo>
                  <a:pt x="777612" y="17123"/>
                  <a:pt x="770863" y="19668"/>
                  <a:pt x="765464" y="24759"/>
                </a:cubicBezTo>
                <a:cubicBezTo>
                  <a:pt x="760065" y="29849"/>
                  <a:pt x="756594" y="37485"/>
                  <a:pt x="755052" y="47666"/>
                </a:cubicBezTo>
                <a:lnTo>
                  <a:pt x="734226" y="43964"/>
                </a:lnTo>
                <a:cubicBezTo>
                  <a:pt x="736772" y="30004"/>
                  <a:pt x="742556" y="19186"/>
                  <a:pt x="751581" y="11512"/>
                </a:cubicBezTo>
                <a:cubicBezTo>
                  <a:pt x="760605" y="3837"/>
                  <a:pt x="771827" y="0"/>
                  <a:pt x="785248" y="0"/>
                </a:cubicBezTo>
                <a:cubicBezTo>
                  <a:pt x="794504" y="0"/>
                  <a:pt x="803027" y="1986"/>
                  <a:pt x="810817" y="5958"/>
                </a:cubicBezTo>
                <a:cubicBezTo>
                  <a:pt x="818607" y="9931"/>
                  <a:pt x="824565" y="15349"/>
                  <a:pt x="828692" y="22213"/>
                </a:cubicBezTo>
                <a:cubicBezTo>
                  <a:pt x="832818" y="29078"/>
                  <a:pt x="834881" y="36367"/>
                  <a:pt x="834881" y="44080"/>
                </a:cubicBezTo>
                <a:cubicBezTo>
                  <a:pt x="834881" y="51407"/>
                  <a:pt x="832914" y="58079"/>
                  <a:pt x="828981" y="64095"/>
                </a:cubicBezTo>
                <a:cubicBezTo>
                  <a:pt x="825047" y="70111"/>
                  <a:pt x="819224" y="74893"/>
                  <a:pt x="811511" y="78441"/>
                </a:cubicBezTo>
                <a:cubicBezTo>
                  <a:pt x="821538" y="80755"/>
                  <a:pt x="829328" y="85557"/>
                  <a:pt x="834881" y="92845"/>
                </a:cubicBezTo>
                <a:cubicBezTo>
                  <a:pt x="840435" y="100134"/>
                  <a:pt x="843211" y="109255"/>
                  <a:pt x="843211" y="120207"/>
                </a:cubicBezTo>
                <a:cubicBezTo>
                  <a:pt x="843211" y="135016"/>
                  <a:pt x="837812" y="147569"/>
                  <a:pt x="827014" y="157866"/>
                </a:cubicBezTo>
                <a:cubicBezTo>
                  <a:pt x="816216" y="168163"/>
                  <a:pt x="802564" y="173312"/>
                  <a:pt x="786058" y="173312"/>
                </a:cubicBezTo>
                <a:cubicBezTo>
                  <a:pt x="771172" y="173312"/>
                  <a:pt x="758812" y="168877"/>
                  <a:pt x="748978" y="160007"/>
                </a:cubicBezTo>
                <a:cubicBezTo>
                  <a:pt x="739143" y="151137"/>
                  <a:pt x="733532" y="139644"/>
                  <a:pt x="732144" y="1255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9E862-9845-4D74-874C-CFACEF6C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668" y="2601004"/>
            <a:ext cx="148090" cy="471140"/>
          </a:xfrm>
          <a:custGeom xmlns:a="http://schemas.openxmlformats.org/drawingml/2006/main">
            <a:pathLst>
              <a:path w="148090" h="471140">
                <a:moveTo>
                  <a:pt x="74045" y="0"/>
                </a:moveTo>
                <a:lnTo>
                  <a:pt x="148090" y="148090"/>
                </a:lnTo>
                <a:lnTo>
                  <a:pt x="88854" y="148090"/>
                </a:lnTo>
                <a:lnTo>
                  <a:pt x="88855" y="471139"/>
                </a:lnTo>
                <a:lnTo>
                  <a:pt x="59237" y="471140"/>
                </a:lnTo>
                <a:lnTo>
                  <a:pt x="59236" y="148090"/>
                </a:lnTo>
                <a:lnTo>
                  <a:pt x="0" y="148090"/>
                </a:lnTo>
                <a:lnTo>
                  <a:pt x="740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Undefined">
            <a:extLst xmlns:a="http://schemas.openxmlformats.org/drawingml/2006/main">
              <a:ext uri="{FF2B5EF4-FFF2-40B4-BE49-F238E27FC236}">
                <a16:creationId xmlns:a16="http://schemas.microsoft.com/office/drawing/2014/main" id="{EC60094F-C8A3-4B73-9ECC-DE39E11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995" y="1974209"/>
            <a:ext cx="782603" cy="131546"/>
          </a:xfrm>
          <a:custGeom xmlns:a="http://schemas.openxmlformats.org/drawingml/2006/main">
            <a:pathLst>
              <a:path w="782603" h="131546">
                <a:moveTo>
                  <a:pt x="83214" y="2169"/>
                </a:moveTo>
                <a:lnTo>
                  <a:pt x="100047" y="2169"/>
                </a:lnTo>
                <a:lnTo>
                  <a:pt x="100047" y="75665"/>
                </a:lnTo>
                <a:cubicBezTo>
                  <a:pt x="100047" y="88449"/>
                  <a:pt x="98601" y="98601"/>
                  <a:pt x="95709" y="106121"/>
                </a:cubicBezTo>
                <a:cubicBezTo>
                  <a:pt x="92817" y="113642"/>
                  <a:pt x="87596" y="119759"/>
                  <a:pt x="80047" y="124474"/>
                </a:cubicBezTo>
                <a:cubicBezTo>
                  <a:pt x="72498" y="129188"/>
                  <a:pt x="62591" y="131546"/>
                  <a:pt x="50327" y="131546"/>
                </a:cubicBezTo>
                <a:cubicBezTo>
                  <a:pt x="38411" y="131546"/>
                  <a:pt x="28664" y="129492"/>
                  <a:pt x="21085" y="125385"/>
                </a:cubicBezTo>
                <a:cubicBezTo>
                  <a:pt x="13507" y="121278"/>
                  <a:pt x="8099" y="115334"/>
                  <a:pt x="4859" y="107553"/>
                </a:cubicBezTo>
                <a:cubicBezTo>
                  <a:pt x="1620" y="99773"/>
                  <a:pt x="0" y="89143"/>
                  <a:pt x="0" y="75665"/>
                </a:cubicBezTo>
                <a:lnTo>
                  <a:pt x="0" y="2169"/>
                </a:lnTo>
                <a:lnTo>
                  <a:pt x="16834" y="2169"/>
                </a:lnTo>
                <a:lnTo>
                  <a:pt x="16834" y="75578"/>
                </a:lnTo>
                <a:cubicBezTo>
                  <a:pt x="16834" y="86627"/>
                  <a:pt x="17860" y="94769"/>
                  <a:pt x="19914" y="100004"/>
                </a:cubicBezTo>
                <a:cubicBezTo>
                  <a:pt x="21968" y="105239"/>
                  <a:pt x="25496" y="109274"/>
                  <a:pt x="30500" y="112109"/>
                </a:cubicBezTo>
                <a:cubicBezTo>
                  <a:pt x="35504" y="114943"/>
                  <a:pt x="41621" y="116361"/>
                  <a:pt x="48852" y="116361"/>
                </a:cubicBezTo>
                <a:cubicBezTo>
                  <a:pt x="61232" y="116361"/>
                  <a:pt x="70053" y="113555"/>
                  <a:pt x="75318" y="107944"/>
                </a:cubicBezTo>
                <a:cubicBezTo>
                  <a:pt x="80582" y="102332"/>
                  <a:pt x="83214" y="91544"/>
                  <a:pt x="83214" y="75578"/>
                </a:cubicBezTo>
                <a:lnTo>
                  <a:pt x="83214" y="2169"/>
                </a:lnTo>
                <a:close/>
                <a:moveTo>
                  <a:pt x="126085" y="129376"/>
                </a:moveTo>
                <a:lnTo>
                  <a:pt x="126085" y="37225"/>
                </a:lnTo>
                <a:lnTo>
                  <a:pt x="140142" y="37225"/>
                </a:lnTo>
                <a:lnTo>
                  <a:pt x="140142" y="50327"/>
                </a:lnTo>
                <a:cubicBezTo>
                  <a:pt x="146910" y="40204"/>
                  <a:pt x="156686" y="35142"/>
                  <a:pt x="169471" y="35142"/>
                </a:cubicBezTo>
                <a:cubicBezTo>
                  <a:pt x="175024" y="35142"/>
                  <a:pt x="180129" y="36140"/>
                  <a:pt x="184786" y="38136"/>
                </a:cubicBezTo>
                <a:cubicBezTo>
                  <a:pt x="189442" y="40132"/>
                  <a:pt x="192928" y="42749"/>
                  <a:pt x="195242" y="45989"/>
                </a:cubicBezTo>
                <a:cubicBezTo>
                  <a:pt x="197556" y="49228"/>
                  <a:pt x="199175" y="53075"/>
                  <a:pt x="200101" y="57529"/>
                </a:cubicBezTo>
                <a:cubicBezTo>
                  <a:pt x="200679" y="60422"/>
                  <a:pt x="200969" y="65484"/>
                  <a:pt x="200969" y="72714"/>
                </a:cubicBezTo>
                <a:lnTo>
                  <a:pt x="200969" y="129376"/>
                </a:lnTo>
                <a:lnTo>
                  <a:pt x="185350" y="129376"/>
                </a:lnTo>
                <a:lnTo>
                  <a:pt x="185350" y="73322"/>
                </a:lnTo>
                <a:cubicBezTo>
                  <a:pt x="185350" y="66959"/>
                  <a:pt x="184742" y="62201"/>
                  <a:pt x="183528" y="59048"/>
                </a:cubicBezTo>
                <a:cubicBezTo>
                  <a:pt x="182313" y="55895"/>
                  <a:pt x="180158" y="53379"/>
                  <a:pt x="177063" y="51499"/>
                </a:cubicBezTo>
                <a:cubicBezTo>
                  <a:pt x="173968" y="49619"/>
                  <a:pt x="170338" y="48679"/>
                  <a:pt x="166173" y="48679"/>
                </a:cubicBezTo>
                <a:cubicBezTo>
                  <a:pt x="159521" y="48679"/>
                  <a:pt x="153779" y="50790"/>
                  <a:pt x="148949" y="55013"/>
                </a:cubicBezTo>
                <a:cubicBezTo>
                  <a:pt x="144119" y="59236"/>
                  <a:pt x="141704" y="67248"/>
                  <a:pt x="141704" y="79049"/>
                </a:cubicBezTo>
                <a:lnTo>
                  <a:pt x="141704" y="129376"/>
                </a:lnTo>
                <a:lnTo>
                  <a:pt x="126085" y="129376"/>
                </a:lnTo>
                <a:close/>
                <a:moveTo>
                  <a:pt x="284534" y="129376"/>
                </a:moveTo>
                <a:lnTo>
                  <a:pt x="284534" y="117749"/>
                </a:lnTo>
                <a:cubicBezTo>
                  <a:pt x="278691" y="126889"/>
                  <a:pt x="270101" y="131459"/>
                  <a:pt x="258763" y="131459"/>
                </a:cubicBezTo>
                <a:cubicBezTo>
                  <a:pt x="251416" y="131459"/>
                  <a:pt x="244662" y="129434"/>
                  <a:pt x="238502" y="125385"/>
                </a:cubicBezTo>
                <a:cubicBezTo>
                  <a:pt x="232341" y="121335"/>
                  <a:pt x="227568" y="115681"/>
                  <a:pt x="224184" y="108421"/>
                </a:cubicBezTo>
                <a:cubicBezTo>
                  <a:pt x="220800" y="101161"/>
                  <a:pt x="219108" y="92817"/>
                  <a:pt x="219108" y="83387"/>
                </a:cubicBezTo>
                <a:cubicBezTo>
                  <a:pt x="219108" y="74190"/>
                  <a:pt x="220641" y="65845"/>
                  <a:pt x="223707" y="58354"/>
                </a:cubicBezTo>
                <a:cubicBezTo>
                  <a:pt x="226773" y="50863"/>
                  <a:pt x="231372" y="45121"/>
                  <a:pt x="237504" y="41130"/>
                </a:cubicBezTo>
                <a:cubicBezTo>
                  <a:pt x="243636" y="37138"/>
                  <a:pt x="250491" y="35142"/>
                  <a:pt x="258069" y="35142"/>
                </a:cubicBezTo>
                <a:cubicBezTo>
                  <a:pt x="263622" y="35142"/>
                  <a:pt x="268568" y="36314"/>
                  <a:pt x="272906" y="38657"/>
                </a:cubicBezTo>
                <a:cubicBezTo>
                  <a:pt x="277245" y="41000"/>
                  <a:pt x="280774" y="44051"/>
                  <a:pt x="283493" y="47811"/>
                </a:cubicBezTo>
                <a:lnTo>
                  <a:pt x="283493" y="2169"/>
                </a:lnTo>
                <a:lnTo>
                  <a:pt x="299025" y="2169"/>
                </a:lnTo>
                <a:lnTo>
                  <a:pt x="299025" y="129376"/>
                </a:lnTo>
                <a:lnTo>
                  <a:pt x="284534" y="129376"/>
                </a:lnTo>
                <a:moveTo>
                  <a:pt x="235161" y="83387"/>
                </a:moveTo>
                <a:cubicBezTo>
                  <a:pt x="235161" y="95188"/>
                  <a:pt x="237648" y="104010"/>
                  <a:pt x="242623" y="109853"/>
                </a:cubicBezTo>
                <a:cubicBezTo>
                  <a:pt x="247598" y="115695"/>
                  <a:pt x="253470" y="118617"/>
                  <a:pt x="260238" y="118617"/>
                </a:cubicBezTo>
                <a:cubicBezTo>
                  <a:pt x="267064" y="118617"/>
                  <a:pt x="272863" y="115825"/>
                  <a:pt x="277636" y="110243"/>
                </a:cubicBezTo>
                <a:cubicBezTo>
                  <a:pt x="282408" y="104661"/>
                  <a:pt x="284794" y="96143"/>
                  <a:pt x="284794" y="84689"/>
                </a:cubicBezTo>
                <a:cubicBezTo>
                  <a:pt x="284794" y="72078"/>
                  <a:pt x="282365" y="62823"/>
                  <a:pt x="277505" y="56922"/>
                </a:cubicBezTo>
                <a:cubicBezTo>
                  <a:pt x="272646" y="51022"/>
                  <a:pt x="266659" y="48071"/>
                  <a:pt x="259544" y="48071"/>
                </a:cubicBezTo>
                <a:cubicBezTo>
                  <a:pt x="252602" y="48071"/>
                  <a:pt x="246803" y="50906"/>
                  <a:pt x="242146" y="56575"/>
                </a:cubicBezTo>
                <a:cubicBezTo>
                  <a:pt x="237489" y="62244"/>
                  <a:pt x="235161" y="71182"/>
                  <a:pt x="235161" y="83387"/>
                </a:cubicBezTo>
                <a:close/>
                <a:moveTo>
                  <a:pt x="386495" y="99700"/>
                </a:moveTo>
                <a:lnTo>
                  <a:pt x="402634" y="101696"/>
                </a:lnTo>
                <a:cubicBezTo>
                  <a:pt x="400089" y="111125"/>
                  <a:pt x="395374" y="118443"/>
                  <a:pt x="388490" y="123649"/>
                </a:cubicBezTo>
                <a:cubicBezTo>
                  <a:pt x="381607" y="128856"/>
                  <a:pt x="372814" y="131459"/>
                  <a:pt x="362112" y="131459"/>
                </a:cubicBezTo>
                <a:cubicBezTo>
                  <a:pt x="348633" y="131459"/>
                  <a:pt x="337946" y="127308"/>
                  <a:pt x="330050" y="119007"/>
                </a:cubicBezTo>
                <a:cubicBezTo>
                  <a:pt x="322154" y="110706"/>
                  <a:pt x="318206" y="99064"/>
                  <a:pt x="318206" y="84082"/>
                </a:cubicBezTo>
                <a:cubicBezTo>
                  <a:pt x="318206" y="68578"/>
                  <a:pt x="322197" y="56546"/>
                  <a:pt x="330180" y="47985"/>
                </a:cubicBezTo>
                <a:cubicBezTo>
                  <a:pt x="338163" y="39423"/>
                  <a:pt x="348518" y="35142"/>
                  <a:pt x="361244" y="35142"/>
                </a:cubicBezTo>
                <a:cubicBezTo>
                  <a:pt x="373566" y="35142"/>
                  <a:pt x="383631" y="39336"/>
                  <a:pt x="391441" y="47724"/>
                </a:cubicBezTo>
                <a:cubicBezTo>
                  <a:pt x="399250" y="56112"/>
                  <a:pt x="403155" y="67913"/>
                  <a:pt x="403155" y="83127"/>
                </a:cubicBezTo>
                <a:cubicBezTo>
                  <a:pt x="403155" y="84053"/>
                  <a:pt x="403126" y="85441"/>
                  <a:pt x="403068" y="87292"/>
                </a:cubicBezTo>
                <a:lnTo>
                  <a:pt x="334345" y="87292"/>
                </a:lnTo>
                <a:cubicBezTo>
                  <a:pt x="334923" y="97415"/>
                  <a:pt x="337787" y="105167"/>
                  <a:pt x="342935" y="110547"/>
                </a:cubicBezTo>
                <a:cubicBezTo>
                  <a:pt x="348084" y="115927"/>
                  <a:pt x="354505" y="118617"/>
                  <a:pt x="362199" y="118617"/>
                </a:cubicBezTo>
                <a:cubicBezTo>
                  <a:pt x="367926" y="118617"/>
                  <a:pt x="372814" y="117113"/>
                  <a:pt x="376863" y="114104"/>
                </a:cubicBezTo>
                <a:cubicBezTo>
                  <a:pt x="380912" y="111096"/>
                  <a:pt x="384123" y="106295"/>
                  <a:pt x="386495" y="99700"/>
                </a:cubicBezTo>
                <a:moveTo>
                  <a:pt x="335213" y="74450"/>
                </a:moveTo>
                <a:lnTo>
                  <a:pt x="386668" y="74450"/>
                </a:lnTo>
                <a:cubicBezTo>
                  <a:pt x="385974" y="66698"/>
                  <a:pt x="384007" y="60885"/>
                  <a:pt x="380768" y="57009"/>
                </a:cubicBezTo>
                <a:cubicBezTo>
                  <a:pt x="375793" y="50993"/>
                  <a:pt x="369343" y="47985"/>
                  <a:pt x="361418" y="47985"/>
                </a:cubicBezTo>
                <a:cubicBezTo>
                  <a:pt x="354245" y="47985"/>
                  <a:pt x="348214" y="50385"/>
                  <a:pt x="343326" y="55187"/>
                </a:cubicBezTo>
                <a:cubicBezTo>
                  <a:pt x="338438" y="59988"/>
                  <a:pt x="335733" y="66409"/>
                  <a:pt x="335213" y="74450"/>
                </a:cubicBezTo>
                <a:close/>
                <a:moveTo>
                  <a:pt x="425806" y="129376"/>
                </a:moveTo>
                <a:lnTo>
                  <a:pt x="425806" y="49373"/>
                </a:lnTo>
                <a:lnTo>
                  <a:pt x="412009" y="49373"/>
                </a:lnTo>
                <a:lnTo>
                  <a:pt x="412009" y="37225"/>
                </a:lnTo>
                <a:lnTo>
                  <a:pt x="425806" y="37225"/>
                </a:lnTo>
                <a:lnTo>
                  <a:pt x="425806" y="27420"/>
                </a:lnTo>
                <a:cubicBezTo>
                  <a:pt x="425806" y="21230"/>
                  <a:pt x="426356" y="16631"/>
                  <a:pt x="427455" y="13623"/>
                </a:cubicBezTo>
                <a:cubicBezTo>
                  <a:pt x="428959" y="9574"/>
                  <a:pt x="431605" y="6291"/>
                  <a:pt x="435394" y="3775"/>
                </a:cubicBezTo>
                <a:cubicBezTo>
                  <a:pt x="439183" y="1258"/>
                  <a:pt x="444491" y="0"/>
                  <a:pt x="451317" y="0"/>
                </a:cubicBezTo>
                <a:cubicBezTo>
                  <a:pt x="455713" y="0"/>
                  <a:pt x="460573" y="521"/>
                  <a:pt x="465895" y="1562"/>
                </a:cubicBezTo>
                <a:lnTo>
                  <a:pt x="463552" y="15185"/>
                </a:lnTo>
                <a:cubicBezTo>
                  <a:pt x="460312" y="14607"/>
                  <a:pt x="457246" y="14317"/>
                  <a:pt x="454354" y="14317"/>
                </a:cubicBezTo>
                <a:cubicBezTo>
                  <a:pt x="449610" y="14317"/>
                  <a:pt x="446255" y="15330"/>
                  <a:pt x="444288" y="17354"/>
                </a:cubicBezTo>
                <a:cubicBezTo>
                  <a:pt x="442322" y="19379"/>
                  <a:pt x="441338" y="23168"/>
                  <a:pt x="441338" y="28721"/>
                </a:cubicBezTo>
                <a:lnTo>
                  <a:pt x="441338" y="37225"/>
                </a:lnTo>
                <a:lnTo>
                  <a:pt x="459300" y="37225"/>
                </a:lnTo>
                <a:lnTo>
                  <a:pt x="459300" y="49373"/>
                </a:lnTo>
                <a:lnTo>
                  <a:pt x="441338" y="49373"/>
                </a:lnTo>
                <a:lnTo>
                  <a:pt x="441338" y="129376"/>
                </a:lnTo>
                <a:lnTo>
                  <a:pt x="425806" y="129376"/>
                </a:lnTo>
                <a:close/>
                <a:moveTo>
                  <a:pt x="471600" y="20131"/>
                </a:moveTo>
                <a:lnTo>
                  <a:pt x="471600" y="2169"/>
                </a:lnTo>
                <a:lnTo>
                  <a:pt x="487219" y="2169"/>
                </a:lnTo>
                <a:lnTo>
                  <a:pt x="487219" y="20131"/>
                </a:lnTo>
                <a:lnTo>
                  <a:pt x="471600" y="20131"/>
                </a:lnTo>
                <a:moveTo>
                  <a:pt x="471600" y="129376"/>
                </a:moveTo>
                <a:lnTo>
                  <a:pt x="471600" y="37225"/>
                </a:lnTo>
                <a:lnTo>
                  <a:pt x="487219" y="37225"/>
                </a:lnTo>
                <a:lnTo>
                  <a:pt x="487219" y="129376"/>
                </a:lnTo>
                <a:lnTo>
                  <a:pt x="471600" y="129376"/>
                </a:lnTo>
                <a:close/>
                <a:moveTo>
                  <a:pt x="511000" y="129376"/>
                </a:moveTo>
                <a:lnTo>
                  <a:pt x="511000" y="37225"/>
                </a:lnTo>
                <a:lnTo>
                  <a:pt x="525057" y="37225"/>
                </a:lnTo>
                <a:lnTo>
                  <a:pt x="525057" y="50327"/>
                </a:lnTo>
                <a:cubicBezTo>
                  <a:pt x="531825" y="40204"/>
                  <a:pt x="541601" y="35142"/>
                  <a:pt x="554386" y="35142"/>
                </a:cubicBezTo>
                <a:cubicBezTo>
                  <a:pt x="559939" y="35142"/>
                  <a:pt x="565044" y="36140"/>
                  <a:pt x="569701" y="38136"/>
                </a:cubicBezTo>
                <a:cubicBezTo>
                  <a:pt x="574358" y="40132"/>
                  <a:pt x="577843" y="42749"/>
                  <a:pt x="580157" y="45989"/>
                </a:cubicBezTo>
                <a:cubicBezTo>
                  <a:pt x="582471" y="49228"/>
                  <a:pt x="584091" y="53075"/>
                  <a:pt x="585016" y="57529"/>
                </a:cubicBezTo>
                <a:cubicBezTo>
                  <a:pt x="585595" y="60422"/>
                  <a:pt x="585884" y="65484"/>
                  <a:pt x="585884" y="72714"/>
                </a:cubicBezTo>
                <a:lnTo>
                  <a:pt x="585884" y="129376"/>
                </a:lnTo>
                <a:lnTo>
                  <a:pt x="570265" y="129376"/>
                </a:lnTo>
                <a:lnTo>
                  <a:pt x="570265" y="73322"/>
                </a:lnTo>
                <a:cubicBezTo>
                  <a:pt x="570265" y="66959"/>
                  <a:pt x="569658" y="62201"/>
                  <a:pt x="568443" y="59048"/>
                </a:cubicBezTo>
                <a:cubicBezTo>
                  <a:pt x="567228" y="55895"/>
                  <a:pt x="565073" y="53379"/>
                  <a:pt x="561978" y="51499"/>
                </a:cubicBezTo>
                <a:cubicBezTo>
                  <a:pt x="558883" y="49619"/>
                  <a:pt x="555254" y="48679"/>
                  <a:pt x="551088" y="48679"/>
                </a:cubicBezTo>
                <a:cubicBezTo>
                  <a:pt x="544436" y="48679"/>
                  <a:pt x="538695" y="50790"/>
                  <a:pt x="533864" y="55013"/>
                </a:cubicBezTo>
                <a:cubicBezTo>
                  <a:pt x="529034" y="59236"/>
                  <a:pt x="526619" y="67248"/>
                  <a:pt x="526619" y="79049"/>
                </a:cubicBezTo>
                <a:lnTo>
                  <a:pt x="526619" y="129376"/>
                </a:lnTo>
                <a:lnTo>
                  <a:pt x="511000" y="129376"/>
                </a:lnTo>
                <a:close/>
                <a:moveTo>
                  <a:pt x="672746" y="99700"/>
                </a:moveTo>
                <a:lnTo>
                  <a:pt x="688886" y="101696"/>
                </a:lnTo>
                <a:cubicBezTo>
                  <a:pt x="686341" y="111125"/>
                  <a:pt x="681626" y="118443"/>
                  <a:pt x="674742" y="123649"/>
                </a:cubicBezTo>
                <a:cubicBezTo>
                  <a:pt x="667858" y="128856"/>
                  <a:pt x="659065" y="131459"/>
                  <a:pt x="648364" y="131459"/>
                </a:cubicBezTo>
                <a:cubicBezTo>
                  <a:pt x="634885" y="131459"/>
                  <a:pt x="624198" y="127308"/>
                  <a:pt x="616302" y="119007"/>
                </a:cubicBezTo>
                <a:cubicBezTo>
                  <a:pt x="608405" y="110706"/>
                  <a:pt x="604457" y="99064"/>
                  <a:pt x="604457" y="84082"/>
                </a:cubicBezTo>
                <a:cubicBezTo>
                  <a:pt x="604457" y="68578"/>
                  <a:pt x="608449" y="56546"/>
                  <a:pt x="616432" y="47985"/>
                </a:cubicBezTo>
                <a:cubicBezTo>
                  <a:pt x="624415" y="39423"/>
                  <a:pt x="634769" y="35142"/>
                  <a:pt x="647496" y="35142"/>
                </a:cubicBezTo>
                <a:cubicBezTo>
                  <a:pt x="659817" y="35142"/>
                  <a:pt x="669883" y="39336"/>
                  <a:pt x="677692" y="47724"/>
                </a:cubicBezTo>
                <a:cubicBezTo>
                  <a:pt x="685502" y="56112"/>
                  <a:pt x="689407" y="67913"/>
                  <a:pt x="689407" y="83127"/>
                </a:cubicBezTo>
                <a:cubicBezTo>
                  <a:pt x="689407" y="84053"/>
                  <a:pt x="689378" y="85441"/>
                  <a:pt x="689320" y="87292"/>
                </a:cubicBezTo>
                <a:lnTo>
                  <a:pt x="620597" y="87292"/>
                </a:lnTo>
                <a:cubicBezTo>
                  <a:pt x="621175" y="97415"/>
                  <a:pt x="624039" y="105167"/>
                  <a:pt x="629187" y="110547"/>
                </a:cubicBezTo>
                <a:cubicBezTo>
                  <a:pt x="634336" y="115927"/>
                  <a:pt x="640757" y="118617"/>
                  <a:pt x="648450" y="118617"/>
                </a:cubicBezTo>
                <a:cubicBezTo>
                  <a:pt x="654177" y="118617"/>
                  <a:pt x="659065" y="117113"/>
                  <a:pt x="663115" y="114104"/>
                </a:cubicBezTo>
                <a:cubicBezTo>
                  <a:pt x="667164" y="111096"/>
                  <a:pt x="670375" y="106295"/>
                  <a:pt x="672746" y="99700"/>
                </a:cubicBezTo>
                <a:moveTo>
                  <a:pt x="621464" y="74450"/>
                </a:moveTo>
                <a:lnTo>
                  <a:pt x="672920" y="74450"/>
                </a:lnTo>
                <a:cubicBezTo>
                  <a:pt x="672226" y="66698"/>
                  <a:pt x="670259" y="60885"/>
                  <a:pt x="667019" y="57009"/>
                </a:cubicBezTo>
                <a:cubicBezTo>
                  <a:pt x="662045" y="50993"/>
                  <a:pt x="655595" y="47985"/>
                  <a:pt x="647669" y="47985"/>
                </a:cubicBezTo>
                <a:cubicBezTo>
                  <a:pt x="640496" y="47985"/>
                  <a:pt x="634466" y="50385"/>
                  <a:pt x="629578" y="55187"/>
                </a:cubicBezTo>
                <a:cubicBezTo>
                  <a:pt x="624689" y="59988"/>
                  <a:pt x="621985" y="66409"/>
                  <a:pt x="621464" y="74450"/>
                </a:cubicBezTo>
                <a:close/>
                <a:moveTo>
                  <a:pt x="768113" y="129376"/>
                </a:moveTo>
                <a:lnTo>
                  <a:pt x="768113" y="117749"/>
                </a:lnTo>
                <a:cubicBezTo>
                  <a:pt x="762270" y="126889"/>
                  <a:pt x="753680" y="131459"/>
                  <a:pt x="742341" y="131459"/>
                </a:cubicBezTo>
                <a:cubicBezTo>
                  <a:pt x="734995" y="131459"/>
                  <a:pt x="728241" y="129434"/>
                  <a:pt x="722080" y="125385"/>
                </a:cubicBezTo>
                <a:cubicBezTo>
                  <a:pt x="715920" y="121335"/>
                  <a:pt x="711147" y="115681"/>
                  <a:pt x="707763" y="108421"/>
                </a:cubicBezTo>
                <a:cubicBezTo>
                  <a:pt x="704379" y="101161"/>
                  <a:pt x="702687" y="92817"/>
                  <a:pt x="702687" y="83387"/>
                </a:cubicBezTo>
                <a:cubicBezTo>
                  <a:pt x="702687" y="74190"/>
                  <a:pt x="704220" y="65845"/>
                  <a:pt x="707286" y="58354"/>
                </a:cubicBezTo>
                <a:cubicBezTo>
                  <a:pt x="710352" y="50863"/>
                  <a:pt x="714951" y="45121"/>
                  <a:pt x="721082" y="41130"/>
                </a:cubicBezTo>
                <a:cubicBezTo>
                  <a:pt x="727214" y="37138"/>
                  <a:pt x="734069" y="35142"/>
                  <a:pt x="741647" y="35142"/>
                </a:cubicBezTo>
                <a:cubicBezTo>
                  <a:pt x="747201" y="35142"/>
                  <a:pt x="752147" y="36314"/>
                  <a:pt x="756485" y="38657"/>
                </a:cubicBezTo>
                <a:cubicBezTo>
                  <a:pt x="760824" y="41000"/>
                  <a:pt x="764352" y="44051"/>
                  <a:pt x="767071" y="47811"/>
                </a:cubicBezTo>
                <a:lnTo>
                  <a:pt x="767071" y="2169"/>
                </a:lnTo>
                <a:lnTo>
                  <a:pt x="782603" y="2169"/>
                </a:lnTo>
                <a:lnTo>
                  <a:pt x="782603" y="129376"/>
                </a:lnTo>
                <a:lnTo>
                  <a:pt x="768113" y="129376"/>
                </a:lnTo>
                <a:moveTo>
                  <a:pt x="718740" y="83387"/>
                </a:moveTo>
                <a:cubicBezTo>
                  <a:pt x="718740" y="95188"/>
                  <a:pt x="721227" y="104010"/>
                  <a:pt x="726202" y="109853"/>
                </a:cubicBezTo>
                <a:cubicBezTo>
                  <a:pt x="731177" y="115695"/>
                  <a:pt x="737048" y="118617"/>
                  <a:pt x="743817" y="118617"/>
                </a:cubicBezTo>
                <a:cubicBezTo>
                  <a:pt x="750643" y="118617"/>
                  <a:pt x="756442" y="115825"/>
                  <a:pt x="761214" y="110243"/>
                </a:cubicBezTo>
                <a:cubicBezTo>
                  <a:pt x="765987" y="104661"/>
                  <a:pt x="768373" y="96143"/>
                  <a:pt x="768373" y="84689"/>
                </a:cubicBezTo>
                <a:cubicBezTo>
                  <a:pt x="768373" y="72078"/>
                  <a:pt x="765943" y="62823"/>
                  <a:pt x="761084" y="56922"/>
                </a:cubicBezTo>
                <a:cubicBezTo>
                  <a:pt x="756225" y="51022"/>
                  <a:pt x="750238" y="48071"/>
                  <a:pt x="743122" y="48071"/>
                </a:cubicBezTo>
                <a:cubicBezTo>
                  <a:pt x="736181" y="48071"/>
                  <a:pt x="730381" y="50906"/>
                  <a:pt x="725725" y="56575"/>
                </a:cubicBezTo>
                <a:cubicBezTo>
                  <a:pt x="721068" y="62244"/>
                  <a:pt x="718740" y="71182"/>
                  <a:pt x="718740" y="833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Properties">
            <a:extLst xmlns:a="http://schemas.openxmlformats.org/drawingml/2006/main">
              <a:ext uri="{FF2B5EF4-FFF2-40B4-BE49-F238E27FC236}">
                <a16:creationId xmlns:a16="http://schemas.microsoft.com/office/drawing/2014/main" id="{2B90B8B3-03BB-44FE-9ED7-D1888B7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735" y="2183705"/>
            <a:ext cx="789304" cy="162523"/>
          </a:xfrm>
          <a:custGeom xmlns:a="http://schemas.openxmlformats.org/drawingml/2006/main">
            <a:pathLst>
              <a:path w="789304" h="162523">
                <a:moveTo>
                  <a:pt x="0" y="127207"/>
                </a:moveTo>
                <a:lnTo>
                  <a:pt x="0" y="0"/>
                </a:lnTo>
                <a:lnTo>
                  <a:pt x="47985" y="0"/>
                </a:lnTo>
                <a:cubicBezTo>
                  <a:pt x="56430" y="0"/>
                  <a:pt x="62880" y="405"/>
                  <a:pt x="67335" y="1215"/>
                </a:cubicBezTo>
                <a:cubicBezTo>
                  <a:pt x="73582" y="2256"/>
                  <a:pt x="78817" y="4237"/>
                  <a:pt x="83040" y="7159"/>
                </a:cubicBezTo>
                <a:cubicBezTo>
                  <a:pt x="87263" y="10080"/>
                  <a:pt x="90662" y="14173"/>
                  <a:pt x="93236" y="19437"/>
                </a:cubicBezTo>
                <a:cubicBezTo>
                  <a:pt x="95810" y="24701"/>
                  <a:pt x="97097" y="30486"/>
                  <a:pt x="97097" y="36791"/>
                </a:cubicBezTo>
                <a:cubicBezTo>
                  <a:pt x="97097" y="47609"/>
                  <a:pt x="93655" y="56763"/>
                  <a:pt x="86771" y="64254"/>
                </a:cubicBezTo>
                <a:cubicBezTo>
                  <a:pt x="79888" y="71746"/>
                  <a:pt x="67450" y="75491"/>
                  <a:pt x="49460" y="75491"/>
                </a:cubicBezTo>
                <a:lnTo>
                  <a:pt x="16834" y="75491"/>
                </a:lnTo>
                <a:lnTo>
                  <a:pt x="16834" y="127207"/>
                </a:lnTo>
                <a:lnTo>
                  <a:pt x="0" y="127207"/>
                </a:lnTo>
                <a:moveTo>
                  <a:pt x="16834" y="60480"/>
                </a:moveTo>
                <a:lnTo>
                  <a:pt x="49720" y="60480"/>
                </a:lnTo>
                <a:cubicBezTo>
                  <a:pt x="60595" y="60480"/>
                  <a:pt x="68318" y="58455"/>
                  <a:pt x="72888" y="54406"/>
                </a:cubicBezTo>
                <a:cubicBezTo>
                  <a:pt x="77458" y="50356"/>
                  <a:pt x="79743" y="44658"/>
                  <a:pt x="79743" y="37312"/>
                </a:cubicBezTo>
                <a:cubicBezTo>
                  <a:pt x="79743" y="31990"/>
                  <a:pt x="78398" y="27434"/>
                  <a:pt x="75708" y="23645"/>
                </a:cubicBezTo>
                <a:cubicBezTo>
                  <a:pt x="73018" y="19856"/>
                  <a:pt x="69475" y="17354"/>
                  <a:pt x="65079" y="16139"/>
                </a:cubicBezTo>
                <a:cubicBezTo>
                  <a:pt x="62244" y="15387"/>
                  <a:pt x="57009" y="15011"/>
                  <a:pt x="49373" y="15011"/>
                </a:cubicBezTo>
                <a:lnTo>
                  <a:pt x="16834" y="15011"/>
                </a:lnTo>
                <a:lnTo>
                  <a:pt x="16834" y="60480"/>
                </a:lnTo>
                <a:close/>
                <a:moveTo>
                  <a:pt x="116309" y="127207"/>
                </a:moveTo>
                <a:lnTo>
                  <a:pt x="116309" y="35056"/>
                </a:lnTo>
                <a:lnTo>
                  <a:pt x="130366" y="35056"/>
                </a:lnTo>
                <a:lnTo>
                  <a:pt x="130366" y="49026"/>
                </a:lnTo>
                <a:cubicBezTo>
                  <a:pt x="133952" y="42489"/>
                  <a:pt x="137264" y="38179"/>
                  <a:pt x="140301" y="36097"/>
                </a:cubicBezTo>
                <a:cubicBezTo>
                  <a:pt x="143338" y="34014"/>
                  <a:pt x="146679" y="32973"/>
                  <a:pt x="150323" y="32973"/>
                </a:cubicBezTo>
                <a:cubicBezTo>
                  <a:pt x="155587" y="32973"/>
                  <a:pt x="160938" y="34651"/>
                  <a:pt x="166376" y="38006"/>
                </a:cubicBezTo>
                <a:lnTo>
                  <a:pt x="160996" y="52497"/>
                </a:lnTo>
                <a:cubicBezTo>
                  <a:pt x="157178" y="50241"/>
                  <a:pt x="153360" y="49113"/>
                  <a:pt x="149542" y="49113"/>
                </a:cubicBezTo>
                <a:cubicBezTo>
                  <a:pt x="146129" y="49113"/>
                  <a:pt x="143063" y="50139"/>
                  <a:pt x="140344" y="52193"/>
                </a:cubicBezTo>
                <a:cubicBezTo>
                  <a:pt x="137626" y="54247"/>
                  <a:pt x="135688" y="57096"/>
                  <a:pt x="134531" y="60740"/>
                </a:cubicBezTo>
                <a:cubicBezTo>
                  <a:pt x="132795" y="66293"/>
                  <a:pt x="131928" y="72367"/>
                  <a:pt x="131928" y="78962"/>
                </a:cubicBezTo>
                <a:lnTo>
                  <a:pt x="131928" y="127207"/>
                </a:lnTo>
                <a:lnTo>
                  <a:pt x="116309" y="127207"/>
                </a:lnTo>
                <a:close/>
                <a:moveTo>
                  <a:pt x="169970" y="81131"/>
                </a:moveTo>
                <a:cubicBezTo>
                  <a:pt x="169970" y="64066"/>
                  <a:pt x="174713" y="51427"/>
                  <a:pt x="184200" y="43212"/>
                </a:cubicBezTo>
                <a:cubicBezTo>
                  <a:pt x="192125" y="36386"/>
                  <a:pt x="201786" y="32973"/>
                  <a:pt x="213182" y="32973"/>
                </a:cubicBezTo>
                <a:cubicBezTo>
                  <a:pt x="225850" y="32973"/>
                  <a:pt x="236205" y="37124"/>
                  <a:pt x="244246" y="45425"/>
                </a:cubicBezTo>
                <a:cubicBezTo>
                  <a:pt x="252287" y="53726"/>
                  <a:pt x="256307" y="65194"/>
                  <a:pt x="256307" y="79830"/>
                </a:cubicBezTo>
                <a:cubicBezTo>
                  <a:pt x="256307" y="91688"/>
                  <a:pt x="254528" y="101016"/>
                  <a:pt x="250971" y="107814"/>
                </a:cubicBezTo>
                <a:cubicBezTo>
                  <a:pt x="247413" y="114611"/>
                  <a:pt x="242236" y="119889"/>
                  <a:pt x="235439" y="123649"/>
                </a:cubicBezTo>
                <a:cubicBezTo>
                  <a:pt x="228642" y="127409"/>
                  <a:pt x="221223" y="129289"/>
                  <a:pt x="213182" y="129289"/>
                </a:cubicBezTo>
                <a:cubicBezTo>
                  <a:pt x="200282" y="129289"/>
                  <a:pt x="189855" y="125153"/>
                  <a:pt x="181901" y="116881"/>
                </a:cubicBezTo>
                <a:cubicBezTo>
                  <a:pt x="173947" y="108609"/>
                  <a:pt x="169970" y="96692"/>
                  <a:pt x="169970" y="81131"/>
                </a:cubicBezTo>
                <a:moveTo>
                  <a:pt x="186022" y="81131"/>
                </a:moveTo>
                <a:cubicBezTo>
                  <a:pt x="186022" y="92932"/>
                  <a:pt x="188597" y="101768"/>
                  <a:pt x="193745" y="107640"/>
                </a:cubicBezTo>
                <a:cubicBezTo>
                  <a:pt x="198893" y="113512"/>
                  <a:pt x="205372" y="116447"/>
                  <a:pt x="213182" y="116447"/>
                </a:cubicBezTo>
                <a:cubicBezTo>
                  <a:pt x="220933" y="116447"/>
                  <a:pt x="227383" y="113497"/>
                  <a:pt x="232532" y="107597"/>
                </a:cubicBezTo>
                <a:cubicBezTo>
                  <a:pt x="237680" y="101696"/>
                  <a:pt x="240255" y="92701"/>
                  <a:pt x="240255" y="80611"/>
                </a:cubicBezTo>
                <a:cubicBezTo>
                  <a:pt x="240255" y="69215"/>
                  <a:pt x="237666" y="60581"/>
                  <a:pt x="232488" y="54709"/>
                </a:cubicBezTo>
                <a:cubicBezTo>
                  <a:pt x="227311" y="48838"/>
                  <a:pt x="220876" y="45902"/>
                  <a:pt x="213182" y="45902"/>
                </a:cubicBezTo>
                <a:cubicBezTo>
                  <a:pt x="205372" y="45902"/>
                  <a:pt x="198893" y="48823"/>
                  <a:pt x="193745" y="54666"/>
                </a:cubicBezTo>
                <a:cubicBezTo>
                  <a:pt x="188597" y="60509"/>
                  <a:pt x="186022" y="69330"/>
                  <a:pt x="186022" y="81131"/>
                </a:cubicBezTo>
                <a:close/>
                <a:moveTo>
                  <a:pt x="274536" y="162523"/>
                </a:moveTo>
                <a:lnTo>
                  <a:pt x="274536" y="35056"/>
                </a:lnTo>
                <a:lnTo>
                  <a:pt x="288766" y="35056"/>
                </a:lnTo>
                <a:lnTo>
                  <a:pt x="288766" y="47030"/>
                </a:lnTo>
                <a:cubicBezTo>
                  <a:pt x="292121" y="42344"/>
                  <a:pt x="295910" y="38830"/>
                  <a:pt x="300133" y="36487"/>
                </a:cubicBezTo>
                <a:cubicBezTo>
                  <a:pt x="304356" y="34145"/>
                  <a:pt x="309476" y="32973"/>
                  <a:pt x="315492" y="32973"/>
                </a:cubicBezTo>
                <a:cubicBezTo>
                  <a:pt x="323359" y="32973"/>
                  <a:pt x="330301" y="34998"/>
                  <a:pt x="336317" y="39047"/>
                </a:cubicBezTo>
                <a:cubicBezTo>
                  <a:pt x="342333" y="43096"/>
                  <a:pt x="346874" y="48809"/>
                  <a:pt x="349940" y="56185"/>
                </a:cubicBezTo>
                <a:cubicBezTo>
                  <a:pt x="353006" y="63560"/>
                  <a:pt x="354539" y="71644"/>
                  <a:pt x="354539" y="80437"/>
                </a:cubicBezTo>
                <a:cubicBezTo>
                  <a:pt x="354539" y="89866"/>
                  <a:pt x="352847" y="98355"/>
                  <a:pt x="349463" y="105905"/>
                </a:cubicBezTo>
                <a:cubicBezTo>
                  <a:pt x="346079" y="113454"/>
                  <a:pt x="341162" y="119238"/>
                  <a:pt x="334712" y="123259"/>
                </a:cubicBezTo>
                <a:cubicBezTo>
                  <a:pt x="328262" y="127279"/>
                  <a:pt x="321479" y="129289"/>
                  <a:pt x="314364" y="129289"/>
                </a:cubicBezTo>
                <a:cubicBezTo>
                  <a:pt x="309157" y="129289"/>
                  <a:pt x="304486" y="128190"/>
                  <a:pt x="300350" y="125992"/>
                </a:cubicBezTo>
                <a:cubicBezTo>
                  <a:pt x="296214" y="123794"/>
                  <a:pt x="292816" y="121017"/>
                  <a:pt x="290155" y="117662"/>
                </a:cubicBezTo>
                <a:lnTo>
                  <a:pt x="290155" y="162523"/>
                </a:lnTo>
                <a:lnTo>
                  <a:pt x="274536" y="162523"/>
                </a:lnTo>
                <a:moveTo>
                  <a:pt x="288679" y="81652"/>
                </a:moveTo>
                <a:cubicBezTo>
                  <a:pt x="288679" y="93511"/>
                  <a:pt x="291080" y="102275"/>
                  <a:pt x="295881" y="107944"/>
                </a:cubicBezTo>
                <a:cubicBezTo>
                  <a:pt x="300683" y="113613"/>
                  <a:pt x="306496" y="116447"/>
                  <a:pt x="313323" y="116447"/>
                </a:cubicBezTo>
                <a:cubicBezTo>
                  <a:pt x="320264" y="116447"/>
                  <a:pt x="326208" y="113512"/>
                  <a:pt x="331154" y="107640"/>
                </a:cubicBezTo>
                <a:cubicBezTo>
                  <a:pt x="336100" y="101768"/>
                  <a:pt x="338573" y="92672"/>
                  <a:pt x="338573" y="80350"/>
                </a:cubicBezTo>
                <a:cubicBezTo>
                  <a:pt x="338573" y="68607"/>
                  <a:pt x="336158" y="59814"/>
                  <a:pt x="331328" y="53972"/>
                </a:cubicBezTo>
                <a:cubicBezTo>
                  <a:pt x="326497" y="48129"/>
                  <a:pt x="320727" y="45208"/>
                  <a:pt x="314017" y="45208"/>
                </a:cubicBezTo>
                <a:cubicBezTo>
                  <a:pt x="307364" y="45208"/>
                  <a:pt x="301478" y="48317"/>
                  <a:pt x="296359" y="54536"/>
                </a:cubicBezTo>
                <a:cubicBezTo>
                  <a:pt x="291239" y="60754"/>
                  <a:pt x="288679" y="69793"/>
                  <a:pt x="288679" y="81652"/>
                </a:cubicBezTo>
                <a:close/>
                <a:moveTo>
                  <a:pt x="436371" y="97531"/>
                </a:moveTo>
                <a:lnTo>
                  <a:pt x="452510" y="99527"/>
                </a:lnTo>
                <a:cubicBezTo>
                  <a:pt x="449965" y="108956"/>
                  <a:pt x="445250" y="116274"/>
                  <a:pt x="438367" y="121480"/>
                </a:cubicBezTo>
                <a:cubicBezTo>
                  <a:pt x="431483" y="126686"/>
                  <a:pt x="422690" y="129289"/>
                  <a:pt x="411988" y="129289"/>
                </a:cubicBezTo>
                <a:cubicBezTo>
                  <a:pt x="398510" y="129289"/>
                  <a:pt x="387822" y="125139"/>
                  <a:pt x="379926" y="116838"/>
                </a:cubicBezTo>
                <a:cubicBezTo>
                  <a:pt x="372030" y="108537"/>
                  <a:pt x="368082" y="96895"/>
                  <a:pt x="368082" y="81912"/>
                </a:cubicBezTo>
                <a:cubicBezTo>
                  <a:pt x="368082" y="66409"/>
                  <a:pt x="372073" y="54377"/>
                  <a:pt x="380056" y="45815"/>
                </a:cubicBezTo>
                <a:cubicBezTo>
                  <a:pt x="388039" y="37254"/>
                  <a:pt x="398394" y="32973"/>
                  <a:pt x="411120" y="32973"/>
                </a:cubicBezTo>
                <a:cubicBezTo>
                  <a:pt x="423442" y="32973"/>
                  <a:pt x="433507" y="37167"/>
                  <a:pt x="441317" y="45555"/>
                </a:cubicBezTo>
                <a:cubicBezTo>
                  <a:pt x="449126" y="53943"/>
                  <a:pt x="453031" y="65744"/>
                  <a:pt x="453031" y="80958"/>
                </a:cubicBezTo>
                <a:cubicBezTo>
                  <a:pt x="453031" y="81883"/>
                  <a:pt x="453002" y="83272"/>
                  <a:pt x="452944" y="85123"/>
                </a:cubicBezTo>
                <a:lnTo>
                  <a:pt x="384221" y="85123"/>
                </a:lnTo>
                <a:cubicBezTo>
                  <a:pt x="384800" y="95246"/>
                  <a:pt x="387663" y="102998"/>
                  <a:pt x="392812" y="108378"/>
                </a:cubicBezTo>
                <a:cubicBezTo>
                  <a:pt x="397960" y="113757"/>
                  <a:pt x="404381" y="116447"/>
                  <a:pt x="412075" y="116447"/>
                </a:cubicBezTo>
                <a:cubicBezTo>
                  <a:pt x="417802" y="116447"/>
                  <a:pt x="422690" y="114943"/>
                  <a:pt x="426739" y="111935"/>
                </a:cubicBezTo>
                <a:cubicBezTo>
                  <a:pt x="430789" y="108927"/>
                  <a:pt x="433999" y="104126"/>
                  <a:pt x="436371" y="97531"/>
                </a:cubicBezTo>
                <a:moveTo>
                  <a:pt x="385089" y="72281"/>
                </a:moveTo>
                <a:lnTo>
                  <a:pt x="436544" y="72281"/>
                </a:lnTo>
                <a:cubicBezTo>
                  <a:pt x="435850" y="64529"/>
                  <a:pt x="433883" y="58715"/>
                  <a:pt x="430644" y="54840"/>
                </a:cubicBezTo>
                <a:cubicBezTo>
                  <a:pt x="425669" y="48823"/>
                  <a:pt x="419219" y="45815"/>
                  <a:pt x="411294" y="45815"/>
                </a:cubicBezTo>
                <a:cubicBezTo>
                  <a:pt x="404121" y="45815"/>
                  <a:pt x="398090" y="48216"/>
                  <a:pt x="393202" y="53017"/>
                </a:cubicBezTo>
                <a:cubicBezTo>
                  <a:pt x="388314" y="57819"/>
                  <a:pt x="385610" y="64240"/>
                  <a:pt x="385089" y="72281"/>
                </a:cubicBezTo>
                <a:close/>
                <a:moveTo>
                  <a:pt x="471867" y="127207"/>
                </a:moveTo>
                <a:lnTo>
                  <a:pt x="471867" y="35056"/>
                </a:lnTo>
                <a:lnTo>
                  <a:pt x="485924" y="35056"/>
                </a:lnTo>
                <a:lnTo>
                  <a:pt x="485924" y="49026"/>
                </a:lnTo>
                <a:cubicBezTo>
                  <a:pt x="489510" y="42489"/>
                  <a:pt x="492822" y="38179"/>
                  <a:pt x="495859" y="36097"/>
                </a:cubicBezTo>
                <a:cubicBezTo>
                  <a:pt x="498896" y="34014"/>
                  <a:pt x="502237" y="32973"/>
                  <a:pt x="505881" y="32973"/>
                </a:cubicBezTo>
                <a:cubicBezTo>
                  <a:pt x="511145" y="32973"/>
                  <a:pt x="516496" y="34651"/>
                  <a:pt x="521934" y="38006"/>
                </a:cubicBezTo>
                <a:lnTo>
                  <a:pt x="516554" y="52497"/>
                </a:lnTo>
                <a:cubicBezTo>
                  <a:pt x="512736" y="50241"/>
                  <a:pt x="508918" y="49113"/>
                  <a:pt x="505100" y="49113"/>
                </a:cubicBezTo>
                <a:cubicBezTo>
                  <a:pt x="501687" y="49113"/>
                  <a:pt x="498621" y="50139"/>
                  <a:pt x="495903" y="52193"/>
                </a:cubicBezTo>
                <a:cubicBezTo>
                  <a:pt x="493184" y="54247"/>
                  <a:pt x="491246" y="57096"/>
                  <a:pt x="490089" y="60740"/>
                </a:cubicBezTo>
                <a:cubicBezTo>
                  <a:pt x="488353" y="66293"/>
                  <a:pt x="487486" y="72367"/>
                  <a:pt x="487486" y="78962"/>
                </a:cubicBezTo>
                <a:lnTo>
                  <a:pt x="487486" y="127207"/>
                </a:lnTo>
                <a:lnTo>
                  <a:pt x="471867" y="127207"/>
                </a:lnTo>
                <a:close/>
                <a:moveTo>
                  <a:pt x="565443" y="113237"/>
                </a:moveTo>
                <a:lnTo>
                  <a:pt x="567699" y="127033"/>
                </a:lnTo>
                <a:cubicBezTo>
                  <a:pt x="563303" y="127959"/>
                  <a:pt x="559369" y="128422"/>
                  <a:pt x="555898" y="128422"/>
                </a:cubicBezTo>
                <a:cubicBezTo>
                  <a:pt x="550229" y="128422"/>
                  <a:pt x="545833" y="127525"/>
                  <a:pt x="542709" y="125732"/>
                </a:cubicBezTo>
                <a:cubicBezTo>
                  <a:pt x="539585" y="123939"/>
                  <a:pt x="537387" y="121581"/>
                  <a:pt x="536114" y="118660"/>
                </a:cubicBezTo>
                <a:cubicBezTo>
                  <a:pt x="534842" y="115739"/>
                  <a:pt x="534205" y="109592"/>
                  <a:pt x="534205" y="100221"/>
                </a:cubicBezTo>
                <a:lnTo>
                  <a:pt x="534205" y="47204"/>
                </a:lnTo>
                <a:lnTo>
                  <a:pt x="522751" y="47204"/>
                </a:lnTo>
                <a:lnTo>
                  <a:pt x="522751" y="35056"/>
                </a:lnTo>
                <a:lnTo>
                  <a:pt x="534205" y="35056"/>
                </a:lnTo>
                <a:lnTo>
                  <a:pt x="534205" y="12235"/>
                </a:lnTo>
                <a:lnTo>
                  <a:pt x="549737" y="2863"/>
                </a:lnTo>
                <a:lnTo>
                  <a:pt x="549737" y="35056"/>
                </a:lnTo>
                <a:lnTo>
                  <a:pt x="565443" y="35056"/>
                </a:lnTo>
                <a:lnTo>
                  <a:pt x="565443" y="47204"/>
                </a:lnTo>
                <a:lnTo>
                  <a:pt x="549737" y="47204"/>
                </a:lnTo>
                <a:lnTo>
                  <a:pt x="549737" y="101089"/>
                </a:lnTo>
                <a:cubicBezTo>
                  <a:pt x="549737" y="105543"/>
                  <a:pt x="550012" y="108406"/>
                  <a:pt x="550562" y="109679"/>
                </a:cubicBezTo>
                <a:cubicBezTo>
                  <a:pt x="551111" y="110952"/>
                  <a:pt x="552008" y="111964"/>
                  <a:pt x="553252" y="112716"/>
                </a:cubicBezTo>
                <a:cubicBezTo>
                  <a:pt x="554495" y="113468"/>
                  <a:pt x="556274" y="113844"/>
                  <a:pt x="558588" y="113844"/>
                </a:cubicBezTo>
                <a:cubicBezTo>
                  <a:pt x="560323" y="113844"/>
                  <a:pt x="562608" y="113642"/>
                  <a:pt x="565443" y="113237"/>
                </a:cubicBezTo>
                <a:close/>
                <a:moveTo>
                  <a:pt x="580778" y="17962"/>
                </a:moveTo>
                <a:lnTo>
                  <a:pt x="580778" y="0"/>
                </a:lnTo>
                <a:lnTo>
                  <a:pt x="596396" y="0"/>
                </a:lnTo>
                <a:lnTo>
                  <a:pt x="596396" y="17962"/>
                </a:lnTo>
                <a:lnTo>
                  <a:pt x="580778" y="17962"/>
                </a:lnTo>
                <a:moveTo>
                  <a:pt x="580778" y="127207"/>
                </a:moveTo>
                <a:lnTo>
                  <a:pt x="580778" y="35056"/>
                </a:lnTo>
                <a:lnTo>
                  <a:pt x="596396" y="35056"/>
                </a:lnTo>
                <a:lnTo>
                  <a:pt x="596396" y="127207"/>
                </a:lnTo>
                <a:lnTo>
                  <a:pt x="580778" y="127207"/>
                </a:lnTo>
                <a:close/>
                <a:moveTo>
                  <a:pt x="683349" y="97531"/>
                </a:moveTo>
                <a:lnTo>
                  <a:pt x="699489" y="99527"/>
                </a:lnTo>
                <a:cubicBezTo>
                  <a:pt x="696944" y="108956"/>
                  <a:pt x="692229" y="116274"/>
                  <a:pt x="685345" y="121480"/>
                </a:cubicBezTo>
                <a:cubicBezTo>
                  <a:pt x="678461" y="126686"/>
                  <a:pt x="669668" y="129289"/>
                  <a:pt x="658967" y="129289"/>
                </a:cubicBezTo>
                <a:cubicBezTo>
                  <a:pt x="645488" y="129289"/>
                  <a:pt x="634801" y="125139"/>
                  <a:pt x="626905" y="116838"/>
                </a:cubicBezTo>
                <a:cubicBezTo>
                  <a:pt x="619008" y="108537"/>
                  <a:pt x="615060" y="96895"/>
                  <a:pt x="615060" y="81912"/>
                </a:cubicBezTo>
                <a:cubicBezTo>
                  <a:pt x="615060" y="66409"/>
                  <a:pt x="619052" y="54377"/>
                  <a:pt x="627035" y="45815"/>
                </a:cubicBezTo>
                <a:cubicBezTo>
                  <a:pt x="635018" y="37254"/>
                  <a:pt x="645372" y="32973"/>
                  <a:pt x="658099" y="32973"/>
                </a:cubicBezTo>
                <a:cubicBezTo>
                  <a:pt x="670420" y="32973"/>
                  <a:pt x="680486" y="37167"/>
                  <a:pt x="688295" y="45555"/>
                </a:cubicBezTo>
                <a:cubicBezTo>
                  <a:pt x="696105" y="53943"/>
                  <a:pt x="700010" y="65744"/>
                  <a:pt x="700010" y="80958"/>
                </a:cubicBezTo>
                <a:cubicBezTo>
                  <a:pt x="700010" y="81883"/>
                  <a:pt x="699981" y="83272"/>
                  <a:pt x="699923" y="85123"/>
                </a:cubicBezTo>
                <a:lnTo>
                  <a:pt x="631200" y="85123"/>
                </a:lnTo>
                <a:cubicBezTo>
                  <a:pt x="631778" y="95246"/>
                  <a:pt x="634642" y="102998"/>
                  <a:pt x="639790" y="108378"/>
                </a:cubicBezTo>
                <a:cubicBezTo>
                  <a:pt x="644939" y="113757"/>
                  <a:pt x="651360" y="116447"/>
                  <a:pt x="659053" y="116447"/>
                </a:cubicBezTo>
                <a:cubicBezTo>
                  <a:pt x="664780" y="116447"/>
                  <a:pt x="669668" y="114943"/>
                  <a:pt x="673718" y="111935"/>
                </a:cubicBezTo>
                <a:cubicBezTo>
                  <a:pt x="677767" y="108927"/>
                  <a:pt x="680978" y="104126"/>
                  <a:pt x="683349" y="97531"/>
                </a:cubicBezTo>
                <a:moveTo>
                  <a:pt x="632068" y="72281"/>
                </a:moveTo>
                <a:lnTo>
                  <a:pt x="683523" y="72281"/>
                </a:lnTo>
                <a:cubicBezTo>
                  <a:pt x="682829" y="64529"/>
                  <a:pt x="680862" y="58715"/>
                  <a:pt x="677623" y="54840"/>
                </a:cubicBezTo>
                <a:cubicBezTo>
                  <a:pt x="672648" y="48823"/>
                  <a:pt x="666198" y="45815"/>
                  <a:pt x="658272" y="45815"/>
                </a:cubicBezTo>
                <a:cubicBezTo>
                  <a:pt x="651099" y="45815"/>
                  <a:pt x="645069" y="48216"/>
                  <a:pt x="640181" y="53017"/>
                </a:cubicBezTo>
                <a:cubicBezTo>
                  <a:pt x="635293" y="57819"/>
                  <a:pt x="632588" y="64240"/>
                  <a:pt x="632068" y="72281"/>
                </a:cubicBezTo>
                <a:close/>
                <a:moveTo>
                  <a:pt x="712772" y="99700"/>
                </a:moveTo>
                <a:lnTo>
                  <a:pt x="728217" y="97271"/>
                </a:lnTo>
                <a:cubicBezTo>
                  <a:pt x="729085" y="103460"/>
                  <a:pt x="731500" y="108204"/>
                  <a:pt x="735462" y="111501"/>
                </a:cubicBezTo>
                <a:cubicBezTo>
                  <a:pt x="739425" y="114799"/>
                  <a:pt x="744964" y="116447"/>
                  <a:pt x="752079" y="116447"/>
                </a:cubicBezTo>
                <a:cubicBezTo>
                  <a:pt x="759252" y="116447"/>
                  <a:pt x="764574" y="114987"/>
                  <a:pt x="768045" y="112065"/>
                </a:cubicBezTo>
                <a:cubicBezTo>
                  <a:pt x="771516" y="109144"/>
                  <a:pt x="773251" y="105717"/>
                  <a:pt x="773251" y="101783"/>
                </a:cubicBezTo>
                <a:cubicBezTo>
                  <a:pt x="773251" y="98254"/>
                  <a:pt x="771718" y="95478"/>
                  <a:pt x="768652" y="93453"/>
                </a:cubicBezTo>
                <a:cubicBezTo>
                  <a:pt x="766512" y="92065"/>
                  <a:pt x="761190" y="90300"/>
                  <a:pt x="752687" y="88160"/>
                </a:cubicBezTo>
                <a:cubicBezTo>
                  <a:pt x="741233" y="85267"/>
                  <a:pt x="733293" y="82765"/>
                  <a:pt x="728868" y="80654"/>
                </a:cubicBezTo>
                <a:cubicBezTo>
                  <a:pt x="724442" y="78543"/>
                  <a:pt x="721087" y="75621"/>
                  <a:pt x="718802" y="71890"/>
                </a:cubicBezTo>
                <a:cubicBezTo>
                  <a:pt x="716517" y="68159"/>
                  <a:pt x="715375" y="64037"/>
                  <a:pt x="715375" y="59525"/>
                </a:cubicBezTo>
                <a:cubicBezTo>
                  <a:pt x="715375" y="55418"/>
                  <a:pt x="716315" y="51615"/>
                  <a:pt x="718195" y="48115"/>
                </a:cubicBezTo>
                <a:cubicBezTo>
                  <a:pt x="720075" y="44615"/>
                  <a:pt x="722635" y="41708"/>
                  <a:pt x="725874" y="39394"/>
                </a:cubicBezTo>
                <a:cubicBezTo>
                  <a:pt x="728304" y="37601"/>
                  <a:pt x="731616" y="36082"/>
                  <a:pt x="735810" y="34839"/>
                </a:cubicBezTo>
                <a:cubicBezTo>
                  <a:pt x="740003" y="33595"/>
                  <a:pt x="744501" y="32973"/>
                  <a:pt x="749302" y="32973"/>
                </a:cubicBezTo>
                <a:cubicBezTo>
                  <a:pt x="756533" y="32973"/>
                  <a:pt x="762882" y="34014"/>
                  <a:pt x="768349" y="36097"/>
                </a:cubicBezTo>
                <a:cubicBezTo>
                  <a:pt x="773815" y="38179"/>
                  <a:pt x="777850" y="41000"/>
                  <a:pt x="780453" y="44557"/>
                </a:cubicBezTo>
                <a:cubicBezTo>
                  <a:pt x="783057" y="48115"/>
                  <a:pt x="784850" y="52873"/>
                  <a:pt x="785833" y="58831"/>
                </a:cubicBezTo>
                <a:lnTo>
                  <a:pt x="770561" y="60914"/>
                </a:lnTo>
                <a:cubicBezTo>
                  <a:pt x="769867" y="56170"/>
                  <a:pt x="767857" y="52468"/>
                  <a:pt x="764531" y="49807"/>
                </a:cubicBezTo>
                <a:cubicBezTo>
                  <a:pt x="761205" y="47146"/>
                  <a:pt x="756504" y="45815"/>
                  <a:pt x="750430" y="45815"/>
                </a:cubicBezTo>
                <a:cubicBezTo>
                  <a:pt x="743257" y="45815"/>
                  <a:pt x="738138" y="47001"/>
                  <a:pt x="735072" y="49373"/>
                </a:cubicBezTo>
                <a:cubicBezTo>
                  <a:pt x="732006" y="51745"/>
                  <a:pt x="730473" y="54521"/>
                  <a:pt x="730473" y="57703"/>
                </a:cubicBezTo>
                <a:cubicBezTo>
                  <a:pt x="730473" y="59728"/>
                  <a:pt x="731109" y="61550"/>
                  <a:pt x="732382" y="63170"/>
                </a:cubicBezTo>
                <a:cubicBezTo>
                  <a:pt x="733655" y="64847"/>
                  <a:pt x="735650" y="66236"/>
                  <a:pt x="738369" y="67335"/>
                </a:cubicBezTo>
                <a:cubicBezTo>
                  <a:pt x="739931" y="67913"/>
                  <a:pt x="744530" y="69244"/>
                  <a:pt x="752166" y="71326"/>
                </a:cubicBezTo>
                <a:cubicBezTo>
                  <a:pt x="763215" y="74276"/>
                  <a:pt x="770923" y="76691"/>
                  <a:pt x="775291" y="78572"/>
                </a:cubicBezTo>
                <a:cubicBezTo>
                  <a:pt x="779658" y="80452"/>
                  <a:pt x="783085" y="83185"/>
                  <a:pt x="785573" y="86771"/>
                </a:cubicBezTo>
                <a:cubicBezTo>
                  <a:pt x="788060" y="90358"/>
                  <a:pt x="789304" y="94812"/>
                  <a:pt x="789304" y="100134"/>
                </a:cubicBezTo>
                <a:cubicBezTo>
                  <a:pt x="789304" y="105341"/>
                  <a:pt x="787786" y="110243"/>
                  <a:pt x="784749" y="114842"/>
                </a:cubicBezTo>
                <a:cubicBezTo>
                  <a:pt x="781712" y="119441"/>
                  <a:pt x="777330" y="122999"/>
                  <a:pt x="771603" y="125515"/>
                </a:cubicBezTo>
                <a:cubicBezTo>
                  <a:pt x="765876" y="128031"/>
                  <a:pt x="759397" y="129289"/>
                  <a:pt x="752166" y="129289"/>
                </a:cubicBezTo>
                <a:cubicBezTo>
                  <a:pt x="740191" y="129289"/>
                  <a:pt x="731066" y="126802"/>
                  <a:pt x="724790" y="121827"/>
                </a:cubicBezTo>
                <a:cubicBezTo>
                  <a:pt x="718513" y="116852"/>
                  <a:pt x="714507" y="109477"/>
                  <a:pt x="712772" y="99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8c84f8c414b38"/>
          <a:stretch xmlns:a="http://schemas.openxmlformats.org/drawingml/2006/main"/>
        </p:blipFill>
        <p:spPr>
          <a:xfrm xmlns:a="http://schemas.openxmlformats.org/drawingml/2006/main">
            <a:off x="2834712" y="1786509"/>
            <a:ext cx="680469" cy="710832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bed877e9c4bb1"/>
          <a:stretch xmlns:a="http://schemas.openxmlformats.org/drawingml/2006/main"/>
        </p:blipFill>
        <p:spPr>
          <a:xfrm xmlns:a="http://schemas.openxmlformats.org/drawingml/2006/main">
            <a:off x="6724169" y="3227918"/>
            <a:ext cx="671341" cy="671341"/>
          </a:xfrm>
          <a:prstGeom xmlns:a="http://schemas.openxmlformats.org/drawingml/2006/main" prst="rect">
            <a:avLst/>
          </a:prstGeom>
        </p:spPr>
      </p:pic>
      <p:sp>
        <p:nvSpPr>
          <p:cNvPr id="77" name="Text Defined">
            <a:extLst xmlns:a="http://schemas.openxmlformats.org/drawingml/2006/main">
              <a:ext uri="{FF2B5EF4-FFF2-40B4-BE49-F238E27FC236}">
                <a16:creationId xmlns:a16="http://schemas.microsoft.com/office/drawing/2014/main" id="{B252B829-9576-4336-B79E-9766F45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199" y="4156177"/>
            <a:ext cx="585536" cy="131459"/>
          </a:xfrm>
          <a:custGeom xmlns:a="http://schemas.openxmlformats.org/drawingml/2006/main">
            <a:pathLst>
              <a:path w="585536" h="131459">
                <a:moveTo>
                  <a:pt x="0" y="129376"/>
                </a:moveTo>
                <a:lnTo>
                  <a:pt x="0" y="2169"/>
                </a:lnTo>
                <a:lnTo>
                  <a:pt x="43820" y="2169"/>
                </a:lnTo>
                <a:cubicBezTo>
                  <a:pt x="53712" y="2169"/>
                  <a:pt x="61261" y="2777"/>
                  <a:pt x="66467" y="3991"/>
                </a:cubicBezTo>
                <a:cubicBezTo>
                  <a:pt x="73756" y="5669"/>
                  <a:pt x="79974" y="8706"/>
                  <a:pt x="85123" y="13102"/>
                </a:cubicBezTo>
                <a:cubicBezTo>
                  <a:pt x="91833" y="18772"/>
                  <a:pt x="96851" y="26017"/>
                  <a:pt x="100178" y="34839"/>
                </a:cubicBezTo>
                <a:cubicBezTo>
                  <a:pt x="103504" y="43661"/>
                  <a:pt x="105167" y="53740"/>
                  <a:pt x="105167" y="65079"/>
                </a:cubicBezTo>
                <a:cubicBezTo>
                  <a:pt x="105167" y="74739"/>
                  <a:pt x="104039" y="83301"/>
                  <a:pt x="101783" y="90763"/>
                </a:cubicBezTo>
                <a:cubicBezTo>
                  <a:pt x="99527" y="98225"/>
                  <a:pt x="96634" y="104401"/>
                  <a:pt x="93106" y="109289"/>
                </a:cubicBezTo>
                <a:cubicBezTo>
                  <a:pt x="89577" y="114177"/>
                  <a:pt x="85716" y="118024"/>
                  <a:pt x="81522" y="120829"/>
                </a:cubicBezTo>
                <a:cubicBezTo>
                  <a:pt x="77328" y="123635"/>
                  <a:pt x="72266" y="125761"/>
                  <a:pt x="66337" y="127207"/>
                </a:cubicBezTo>
                <a:cubicBezTo>
                  <a:pt x="60407" y="128653"/>
                  <a:pt x="53596" y="129376"/>
                  <a:pt x="45902" y="129376"/>
                </a:cubicBezTo>
                <a:lnTo>
                  <a:pt x="0" y="129376"/>
                </a:lnTo>
                <a:moveTo>
                  <a:pt x="16834" y="114365"/>
                </a:moveTo>
                <a:lnTo>
                  <a:pt x="43993" y="114365"/>
                </a:lnTo>
                <a:cubicBezTo>
                  <a:pt x="52381" y="114365"/>
                  <a:pt x="58961" y="113584"/>
                  <a:pt x="63734" y="112022"/>
                </a:cubicBezTo>
                <a:cubicBezTo>
                  <a:pt x="68506" y="110460"/>
                  <a:pt x="72310" y="108262"/>
                  <a:pt x="75144" y="105427"/>
                </a:cubicBezTo>
                <a:cubicBezTo>
                  <a:pt x="79136" y="101436"/>
                  <a:pt x="82245" y="96070"/>
                  <a:pt x="84472" y="89331"/>
                </a:cubicBezTo>
                <a:cubicBezTo>
                  <a:pt x="86699" y="82592"/>
                  <a:pt x="87813" y="74421"/>
                  <a:pt x="87813" y="64818"/>
                </a:cubicBezTo>
                <a:cubicBezTo>
                  <a:pt x="87813" y="51513"/>
                  <a:pt x="85629" y="41289"/>
                  <a:pt x="81261" y="34145"/>
                </a:cubicBezTo>
                <a:cubicBezTo>
                  <a:pt x="76894" y="27000"/>
                  <a:pt x="71586" y="22213"/>
                  <a:pt x="65339" y="19784"/>
                </a:cubicBezTo>
                <a:cubicBezTo>
                  <a:pt x="60827" y="18048"/>
                  <a:pt x="53567" y="17181"/>
                  <a:pt x="43559" y="17181"/>
                </a:cubicBezTo>
                <a:lnTo>
                  <a:pt x="16834" y="17181"/>
                </a:lnTo>
                <a:lnTo>
                  <a:pt x="16834" y="114365"/>
                </a:lnTo>
                <a:close/>
                <a:moveTo>
                  <a:pt x="189428" y="99700"/>
                </a:moveTo>
                <a:lnTo>
                  <a:pt x="205567" y="101696"/>
                </a:lnTo>
                <a:cubicBezTo>
                  <a:pt x="203022" y="111125"/>
                  <a:pt x="198307" y="118443"/>
                  <a:pt x="191423" y="123649"/>
                </a:cubicBezTo>
                <a:cubicBezTo>
                  <a:pt x="184540" y="128856"/>
                  <a:pt x="175747" y="131459"/>
                  <a:pt x="165045" y="131459"/>
                </a:cubicBezTo>
                <a:cubicBezTo>
                  <a:pt x="151566" y="131459"/>
                  <a:pt x="140879" y="127308"/>
                  <a:pt x="132983" y="119007"/>
                </a:cubicBezTo>
                <a:cubicBezTo>
                  <a:pt x="125087" y="110706"/>
                  <a:pt x="121139" y="99064"/>
                  <a:pt x="121139" y="84082"/>
                </a:cubicBezTo>
                <a:cubicBezTo>
                  <a:pt x="121139" y="68578"/>
                  <a:pt x="125130" y="56546"/>
                  <a:pt x="133113" y="47985"/>
                </a:cubicBezTo>
                <a:cubicBezTo>
                  <a:pt x="141096" y="39423"/>
                  <a:pt x="151451" y="35142"/>
                  <a:pt x="164177" y="35142"/>
                </a:cubicBezTo>
                <a:cubicBezTo>
                  <a:pt x="176499" y="35142"/>
                  <a:pt x="186564" y="39336"/>
                  <a:pt x="194374" y="47724"/>
                </a:cubicBezTo>
                <a:cubicBezTo>
                  <a:pt x="202183" y="56112"/>
                  <a:pt x="206088" y="67913"/>
                  <a:pt x="206088" y="83127"/>
                </a:cubicBezTo>
                <a:cubicBezTo>
                  <a:pt x="206088" y="84053"/>
                  <a:pt x="206059" y="85441"/>
                  <a:pt x="206001" y="87292"/>
                </a:cubicBezTo>
                <a:lnTo>
                  <a:pt x="137278" y="87292"/>
                </a:lnTo>
                <a:cubicBezTo>
                  <a:pt x="137857" y="97415"/>
                  <a:pt x="140720" y="105167"/>
                  <a:pt x="145868" y="110547"/>
                </a:cubicBezTo>
                <a:cubicBezTo>
                  <a:pt x="151017" y="115927"/>
                  <a:pt x="157438" y="118617"/>
                  <a:pt x="165132" y="118617"/>
                </a:cubicBezTo>
                <a:cubicBezTo>
                  <a:pt x="170859" y="118617"/>
                  <a:pt x="175747" y="117113"/>
                  <a:pt x="179796" y="114104"/>
                </a:cubicBezTo>
                <a:cubicBezTo>
                  <a:pt x="183845" y="111096"/>
                  <a:pt x="187056" y="106295"/>
                  <a:pt x="189428" y="99700"/>
                </a:cubicBezTo>
                <a:moveTo>
                  <a:pt x="138146" y="74450"/>
                </a:moveTo>
                <a:lnTo>
                  <a:pt x="189601" y="74450"/>
                </a:lnTo>
                <a:cubicBezTo>
                  <a:pt x="188907" y="66698"/>
                  <a:pt x="186940" y="60885"/>
                  <a:pt x="183701" y="57009"/>
                </a:cubicBezTo>
                <a:cubicBezTo>
                  <a:pt x="178726" y="50993"/>
                  <a:pt x="172276" y="47985"/>
                  <a:pt x="164351" y="47985"/>
                </a:cubicBezTo>
                <a:cubicBezTo>
                  <a:pt x="157178" y="47985"/>
                  <a:pt x="151147" y="50385"/>
                  <a:pt x="146259" y="55187"/>
                </a:cubicBezTo>
                <a:cubicBezTo>
                  <a:pt x="141371" y="59988"/>
                  <a:pt x="138666" y="66409"/>
                  <a:pt x="138146" y="74450"/>
                </a:cubicBezTo>
                <a:close/>
                <a:moveTo>
                  <a:pt x="228740" y="129376"/>
                </a:moveTo>
                <a:lnTo>
                  <a:pt x="228740" y="49373"/>
                </a:lnTo>
                <a:lnTo>
                  <a:pt x="214943" y="49373"/>
                </a:lnTo>
                <a:lnTo>
                  <a:pt x="214943" y="37225"/>
                </a:lnTo>
                <a:lnTo>
                  <a:pt x="228740" y="37225"/>
                </a:lnTo>
                <a:lnTo>
                  <a:pt x="228740" y="27420"/>
                </a:lnTo>
                <a:cubicBezTo>
                  <a:pt x="228740" y="21230"/>
                  <a:pt x="229289" y="16631"/>
                  <a:pt x="230388" y="13623"/>
                </a:cubicBezTo>
                <a:cubicBezTo>
                  <a:pt x="231892" y="9574"/>
                  <a:pt x="234539" y="6291"/>
                  <a:pt x="238328" y="3775"/>
                </a:cubicBezTo>
                <a:cubicBezTo>
                  <a:pt x="242117" y="1258"/>
                  <a:pt x="247424" y="0"/>
                  <a:pt x="254250" y="0"/>
                </a:cubicBezTo>
                <a:cubicBezTo>
                  <a:pt x="258647" y="0"/>
                  <a:pt x="263506" y="521"/>
                  <a:pt x="268828" y="1562"/>
                </a:cubicBezTo>
                <a:lnTo>
                  <a:pt x="266485" y="15185"/>
                </a:lnTo>
                <a:cubicBezTo>
                  <a:pt x="263246" y="14607"/>
                  <a:pt x="260180" y="14317"/>
                  <a:pt x="257287" y="14317"/>
                </a:cubicBezTo>
                <a:cubicBezTo>
                  <a:pt x="252544" y="14317"/>
                  <a:pt x="249189" y="15330"/>
                  <a:pt x="247222" y="17354"/>
                </a:cubicBezTo>
                <a:cubicBezTo>
                  <a:pt x="245255" y="19379"/>
                  <a:pt x="244272" y="23168"/>
                  <a:pt x="244272" y="28721"/>
                </a:cubicBezTo>
                <a:lnTo>
                  <a:pt x="244272" y="37225"/>
                </a:lnTo>
                <a:lnTo>
                  <a:pt x="262233" y="37225"/>
                </a:lnTo>
                <a:lnTo>
                  <a:pt x="262233" y="49373"/>
                </a:lnTo>
                <a:lnTo>
                  <a:pt x="244272" y="49373"/>
                </a:lnTo>
                <a:lnTo>
                  <a:pt x="244272" y="129376"/>
                </a:lnTo>
                <a:lnTo>
                  <a:pt x="228740" y="129376"/>
                </a:lnTo>
                <a:close/>
                <a:moveTo>
                  <a:pt x="274533" y="20131"/>
                </a:moveTo>
                <a:lnTo>
                  <a:pt x="274533" y="2169"/>
                </a:lnTo>
                <a:lnTo>
                  <a:pt x="290152" y="2169"/>
                </a:lnTo>
                <a:lnTo>
                  <a:pt x="290152" y="20131"/>
                </a:lnTo>
                <a:lnTo>
                  <a:pt x="274533" y="20131"/>
                </a:lnTo>
                <a:moveTo>
                  <a:pt x="274533" y="129376"/>
                </a:moveTo>
                <a:lnTo>
                  <a:pt x="274533" y="37225"/>
                </a:lnTo>
                <a:lnTo>
                  <a:pt x="290152" y="37225"/>
                </a:lnTo>
                <a:lnTo>
                  <a:pt x="290152" y="129376"/>
                </a:lnTo>
                <a:lnTo>
                  <a:pt x="274533" y="129376"/>
                </a:lnTo>
                <a:close/>
                <a:moveTo>
                  <a:pt x="313933" y="129376"/>
                </a:moveTo>
                <a:lnTo>
                  <a:pt x="313933" y="37225"/>
                </a:lnTo>
                <a:lnTo>
                  <a:pt x="327990" y="37225"/>
                </a:lnTo>
                <a:lnTo>
                  <a:pt x="327990" y="50327"/>
                </a:lnTo>
                <a:cubicBezTo>
                  <a:pt x="334758" y="40204"/>
                  <a:pt x="344535" y="35142"/>
                  <a:pt x="357319" y="35142"/>
                </a:cubicBezTo>
                <a:cubicBezTo>
                  <a:pt x="362872" y="35142"/>
                  <a:pt x="367977" y="36140"/>
                  <a:pt x="372634" y="38136"/>
                </a:cubicBezTo>
                <a:cubicBezTo>
                  <a:pt x="377291" y="40132"/>
                  <a:pt x="380776" y="42749"/>
                  <a:pt x="383090" y="45989"/>
                </a:cubicBezTo>
                <a:cubicBezTo>
                  <a:pt x="385404" y="49228"/>
                  <a:pt x="387024" y="53075"/>
                  <a:pt x="387949" y="57529"/>
                </a:cubicBezTo>
                <a:cubicBezTo>
                  <a:pt x="388528" y="60422"/>
                  <a:pt x="388817" y="65484"/>
                  <a:pt x="388817" y="72714"/>
                </a:cubicBezTo>
                <a:lnTo>
                  <a:pt x="388817" y="129376"/>
                </a:lnTo>
                <a:lnTo>
                  <a:pt x="373198" y="129376"/>
                </a:lnTo>
                <a:lnTo>
                  <a:pt x="373198" y="73322"/>
                </a:lnTo>
                <a:cubicBezTo>
                  <a:pt x="373198" y="66959"/>
                  <a:pt x="372591" y="62201"/>
                  <a:pt x="371376" y="59048"/>
                </a:cubicBezTo>
                <a:cubicBezTo>
                  <a:pt x="370161" y="55895"/>
                  <a:pt x="368006" y="53379"/>
                  <a:pt x="364911" y="51499"/>
                </a:cubicBezTo>
                <a:cubicBezTo>
                  <a:pt x="361817" y="49619"/>
                  <a:pt x="358187" y="48679"/>
                  <a:pt x="354022" y="48679"/>
                </a:cubicBezTo>
                <a:cubicBezTo>
                  <a:pt x="347369" y="48679"/>
                  <a:pt x="341628" y="50790"/>
                  <a:pt x="336797" y="55013"/>
                </a:cubicBezTo>
                <a:cubicBezTo>
                  <a:pt x="331967" y="59236"/>
                  <a:pt x="329552" y="67248"/>
                  <a:pt x="329552" y="79049"/>
                </a:cubicBezTo>
                <a:lnTo>
                  <a:pt x="329552" y="129376"/>
                </a:lnTo>
                <a:lnTo>
                  <a:pt x="313933" y="129376"/>
                </a:lnTo>
                <a:close/>
                <a:moveTo>
                  <a:pt x="475679" y="99700"/>
                </a:moveTo>
                <a:lnTo>
                  <a:pt x="491819" y="101696"/>
                </a:lnTo>
                <a:cubicBezTo>
                  <a:pt x="489274" y="111125"/>
                  <a:pt x="484559" y="118443"/>
                  <a:pt x="477675" y="123649"/>
                </a:cubicBezTo>
                <a:cubicBezTo>
                  <a:pt x="470791" y="128856"/>
                  <a:pt x="461999" y="131459"/>
                  <a:pt x="451297" y="131459"/>
                </a:cubicBezTo>
                <a:cubicBezTo>
                  <a:pt x="437818" y="131459"/>
                  <a:pt x="427131" y="127308"/>
                  <a:pt x="419235" y="119007"/>
                </a:cubicBezTo>
                <a:cubicBezTo>
                  <a:pt x="411338" y="110706"/>
                  <a:pt x="407390" y="99064"/>
                  <a:pt x="407390" y="84082"/>
                </a:cubicBezTo>
                <a:cubicBezTo>
                  <a:pt x="407390" y="68578"/>
                  <a:pt x="411382" y="56546"/>
                  <a:pt x="419365" y="47985"/>
                </a:cubicBezTo>
                <a:cubicBezTo>
                  <a:pt x="427348" y="39423"/>
                  <a:pt x="437703" y="35142"/>
                  <a:pt x="450429" y="35142"/>
                </a:cubicBezTo>
                <a:cubicBezTo>
                  <a:pt x="462751" y="35142"/>
                  <a:pt x="472816" y="39336"/>
                  <a:pt x="480625" y="47724"/>
                </a:cubicBezTo>
                <a:cubicBezTo>
                  <a:pt x="488435" y="56112"/>
                  <a:pt x="492340" y="67913"/>
                  <a:pt x="492340" y="83127"/>
                </a:cubicBezTo>
                <a:cubicBezTo>
                  <a:pt x="492340" y="84053"/>
                  <a:pt x="492311" y="85441"/>
                  <a:pt x="492253" y="87292"/>
                </a:cubicBezTo>
                <a:lnTo>
                  <a:pt x="423530" y="87292"/>
                </a:lnTo>
                <a:cubicBezTo>
                  <a:pt x="424108" y="97415"/>
                  <a:pt x="426972" y="105167"/>
                  <a:pt x="432120" y="110547"/>
                </a:cubicBezTo>
                <a:cubicBezTo>
                  <a:pt x="437269" y="115927"/>
                  <a:pt x="443690" y="118617"/>
                  <a:pt x="451383" y="118617"/>
                </a:cubicBezTo>
                <a:cubicBezTo>
                  <a:pt x="457110" y="118617"/>
                  <a:pt x="461999" y="117113"/>
                  <a:pt x="466048" y="114104"/>
                </a:cubicBezTo>
                <a:cubicBezTo>
                  <a:pt x="470097" y="111096"/>
                  <a:pt x="473308" y="106295"/>
                  <a:pt x="475679" y="99700"/>
                </a:cubicBezTo>
                <a:moveTo>
                  <a:pt x="424398" y="74450"/>
                </a:moveTo>
                <a:lnTo>
                  <a:pt x="475853" y="74450"/>
                </a:lnTo>
                <a:cubicBezTo>
                  <a:pt x="475159" y="66698"/>
                  <a:pt x="473192" y="60885"/>
                  <a:pt x="469953" y="57009"/>
                </a:cubicBezTo>
                <a:cubicBezTo>
                  <a:pt x="464978" y="50993"/>
                  <a:pt x="458528" y="47985"/>
                  <a:pt x="450603" y="47985"/>
                </a:cubicBezTo>
                <a:cubicBezTo>
                  <a:pt x="443429" y="47985"/>
                  <a:pt x="437399" y="50385"/>
                  <a:pt x="432511" y="55187"/>
                </a:cubicBezTo>
                <a:cubicBezTo>
                  <a:pt x="427623" y="59988"/>
                  <a:pt x="424918" y="66409"/>
                  <a:pt x="424398" y="74450"/>
                </a:cubicBezTo>
                <a:close/>
                <a:moveTo>
                  <a:pt x="571046" y="129376"/>
                </a:moveTo>
                <a:lnTo>
                  <a:pt x="571046" y="117749"/>
                </a:lnTo>
                <a:cubicBezTo>
                  <a:pt x="565203" y="126889"/>
                  <a:pt x="556613" y="131459"/>
                  <a:pt x="545275" y="131459"/>
                </a:cubicBezTo>
                <a:cubicBezTo>
                  <a:pt x="537928" y="131459"/>
                  <a:pt x="531174" y="129434"/>
                  <a:pt x="525013" y="125385"/>
                </a:cubicBezTo>
                <a:cubicBezTo>
                  <a:pt x="518853" y="121335"/>
                  <a:pt x="514080" y="115681"/>
                  <a:pt x="510696" y="108421"/>
                </a:cubicBezTo>
                <a:cubicBezTo>
                  <a:pt x="507312" y="101161"/>
                  <a:pt x="505620" y="92817"/>
                  <a:pt x="505620" y="83387"/>
                </a:cubicBezTo>
                <a:cubicBezTo>
                  <a:pt x="505620" y="74190"/>
                  <a:pt x="507153" y="65845"/>
                  <a:pt x="510219" y="58354"/>
                </a:cubicBezTo>
                <a:cubicBezTo>
                  <a:pt x="513285" y="50863"/>
                  <a:pt x="517884" y="45121"/>
                  <a:pt x="524016" y="41130"/>
                </a:cubicBezTo>
                <a:cubicBezTo>
                  <a:pt x="530147" y="37138"/>
                  <a:pt x="537002" y="35142"/>
                  <a:pt x="544580" y="35142"/>
                </a:cubicBezTo>
                <a:cubicBezTo>
                  <a:pt x="550134" y="35142"/>
                  <a:pt x="555080" y="36314"/>
                  <a:pt x="559418" y="38657"/>
                </a:cubicBezTo>
                <a:cubicBezTo>
                  <a:pt x="563757" y="41000"/>
                  <a:pt x="567286" y="44051"/>
                  <a:pt x="570004" y="47811"/>
                </a:cubicBezTo>
                <a:lnTo>
                  <a:pt x="570004" y="2169"/>
                </a:lnTo>
                <a:lnTo>
                  <a:pt x="585536" y="2169"/>
                </a:lnTo>
                <a:lnTo>
                  <a:pt x="585536" y="129376"/>
                </a:lnTo>
                <a:lnTo>
                  <a:pt x="571046" y="129376"/>
                </a:lnTo>
                <a:moveTo>
                  <a:pt x="521673" y="83387"/>
                </a:moveTo>
                <a:cubicBezTo>
                  <a:pt x="521673" y="95188"/>
                  <a:pt x="524160" y="104010"/>
                  <a:pt x="529135" y="109853"/>
                </a:cubicBezTo>
                <a:cubicBezTo>
                  <a:pt x="534110" y="115695"/>
                  <a:pt x="539981" y="118617"/>
                  <a:pt x="546750" y="118617"/>
                </a:cubicBezTo>
                <a:cubicBezTo>
                  <a:pt x="553576" y="118617"/>
                  <a:pt x="559375" y="115825"/>
                  <a:pt x="564147" y="110243"/>
                </a:cubicBezTo>
                <a:cubicBezTo>
                  <a:pt x="568920" y="104661"/>
                  <a:pt x="571306" y="96143"/>
                  <a:pt x="571306" y="84689"/>
                </a:cubicBezTo>
                <a:cubicBezTo>
                  <a:pt x="571306" y="72078"/>
                  <a:pt x="568876" y="62823"/>
                  <a:pt x="564017" y="56922"/>
                </a:cubicBezTo>
                <a:cubicBezTo>
                  <a:pt x="559158" y="51022"/>
                  <a:pt x="553171" y="48071"/>
                  <a:pt x="546055" y="48071"/>
                </a:cubicBezTo>
                <a:cubicBezTo>
                  <a:pt x="539114" y="48071"/>
                  <a:pt x="533315" y="50906"/>
                  <a:pt x="528658" y="56575"/>
                </a:cubicBezTo>
                <a:cubicBezTo>
                  <a:pt x="524001" y="62244"/>
                  <a:pt x="521673" y="71182"/>
                  <a:pt x="521673" y="833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Values">
            <a:extLst xmlns:a="http://schemas.openxmlformats.org/drawingml/2006/main">
              <a:ext uri="{FF2B5EF4-FFF2-40B4-BE49-F238E27FC236}">
                <a16:creationId xmlns:a16="http://schemas.microsoft.com/office/drawing/2014/main" id="{DA011F11-0CBE-45D7-BE96-0B208A0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761" y="4365673"/>
            <a:ext cx="525754" cy="129289"/>
          </a:xfrm>
          <a:custGeom xmlns:a="http://schemas.openxmlformats.org/drawingml/2006/main">
            <a:pathLst>
              <a:path w="525754" h="129289">
                <a:moveTo>
                  <a:pt x="49286" y="127207"/>
                </a:moveTo>
                <a:lnTo>
                  <a:pt x="0" y="0"/>
                </a:lnTo>
                <a:lnTo>
                  <a:pt x="18222" y="0"/>
                </a:lnTo>
                <a:lnTo>
                  <a:pt x="51282" y="92412"/>
                </a:lnTo>
                <a:cubicBezTo>
                  <a:pt x="53943" y="99816"/>
                  <a:pt x="56170" y="106758"/>
                  <a:pt x="57963" y="113237"/>
                </a:cubicBezTo>
                <a:cubicBezTo>
                  <a:pt x="59930" y="106295"/>
                  <a:pt x="62215" y="99353"/>
                  <a:pt x="64818" y="92412"/>
                </a:cubicBezTo>
                <a:lnTo>
                  <a:pt x="99180" y="0"/>
                </a:lnTo>
                <a:lnTo>
                  <a:pt x="116361" y="0"/>
                </a:lnTo>
                <a:lnTo>
                  <a:pt x="66554" y="127207"/>
                </a:lnTo>
                <a:lnTo>
                  <a:pt x="49286" y="127207"/>
                </a:lnTo>
                <a:close/>
                <a:moveTo>
                  <a:pt x="179663" y="115840"/>
                </a:moveTo>
                <a:cubicBezTo>
                  <a:pt x="173878" y="120757"/>
                  <a:pt x="168311" y="124228"/>
                  <a:pt x="162960" y="126252"/>
                </a:cubicBezTo>
                <a:cubicBezTo>
                  <a:pt x="157609" y="128277"/>
                  <a:pt x="151867" y="129289"/>
                  <a:pt x="145735" y="129289"/>
                </a:cubicBezTo>
                <a:cubicBezTo>
                  <a:pt x="135612" y="129289"/>
                  <a:pt x="127832" y="126816"/>
                  <a:pt x="122394" y="121870"/>
                </a:cubicBezTo>
                <a:cubicBezTo>
                  <a:pt x="116956" y="116925"/>
                  <a:pt x="114237" y="110605"/>
                  <a:pt x="114237" y="102911"/>
                </a:cubicBezTo>
                <a:cubicBezTo>
                  <a:pt x="114237" y="98399"/>
                  <a:pt x="115264" y="94277"/>
                  <a:pt x="117318" y="90546"/>
                </a:cubicBezTo>
                <a:cubicBezTo>
                  <a:pt x="119371" y="86815"/>
                  <a:pt x="122061" y="83821"/>
                  <a:pt x="125388" y="81565"/>
                </a:cubicBezTo>
                <a:cubicBezTo>
                  <a:pt x="128714" y="79309"/>
                  <a:pt x="132459" y="77603"/>
                  <a:pt x="136624" y="76446"/>
                </a:cubicBezTo>
                <a:cubicBezTo>
                  <a:pt x="139690" y="75636"/>
                  <a:pt x="144318" y="74855"/>
                  <a:pt x="150508" y="74103"/>
                </a:cubicBezTo>
                <a:cubicBezTo>
                  <a:pt x="163119" y="72599"/>
                  <a:pt x="172403" y="70806"/>
                  <a:pt x="178362" y="68723"/>
                </a:cubicBezTo>
                <a:cubicBezTo>
                  <a:pt x="178419" y="66583"/>
                  <a:pt x="178448" y="65223"/>
                  <a:pt x="178448" y="64645"/>
                </a:cubicBezTo>
                <a:cubicBezTo>
                  <a:pt x="178448" y="58281"/>
                  <a:pt x="176973" y="53798"/>
                  <a:pt x="174023" y="51195"/>
                </a:cubicBezTo>
                <a:cubicBezTo>
                  <a:pt x="170031" y="47666"/>
                  <a:pt x="164102" y="45902"/>
                  <a:pt x="156235" y="45902"/>
                </a:cubicBezTo>
                <a:cubicBezTo>
                  <a:pt x="148888" y="45902"/>
                  <a:pt x="143465" y="47189"/>
                  <a:pt x="139965" y="49763"/>
                </a:cubicBezTo>
                <a:cubicBezTo>
                  <a:pt x="136465" y="52338"/>
                  <a:pt x="133877" y="56893"/>
                  <a:pt x="132199" y="63430"/>
                </a:cubicBezTo>
                <a:lnTo>
                  <a:pt x="116927" y="61347"/>
                </a:lnTo>
                <a:cubicBezTo>
                  <a:pt x="118316" y="54811"/>
                  <a:pt x="120601" y="49532"/>
                  <a:pt x="123782" y="45512"/>
                </a:cubicBezTo>
                <a:cubicBezTo>
                  <a:pt x="126964" y="41491"/>
                  <a:pt x="131563" y="38396"/>
                  <a:pt x="137579" y="36227"/>
                </a:cubicBezTo>
                <a:cubicBezTo>
                  <a:pt x="143595" y="34058"/>
                  <a:pt x="150566" y="32973"/>
                  <a:pt x="158491" y="32973"/>
                </a:cubicBezTo>
                <a:cubicBezTo>
                  <a:pt x="166358" y="32973"/>
                  <a:pt x="172750" y="33899"/>
                  <a:pt x="177667" y="35750"/>
                </a:cubicBezTo>
                <a:cubicBezTo>
                  <a:pt x="182584" y="37601"/>
                  <a:pt x="186200" y="39929"/>
                  <a:pt x="188514" y="42735"/>
                </a:cubicBezTo>
                <a:cubicBezTo>
                  <a:pt x="190828" y="45541"/>
                  <a:pt x="192447" y="49084"/>
                  <a:pt x="193373" y="53364"/>
                </a:cubicBezTo>
                <a:cubicBezTo>
                  <a:pt x="193894" y="56025"/>
                  <a:pt x="194154" y="60827"/>
                  <a:pt x="194154" y="67768"/>
                </a:cubicBezTo>
                <a:lnTo>
                  <a:pt x="194154" y="88594"/>
                </a:lnTo>
                <a:cubicBezTo>
                  <a:pt x="194154" y="103113"/>
                  <a:pt x="194487" y="112297"/>
                  <a:pt x="195152" y="116144"/>
                </a:cubicBezTo>
                <a:cubicBezTo>
                  <a:pt x="195817" y="119990"/>
                  <a:pt x="197133" y="123678"/>
                  <a:pt x="199100" y="127207"/>
                </a:cubicBezTo>
                <a:lnTo>
                  <a:pt x="182787" y="127207"/>
                </a:lnTo>
                <a:cubicBezTo>
                  <a:pt x="181167" y="123967"/>
                  <a:pt x="180126" y="120178"/>
                  <a:pt x="179663" y="115840"/>
                </a:cubicBezTo>
                <a:moveTo>
                  <a:pt x="178362" y="80958"/>
                </a:moveTo>
                <a:cubicBezTo>
                  <a:pt x="172692" y="83272"/>
                  <a:pt x="164189" y="85238"/>
                  <a:pt x="152851" y="86858"/>
                </a:cubicBezTo>
                <a:cubicBezTo>
                  <a:pt x="146430" y="87784"/>
                  <a:pt x="141889" y="88825"/>
                  <a:pt x="139228" y="89982"/>
                </a:cubicBezTo>
                <a:cubicBezTo>
                  <a:pt x="136567" y="91139"/>
                  <a:pt x="134513" y="92831"/>
                  <a:pt x="133067" y="95058"/>
                </a:cubicBezTo>
                <a:cubicBezTo>
                  <a:pt x="131621" y="97285"/>
                  <a:pt x="130898" y="99758"/>
                  <a:pt x="130898" y="102477"/>
                </a:cubicBezTo>
                <a:cubicBezTo>
                  <a:pt x="130898" y="106642"/>
                  <a:pt x="132474" y="110113"/>
                  <a:pt x="135627" y="112890"/>
                </a:cubicBezTo>
                <a:cubicBezTo>
                  <a:pt x="138779" y="115666"/>
                  <a:pt x="143393" y="117055"/>
                  <a:pt x="149467" y="117055"/>
                </a:cubicBezTo>
                <a:cubicBezTo>
                  <a:pt x="155483" y="117055"/>
                  <a:pt x="160834" y="115739"/>
                  <a:pt x="165519" y="113107"/>
                </a:cubicBezTo>
                <a:cubicBezTo>
                  <a:pt x="170205" y="110475"/>
                  <a:pt x="173647" y="106873"/>
                  <a:pt x="175845" y="102304"/>
                </a:cubicBezTo>
                <a:cubicBezTo>
                  <a:pt x="177523" y="98775"/>
                  <a:pt x="178362" y="93569"/>
                  <a:pt x="178362" y="86685"/>
                </a:cubicBezTo>
                <a:lnTo>
                  <a:pt x="178362" y="80958"/>
                </a:lnTo>
                <a:close/>
                <a:moveTo>
                  <a:pt x="218007" y="127207"/>
                </a:moveTo>
                <a:lnTo>
                  <a:pt x="218007" y="0"/>
                </a:lnTo>
                <a:lnTo>
                  <a:pt x="233625" y="0"/>
                </a:lnTo>
                <a:lnTo>
                  <a:pt x="233625" y="127207"/>
                </a:lnTo>
                <a:lnTo>
                  <a:pt x="218007" y="127207"/>
                </a:lnTo>
                <a:close/>
                <a:moveTo>
                  <a:pt x="318216" y="127207"/>
                </a:moveTo>
                <a:lnTo>
                  <a:pt x="318216" y="113671"/>
                </a:lnTo>
                <a:cubicBezTo>
                  <a:pt x="311043" y="124083"/>
                  <a:pt x="301295" y="129289"/>
                  <a:pt x="288974" y="129289"/>
                </a:cubicBezTo>
                <a:cubicBezTo>
                  <a:pt x="283536" y="129289"/>
                  <a:pt x="278460" y="128248"/>
                  <a:pt x="273745" y="126166"/>
                </a:cubicBezTo>
                <a:cubicBezTo>
                  <a:pt x="269031" y="124083"/>
                  <a:pt x="265531" y="121466"/>
                  <a:pt x="263246" y="118313"/>
                </a:cubicBezTo>
                <a:cubicBezTo>
                  <a:pt x="260961" y="115160"/>
                  <a:pt x="259356" y="111299"/>
                  <a:pt x="258430" y="106729"/>
                </a:cubicBezTo>
                <a:cubicBezTo>
                  <a:pt x="257794" y="103663"/>
                  <a:pt x="257476" y="98804"/>
                  <a:pt x="257476" y="92151"/>
                </a:cubicBezTo>
                <a:lnTo>
                  <a:pt x="257476" y="35056"/>
                </a:lnTo>
                <a:lnTo>
                  <a:pt x="273095" y="35056"/>
                </a:lnTo>
                <a:lnTo>
                  <a:pt x="273095" y="86164"/>
                </a:lnTo>
                <a:cubicBezTo>
                  <a:pt x="273095" y="94321"/>
                  <a:pt x="273413" y="99816"/>
                  <a:pt x="274049" y="102651"/>
                </a:cubicBezTo>
                <a:cubicBezTo>
                  <a:pt x="275033" y="106758"/>
                  <a:pt x="277115" y="109983"/>
                  <a:pt x="280297" y="112326"/>
                </a:cubicBezTo>
                <a:cubicBezTo>
                  <a:pt x="283478" y="114668"/>
                  <a:pt x="287412" y="115840"/>
                  <a:pt x="292098" y="115840"/>
                </a:cubicBezTo>
                <a:cubicBezTo>
                  <a:pt x="296783" y="115840"/>
                  <a:pt x="301180" y="114640"/>
                  <a:pt x="305287" y="112239"/>
                </a:cubicBezTo>
                <a:cubicBezTo>
                  <a:pt x="309394" y="109838"/>
                  <a:pt x="312301" y="106570"/>
                  <a:pt x="314007" y="102434"/>
                </a:cubicBezTo>
                <a:cubicBezTo>
                  <a:pt x="315714" y="98298"/>
                  <a:pt x="316567" y="92296"/>
                  <a:pt x="316567" y="84429"/>
                </a:cubicBezTo>
                <a:lnTo>
                  <a:pt x="316567" y="35056"/>
                </a:lnTo>
                <a:lnTo>
                  <a:pt x="332186" y="35056"/>
                </a:lnTo>
                <a:lnTo>
                  <a:pt x="332186" y="127207"/>
                </a:lnTo>
                <a:lnTo>
                  <a:pt x="318216" y="127207"/>
                </a:lnTo>
                <a:close/>
                <a:moveTo>
                  <a:pt x="419729" y="97531"/>
                </a:moveTo>
                <a:lnTo>
                  <a:pt x="435868" y="99527"/>
                </a:lnTo>
                <a:cubicBezTo>
                  <a:pt x="433323" y="108956"/>
                  <a:pt x="428608" y="116274"/>
                  <a:pt x="421724" y="121480"/>
                </a:cubicBezTo>
                <a:cubicBezTo>
                  <a:pt x="414841" y="126686"/>
                  <a:pt x="406048" y="129289"/>
                  <a:pt x="395346" y="129289"/>
                </a:cubicBezTo>
                <a:cubicBezTo>
                  <a:pt x="381867" y="129289"/>
                  <a:pt x="371180" y="125139"/>
                  <a:pt x="363284" y="116838"/>
                </a:cubicBezTo>
                <a:cubicBezTo>
                  <a:pt x="355388" y="108537"/>
                  <a:pt x="351440" y="96895"/>
                  <a:pt x="351440" y="81912"/>
                </a:cubicBezTo>
                <a:cubicBezTo>
                  <a:pt x="351440" y="66409"/>
                  <a:pt x="355431" y="54377"/>
                  <a:pt x="363414" y="45815"/>
                </a:cubicBezTo>
                <a:cubicBezTo>
                  <a:pt x="371397" y="37254"/>
                  <a:pt x="381752" y="32973"/>
                  <a:pt x="394478" y="32973"/>
                </a:cubicBezTo>
                <a:cubicBezTo>
                  <a:pt x="406800" y="32973"/>
                  <a:pt x="416865" y="37167"/>
                  <a:pt x="424675" y="45555"/>
                </a:cubicBezTo>
                <a:cubicBezTo>
                  <a:pt x="432484" y="53943"/>
                  <a:pt x="436389" y="65744"/>
                  <a:pt x="436389" y="80958"/>
                </a:cubicBezTo>
                <a:cubicBezTo>
                  <a:pt x="436389" y="81883"/>
                  <a:pt x="436360" y="83272"/>
                  <a:pt x="436302" y="85123"/>
                </a:cubicBezTo>
                <a:lnTo>
                  <a:pt x="367579" y="85123"/>
                </a:lnTo>
                <a:cubicBezTo>
                  <a:pt x="368158" y="95246"/>
                  <a:pt x="371021" y="102998"/>
                  <a:pt x="376169" y="108378"/>
                </a:cubicBezTo>
                <a:cubicBezTo>
                  <a:pt x="381318" y="113757"/>
                  <a:pt x="387739" y="116447"/>
                  <a:pt x="395433" y="116447"/>
                </a:cubicBezTo>
                <a:cubicBezTo>
                  <a:pt x="401160" y="116447"/>
                  <a:pt x="406048" y="114943"/>
                  <a:pt x="410097" y="111935"/>
                </a:cubicBezTo>
                <a:cubicBezTo>
                  <a:pt x="414146" y="108927"/>
                  <a:pt x="417357" y="104126"/>
                  <a:pt x="419729" y="97531"/>
                </a:cubicBezTo>
                <a:moveTo>
                  <a:pt x="368447" y="72281"/>
                </a:moveTo>
                <a:lnTo>
                  <a:pt x="419902" y="72281"/>
                </a:lnTo>
                <a:cubicBezTo>
                  <a:pt x="419208" y="64529"/>
                  <a:pt x="417241" y="58715"/>
                  <a:pt x="414002" y="54840"/>
                </a:cubicBezTo>
                <a:cubicBezTo>
                  <a:pt x="409027" y="48823"/>
                  <a:pt x="402577" y="45815"/>
                  <a:pt x="394652" y="45815"/>
                </a:cubicBezTo>
                <a:cubicBezTo>
                  <a:pt x="387479" y="45815"/>
                  <a:pt x="381448" y="48216"/>
                  <a:pt x="376560" y="53017"/>
                </a:cubicBezTo>
                <a:cubicBezTo>
                  <a:pt x="371672" y="57819"/>
                  <a:pt x="368967" y="64240"/>
                  <a:pt x="368447" y="72281"/>
                </a:cubicBezTo>
                <a:close/>
                <a:moveTo>
                  <a:pt x="449222" y="99700"/>
                </a:moveTo>
                <a:lnTo>
                  <a:pt x="464667" y="97271"/>
                </a:lnTo>
                <a:cubicBezTo>
                  <a:pt x="465535" y="103460"/>
                  <a:pt x="467950" y="108204"/>
                  <a:pt x="471913" y="111501"/>
                </a:cubicBezTo>
                <a:cubicBezTo>
                  <a:pt x="475875" y="114799"/>
                  <a:pt x="481414" y="116447"/>
                  <a:pt x="488529" y="116447"/>
                </a:cubicBezTo>
                <a:cubicBezTo>
                  <a:pt x="495702" y="116447"/>
                  <a:pt x="501024" y="114987"/>
                  <a:pt x="504495" y="112065"/>
                </a:cubicBezTo>
                <a:cubicBezTo>
                  <a:pt x="507966" y="109144"/>
                  <a:pt x="509701" y="105717"/>
                  <a:pt x="509701" y="101783"/>
                </a:cubicBezTo>
                <a:cubicBezTo>
                  <a:pt x="509701" y="98254"/>
                  <a:pt x="508169" y="95478"/>
                  <a:pt x="505103" y="93453"/>
                </a:cubicBezTo>
                <a:cubicBezTo>
                  <a:pt x="502962" y="92065"/>
                  <a:pt x="497640" y="90300"/>
                  <a:pt x="489137" y="88160"/>
                </a:cubicBezTo>
                <a:cubicBezTo>
                  <a:pt x="477683" y="85267"/>
                  <a:pt x="469743" y="82765"/>
                  <a:pt x="465318" y="80654"/>
                </a:cubicBezTo>
                <a:cubicBezTo>
                  <a:pt x="460893" y="78543"/>
                  <a:pt x="457537" y="75621"/>
                  <a:pt x="455252" y="71890"/>
                </a:cubicBezTo>
                <a:cubicBezTo>
                  <a:pt x="452967" y="68159"/>
                  <a:pt x="451825" y="64037"/>
                  <a:pt x="451825" y="59525"/>
                </a:cubicBezTo>
                <a:cubicBezTo>
                  <a:pt x="451825" y="55418"/>
                  <a:pt x="452765" y="51615"/>
                  <a:pt x="454645" y="48115"/>
                </a:cubicBezTo>
                <a:cubicBezTo>
                  <a:pt x="456525" y="44615"/>
                  <a:pt x="459085" y="41708"/>
                  <a:pt x="462324" y="39394"/>
                </a:cubicBezTo>
                <a:cubicBezTo>
                  <a:pt x="464754" y="37601"/>
                  <a:pt x="468066" y="36082"/>
                  <a:pt x="472260" y="34839"/>
                </a:cubicBezTo>
                <a:cubicBezTo>
                  <a:pt x="476454" y="33595"/>
                  <a:pt x="480951" y="32973"/>
                  <a:pt x="485753" y="32973"/>
                </a:cubicBezTo>
                <a:cubicBezTo>
                  <a:pt x="492984" y="32973"/>
                  <a:pt x="499332" y="34014"/>
                  <a:pt x="504799" y="36097"/>
                </a:cubicBezTo>
                <a:cubicBezTo>
                  <a:pt x="510266" y="38179"/>
                  <a:pt x="514300" y="41000"/>
                  <a:pt x="516904" y="44557"/>
                </a:cubicBezTo>
                <a:cubicBezTo>
                  <a:pt x="519507" y="48115"/>
                  <a:pt x="521300" y="52873"/>
                  <a:pt x="522283" y="58831"/>
                </a:cubicBezTo>
                <a:lnTo>
                  <a:pt x="507012" y="60914"/>
                </a:lnTo>
                <a:cubicBezTo>
                  <a:pt x="506317" y="56170"/>
                  <a:pt x="504307" y="52468"/>
                  <a:pt x="500981" y="49807"/>
                </a:cubicBezTo>
                <a:cubicBezTo>
                  <a:pt x="497655" y="47146"/>
                  <a:pt x="492955" y="45815"/>
                  <a:pt x="486881" y="45815"/>
                </a:cubicBezTo>
                <a:cubicBezTo>
                  <a:pt x="479707" y="45815"/>
                  <a:pt x="474588" y="47001"/>
                  <a:pt x="471522" y="49373"/>
                </a:cubicBezTo>
                <a:cubicBezTo>
                  <a:pt x="468456" y="51745"/>
                  <a:pt x="466923" y="54521"/>
                  <a:pt x="466923" y="57703"/>
                </a:cubicBezTo>
                <a:cubicBezTo>
                  <a:pt x="466923" y="59728"/>
                  <a:pt x="467559" y="61550"/>
                  <a:pt x="468832" y="63170"/>
                </a:cubicBezTo>
                <a:cubicBezTo>
                  <a:pt x="470105" y="64847"/>
                  <a:pt x="472101" y="66236"/>
                  <a:pt x="474819" y="67335"/>
                </a:cubicBezTo>
                <a:cubicBezTo>
                  <a:pt x="476381" y="67913"/>
                  <a:pt x="480980" y="69244"/>
                  <a:pt x="488616" y="71326"/>
                </a:cubicBezTo>
                <a:cubicBezTo>
                  <a:pt x="499665" y="74276"/>
                  <a:pt x="507373" y="76691"/>
                  <a:pt x="511741" y="78572"/>
                </a:cubicBezTo>
                <a:cubicBezTo>
                  <a:pt x="516108" y="80452"/>
                  <a:pt x="519536" y="83185"/>
                  <a:pt x="522023" y="86771"/>
                </a:cubicBezTo>
                <a:cubicBezTo>
                  <a:pt x="524510" y="90358"/>
                  <a:pt x="525754" y="94812"/>
                  <a:pt x="525754" y="100134"/>
                </a:cubicBezTo>
                <a:cubicBezTo>
                  <a:pt x="525754" y="105341"/>
                  <a:pt x="524236" y="110243"/>
                  <a:pt x="521199" y="114842"/>
                </a:cubicBezTo>
                <a:cubicBezTo>
                  <a:pt x="518162" y="119441"/>
                  <a:pt x="513780" y="122999"/>
                  <a:pt x="508053" y="125515"/>
                </a:cubicBezTo>
                <a:cubicBezTo>
                  <a:pt x="502326" y="128031"/>
                  <a:pt x="495847" y="129289"/>
                  <a:pt x="488616" y="129289"/>
                </a:cubicBezTo>
                <a:cubicBezTo>
                  <a:pt x="476642" y="129289"/>
                  <a:pt x="467516" y="126802"/>
                  <a:pt x="461240" y="121827"/>
                </a:cubicBezTo>
                <a:cubicBezTo>
                  <a:pt x="454963" y="116852"/>
                  <a:pt x="450957" y="109477"/>
                  <a:pt x="449222" y="99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93288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2026-09-05T16:17:31.3140000Z</dcterms:created>
  <dcterms:modified xsi:type="dcterms:W3CDTF">2026-09-05T16:17:31.3140000Z</dcterms:modified>
</coreProperties>
</file>