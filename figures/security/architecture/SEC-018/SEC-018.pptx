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26f822f4654ebb" /><Relationship Type="http://schemas.openxmlformats.org/officeDocument/2006/relationships/extended-properties" Target="/docProps/app.xml" Id="R17b402a6b7304456" /><Relationship Type="http://schemas.openxmlformats.org/officeDocument/2006/relationships/officeDocument" Target="/ppt/presentation.xml" Id="Rd6bcd12f8704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2296fe6bef4861"/>
  </p:sldMasterIdLst>
  <p:notesMasterIdLst>
    <p:notesMasterId xmlns:r="http://schemas.openxmlformats.org/officeDocument/2006/relationships" r:id="Rfbeb61ce5a5145e7"/>
  </p:notesMasterIdLst>
  <p:sldIdLst>
    <p:sldId xmlns:r="http://schemas.openxmlformats.org/officeDocument/2006/relationships" id="256" r:id="Rf9e80b5c832241d2"/>
  </p:sldIdLst>
  <p:sldSz cx="14544675" cy="5600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318bf788cd49f3" /><Relationship Type="http://schemas.openxmlformats.org/officeDocument/2006/relationships/slideMaster" Target="/ppt/slideMasters/slideMaster1.xml" Id="Rad2296fe6bef4861" /><Relationship Type="http://schemas.openxmlformats.org/officeDocument/2006/relationships/notesMaster" Target="/ppt/notesMasters/notesMaster1.xml" Id="Rfbeb61ce5a5145e7" /><Relationship Type="http://schemas.openxmlformats.org/officeDocument/2006/relationships/presProps" Target="/ppt/presProps.xml" Id="Rc388b54c1a5d43da" /><Relationship Type="http://schemas.openxmlformats.org/officeDocument/2006/relationships/tableStyles" Target="/ppt/tableStyles.xml" Id="R3dea532c4e864467" /><Relationship Type="http://schemas.openxmlformats.org/officeDocument/2006/relationships/slide" Target="/ppt/slides/slide1.xml" Id="Rf9e80b5c832241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f19cb8fa9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3816c9e2b49f2" /><Relationship Type="http://schemas.openxmlformats.org/officeDocument/2006/relationships/notesMaster" Target="/ppt/notesMasters/notesMaster1.xml" Id="R7530c8fe7f874ed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素材ID：SEC-018</ns1:t>
            </ns1:r>
          </ns1:p>
          <ns1:p>
            <ns1:r>
              <ns1:t>论文：Fuzzilicon: A Post-Silicon Microcode-Guided x86 CPU Fuzzer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2，PDF第6页</ns1:t>
            </ns1:r>
          </ns1:p>
          <ns1:p>
            <ns1:r>
              <ns1:t>类型：系统架构</ns1:t>
            </ns1:r>
          </ns1:p>
          <ns1:p>
            <ns1:r>
              <ns1:t>借鉴点：左右两层边界划分生成和执行，丰富设备图标、双VM差分、覆盖率和看门狗反馈展示完整系统。</ns1:t>
            </ns1:r>
          </ns1:p>
          <ns1:p>
            <ns1:r>
              <ns1:t>论文URL：https://www.ndss-symposium.org/wp-content/uploads/2026-s1486-paper.pdf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07ba4a78c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8e0bfe1004f91" /><Relationship Type="http://schemas.openxmlformats.org/officeDocument/2006/relationships/slideLayout" Target="/ppt/slideLayouts/slideLayout1.xml" Id="R45a23df9c61f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a23df9c61f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dd4e03d664fa2" /><Relationship Type="http://schemas.openxmlformats.org/officeDocument/2006/relationships/image" Target="/ppt/media/image.png" Id="R10bb9aff161b4f11" /><Relationship Type="http://schemas.openxmlformats.org/officeDocument/2006/relationships/image" Target="/ppt/media/image2.png" Id="R342dc8eecd6c4e1e" /><Relationship Type="http://schemas.openxmlformats.org/officeDocument/2006/relationships/image" Target="/ppt/media/image3.png" Id="Rd9d20b992f4a4eb9" /><Relationship Type="http://schemas.openxmlformats.org/officeDocument/2006/relationships/image" Target="/ppt/media/image4.png" Id="R4fbee9918447475a" /><Relationship Type="http://schemas.openxmlformats.org/officeDocument/2006/relationships/image" Target="/ppt/media/image5.png" Id="Rcadb51789ded4be5" /><Relationship Type="http://schemas.openxmlformats.org/officeDocument/2006/relationships/image" Target="/ppt/media/image6.png" Id="Rd9ff0d7ea2454342" /><Relationship Type="http://schemas.openxmlformats.org/officeDocument/2006/relationships/image" Target="/ppt/media/image7.png" Id="R74b0d16665824f91" /><Relationship Type="http://schemas.openxmlformats.org/officeDocument/2006/relationships/image" Target="/ppt/media/image8.png" Id="R5169311760ea4f7b" /><Relationship Type="http://schemas.openxmlformats.org/officeDocument/2006/relationships/image" Target="/ppt/media/image9.png" Id="R4509e035f7ba4085" /><Relationship Type="http://schemas.openxmlformats.org/officeDocument/2006/relationships/image" Target="/ppt/media/image10.png" Id="R25fb321b9d964146" /><Relationship Type="http://schemas.openxmlformats.org/officeDocument/2006/relationships/image" Target="/ppt/media/image11.png" Id="R26bf086bf9074fa7" /><Relationship Type="http://schemas.openxmlformats.org/officeDocument/2006/relationships/image" Target="/ppt/media/image12.png" Id="R2439ba0a7b234b37" /><Relationship Type="http://schemas.openxmlformats.org/officeDocument/2006/relationships/image" Target="/ppt/media/image13.png" Id="R24b0dddd4a7c4eb2" /><Relationship Type="http://schemas.openxmlformats.org/officeDocument/2006/relationships/image" Target="/ppt/media/image14.png" Id="R26922bb2986d45a9" /><Relationship Type="http://schemas.openxmlformats.org/officeDocument/2006/relationships/image" Target="/ppt/media/image15.png" Id="Rd54f7a71d02f4ca1" /><Relationship Type="http://schemas.openxmlformats.org/officeDocument/2006/relationships/image" Target="/ppt/media/image16.png" Id="Rea844932cd914f04" /><Relationship Type="http://schemas.openxmlformats.org/officeDocument/2006/relationships/image" Target="/ppt/media/image17.png" Id="R296229849266474c" /><Relationship Type="http://schemas.openxmlformats.org/officeDocument/2006/relationships/image" Target="/ppt/media/image18.png" Id="R7886d53fd2b8444b" /><Relationship Type="http://schemas.openxmlformats.org/officeDocument/2006/relationships/image" Target="/ppt/media/image19.png" Id="Rc0c4cdda1e8a4a38" /><Relationship Type="http://schemas.openxmlformats.org/officeDocument/2006/relationships/image" Target="/ppt/media/image20.png" Id="R7013e6d525cc4f26" /><Relationship Type="http://schemas.openxmlformats.org/officeDocument/2006/relationships/notesSlide" Target="/ppt/notesSlides/notesSlide1.xml" Id="R10efd085a79f42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A24CC-0704-4792-AE74-CD9FF336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06"/>
            <a:ext cx="14544675" cy="5556694"/>
          </a:xfrm>
          <a:custGeom xmlns:a="http://schemas.openxmlformats.org/drawingml/2006/main">
            <a:pathLst>
              <a:path w="14544675" h="5556694">
                <a:moveTo>
                  <a:pt x="0" y="0"/>
                </a:moveTo>
                <a:lnTo>
                  <a:pt x="0" y="5556694"/>
                </a:lnTo>
                <a:lnTo>
                  <a:pt x="14544675" y="5556694"/>
                </a:lnTo>
                <a:lnTo>
                  <a:pt x="145446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F41C8-2FF5-4E8E-9C05-D5B0FDE0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131" y="64474"/>
            <a:ext cx="5599964" cy="5387099"/>
          </a:xfrm>
          <a:custGeom xmlns:a="http://schemas.openxmlformats.org/drawingml/2006/main">
            <a:pathLst>
              <a:path w="5599964" h="5387099">
                <a:moveTo>
                  <a:pt x="164048" y="0"/>
                </a:moveTo>
                <a:lnTo>
                  <a:pt x="5435916" y="0"/>
                </a:lnTo>
                <a:cubicBezTo>
                  <a:pt x="5526518" y="0"/>
                  <a:pt x="5599964" y="73467"/>
                  <a:pt x="5599964" y="164091"/>
                </a:cubicBezTo>
                <a:lnTo>
                  <a:pt x="5599964" y="5223009"/>
                </a:lnTo>
                <a:cubicBezTo>
                  <a:pt x="5599964" y="5313634"/>
                  <a:pt x="5526518" y="5387099"/>
                  <a:pt x="5435916" y="5387099"/>
                </a:cubicBezTo>
                <a:lnTo>
                  <a:pt x="1038624" y="5387099"/>
                </a:lnTo>
                <a:lnTo>
                  <a:pt x="1052476" y="5381361"/>
                </a:lnTo>
                <a:cubicBezTo>
                  <a:pt x="1056822" y="5377012"/>
                  <a:pt x="1059512" y="5371006"/>
                  <a:pt x="1059512" y="5364372"/>
                </a:cubicBezTo>
                <a:lnTo>
                  <a:pt x="1059512" y="4623683"/>
                </a:lnTo>
                <a:cubicBezTo>
                  <a:pt x="1059512" y="4610415"/>
                  <a:pt x="1048758" y="4599658"/>
                  <a:pt x="1035493" y="4599658"/>
                </a:cubicBezTo>
                <a:lnTo>
                  <a:pt x="0" y="4599658"/>
                </a:lnTo>
                <a:lnTo>
                  <a:pt x="0" y="164091"/>
                </a:lnTo>
                <a:cubicBezTo>
                  <a:pt x="0" y="73467"/>
                  <a:pt x="73446" y="0"/>
                  <a:pt x="164048" y="0"/>
                </a:cubicBezTo>
                <a:close/>
              </a:path>
            </a:pathLst>
          </a:custGeom>
          <a:solidFill xmlns:a="http://schemas.openxmlformats.org/drawingml/2006/main">
            <a:srgbClr val="646E81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B86AB-7FDB-4543-B091-97DA2238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0131" y="64474"/>
            <a:ext cx="5599964" cy="5387098"/>
          </a:xfrm>
          <a:custGeom xmlns:a="http://schemas.openxmlformats.org/drawingml/2006/main">
            <a:pathLst>
              <a:path w="5599964" h="5387098" fill="none">
                <a:moveTo>
                  <a:pt x="164047" y="0"/>
                </a:moveTo>
                <a:lnTo>
                  <a:pt x="5435916" y="0"/>
                </a:lnTo>
                <a:cubicBezTo>
                  <a:pt x="5526518" y="0"/>
                  <a:pt x="5599964" y="73465"/>
                  <a:pt x="5599964" y="164090"/>
                </a:cubicBezTo>
                <a:lnTo>
                  <a:pt x="5599964" y="5223007"/>
                </a:lnTo>
                <a:cubicBezTo>
                  <a:pt x="5599964" y="5313632"/>
                  <a:pt x="5526518" y="5387098"/>
                  <a:pt x="5435916" y="5387098"/>
                </a:cubicBezTo>
                <a:lnTo>
                  <a:pt x="1038625" y="5387098"/>
                </a:lnTo>
                <a:lnTo>
                  <a:pt x="1052475" y="5381360"/>
                </a:lnTo>
                <a:cubicBezTo>
                  <a:pt x="1056821" y="5377011"/>
                  <a:pt x="1059511" y="5371006"/>
                  <a:pt x="1059511" y="5364371"/>
                </a:cubicBezTo>
                <a:lnTo>
                  <a:pt x="1059511" y="4623682"/>
                </a:lnTo>
                <a:cubicBezTo>
                  <a:pt x="1059511" y="4610414"/>
                  <a:pt x="1048756" y="4599658"/>
                  <a:pt x="1035493" y="4599658"/>
                </a:cubicBezTo>
                <a:lnTo>
                  <a:pt x="0" y="4599658"/>
                </a:lnTo>
                <a:lnTo>
                  <a:pt x="0" y="164090"/>
                </a:lnTo>
                <a:cubicBezTo>
                  <a:pt x="0" y="73465"/>
                  <a:pt x="73445" y="0"/>
                  <a:pt x="16404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524" cap="flat">
            <a:solidFill>
              <a:srgbClr val="042433"/>
            </a:solidFill>
            <a:custDash>
              <a:ds d="300000" sp="1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9F21D-0A3B-4CB0-93DF-FD0E0B95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523" y="113597"/>
            <a:ext cx="2779515" cy="3426292"/>
          </a:xfrm>
          <a:custGeom xmlns:a="http://schemas.openxmlformats.org/drawingml/2006/main">
            <a:pathLst>
              <a:path w="2779515" h="3426292">
                <a:moveTo>
                  <a:pt x="0" y="84664"/>
                </a:moveTo>
                <a:cubicBezTo>
                  <a:pt x="0" y="37905"/>
                  <a:pt x="37907" y="0"/>
                  <a:pt x="84666" y="0"/>
                </a:cubicBezTo>
                <a:lnTo>
                  <a:pt x="2694849" y="0"/>
                </a:lnTo>
                <a:cubicBezTo>
                  <a:pt x="2741608" y="0"/>
                  <a:pt x="2779515" y="37905"/>
                  <a:pt x="2779515" y="84664"/>
                </a:cubicBezTo>
                <a:lnTo>
                  <a:pt x="2779515" y="3341628"/>
                </a:lnTo>
                <a:cubicBezTo>
                  <a:pt x="2779515" y="3388387"/>
                  <a:pt x="2741608" y="3426292"/>
                  <a:pt x="2694849" y="3426292"/>
                </a:cubicBezTo>
                <a:lnTo>
                  <a:pt x="84666" y="3426292"/>
                </a:lnTo>
                <a:cubicBezTo>
                  <a:pt x="37907" y="3426292"/>
                  <a:pt x="0" y="3388387"/>
                  <a:pt x="0" y="3341628"/>
                </a:cubicBezTo>
                <a:lnTo>
                  <a:pt x="0" y="8466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7EB4F-B2B3-4D3C-8D6D-91FEA445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0523" y="113597"/>
            <a:ext cx="2779513" cy="3426293"/>
          </a:xfrm>
          <a:custGeom xmlns:a="http://schemas.openxmlformats.org/drawingml/2006/main">
            <a:pathLst>
              <a:path w="2779513" h="3426293" fill="none">
                <a:moveTo>
                  <a:pt x="0" y="84664"/>
                </a:moveTo>
                <a:cubicBezTo>
                  <a:pt x="0" y="37906"/>
                  <a:pt x="37906" y="0"/>
                  <a:pt x="84664" y="0"/>
                </a:cubicBezTo>
                <a:lnTo>
                  <a:pt x="2694849" y="0"/>
                </a:lnTo>
                <a:cubicBezTo>
                  <a:pt x="2741608" y="0"/>
                  <a:pt x="2779513" y="37906"/>
                  <a:pt x="2779513" y="84664"/>
                </a:cubicBezTo>
                <a:lnTo>
                  <a:pt x="2779513" y="3341629"/>
                </a:lnTo>
                <a:cubicBezTo>
                  <a:pt x="2779513" y="3388388"/>
                  <a:pt x="2741608" y="3426293"/>
                  <a:pt x="2694849" y="3426293"/>
                </a:cubicBezTo>
                <a:lnTo>
                  <a:pt x="84664" y="3426293"/>
                </a:lnTo>
                <a:cubicBezTo>
                  <a:pt x="37906" y="3426293"/>
                  <a:pt x="0" y="3388388"/>
                  <a:pt x="0" y="3341629"/>
                </a:cubicBezTo>
                <a:lnTo>
                  <a:pt x="0" y="846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62" cap="flat">
            <a:solidFill>
              <a:srgbClr val="042433"/>
            </a:solidFill>
            <a:custDash>
              <a:ds d="400000" sp="300000"/>
            </a:custDash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E684F-4304-4CAA-9072-7E2B805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751" y="113597"/>
            <a:ext cx="2558464" cy="2644428"/>
          </a:xfrm>
          <a:custGeom xmlns:a="http://schemas.openxmlformats.org/drawingml/2006/main">
            <a:pathLst>
              <a:path w="2558464" h="2644428">
                <a:moveTo>
                  <a:pt x="0" y="77930"/>
                </a:moveTo>
                <a:cubicBezTo>
                  <a:pt x="0" y="34890"/>
                  <a:pt x="34892" y="0"/>
                  <a:pt x="77932" y="0"/>
                </a:cubicBezTo>
                <a:lnTo>
                  <a:pt x="2480534" y="0"/>
                </a:lnTo>
                <a:cubicBezTo>
                  <a:pt x="2523572" y="0"/>
                  <a:pt x="2558464" y="34890"/>
                  <a:pt x="2558464" y="77930"/>
                </a:cubicBezTo>
                <a:lnTo>
                  <a:pt x="2558464" y="2566498"/>
                </a:lnTo>
                <a:cubicBezTo>
                  <a:pt x="2558464" y="2609536"/>
                  <a:pt x="2523572" y="2644428"/>
                  <a:pt x="2480534" y="2644428"/>
                </a:cubicBezTo>
                <a:lnTo>
                  <a:pt x="77932" y="2644428"/>
                </a:lnTo>
                <a:cubicBezTo>
                  <a:pt x="34892" y="2644428"/>
                  <a:pt x="0" y="2609536"/>
                  <a:pt x="0" y="2566498"/>
                </a:cubicBezTo>
                <a:lnTo>
                  <a:pt x="0" y="77930"/>
                </a:lnTo>
                <a:close/>
              </a:path>
            </a:pathLst>
          </a:custGeom>
          <a:solidFill xmlns:a="http://schemas.openxmlformats.org/drawingml/2006/main">
            <a:srgbClr val="A02B93">
              <a:alpha val="51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85EC25-95CF-43D9-9BA2-2B23053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750" y="113597"/>
            <a:ext cx="2558462" cy="2644428"/>
          </a:xfrm>
          <a:custGeom xmlns:a="http://schemas.openxmlformats.org/drawingml/2006/main">
            <a:pathLst>
              <a:path w="2558462" h="2644428" fill="none">
                <a:moveTo>
                  <a:pt x="0" y="77930"/>
                </a:moveTo>
                <a:cubicBezTo>
                  <a:pt x="0" y="34891"/>
                  <a:pt x="34891" y="0"/>
                  <a:pt x="77930" y="0"/>
                </a:cubicBezTo>
                <a:lnTo>
                  <a:pt x="2480532" y="0"/>
                </a:lnTo>
                <a:cubicBezTo>
                  <a:pt x="2523572" y="0"/>
                  <a:pt x="2558462" y="34891"/>
                  <a:pt x="2558462" y="77930"/>
                </a:cubicBezTo>
                <a:lnTo>
                  <a:pt x="2558462" y="2566498"/>
                </a:lnTo>
                <a:cubicBezTo>
                  <a:pt x="2558462" y="2609538"/>
                  <a:pt x="2523572" y="2644428"/>
                  <a:pt x="2480532" y="2644428"/>
                </a:cubicBezTo>
                <a:lnTo>
                  <a:pt x="77930" y="2644428"/>
                </a:lnTo>
                <a:cubicBezTo>
                  <a:pt x="34891" y="2644428"/>
                  <a:pt x="0" y="2609538"/>
                  <a:pt x="0" y="2566498"/>
                </a:cubicBezTo>
                <a:lnTo>
                  <a:pt x="0" y="779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62" cap="flat">
            <a:solidFill>
              <a:srgbClr val="042433"/>
            </a:solidFill>
            <a:custDash>
              <a:ds d="400000" sp="300000"/>
            </a:custDash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550BB-1FF2-415C-B9A9-5F0D0E1E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2" y="68568"/>
            <a:ext cx="8747897" cy="5383005"/>
          </a:xfrm>
          <a:custGeom xmlns:a="http://schemas.openxmlformats.org/drawingml/2006/main">
            <a:pathLst>
              <a:path w="8747897" h="5383005">
                <a:moveTo>
                  <a:pt x="164066" y="0"/>
                </a:moveTo>
                <a:lnTo>
                  <a:pt x="8583830" y="0"/>
                </a:lnTo>
                <a:cubicBezTo>
                  <a:pt x="8674441" y="0"/>
                  <a:pt x="8747897" y="73408"/>
                  <a:pt x="8747897" y="163965"/>
                </a:cubicBezTo>
                <a:lnTo>
                  <a:pt x="8747897" y="4594386"/>
                </a:lnTo>
                <a:lnTo>
                  <a:pt x="7759106" y="4594386"/>
                </a:lnTo>
                <a:cubicBezTo>
                  <a:pt x="7745841" y="4594386"/>
                  <a:pt x="7735087" y="4605135"/>
                  <a:pt x="7735087" y="4618392"/>
                </a:cubicBezTo>
                <a:lnTo>
                  <a:pt x="7735087" y="5358519"/>
                </a:lnTo>
                <a:cubicBezTo>
                  <a:pt x="7735087" y="5371777"/>
                  <a:pt x="7745841" y="5382525"/>
                  <a:pt x="7759106" y="5382525"/>
                </a:cubicBezTo>
                <a:lnTo>
                  <a:pt x="8586209" y="5382525"/>
                </a:lnTo>
                <a:lnTo>
                  <a:pt x="8583830" y="5383005"/>
                </a:lnTo>
                <a:lnTo>
                  <a:pt x="164066" y="5383005"/>
                </a:lnTo>
                <a:cubicBezTo>
                  <a:pt x="73454" y="5383005"/>
                  <a:pt x="0" y="5309596"/>
                  <a:pt x="0" y="5219040"/>
                </a:cubicBezTo>
                <a:lnTo>
                  <a:pt x="0" y="163965"/>
                </a:lnTo>
                <a:cubicBezTo>
                  <a:pt x="0" y="73408"/>
                  <a:pt x="73454" y="0"/>
                  <a:pt x="16406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45F69-3382-4C79-8A88-291E82F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2" y="68568"/>
            <a:ext cx="8747896" cy="5383006"/>
          </a:xfrm>
          <a:custGeom xmlns:a="http://schemas.openxmlformats.org/drawingml/2006/main">
            <a:pathLst>
              <a:path w="8747896" h="5383006" fill="none">
                <a:moveTo>
                  <a:pt x="164066" y="0"/>
                </a:moveTo>
                <a:lnTo>
                  <a:pt x="8583830" y="0"/>
                </a:lnTo>
                <a:cubicBezTo>
                  <a:pt x="8674442" y="0"/>
                  <a:pt x="8747896" y="73409"/>
                  <a:pt x="8747896" y="163966"/>
                </a:cubicBezTo>
                <a:lnTo>
                  <a:pt x="8747896" y="4594387"/>
                </a:lnTo>
                <a:lnTo>
                  <a:pt x="7759106" y="4594387"/>
                </a:lnTo>
                <a:cubicBezTo>
                  <a:pt x="7745841" y="4594387"/>
                  <a:pt x="7735086" y="4605136"/>
                  <a:pt x="7735086" y="4618393"/>
                </a:cubicBezTo>
                <a:lnTo>
                  <a:pt x="7735086" y="5358519"/>
                </a:lnTo>
                <a:cubicBezTo>
                  <a:pt x="7735086" y="5371777"/>
                  <a:pt x="7745841" y="5382526"/>
                  <a:pt x="7759106" y="5382526"/>
                </a:cubicBezTo>
                <a:lnTo>
                  <a:pt x="8586208" y="5382526"/>
                </a:lnTo>
                <a:lnTo>
                  <a:pt x="8583830" y="5383006"/>
                </a:lnTo>
                <a:lnTo>
                  <a:pt x="164066" y="5383006"/>
                </a:lnTo>
                <a:cubicBezTo>
                  <a:pt x="73454" y="5383006"/>
                  <a:pt x="0" y="5309596"/>
                  <a:pt x="0" y="5219041"/>
                </a:cubicBezTo>
                <a:lnTo>
                  <a:pt x="0" y="163966"/>
                </a:lnTo>
                <a:cubicBezTo>
                  <a:pt x="0" y="73409"/>
                  <a:pt x="73454" y="0"/>
                  <a:pt x="16406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524" cap="flat">
            <a:solidFill>
              <a:srgbClr val="042433"/>
            </a:solidFill>
            <a:custDash>
              <a:ds d="300000" sp="100000"/>
            </a:custDash>
            <a:miter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b9aff161b4f11"/>
          <a:stretch xmlns:a="http://schemas.openxmlformats.org/drawingml/2006/main"/>
        </p:blipFill>
        <p:spPr>
          <a:xfrm xmlns:a="http://schemas.openxmlformats.org/drawingml/2006/main">
            <a:off x="286623" y="144453"/>
            <a:ext cx="1092974" cy="1080382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704A3-8D55-4DA5-B0B5-CDB0ACFF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65" y="1171775"/>
            <a:ext cx="168859" cy="308859"/>
          </a:xfrm>
          <a:custGeom xmlns:a="http://schemas.openxmlformats.org/drawingml/2006/main">
            <a:pathLst>
              <a:path w="168859" h="308859">
                <a:moveTo>
                  <a:pt x="56286" y="139999"/>
                </a:moveTo>
                <a:lnTo>
                  <a:pt x="0" y="139999"/>
                </a:lnTo>
                <a:lnTo>
                  <a:pt x="84429" y="308859"/>
                </a:lnTo>
                <a:lnTo>
                  <a:pt x="168859" y="140001"/>
                </a:lnTo>
                <a:lnTo>
                  <a:pt x="112572" y="140000"/>
                </a:lnTo>
                <a:lnTo>
                  <a:pt x="112573" y="2"/>
                </a:lnTo>
                <a:lnTo>
                  <a:pt x="56287" y="0"/>
                </a:lnTo>
                <a:lnTo>
                  <a:pt x="56286" y="139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Mutation">
            <a:extLst xmlns:a="http://schemas.openxmlformats.org/drawingml/2006/main">
              <a:ext uri="{FF2B5EF4-FFF2-40B4-BE49-F238E27FC236}">
                <a16:creationId xmlns:a16="http://schemas.microsoft.com/office/drawing/2014/main" id="{F2B88729-804E-4A51-B256-1CBE0FB9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24" y="2791183"/>
            <a:ext cx="886476" cy="153028"/>
          </a:xfrm>
          <a:custGeom xmlns:a="http://schemas.openxmlformats.org/drawingml/2006/main">
            <a:pathLst>
              <a:path w="886476" h="153028">
                <a:moveTo>
                  <a:pt x="0" y="151049"/>
                </a:moveTo>
                <a:lnTo>
                  <a:pt x="29572" y="151049"/>
                </a:lnTo>
                <a:lnTo>
                  <a:pt x="29572" y="43281"/>
                </a:lnTo>
                <a:lnTo>
                  <a:pt x="65191" y="103778"/>
                </a:lnTo>
                <a:lnTo>
                  <a:pt x="84209" y="103778"/>
                </a:lnTo>
                <a:lnTo>
                  <a:pt x="119058" y="43109"/>
                </a:lnTo>
                <a:lnTo>
                  <a:pt x="119058" y="151049"/>
                </a:lnTo>
                <a:lnTo>
                  <a:pt x="149510" y="151049"/>
                </a:lnTo>
                <a:lnTo>
                  <a:pt x="149510" y="3078"/>
                </a:lnTo>
                <a:lnTo>
                  <a:pt x="115321" y="3078"/>
                </a:lnTo>
                <a:lnTo>
                  <a:pt x="75700" y="71461"/>
                </a:lnTo>
                <a:lnTo>
                  <a:pt x="35509" y="3078"/>
                </a:lnTo>
                <a:lnTo>
                  <a:pt x="0" y="3078"/>
                </a:lnTo>
                <a:lnTo>
                  <a:pt x="0" y="151049"/>
                </a:lnTo>
                <a:close/>
                <a:moveTo>
                  <a:pt x="360566" y="128506"/>
                </a:moveTo>
                <a:lnTo>
                  <a:pt x="359901" y="128484"/>
                </a:lnTo>
                <a:lnTo>
                  <a:pt x="359256" y="128448"/>
                </a:lnTo>
                <a:lnTo>
                  <a:pt x="358633" y="128397"/>
                </a:lnTo>
                <a:lnTo>
                  <a:pt x="358030" y="128333"/>
                </a:lnTo>
                <a:lnTo>
                  <a:pt x="357449" y="128253"/>
                </a:lnTo>
                <a:lnTo>
                  <a:pt x="356888" y="128159"/>
                </a:lnTo>
                <a:lnTo>
                  <a:pt x="356347" y="128051"/>
                </a:lnTo>
                <a:lnTo>
                  <a:pt x="355828" y="127929"/>
                </a:lnTo>
                <a:lnTo>
                  <a:pt x="355329" y="127792"/>
                </a:lnTo>
                <a:lnTo>
                  <a:pt x="354851" y="127640"/>
                </a:lnTo>
                <a:lnTo>
                  <a:pt x="354394" y="127474"/>
                </a:lnTo>
                <a:lnTo>
                  <a:pt x="353958" y="127294"/>
                </a:lnTo>
                <a:lnTo>
                  <a:pt x="353543" y="127099"/>
                </a:lnTo>
                <a:lnTo>
                  <a:pt x="353148" y="126890"/>
                </a:lnTo>
                <a:lnTo>
                  <a:pt x="352774" y="126667"/>
                </a:lnTo>
                <a:lnTo>
                  <a:pt x="352421" y="126429"/>
                </a:lnTo>
                <a:lnTo>
                  <a:pt x="352089" y="126176"/>
                </a:lnTo>
                <a:lnTo>
                  <a:pt x="351778" y="125910"/>
                </a:lnTo>
                <a:lnTo>
                  <a:pt x="351487" y="125628"/>
                </a:lnTo>
                <a:lnTo>
                  <a:pt x="351218" y="125333"/>
                </a:lnTo>
                <a:lnTo>
                  <a:pt x="350969" y="125023"/>
                </a:lnTo>
                <a:lnTo>
                  <a:pt x="350740" y="124698"/>
                </a:lnTo>
                <a:lnTo>
                  <a:pt x="350533" y="124359"/>
                </a:lnTo>
                <a:lnTo>
                  <a:pt x="350340" y="124005"/>
                </a:lnTo>
                <a:lnTo>
                  <a:pt x="350155" y="123636"/>
                </a:lnTo>
                <a:lnTo>
                  <a:pt x="349979" y="123251"/>
                </a:lnTo>
                <a:lnTo>
                  <a:pt x="349811" y="122850"/>
                </a:lnTo>
                <a:lnTo>
                  <a:pt x="349651" y="122434"/>
                </a:lnTo>
                <a:lnTo>
                  <a:pt x="349499" y="122002"/>
                </a:lnTo>
                <a:lnTo>
                  <a:pt x="349355" y="121555"/>
                </a:lnTo>
                <a:lnTo>
                  <a:pt x="349220" y="121091"/>
                </a:lnTo>
                <a:lnTo>
                  <a:pt x="349093" y="120613"/>
                </a:lnTo>
                <a:lnTo>
                  <a:pt x="348974" y="120119"/>
                </a:lnTo>
                <a:lnTo>
                  <a:pt x="348863" y="119609"/>
                </a:lnTo>
                <a:lnTo>
                  <a:pt x="348760" y="119083"/>
                </a:lnTo>
                <a:lnTo>
                  <a:pt x="348666" y="118542"/>
                </a:lnTo>
                <a:lnTo>
                  <a:pt x="348580" y="117986"/>
                </a:lnTo>
                <a:lnTo>
                  <a:pt x="348502" y="117414"/>
                </a:lnTo>
                <a:lnTo>
                  <a:pt x="348432" y="116826"/>
                </a:lnTo>
                <a:lnTo>
                  <a:pt x="348370" y="116222"/>
                </a:lnTo>
                <a:lnTo>
                  <a:pt x="348317" y="115603"/>
                </a:lnTo>
                <a:lnTo>
                  <a:pt x="348272" y="114969"/>
                </a:lnTo>
                <a:lnTo>
                  <a:pt x="348235" y="114319"/>
                </a:lnTo>
                <a:lnTo>
                  <a:pt x="348206" y="113653"/>
                </a:lnTo>
                <a:lnTo>
                  <a:pt x="348186" y="112972"/>
                </a:lnTo>
                <a:lnTo>
                  <a:pt x="348174" y="112275"/>
                </a:lnTo>
                <a:lnTo>
                  <a:pt x="348169" y="111562"/>
                </a:lnTo>
                <a:lnTo>
                  <a:pt x="348169" y="64861"/>
                </a:lnTo>
                <a:lnTo>
                  <a:pt x="371585" y="64861"/>
                </a:lnTo>
                <a:lnTo>
                  <a:pt x="371585" y="42435"/>
                </a:lnTo>
                <a:lnTo>
                  <a:pt x="348169" y="42435"/>
                </a:lnTo>
                <a:lnTo>
                  <a:pt x="348169" y="17150"/>
                </a:lnTo>
                <a:lnTo>
                  <a:pt x="319037" y="17150"/>
                </a:lnTo>
                <a:lnTo>
                  <a:pt x="319037" y="42435"/>
                </a:lnTo>
                <a:lnTo>
                  <a:pt x="301228" y="42435"/>
                </a:lnTo>
                <a:lnTo>
                  <a:pt x="301228" y="64861"/>
                </a:lnTo>
                <a:lnTo>
                  <a:pt x="319037" y="64861"/>
                </a:lnTo>
                <a:lnTo>
                  <a:pt x="319037" y="113091"/>
                </a:lnTo>
                <a:lnTo>
                  <a:pt x="319043" y="114199"/>
                </a:lnTo>
                <a:lnTo>
                  <a:pt x="319061" y="115289"/>
                </a:lnTo>
                <a:lnTo>
                  <a:pt x="319092" y="116361"/>
                </a:lnTo>
                <a:lnTo>
                  <a:pt x="319135" y="117416"/>
                </a:lnTo>
                <a:lnTo>
                  <a:pt x="319190" y="118453"/>
                </a:lnTo>
                <a:lnTo>
                  <a:pt x="319257" y="119473"/>
                </a:lnTo>
                <a:lnTo>
                  <a:pt x="319336" y="120474"/>
                </a:lnTo>
                <a:lnTo>
                  <a:pt x="319428" y="121459"/>
                </a:lnTo>
                <a:lnTo>
                  <a:pt x="319532" y="122425"/>
                </a:lnTo>
                <a:lnTo>
                  <a:pt x="319648" y="123374"/>
                </a:lnTo>
                <a:lnTo>
                  <a:pt x="319776" y="124305"/>
                </a:lnTo>
                <a:lnTo>
                  <a:pt x="319916" y="125219"/>
                </a:lnTo>
                <a:lnTo>
                  <a:pt x="320069" y="126115"/>
                </a:lnTo>
                <a:lnTo>
                  <a:pt x="320234" y="126993"/>
                </a:lnTo>
                <a:lnTo>
                  <a:pt x="320411" y="127854"/>
                </a:lnTo>
                <a:lnTo>
                  <a:pt x="320600" y="128697"/>
                </a:lnTo>
                <a:lnTo>
                  <a:pt x="320802" y="129523"/>
                </a:lnTo>
                <a:lnTo>
                  <a:pt x="321016" y="130330"/>
                </a:lnTo>
                <a:lnTo>
                  <a:pt x="321242" y="131120"/>
                </a:lnTo>
                <a:lnTo>
                  <a:pt x="321480" y="131893"/>
                </a:lnTo>
                <a:lnTo>
                  <a:pt x="321730" y="132648"/>
                </a:lnTo>
                <a:lnTo>
                  <a:pt x="321993" y="133385"/>
                </a:lnTo>
                <a:lnTo>
                  <a:pt x="322268" y="134105"/>
                </a:lnTo>
                <a:lnTo>
                  <a:pt x="322555" y="134806"/>
                </a:lnTo>
                <a:lnTo>
                  <a:pt x="322857" y="135492"/>
                </a:lnTo>
                <a:lnTo>
                  <a:pt x="323179" y="136162"/>
                </a:lnTo>
                <a:lnTo>
                  <a:pt x="323519" y="136818"/>
                </a:lnTo>
                <a:lnTo>
                  <a:pt x="323879" y="137458"/>
                </a:lnTo>
                <a:lnTo>
                  <a:pt x="324257" y="138083"/>
                </a:lnTo>
                <a:lnTo>
                  <a:pt x="324654" y="138693"/>
                </a:lnTo>
                <a:lnTo>
                  <a:pt x="325070" y="139288"/>
                </a:lnTo>
                <a:lnTo>
                  <a:pt x="325505" y="139868"/>
                </a:lnTo>
                <a:lnTo>
                  <a:pt x="325958" y="140432"/>
                </a:lnTo>
                <a:lnTo>
                  <a:pt x="326431" y="140982"/>
                </a:lnTo>
                <a:lnTo>
                  <a:pt x="326923" y="141516"/>
                </a:lnTo>
                <a:lnTo>
                  <a:pt x="327433" y="142036"/>
                </a:lnTo>
                <a:lnTo>
                  <a:pt x="327962" y="142540"/>
                </a:lnTo>
                <a:lnTo>
                  <a:pt x="328511" y="143029"/>
                </a:lnTo>
                <a:lnTo>
                  <a:pt x="329078" y="143503"/>
                </a:lnTo>
                <a:lnTo>
                  <a:pt x="329664" y="143962"/>
                </a:lnTo>
                <a:lnTo>
                  <a:pt x="330269" y="144405"/>
                </a:lnTo>
                <a:lnTo>
                  <a:pt x="330893" y="144834"/>
                </a:lnTo>
                <a:lnTo>
                  <a:pt x="331535" y="145247"/>
                </a:lnTo>
                <a:lnTo>
                  <a:pt x="332197" y="145646"/>
                </a:lnTo>
                <a:lnTo>
                  <a:pt x="332877" y="146029"/>
                </a:lnTo>
                <a:lnTo>
                  <a:pt x="333577" y="146397"/>
                </a:lnTo>
                <a:lnTo>
                  <a:pt x="334295" y="146750"/>
                </a:lnTo>
                <a:lnTo>
                  <a:pt x="335032" y="147088"/>
                </a:lnTo>
                <a:lnTo>
                  <a:pt x="335792" y="147411"/>
                </a:lnTo>
                <a:lnTo>
                  <a:pt x="336576" y="147721"/>
                </a:lnTo>
                <a:lnTo>
                  <a:pt x="337386" y="148017"/>
                </a:lnTo>
                <a:lnTo>
                  <a:pt x="338222" y="148299"/>
                </a:lnTo>
                <a:lnTo>
                  <a:pt x="339083" y="148567"/>
                </a:lnTo>
                <a:lnTo>
                  <a:pt x="339969" y="148821"/>
                </a:lnTo>
                <a:lnTo>
                  <a:pt x="340881" y="149062"/>
                </a:lnTo>
                <a:lnTo>
                  <a:pt x="341818" y="149289"/>
                </a:lnTo>
                <a:lnTo>
                  <a:pt x="342780" y="149502"/>
                </a:lnTo>
                <a:lnTo>
                  <a:pt x="343768" y="149701"/>
                </a:lnTo>
                <a:lnTo>
                  <a:pt x="344781" y="149887"/>
                </a:lnTo>
                <a:lnTo>
                  <a:pt x="345820" y="150059"/>
                </a:lnTo>
                <a:lnTo>
                  <a:pt x="346884" y="150217"/>
                </a:lnTo>
                <a:lnTo>
                  <a:pt x="347973" y="150362"/>
                </a:lnTo>
                <a:lnTo>
                  <a:pt x="349088" y="150492"/>
                </a:lnTo>
                <a:lnTo>
                  <a:pt x="350228" y="150609"/>
                </a:lnTo>
                <a:lnTo>
                  <a:pt x="351393" y="150712"/>
                </a:lnTo>
                <a:lnTo>
                  <a:pt x="352584" y="150802"/>
                </a:lnTo>
                <a:lnTo>
                  <a:pt x="353800" y="150877"/>
                </a:lnTo>
                <a:lnTo>
                  <a:pt x="355042" y="150939"/>
                </a:lnTo>
                <a:lnTo>
                  <a:pt x="356309" y="150987"/>
                </a:lnTo>
                <a:lnTo>
                  <a:pt x="357601" y="151022"/>
                </a:lnTo>
                <a:lnTo>
                  <a:pt x="358919" y="151042"/>
                </a:lnTo>
                <a:lnTo>
                  <a:pt x="360262" y="151049"/>
                </a:lnTo>
                <a:lnTo>
                  <a:pt x="371585" y="151049"/>
                </a:lnTo>
                <a:lnTo>
                  <a:pt x="371585" y="128513"/>
                </a:lnTo>
                <a:lnTo>
                  <a:pt x="361252" y="128513"/>
                </a:lnTo>
                <a:lnTo>
                  <a:pt x="360566" y="128506"/>
                </a:lnTo>
                <a:close/>
                <a:moveTo>
                  <a:pt x="220799" y="152878"/>
                </a:moveTo>
                <a:lnTo>
                  <a:pt x="221890" y="152794"/>
                </a:lnTo>
                <a:lnTo>
                  <a:pt x="222965" y="152691"/>
                </a:lnTo>
                <a:lnTo>
                  <a:pt x="224024" y="152570"/>
                </a:lnTo>
                <a:lnTo>
                  <a:pt x="225068" y="152430"/>
                </a:lnTo>
                <a:lnTo>
                  <a:pt x="226095" y="152271"/>
                </a:lnTo>
                <a:lnTo>
                  <a:pt x="227106" y="152093"/>
                </a:lnTo>
                <a:lnTo>
                  <a:pt x="228101" y="151896"/>
                </a:lnTo>
                <a:lnTo>
                  <a:pt x="229080" y="151681"/>
                </a:lnTo>
                <a:lnTo>
                  <a:pt x="230043" y="151448"/>
                </a:lnTo>
                <a:lnTo>
                  <a:pt x="230990" y="151195"/>
                </a:lnTo>
                <a:lnTo>
                  <a:pt x="231921" y="150924"/>
                </a:lnTo>
                <a:lnTo>
                  <a:pt x="232836" y="150634"/>
                </a:lnTo>
                <a:lnTo>
                  <a:pt x="233735" y="150325"/>
                </a:lnTo>
                <a:lnTo>
                  <a:pt x="234618" y="149998"/>
                </a:lnTo>
                <a:lnTo>
                  <a:pt x="235485" y="149652"/>
                </a:lnTo>
                <a:lnTo>
                  <a:pt x="236336" y="149287"/>
                </a:lnTo>
                <a:lnTo>
                  <a:pt x="237171" y="148904"/>
                </a:lnTo>
                <a:lnTo>
                  <a:pt x="237989" y="148502"/>
                </a:lnTo>
                <a:lnTo>
                  <a:pt x="238792" y="148081"/>
                </a:lnTo>
                <a:lnTo>
                  <a:pt x="239579" y="147641"/>
                </a:lnTo>
                <a:lnTo>
                  <a:pt x="240351" y="147190"/>
                </a:lnTo>
                <a:lnTo>
                  <a:pt x="241109" y="146734"/>
                </a:lnTo>
                <a:lnTo>
                  <a:pt x="241853" y="146272"/>
                </a:lnTo>
                <a:lnTo>
                  <a:pt x="242584" y="145806"/>
                </a:lnTo>
                <a:lnTo>
                  <a:pt x="243301" y="145335"/>
                </a:lnTo>
                <a:lnTo>
                  <a:pt x="244004" y="144859"/>
                </a:lnTo>
                <a:lnTo>
                  <a:pt x="244693" y="144377"/>
                </a:lnTo>
                <a:lnTo>
                  <a:pt x="245369" y="143891"/>
                </a:lnTo>
                <a:lnTo>
                  <a:pt x="246031" y="143400"/>
                </a:lnTo>
                <a:lnTo>
                  <a:pt x="246679" y="142904"/>
                </a:lnTo>
                <a:lnTo>
                  <a:pt x="247313" y="142403"/>
                </a:lnTo>
                <a:lnTo>
                  <a:pt x="247934" y="141897"/>
                </a:lnTo>
                <a:lnTo>
                  <a:pt x="248541" y="141386"/>
                </a:lnTo>
                <a:lnTo>
                  <a:pt x="249134" y="140870"/>
                </a:lnTo>
                <a:lnTo>
                  <a:pt x="249713" y="140350"/>
                </a:lnTo>
                <a:lnTo>
                  <a:pt x="250279" y="139824"/>
                </a:lnTo>
                <a:lnTo>
                  <a:pt x="250831" y="139293"/>
                </a:lnTo>
                <a:lnTo>
                  <a:pt x="251369" y="138757"/>
                </a:lnTo>
                <a:lnTo>
                  <a:pt x="251894" y="138217"/>
                </a:lnTo>
                <a:lnTo>
                  <a:pt x="252405" y="137671"/>
                </a:lnTo>
                <a:lnTo>
                  <a:pt x="252902" y="137120"/>
                </a:lnTo>
                <a:lnTo>
                  <a:pt x="253385" y="136565"/>
                </a:lnTo>
                <a:lnTo>
                  <a:pt x="253854" y="136004"/>
                </a:lnTo>
                <a:lnTo>
                  <a:pt x="254310" y="135439"/>
                </a:lnTo>
                <a:lnTo>
                  <a:pt x="254750" y="151049"/>
                </a:lnTo>
                <a:lnTo>
                  <a:pt x="282893" y="151049"/>
                </a:lnTo>
                <a:lnTo>
                  <a:pt x="282893" y="42435"/>
                </a:lnTo>
                <a:lnTo>
                  <a:pt x="253760" y="42435"/>
                </a:lnTo>
                <a:lnTo>
                  <a:pt x="253760" y="115685"/>
                </a:lnTo>
                <a:lnTo>
                  <a:pt x="253373" y="116159"/>
                </a:lnTo>
                <a:lnTo>
                  <a:pt x="252980" y="116628"/>
                </a:lnTo>
                <a:lnTo>
                  <a:pt x="252581" y="117090"/>
                </a:lnTo>
                <a:lnTo>
                  <a:pt x="252177" y="117547"/>
                </a:lnTo>
                <a:lnTo>
                  <a:pt x="251767" y="117997"/>
                </a:lnTo>
                <a:lnTo>
                  <a:pt x="251352" y="118441"/>
                </a:lnTo>
                <a:lnTo>
                  <a:pt x="250931" y="118879"/>
                </a:lnTo>
                <a:lnTo>
                  <a:pt x="250505" y="119312"/>
                </a:lnTo>
                <a:lnTo>
                  <a:pt x="250073" y="119738"/>
                </a:lnTo>
                <a:lnTo>
                  <a:pt x="249636" y="120158"/>
                </a:lnTo>
                <a:lnTo>
                  <a:pt x="249193" y="120572"/>
                </a:lnTo>
                <a:lnTo>
                  <a:pt x="248745" y="120980"/>
                </a:lnTo>
                <a:lnTo>
                  <a:pt x="248291" y="121382"/>
                </a:lnTo>
                <a:lnTo>
                  <a:pt x="247831" y="121778"/>
                </a:lnTo>
                <a:lnTo>
                  <a:pt x="247366" y="122167"/>
                </a:lnTo>
                <a:lnTo>
                  <a:pt x="246896" y="122551"/>
                </a:lnTo>
                <a:lnTo>
                  <a:pt x="246420" y="122929"/>
                </a:lnTo>
                <a:lnTo>
                  <a:pt x="245938" y="123301"/>
                </a:lnTo>
                <a:lnTo>
                  <a:pt x="245451" y="123666"/>
                </a:lnTo>
                <a:lnTo>
                  <a:pt x="244958" y="124026"/>
                </a:lnTo>
                <a:lnTo>
                  <a:pt x="244460" y="124379"/>
                </a:lnTo>
                <a:lnTo>
                  <a:pt x="243956" y="124727"/>
                </a:lnTo>
                <a:lnTo>
                  <a:pt x="243447" y="125068"/>
                </a:lnTo>
                <a:lnTo>
                  <a:pt x="242932" y="125404"/>
                </a:lnTo>
                <a:lnTo>
                  <a:pt x="242410" y="125729"/>
                </a:lnTo>
                <a:lnTo>
                  <a:pt x="241879" y="126041"/>
                </a:lnTo>
                <a:lnTo>
                  <a:pt x="241339" y="126339"/>
                </a:lnTo>
                <a:lnTo>
                  <a:pt x="240790" y="126622"/>
                </a:lnTo>
                <a:lnTo>
                  <a:pt x="240232" y="126892"/>
                </a:lnTo>
                <a:lnTo>
                  <a:pt x="239665" y="127149"/>
                </a:lnTo>
                <a:lnTo>
                  <a:pt x="239089" y="127391"/>
                </a:lnTo>
                <a:lnTo>
                  <a:pt x="238504" y="127620"/>
                </a:lnTo>
                <a:lnTo>
                  <a:pt x="237910" y="127834"/>
                </a:lnTo>
                <a:lnTo>
                  <a:pt x="237307" y="128035"/>
                </a:lnTo>
                <a:lnTo>
                  <a:pt x="236696" y="128222"/>
                </a:lnTo>
                <a:lnTo>
                  <a:pt x="236075" y="128395"/>
                </a:lnTo>
                <a:lnTo>
                  <a:pt x="235445" y="128554"/>
                </a:lnTo>
                <a:lnTo>
                  <a:pt x="234806" y="128700"/>
                </a:lnTo>
                <a:lnTo>
                  <a:pt x="234159" y="128831"/>
                </a:lnTo>
                <a:lnTo>
                  <a:pt x="233502" y="128949"/>
                </a:lnTo>
                <a:lnTo>
                  <a:pt x="232836" y="129053"/>
                </a:lnTo>
                <a:lnTo>
                  <a:pt x="232162" y="129143"/>
                </a:lnTo>
                <a:lnTo>
                  <a:pt x="231478" y="129219"/>
                </a:lnTo>
                <a:lnTo>
                  <a:pt x="230786" y="129281"/>
                </a:lnTo>
                <a:lnTo>
                  <a:pt x="230084" y="129330"/>
                </a:lnTo>
                <a:lnTo>
                  <a:pt x="229374" y="129365"/>
                </a:lnTo>
                <a:lnTo>
                  <a:pt x="228654" y="129385"/>
                </a:lnTo>
                <a:lnTo>
                  <a:pt x="227926" y="129392"/>
                </a:lnTo>
                <a:lnTo>
                  <a:pt x="227426" y="129388"/>
                </a:lnTo>
                <a:lnTo>
                  <a:pt x="226935" y="129376"/>
                </a:lnTo>
                <a:lnTo>
                  <a:pt x="226451" y="129355"/>
                </a:lnTo>
                <a:lnTo>
                  <a:pt x="225976" y="129327"/>
                </a:lnTo>
                <a:lnTo>
                  <a:pt x="225509" y="129290"/>
                </a:lnTo>
                <a:lnTo>
                  <a:pt x="225050" y="129245"/>
                </a:lnTo>
                <a:lnTo>
                  <a:pt x="224600" y="129191"/>
                </a:lnTo>
                <a:lnTo>
                  <a:pt x="224158" y="129130"/>
                </a:lnTo>
                <a:lnTo>
                  <a:pt x="223724" y="129060"/>
                </a:lnTo>
                <a:lnTo>
                  <a:pt x="223298" y="128983"/>
                </a:lnTo>
                <a:lnTo>
                  <a:pt x="222880" y="128896"/>
                </a:lnTo>
                <a:lnTo>
                  <a:pt x="222470" y="128802"/>
                </a:lnTo>
                <a:lnTo>
                  <a:pt x="222069" y="128700"/>
                </a:lnTo>
                <a:lnTo>
                  <a:pt x="221676" y="128589"/>
                </a:lnTo>
                <a:lnTo>
                  <a:pt x="221291" y="128470"/>
                </a:lnTo>
                <a:lnTo>
                  <a:pt x="220915" y="128343"/>
                </a:lnTo>
                <a:lnTo>
                  <a:pt x="220546" y="128208"/>
                </a:lnTo>
                <a:lnTo>
                  <a:pt x="220186" y="128065"/>
                </a:lnTo>
                <a:lnTo>
                  <a:pt x="219834" y="127913"/>
                </a:lnTo>
                <a:lnTo>
                  <a:pt x="219490" y="127753"/>
                </a:lnTo>
                <a:lnTo>
                  <a:pt x="219154" y="127585"/>
                </a:lnTo>
                <a:lnTo>
                  <a:pt x="218827" y="127409"/>
                </a:lnTo>
                <a:lnTo>
                  <a:pt x="218508" y="127225"/>
                </a:lnTo>
                <a:lnTo>
                  <a:pt x="218197" y="127032"/>
                </a:lnTo>
                <a:lnTo>
                  <a:pt x="217894" y="126832"/>
                </a:lnTo>
                <a:lnTo>
                  <a:pt x="217598" y="126625"/>
                </a:lnTo>
                <a:lnTo>
                  <a:pt x="217309" y="126411"/>
                </a:lnTo>
                <a:lnTo>
                  <a:pt x="217027" y="126191"/>
                </a:lnTo>
                <a:lnTo>
                  <a:pt x="216753" y="125963"/>
                </a:lnTo>
                <a:lnTo>
                  <a:pt x="216486" y="125729"/>
                </a:lnTo>
                <a:lnTo>
                  <a:pt x="216226" y="125488"/>
                </a:lnTo>
                <a:lnTo>
                  <a:pt x="215974" y="125240"/>
                </a:lnTo>
                <a:lnTo>
                  <a:pt x="215728" y="124986"/>
                </a:lnTo>
                <a:lnTo>
                  <a:pt x="215490" y="124724"/>
                </a:lnTo>
                <a:lnTo>
                  <a:pt x="215260" y="124456"/>
                </a:lnTo>
                <a:lnTo>
                  <a:pt x="215036" y="124181"/>
                </a:lnTo>
                <a:lnTo>
                  <a:pt x="214820" y="123899"/>
                </a:lnTo>
                <a:lnTo>
                  <a:pt x="214611" y="123610"/>
                </a:lnTo>
                <a:lnTo>
                  <a:pt x="214409" y="123314"/>
                </a:lnTo>
                <a:lnTo>
                  <a:pt x="214215" y="123012"/>
                </a:lnTo>
                <a:lnTo>
                  <a:pt x="214028" y="122703"/>
                </a:lnTo>
                <a:lnTo>
                  <a:pt x="213848" y="122387"/>
                </a:lnTo>
                <a:lnTo>
                  <a:pt x="213675" y="122064"/>
                </a:lnTo>
                <a:lnTo>
                  <a:pt x="213509" y="121734"/>
                </a:lnTo>
                <a:lnTo>
                  <a:pt x="213351" y="121397"/>
                </a:lnTo>
                <a:lnTo>
                  <a:pt x="213200" y="121054"/>
                </a:lnTo>
                <a:lnTo>
                  <a:pt x="213056" y="120704"/>
                </a:lnTo>
                <a:lnTo>
                  <a:pt x="212920" y="120347"/>
                </a:lnTo>
                <a:lnTo>
                  <a:pt x="212790" y="119984"/>
                </a:lnTo>
                <a:lnTo>
                  <a:pt x="212665" y="119617"/>
                </a:lnTo>
                <a:lnTo>
                  <a:pt x="212546" y="119245"/>
                </a:lnTo>
                <a:lnTo>
                  <a:pt x="212433" y="118869"/>
                </a:lnTo>
                <a:lnTo>
                  <a:pt x="212325" y="118489"/>
                </a:lnTo>
                <a:lnTo>
                  <a:pt x="212223" y="118103"/>
                </a:lnTo>
                <a:lnTo>
                  <a:pt x="212126" y="117714"/>
                </a:lnTo>
                <a:lnTo>
                  <a:pt x="212034" y="117320"/>
                </a:lnTo>
                <a:lnTo>
                  <a:pt x="211949" y="116921"/>
                </a:lnTo>
                <a:lnTo>
                  <a:pt x="211868" y="116518"/>
                </a:lnTo>
                <a:lnTo>
                  <a:pt x="211794" y="116111"/>
                </a:lnTo>
                <a:lnTo>
                  <a:pt x="211724" y="115699"/>
                </a:lnTo>
                <a:lnTo>
                  <a:pt x="211661" y="115282"/>
                </a:lnTo>
                <a:lnTo>
                  <a:pt x="211603" y="114861"/>
                </a:lnTo>
                <a:lnTo>
                  <a:pt x="211550" y="114436"/>
                </a:lnTo>
                <a:lnTo>
                  <a:pt x="211503" y="114006"/>
                </a:lnTo>
                <a:lnTo>
                  <a:pt x="211462" y="113571"/>
                </a:lnTo>
                <a:lnTo>
                  <a:pt x="211426" y="113132"/>
                </a:lnTo>
                <a:lnTo>
                  <a:pt x="211395" y="112689"/>
                </a:lnTo>
                <a:lnTo>
                  <a:pt x="211370" y="112241"/>
                </a:lnTo>
                <a:lnTo>
                  <a:pt x="211351" y="111789"/>
                </a:lnTo>
                <a:lnTo>
                  <a:pt x="211337" y="111332"/>
                </a:lnTo>
                <a:lnTo>
                  <a:pt x="211329" y="110870"/>
                </a:lnTo>
                <a:lnTo>
                  <a:pt x="211326" y="110405"/>
                </a:lnTo>
                <a:lnTo>
                  <a:pt x="211326" y="42435"/>
                </a:lnTo>
                <a:lnTo>
                  <a:pt x="182193" y="42435"/>
                </a:lnTo>
                <a:lnTo>
                  <a:pt x="182193" y="113665"/>
                </a:lnTo>
                <a:lnTo>
                  <a:pt x="182209" y="115225"/>
                </a:lnTo>
                <a:lnTo>
                  <a:pt x="182255" y="116754"/>
                </a:lnTo>
                <a:lnTo>
                  <a:pt x="182333" y="118254"/>
                </a:lnTo>
                <a:lnTo>
                  <a:pt x="182441" y="119724"/>
                </a:lnTo>
                <a:lnTo>
                  <a:pt x="182580" y="121163"/>
                </a:lnTo>
                <a:lnTo>
                  <a:pt x="182750" y="122572"/>
                </a:lnTo>
                <a:lnTo>
                  <a:pt x="182951" y="123952"/>
                </a:lnTo>
                <a:lnTo>
                  <a:pt x="183183" y="125301"/>
                </a:lnTo>
                <a:lnTo>
                  <a:pt x="183446" y="126620"/>
                </a:lnTo>
                <a:lnTo>
                  <a:pt x="183739" y="127909"/>
                </a:lnTo>
                <a:lnTo>
                  <a:pt x="184064" y="129168"/>
                </a:lnTo>
                <a:lnTo>
                  <a:pt x="184420" y="130397"/>
                </a:lnTo>
                <a:lnTo>
                  <a:pt x="184806" y="131596"/>
                </a:lnTo>
                <a:lnTo>
                  <a:pt x="185223" y="132765"/>
                </a:lnTo>
                <a:lnTo>
                  <a:pt x="185672" y="133903"/>
                </a:lnTo>
                <a:lnTo>
                  <a:pt x="186151" y="135012"/>
                </a:lnTo>
                <a:lnTo>
                  <a:pt x="186661" y="136090"/>
                </a:lnTo>
                <a:lnTo>
                  <a:pt x="187202" y="137139"/>
                </a:lnTo>
                <a:lnTo>
                  <a:pt x="187774" y="138157"/>
                </a:lnTo>
                <a:lnTo>
                  <a:pt x="188377" y="139145"/>
                </a:lnTo>
                <a:lnTo>
                  <a:pt x="189011" y="140103"/>
                </a:lnTo>
                <a:lnTo>
                  <a:pt x="189676" y="141031"/>
                </a:lnTo>
                <a:lnTo>
                  <a:pt x="190371" y="141929"/>
                </a:lnTo>
                <a:lnTo>
                  <a:pt x="191098" y="142797"/>
                </a:lnTo>
                <a:lnTo>
                  <a:pt x="191853" y="143632"/>
                </a:lnTo>
                <a:lnTo>
                  <a:pt x="192633" y="144431"/>
                </a:lnTo>
                <a:lnTo>
                  <a:pt x="193439" y="145195"/>
                </a:lnTo>
                <a:lnTo>
                  <a:pt x="194271" y="145923"/>
                </a:lnTo>
                <a:lnTo>
                  <a:pt x="195128" y="146616"/>
                </a:lnTo>
                <a:lnTo>
                  <a:pt x="196011" y="147273"/>
                </a:lnTo>
                <a:lnTo>
                  <a:pt x="196919" y="147895"/>
                </a:lnTo>
                <a:lnTo>
                  <a:pt x="197853" y="148481"/>
                </a:lnTo>
                <a:lnTo>
                  <a:pt x="198812" y="149032"/>
                </a:lnTo>
                <a:lnTo>
                  <a:pt x="199797" y="149547"/>
                </a:lnTo>
                <a:lnTo>
                  <a:pt x="200808" y="150026"/>
                </a:lnTo>
                <a:lnTo>
                  <a:pt x="201844" y="150470"/>
                </a:lnTo>
                <a:lnTo>
                  <a:pt x="202906" y="150879"/>
                </a:lnTo>
                <a:lnTo>
                  <a:pt x="203993" y="151252"/>
                </a:lnTo>
                <a:lnTo>
                  <a:pt x="205106" y="151589"/>
                </a:lnTo>
                <a:lnTo>
                  <a:pt x="206245" y="151891"/>
                </a:lnTo>
                <a:lnTo>
                  <a:pt x="207409" y="152158"/>
                </a:lnTo>
                <a:lnTo>
                  <a:pt x="208598" y="152389"/>
                </a:lnTo>
                <a:lnTo>
                  <a:pt x="209813" y="152584"/>
                </a:lnTo>
                <a:lnTo>
                  <a:pt x="211054" y="152744"/>
                </a:lnTo>
                <a:lnTo>
                  <a:pt x="212320" y="152868"/>
                </a:lnTo>
                <a:lnTo>
                  <a:pt x="213612" y="152957"/>
                </a:lnTo>
                <a:lnTo>
                  <a:pt x="214930" y="153010"/>
                </a:lnTo>
                <a:lnTo>
                  <a:pt x="216273" y="153028"/>
                </a:lnTo>
                <a:lnTo>
                  <a:pt x="217428" y="153019"/>
                </a:lnTo>
                <a:lnTo>
                  <a:pt x="218568" y="152991"/>
                </a:lnTo>
                <a:lnTo>
                  <a:pt x="219691" y="152944"/>
                </a:lnTo>
                <a:lnTo>
                  <a:pt x="220799" y="152878"/>
                </a:lnTo>
                <a:close/>
                <a:moveTo>
                  <a:pt x="613027" y="28299"/>
                </a:moveTo>
                <a:lnTo>
                  <a:pt x="613649" y="28250"/>
                </a:lnTo>
                <a:lnTo>
                  <a:pt x="614259" y="28186"/>
                </a:lnTo>
                <a:lnTo>
                  <a:pt x="614855" y="28109"/>
                </a:lnTo>
                <a:lnTo>
                  <a:pt x="615438" y="28017"/>
                </a:lnTo>
                <a:lnTo>
                  <a:pt x="616008" y="27911"/>
                </a:lnTo>
                <a:lnTo>
                  <a:pt x="616565" y="27791"/>
                </a:lnTo>
                <a:lnTo>
                  <a:pt x="617109" y="27657"/>
                </a:lnTo>
                <a:lnTo>
                  <a:pt x="617639" y="27508"/>
                </a:lnTo>
                <a:lnTo>
                  <a:pt x="618157" y="27346"/>
                </a:lnTo>
                <a:lnTo>
                  <a:pt x="618661" y="27170"/>
                </a:lnTo>
                <a:lnTo>
                  <a:pt x="619152" y="26979"/>
                </a:lnTo>
                <a:lnTo>
                  <a:pt x="619630" y="26774"/>
                </a:lnTo>
                <a:lnTo>
                  <a:pt x="620094" y="26555"/>
                </a:lnTo>
                <a:lnTo>
                  <a:pt x="620546" y="26322"/>
                </a:lnTo>
                <a:lnTo>
                  <a:pt x="620984" y="26075"/>
                </a:lnTo>
                <a:lnTo>
                  <a:pt x="621409" y="25814"/>
                </a:lnTo>
                <a:lnTo>
                  <a:pt x="621821" y="25538"/>
                </a:lnTo>
                <a:lnTo>
                  <a:pt x="622220" y="25249"/>
                </a:lnTo>
                <a:lnTo>
                  <a:pt x="622606" y="24945"/>
                </a:lnTo>
                <a:lnTo>
                  <a:pt x="622978" y="24627"/>
                </a:lnTo>
                <a:lnTo>
                  <a:pt x="623337" y="24295"/>
                </a:lnTo>
                <a:lnTo>
                  <a:pt x="623683" y="23953"/>
                </a:lnTo>
                <a:lnTo>
                  <a:pt x="624013" y="23604"/>
                </a:lnTo>
                <a:lnTo>
                  <a:pt x="624329" y="23248"/>
                </a:lnTo>
                <a:lnTo>
                  <a:pt x="624631" y="22885"/>
                </a:lnTo>
                <a:lnTo>
                  <a:pt x="624917" y="22515"/>
                </a:lnTo>
                <a:lnTo>
                  <a:pt x="625189" y="22138"/>
                </a:lnTo>
                <a:lnTo>
                  <a:pt x="625446" y="21754"/>
                </a:lnTo>
                <a:lnTo>
                  <a:pt x="625689" y="21364"/>
                </a:lnTo>
                <a:lnTo>
                  <a:pt x="625917" y="20966"/>
                </a:lnTo>
                <a:lnTo>
                  <a:pt x="626130" y="20562"/>
                </a:lnTo>
                <a:lnTo>
                  <a:pt x="626328" y="20151"/>
                </a:lnTo>
                <a:lnTo>
                  <a:pt x="626512" y="19733"/>
                </a:lnTo>
                <a:lnTo>
                  <a:pt x="626681" y="19308"/>
                </a:lnTo>
                <a:lnTo>
                  <a:pt x="626835" y="18877"/>
                </a:lnTo>
                <a:lnTo>
                  <a:pt x="626975" y="18438"/>
                </a:lnTo>
                <a:lnTo>
                  <a:pt x="627100" y="17993"/>
                </a:lnTo>
                <a:lnTo>
                  <a:pt x="627210" y="17540"/>
                </a:lnTo>
                <a:lnTo>
                  <a:pt x="627305" y="17081"/>
                </a:lnTo>
                <a:lnTo>
                  <a:pt x="627386" y="16615"/>
                </a:lnTo>
                <a:lnTo>
                  <a:pt x="627452" y="16142"/>
                </a:lnTo>
                <a:lnTo>
                  <a:pt x="627504" y="15662"/>
                </a:lnTo>
                <a:lnTo>
                  <a:pt x="627540" y="15175"/>
                </a:lnTo>
                <a:lnTo>
                  <a:pt x="627563" y="14682"/>
                </a:lnTo>
                <a:lnTo>
                  <a:pt x="627570" y="14181"/>
                </a:lnTo>
                <a:lnTo>
                  <a:pt x="627563" y="13672"/>
                </a:lnTo>
                <a:lnTo>
                  <a:pt x="627540" y="13170"/>
                </a:lnTo>
                <a:lnTo>
                  <a:pt x="627504" y="12676"/>
                </a:lnTo>
                <a:lnTo>
                  <a:pt x="627452" y="12189"/>
                </a:lnTo>
                <a:lnTo>
                  <a:pt x="627386" y="11709"/>
                </a:lnTo>
                <a:lnTo>
                  <a:pt x="627305" y="11237"/>
                </a:lnTo>
                <a:lnTo>
                  <a:pt x="627210" y="10773"/>
                </a:lnTo>
                <a:lnTo>
                  <a:pt x="627100" y="10315"/>
                </a:lnTo>
                <a:lnTo>
                  <a:pt x="626975" y="9866"/>
                </a:lnTo>
                <a:lnTo>
                  <a:pt x="626835" y="9423"/>
                </a:lnTo>
                <a:lnTo>
                  <a:pt x="626681" y="8989"/>
                </a:lnTo>
                <a:lnTo>
                  <a:pt x="626512" y="8561"/>
                </a:lnTo>
                <a:lnTo>
                  <a:pt x="626328" y="8141"/>
                </a:lnTo>
                <a:lnTo>
                  <a:pt x="626130" y="7729"/>
                </a:lnTo>
                <a:lnTo>
                  <a:pt x="625917" y="7323"/>
                </a:lnTo>
                <a:lnTo>
                  <a:pt x="625689" y="6926"/>
                </a:lnTo>
                <a:lnTo>
                  <a:pt x="625446" y="6536"/>
                </a:lnTo>
                <a:lnTo>
                  <a:pt x="625189" y="6153"/>
                </a:lnTo>
                <a:lnTo>
                  <a:pt x="624917" y="5778"/>
                </a:lnTo>
                <a:lnTo>
                  <a:pt x="624631" y="5410"/>
                </a:lnTo>
                <a:lnTo>
                  <a:pt x="624329" y="5049"/>
                </a:lnTo>
                <a:lnTo>
                  <a:pt x="624013" y="4696"/>
                </a:lnTo>
                <a:lnTo>
                  <a:pt x="623683" y="4351"/>
                </a:lnTo>
                <a:lnTo>
                  <a:pt x="623337" y="4013"/>
                </a:lnTo>
                <a:lnTo>
                  <a:pt x="622978" y="3685"/>
                </a:lnTo>
                <a:lnTo>
                  <a:pt x="622606" y="3372"/>
                </a:lnTo>
                <a:lnTo>
                  <a:pt x="622220" y="3072"/>
                </a:lnTo>
                <a:lnTo>
                  <a:pt x="621821" y="2787"/>
                </a:lnTo>
                <a:lnTo>
                  <a:pt x="621409" y="2515"/>
                </a:lnTo>
                <a:lnTo>
                  <a:pt x="620984" y="2257"/>
                </a:lnTo>
                <a:lnTo>
                  <a:pt x="620546" y="2013"/>
                </a:lnTo>
                <a:lnTo>
                  <a:pt x="620094" y="1783"/>
                </a:lnTo>
                <a:lnTo>
                  <a:pt x="619630" y="1567"/>
                </a:lnTo>
                <a:lnTo>
                  <a:pt x="619152" y="1365"/>
                </a:lnTo>
                <a:lnTo>
                  <a:pt x="618661" y="1177"/>
                </a:lnTo>
                <a:lnTo>
                  <a:pt x="618157" y="1003"/>
                </a:lnTo>
                <a:lnTo>
                  <a:pt x="617639" y="843"/>
                </a:lnTo>
                <a:lnTo>
                  <a:pt x="617109" y="697"/>
                </a:lnTo>
                <a:lnTo>
                  <a:pt x="616565" y="564"/>
                </a:lnTo>
                <a:lnTo>
                  <a:pt x="616008" y="446"/>
                </a:lnTo>
                <a:lnTo>
                  <a:pt x="615438" y="341"/>
                </a:lnTo>
                <a:lnTo>
                  <a:pt x="614855" y="251"/>
                </a:lnTo>
                <a:lnTo>
                  <a:pt x="614259" y="174"/>
                </a:lnTo>
                <a:lnTo>
                  <a:pt x="613649" y="111"/>
                </a:lnTo>
                <a:lnTo>
                  <a:pt x="613027" y="63"/>
                </a:lnTo>
                <a:lnTo>
                  <a:pt x="612391" y="28"/>
                </a:lnTo>
                <a:lnTo>
                  <a:pt x="611742" y="7"/>
                </a:lnTo>
                <a:lnTo>
                  <a:pt x="611080" y="0"/>
                </a:lnTo>
                <a:lnTo>
                  <a:pt x="610418" y="7"/>
                </a:lnTo>
                <a:lnTo>
                  <a:pt x="609769" y="28"/>
                </a:lnTo>
                <a:lnTo>
                  <a:pt x="609133" y="63"/>
                </a:lnTo>
                <a:lnTo>
                  <a:pt x="608510" y="111"/>
                </a:lnTo>
                <a:lnTo>
                  <a:pt x="607901" y="174"/>
                </a:lnTo>
                <a:lnTo>
                  <a:pt x="607304" y="251"/>
                </a:lnTo>
                <a:lnTo>
                  <a:pt x="606721" y="341"/>
                </a:lnTo>
                <a:lnTo>
                  <a:pt x="606151" y="446"/>
                </a:lnTo>
                <a:lnTo>
                  <a:pt x="605594" y="564"/>
                </a:lnTo>
                <a:lnTo>
                  <a:pt x="605051" y="697"/>
                </a:lnTo>
                <a:lnTo>
                  <a:pt x="604520" y="843"/>
                </a:lnTo>
                <a:lnTo>
                  <a:pt x="604003" y="1003"/>
                </a:lnTo>
                <a:lnTo>
                  <a:pt x="603499" y="1177"/>
                </a:lnTo>
                <a:lnTo>
                  <a:pt x="603008" y="1365"/>
                </a:lnTo>
                <a:lnTo>
                  <a:pt x="602530" y="1567"/>
                </a:lnTo>
                <a:lnTo>
                  <a:pt x="602065" y="1783"/>
                </a:lnTo>
                <a:lnTo>
                  <a:pt x="601614" y="2013"/>
                </a:lnTo>
                <a:lnTo>
                  <a:pt x="601175" y="2257"/>
                </a:lnTo>
                <a:lnTo>
                  <a:pt x="600750" y="2515"/>
                </a:lnTo>
                <a:lnTo>
                  <a:pt x="600338" y="2787"/>
                </a:lnTo>
                <a:lnTo>
                  <a:pt x="599940" y="3072"/>
                </a:lnTo>
                <a:lnTo>
                  <a:pt x="599554" y="3372"/>
                </a:lnTo>
                <a:lnTo>
                  <a:pt x="599181" y="3685"/>
                </a:lnTo>
                <a:lnTo>
                  <a:pt x="598822" y="4013"/>
                </a:lnTo>
                <a:lnTo>
                  <a:pt x="598477" y="4351"/>
                </a:lnTo>
                <a:lnTo>
                  <a:pt x="598146" y="4696"/>
                </a:lnTo>
                <a:lnTo>
                  <a:pt x="597830" y="5049"/>
                </a:lnTo>
                <a:lnTo>
                  <a:pt x="597529" y="5410"/>
                </a:lnTo>
                <a:lnTo>
                  <a:pt x="597242" y="5778"/>
                </a:lnTo>
                <a:lnTo>
                  <a:pt x="596970" y="6153"/>
                </a:lnTo>
                <a:lnTo>
                  <a:pt x="596713" y="6536"/>
                </a:lnTo>
                <a:lnTo>
                  <a:pt x="596471" y="6926"/>
                </a:lnTo>
                <a:lnTo>
                  <a:pt x="596243" y="7323"/>
                </a:lnTo>
                <a:lnTo>
                  <a:pt x="596030" y="7729"/>
                </a:lnTo>
                <a:lnTo>
                  <a:pt x="595831" y="8141"/>
                </a:lnTo>
                <a:lnTo>
                  <a:pt x="595648" y="8561"/>
                </a:lnTo>
                <a:lnTo>
                  <a:pt x="595479" y="8989"/>
                </a:lnTo>
                <a:lnTo>
                  <a:pt x="595324" y="9423"/>
                </a:lnTo>
                <a:lnTo>
                  <a:pt x="595185" y="9866"/>
                </a:lnTo>
                <a:lnTo>
                  <a:pt x="595060" y="10315"/>
                </a:lnTo>
                <a:lnTo>
                  <a:pt x="594950" y="10773"/>
                </a:lnTo>
                <a:lnTo>
                  <a:pt x="594854" y="11237"/>
                </a:lnTo>
                <a:lnTo>
                  <a:pt x="594773" y="11709"/>
                </a:lnTo>
                <a:lnTo>
                  <a:pt x="594707" y="12189"/>
                </a:lnTo>
                <a:lnTo>
                  <a:pt x="594656" y="12676"/>
                </a:lnTo>
                <a:lnTo>
                  <a:pt x="594619" y="13170"/>
                </a:lnTo>
                <a:lnTo>
                  <a:pt x="594597" y="13672"/>
                </a:lnTo>
                <a:lnTo>
                  <a:pt x="594590" y="14181"/>
                </a:lnTo>
                <a:lnTo>
                  <a:pt x="594597" y="14682"/>
                </a:lnTo>
                <a:lnTo>
                  <a:pt x="594619" y="15175"/>
                </a:lnTo>
                <a:lnTo>
                  <a:pt x="594656" y="15662"/>
                </a:lnTo>
                <a:lnTo>
                  <a:pt x="594707" y="16142"/>
                </a:lnTo>
                <a:lnTo>
                  <a:pt x="594773" y="16615"/>
                </a:lnTo>
                <a:lnTo>
                  <a:pt x="594854" y="17081"/>
                </a:lnTo>
                <a:lnTo>
                  <a:pt x="594950" y="17540"/>
                </a:lnTo>
                <a:lnTo>
                  <a:pt x="595060" y="17993"/>
                </a:lnTo>
                <a:lnTo>
                  <a:pt x="595185" y="18438"/>
                </a:lnTo>
                <a:lnTo>
                  <a:pt x="595324" y="18877"/>
                </a:lnTo>
                <a:lnTo>
                  <a:pt x="595479" y="19308"/>
                </a:lnTo>
                <a:lnTo>
                  <a:pt x="595648" y="19733"/>
                </a:lnTo>
                <a:lnTo>
                  <a:pt x="595831" y="20151"/>
                </a:lnTo>
                <a:lnTo>
                  <a:pt x="596030" y="20562"/>
                </a:lnTo>
                <a:lnTo>
                  <a:pt x="596243" y="20966"/>
                </a:lnTo>
                <a:lnTo>
                  <a:pt x="596471" y="21364"/>
                </a:lnTo>
                <a:lnTo>
                  <a:pt x="596713" y="21754"/>
                </a:lnTo>
                <a:lnTo>
                  <a:pt x="596970" y="22138"/>
                </a:lnTo>
                <a:lnTo>
                  <a:pt x="597242" y="22515"/>
                </a:lnTo>
                <a:lnTo>
                  <a:pt x="597529" y="22885"/>
                </a:lnTo>
                <a:lnTo>
                  <a:pt x="597830" y="23248"/>
                </a:lnTo>
                <a:lnTo>
                  <a:pt x="598146" y="23604"/>
                </a:lnTo>
                <a:lnTo>
                  <a:pt x="598477" y="23953"/>
                </a:lnTo>
                <a:lnTo>
                  <a:pt x="598822" y="24295"/>
                </a:lnTo>
                <a:lnTo>
                  <a:pt x="599181" y="24627"/>
                </a:lnTo>
                <a:lnTo>
                  <a:pt x="599554" y="24945"/>
                </a:lnTo>
                <a:lnTo>
                  <a:pt x="599940" y="25249"/>
                </a:lnTo>
                <a:lnTo>
                  <a:pt x="600338" y="25538"/>
                </a:lnTo>
                <a:lnTo>
                  <a:pt x="600750" y="25814"/>
                </a:lnTo>
                <a:lnTo>
                  <a:pt x="601175" y="26075"/>
                </a:lnTo>
                <a:lnTo>
                  <a:pt x="601614" y="26322"/>
                </a:lnTo>
                <a:lnTo>
                  <a:pt x="602065" y="26555"/>
                </a:lnTo>
                <a:lnTo>
                  <a:pt x="602530" y="26774"/>
                </a:lnTo>
                <a:lnTo>
                  <a:pt x="603008" y="26979"/>
                </a:lnTo>
                <a:lnTo>
                  <a:pt x="603499" y="27170"/>
                </a:lnTo>
                <a:lnTo>
                  <a:pt x="604003" y="27346"/>
                </a:lnTo>
                <a:lnTo>
                  <a:pt x="604520" y="27508"/>
                </a:lnTo>
                <a:lnTo>
                  <a:pt x="605051" y="27657"/>
                </a:lnTo>
                <a:lnTo>
                  <a:pt x="605594" y="27791"/>
                </a:lnTo>
                <a:lnTo>
                  <a:pt x="606151" y="27911"/>
                </a:lnTo>
                <a:lnTo>
                  <a:pt x="606721" y="28017"/>
                </a:lnTo>
                <a:lnTo>
                  <a:pt x="607304" y="28109"/>
                </a:lnTo>
                <a:lnTo>
                  <a:pt x="607901" y="28186"/>
                </a:lnTo>
                <a:lnTo>
                  <a:pt x="608510" y="28250"/>
                </a:lnTo>
                <a:lnTo>
                  <a:pt x="609133" y="28299"/>
                </a:lnTo>
                <a:lnTo>
                  <a:pt x="609769" y="28335"/>
                </a:lnTo>
                <a:lnTo>
                  <a:pt x="610418" y="28356"/>
                </a:lnTo>
                <a:lnTo>
                  <a:pt x="611080" y="28363"/>
                </a:lnTo>
                <a:lnTo>
                  <a:pt x="611742" y="28356"/>
                </a:lnTo>
                <a:lnTo>
                  <a:pt x="612391" y="28335"/>
                </a:lnTo>
                <a:lnTo>
                  <a:pt x="613027" y="28299"/>
                </a:lnTo>
                <a:close/>
                <a:moveTo>
                  <a:pt x="562926" y="128506"/>
                </a:moveTo>
                <a:lnTo>
                  <a:pt x="562261" y="128484"/>
                </a:lnTo>
                <a:lnTo>
                  <a:pt x="561617" y="128448"/>
                </a:lnTo>
                <a:lnTo>
                  <a:pt x="560993" y="128397"/>
                </a:lnTo>
                <a:lnTo>
                  <a:pt x="560390" y="128333"/>
                </a:lnTo>
                <a:lnTo>
                  <a:pt x="559809" y="128253"/>
                </a:lnTo>
                <a:lnTo>
                  <a:pt x="559248" y="128159"/>
                </a:lnTo>
                <a:lnTo>
                  <a:pt x="558707" y="128051"/>
                </a:lnTo>
                <a:lnTo>
                  <a:pt x="558188" y="127929"/>
                </a:lnTo>
                <a:lnTo>
                  <a:pt x="557689" y="127792"/>
                </a:lnTo>
                <a:lnTo>
                  <a:pt x="557212" y="127640"/>
                </a:lnTo>
                <a:lnTo>
                  <a:pt x="556755" y="127474"/>
                </a:lnTo>
                <a:lnTo>
                  <a:pt x="556318" y="127294"/>
                </a:lnTo>
                <a:lnTo>
                  <a:pt x="555903" y="127099"/>
                </a:lnTo>
                <a:lnTo>
                  <a:pt x="555508" y="126890"/>
                </a:lnTo>
                <a:lnTo>
                  <a:pt x="555135" y="126667"/>
                </a:lnTo>
                <a:lnTo>
                  <a:pt x="554782" y="126429"/>
                </a:lnTo>
                <a:lnTo>
                  <a:pt x="554449" y="126176"/>
                </a:lnTo>
                <a:lnTo>
                  <a:pt x="554138" y="125910"/>
                </a:lnTo>
                <a:lnTo>
                  <a:pt x="553847" y="125628"/>
                </a:lnTo>
                <a:lnTo>
                  <a:pt x="553578" y="125333"/>
                </a:lnTo>
                <a:lnTo>
                  <a:pt x="553329" y="125023"/>
                </a:lnTo>
                <a:lnTo>
                  <a:pt x="553100" y="124698"/>
                </a:lnTo>
                <a:lnTo>
                  <a:pt x="552893" y="124359"/>
                </a:lnTo>
                <a:lnTo>
                  <a:pt x="552700" y="124005"/>
                </a:lnTo>
                <a:lnTo>
                  <a:pt x="552516" y="123636"/>
                </a:lnTo>
                <a:lnTo>
                  <a:pt x="552339" y="123251"/>
                </a:lnTo>
                <a:lnTo>
                  <a:pt x="552171" y="122850"/>
                </a:lnTo>
                <a:lnTo>
                  <a:pt x="552011" y="122434"/>
                </a:lnTo>
                <a:lnTo>
                  <a:pt x="551859" y="122002"/>
                </a:lnTo>
                <a:lnTo>
                  <a:pt x="551715" y="121555"/>
                </a:lnTo>
                <a:lnTo>
                  <a:pt x="551580" y="121091"/>
                </a:lnTo>
                <a:lnTo>
                  <a:pt x="551453" y="120613"/>
                </a:lnTo>
                <a:lnTo>
                  <a:pt x="551334" y="120119"/>
                </a:lnTo>
                <a:lnTo>
                  <a:pt x="551223" y="119609"/>
                </a:lnTo>
                <a:lnTo>
                  <a:pt x="551120" y="119083"/>
                </a:lnTo>
                <a:lnTo>
                  <a:pt x="551026" y="118542"/>
                </a:lnTo>
                <a:lnTo>
                  <a:pt x="550940" y="117986"/>
                </a:lnTo>
                <a:lnTo>
                  <a:pt x="550862" y="117414"/>
                </a:lnTo>
                <a:lnTo>
                  <a:pt x="550792" y="116826"/>
                </a:lnTo>
                <a:lnTo>
                  <a:pt x="550731" y="116222"/>
                </a:lnTo>
                <a:lnTo>
                  <a:pt x="550677" y="115603"/>
                </a:lnTo>
                <a:lnTo>
                  <a:pt x="550632" y="114969"/>
                </a:lnTo>
                <a:lnTo>
                  <a:pt x="550595" y="114319"/>
                </a:lnTo>
                <a:lnTo>
                  <a:pt x="550566" y="113653"/>
                </a:lnTo>
                <a:lnTo>
                  <a:pt x="550546" y="112972"/>
                </a:lnTo>
                <a:lnTo>
                  <a:pt x="550534" y="112275"/>
                </a:lnTo>
                <a:lnTo>
                  <a:pt x="550530" y="111562"/>
                </a:lnTo>
                <a:lnTo>
                  <a:pt x="550530" y="64861"/>
                </a:lnTo>
                <a:lnTo>
                  <a:pt x="573945" y="64861"/>
                </a:lnTo>
                <a:lnTo>
                  <a:pt x="573945" y="42435"/>
                </a:lnTo>
                <a:lnTo>
                  <a:pt x="550530" y="42435"/>
                </a:lnTo>
                <a:lnTo>
                  <a:pt x="550530" y="17150"/>
                </a:lnTo>
                <a:lnTo>
                  <a:pt x="521397" y="17150"/>
                </a:lnTo>
                <a:lnTo>
                  <a:pt x="521397" y="42435"/>
                </a:lnTo>
                <a:lnTo>
                  <a:pt x="503588" y="42435"/>
                </a:lnTo>
                <a:lnTo>
                  <a:pt x="503588" y="64861"/>
                </a:lnTo>
                <a:lnTo>
                  <a:pt x="521397" y="64861"/>
                </a:lnTo>
                <a:lnTo>
                  <a:pt x="521397" y="113091"/>
                </a:lnTo>
                <a:lnTo>
                  <a:pt x="521403" y="114199"/>
                </a:lnTo>
                <a:lnTo>
                  <a:pt x="521421" y="115289"/>
                </a:lnTo>
                <a:lnTo>
                  <a:pt x="521452" y="116361"/>
                </a:lnTo>
                <a:lnTo>
                  <a:pt x="521495" y="117416"/>
                </a:lnTo>
                <a:lnTo>
                  <a:pt x="521550" y="118453"/>
                </a:lnTo>
                <a:lnTo>
                  <a:pt x="521617" y="119473"/>
                </a:lnTo>
                <a:lnTo>
                  <a:pt x="521696" y="120474"/>
                </a:lnTo>
                <a:lnTo>
                  <a:pt x="521788" y="121459"/>
                </a:lnTo>
                <a:lnTo>
                  <a:pt x="521892" y="122425"/>
                </a:lnTo>
                <a:lnTo>
                  <a:pt x="522008" y="123374"/>
                </a:lnTo>
                <a:lnTo>
                  <a:pt x="522136" y="124305"/>
                </a:lnTo>
                <a:lnTo>
                  <a:pt x="522276" y="125219"/>
                </a:lnTo>
                <a:lnTo>
                  <a:pt x="522429" y="126115"/>
                </a:lnTo>
                <a:lnTo>
                  <a:pt x="522594" y="126993"/>
                </a:lnTo>
                <a:lnTo>
                  <a:pt x="522771" y="127854"/>
                </a:lnTo>
                <a:lnTo>
                  <a:pt x="522961" y="128697"/>
                </a:lnTo>
                <a:lnTo>
                  <a:pt x="523162" y="129523"/>
                </a:lnTo>
                <a:lnTo>
                  <a:pt x="523376" y="130330"/>
                </a:lnTo>
                <a:lnTo>
                  <a:pt x="523602" y="131120"/>
                </a:lnTo>
                <a:lnTo>
                  <a:pt x="523840" y="131893"/>
                </a:lnTo>
                <a:lnTo>
                  <a:pt x="524090" y="132648"/>
                </a:lnTo>
                <a:lnTo>
                  <a:pt x="524353" y="133385"/>
                </a:lnTo>
                <a:lnTo>
                  <a:pt x="524628" y="134105"/>
                </a:lnTo>
                <a:lnTo>
                  <a:pt x="524915" y="134806"/>
                </a:lnTo>
                <a:lnTo>
                  <a:pt x="525218" y="135492"/>
                </a:lnTo>
                <a:lnTo>
                  <a:pt x="525539" y="136162"/>
                </a:lnTo>
                <a:lnTo>
                  <a:pt x="525879" y="136818"/>
                </a:lnTo>
                <a:lnTo>
                  <a:pt x="526239" y="137458"/>
                </a:lnTo>
                <a:lnTo>
                  <a:pt x="526617" y="138083"/>
                </a:lnTo>
                <a:lnTo>
                  <a:pt x="527014" y="138693"/>
                </a:lnTo>
                <a:lnTo>
                  <a:pt x="527430" y="139288"/>
                </a:lnTo>
                <a:lnTo>
                  <a:pt x="527865" y="139868"/>
                </a:lnTo>
                <a:lnTo>
                  <a:pt x="528319" y="140432"/>
                </a:lnTo>
                <a:lnTo>
                  <a:pt x="528791" y="140982"/>
                </a:lnTo>
                <a:lnTo>
                  <a:pt x="529283" y="141516"/>
                </a:lnTo>
                <a:lnTo>
                  <a:pt x="529793" y="142036"/>
                </a:lnTo>
                <a:lnTo>
                  <a:pt x="530323" y="142540"/>
                </a:lnTo>
                <a:lnTo>
                  <a:pt x="530871" y="143029"/>
                </a:lnTo>
                <a:lnTo>
                  <a:pt x="531438" y="143503"/>
                </a:lnTo>
                <a:lnTo>
                  <a:pt x="532024" y="143962"/>
                </a:lnTo>
                <a:lnTo>
                  <a:pt x="532629" y="144405"/>
                </a:lnTo>
                <a:lnTo>
                  <a:pt x="533253" y="144834"/>
                </a:lnTo>
                <a:lnTo>
                  <a:pt x="533895" y="145247"/>
                </a:lnTo>
                <a:lnTo>
                  <a:pt x="534557" y="145646"/>
                </a:lnTo>
                <a:lnTo>
                  <a:pt x="535238" y="146029"/>
                </a:lnTo>
                <a:lnTo>
                  <a:pt x="535937" y="146397"/>
                </a:lnTo>
                <a:lnTo>
                  <a:pt x="536655" y="146750"/>
                </a:lnTo>
                <a:lnTo>
                  <a:pt x="537392" y="147088"/>
                </a:lnTo>
                <a:lnTo>
                  <a:pt x="538152" y="147411"/>
                </a:lnTo>
                <a:lnTo>
                  <a:pt x="538936" y="147721"/>
                </a:lnTo>
                <a:lnTo>
                  <a:pt x="539747" y="148017"/>
                </a:lnTo>
                <a:lnTo>
                  <a:pt x="540582" y="148299"/>
                </a:lnTo>
                <a:lnTo>
                  <a:pt x="541443" y="148567"/>
                </a:lnTo>
                <a:lnTo>
                  <a:pt x="542329" y="148821"/>
                </a:lnTo>
                <a:lnTo>
                  <a:pt x="543241" y="149062"/>
                </a:lnTo>
                <a:lnTo>
                  <a:pt x="544178" y="149289"/>
                </a:lnTo>
                <a:lnTo>
                  <a:pt x="545140" y="149502"/>
                </a:lnTo>
                <a:lnTo>
                  <a:pt x="546128" y="149701"/>
                </a:lnTo>
                <a:lnTo>
                  <a:pt x="547141" y="149887"/>
                </a:lnTo>
                <a:lnTo>
                  <a:pt x="548180" y="150059"/>
                </a:lnTo>
                <a:lnTo>
                  <a:pt x="549244" y="150217"/>
                </a:lnTo>
                <a:lnTo>
                  <a:pt x="550333" y="150362"/>
                </a:lnTo>
                <a:lnTo>
                  <a:pt x="551448" y="150492"/>
                </a:lnTo>
                <a:lnTo>
                  <a:pt x="552588" y="150609"/>
                </a:lnTo>
                <a:lnTo>
                  <a:pt x="553753" y="150712"/>
                </a:lnTo>
                <a:lnTo>
                  <a:pt x="554944" y="150802"/>
                </a:lnTo>
                <a:lnTo>
                  <a:pt x="556160" y="150877"/>
                </a:lnTo>
                <a:lnTo>
                  <a:pt x="557402" y="150939"/>
                </a:lnTo>
                <a:lnTo>
                  <a:pt x="558669" y="150987"/>
                </a:lnTo>
                <a:lnTo>
                  <a:pt x="559961" y="151022"/>
                </a:lnTo>
                <a:lnTo>
                  <a:pt x="561279" y="151042"/>
                </a:lnTo>
                <a:lnTo>
                  <a:pt x="562622" y="151049"/>
                </a:lnTo>
                <a:lnTo>
                  <a:pt x="573945" y="151049"/>
                </a:lnTo>
                <a:lnTo>
                  <a:pt x="573945" y="128513"/>
                </a:lnTo>
                <a:lnTo>
                  <a:pt x="563612" y="128513"/>
                </a:lnTo>
                <a:lnTo>
                  <a:pt x="562926" y="128506"/>
                </a:lnTo>
                <a:close/>
                <a:moveTo>
                  <a:pt x="816349" y="77312"/>
                </a:moveTo>
                <a:lnTo>
                  <a:pt x="816747" y="76834"/>
                </a:lnTo>
                <a:lnTo>
                  <a:pt x="817152" y="76362"/>
                </a:lnTo>
                <a:lnTo>
                  <a:pt x="817561" y="75896"/>
                </a:lnTo>
                <a:lnTo>
                  <a:pt x="817976" y="75437"/>
                </a:lnTo>
                <a:lnTo>
                  <a:pt x="818397" y="74984"/>
                </a:lnTo>
                <a:lnTo>
                  <a:pt x="818823" y="74537"/>
                </a:lnTo>
                <a:lnTo>
                  <a:pt x="819255" y="74096"/>
                </a:lnTo>
                <a:lnTo>
                  <a:pt x="819693" y="73661"/>
                </a:lnTo>
                <a:lnTo>
                  <a:pt x="820135" y="73233"/>
                </a:lnTo>
                <a:lnTo>
                  <a:pt x="820584" y="72811"/>
                </a:lnTo>
                <a:lnTo>
                  <a:pt x="821038" y="72395"/>
                </a:lnTo>
                <a:lnTo>
                  <a:pt x="821497" y="71985"/>
                </a:lnTo>
                <a:lnTo>
                  <a:pt x="821962" y="71581"/>
                </a:lnTo>
                <a:lnTo>
                  <a:pt x="822433" y="71184"/>
                </a:lnTo>
                <a:lnTo>
                  <a:pt x="822909" y="70793"/>
                </a:lnTo>
                <a:lnTo>
                  <a:pt x="823391" y="70408"/>
                </a:lnTo>
                <a:lnTo>
                  <a:pt x="823878" y="70029"/>
                </a:lnTo>
                <a:lnTo>
                  <a:pt x="824371" y="69656"/>
                </a:lnTo>
                <a:lnTo>
                  <a:pt x="824869" y="69290"/>
                </a:lnTo>
                <a:lnTo>
                  <a:pt x="825373" y="68930"/>
                </a:lnTo>
                <a:lnTo>
                  <a:pt x="825882" y="68576"/>
                </a:lnTo>
                <a:lnTo>
                  <a:pt x="826397" y="68228"/>
                </a:lnTo>
                <a:lnTo>
                  <a:pt x="826919" y="67890"/>
                </a:lnTo>
                <a:lnTo>
                  <a:pt x="827449" y="67567"/>
                </a:lnTo>
                <a:lnTo>
                  <a:pt x="827988" y="67258"/>
                </a:lnTo>
                <a:lnTo>
                  <a:pt x="828536" y="66964"/>
                </a:lnTo>
                <a:lnTo>
                  <a:pt x="829092" y="66684"/>
                </a:lnTo>
                <a:lnTo>
                  <a:pt x="829657" y="66418"/>
                </a:lnTo>
                <a:lnTo>
                  <a:pt x="830230" y="66167"/>
                </a:lnTo>
                <a:lnTo>
                  <a:pt x="830812" y="65930"/>
                </a:lnTo>
                <a:lnTo>
                  <a:pt x="831403" y="65707"/>
                </a:lnTo>
                <a:lnTo>
                  <a:pt x="832002" y="65499"/>
                </a:lnTo>
                <a:lnTo>
                  <a:pt x="832610" y="65305"/>
                </a:lnTo>
                <a:lnTo>
                  <a:pt x="833226" y="65126"/>
                </a:lnTo>
                <a:lnTo>
                  <a:pt x="833851" y="64960"/>
                </a:lnTo>
                <a:lnTo>
                  <a:pt x="834485" y="64810"/>
                </a:lnTo>
                <a:lnTo>
                  <a:pt x="835127" y="64673"/>
                </a:lnTo>
                <a:lnTo>
                  <a:pt x="835778" y="64551"/>
                </a:lnTo>
                <a:lnTo>
                  <a:pt x="836437" y="64443"/>
                </a:lnTo>
                <a:lnTo>
                  <a:pt x="837105" y="64350"/>
                </a:lnTo>
                <a:lnTo>
                  <a:pt x="837781" y="64271"/>
                </a:lnTo>
                <a:lnTo>
                  <a:pt x="838466" y="64206"/>
                </a:lnTo>
                <a:lnTo>
                  <a:pt x="839160" y="64156"/>
                </a:lnTo>
                <a:lnTo>
                  <a:pt x="839862" y="64120"/>
                </a:lnTo>
                <a:lnTo>
                  <a:pt x="840573" y="64099"/>
                </a:lnTo>
                <a:lnTo>
                  <a:pt x="841293" y="64091"/>
                </a:lnTo>
                <a:lnTo>
                  <a:pt x="841774" y="64096"/>
                </a:lnTo>
                <a:lnTo>
                  <a:pt x="842248" y="64109"/>
                </a:lnTo>
                <a:lnTo>
                  <a:pt x="842714" y="64130"/>
                </a:lnTo>
                <a:lnTo>
                  <a:pt x="843172" y="64160"/>
                </a:lnTo>
                <a:lnTo>
                  <a:pt x="843623" y="64198"/>
                </a:lnTo>
                <a:lnTo>
                  <a:pt x="844065" y="64245"/>
                </a:lnTo>
                <a:lnTo>
                  <a:pt x="844500" y="64301"/>
                </a:lnTo>
                <a:lnTo>
                  <a:pt x="844927" y="64365"/>
                </a:lnTo>
                <a:lnTo>
                  <a:pt x="845346" y="64437"/>
                </a:lnTo>
                <a:lnTo>
                  <a:pt x="845757" y="64519"/>
                </a:lnTo>
                <a:lnTo>
                  <a:pt x="846160" y="64608"/>
                </a:lnTo>
                <a:lnTo>
                  <a:pt x="846556" y="64706"/>
                </a:lnTo>
                <a:lnTo>
                  <a:pt x="846944" y="64813"/>
                </a:lnTo>
                <a:lnTo>
                  <a:pt x="847323" y="64928"/>
                </a:lnTo>
                <a:lnTo>
                  <a:pt x="847695" y="65052"/>
                </a:lnTo>
                <a:lnTo>
                  <a:pt x="848060" y="65185"/>
                </a:lnTo>
                <a:lnTo>
                  <a:pt x="848416" y="65326"/>
                </a:lnTo>
                <a:lnTo>
                  <a:pt x="848765" y="65475"/>
                </a:lnTo>
                <a:lnTo>
                  <a:pt x="849106" y="65633"/>
                </a:lnTo>
                <a:lnTo>
                  <a:pt x="849439" y="65800"/>
                </a:lnTo>
                <a:lnTo>
                  <a:pt x="849764" y="65975"/>
                </a:lnTo>
                <a:lnTo>
                  <a:pt x="850081" y="66158"/>
                </a:lnTo>
                <a:lnTo>
                  <a:pt x="850390" y="66351"/>
                </a:lnTo>
                <a:lnTo>
                  <a:pt x="850692" y="66551"/>
                </a:lnTo>
                <a:lnTo>
                  <a:pt x="850986" y="66760"/>
                </a:lnTo>
                <a:lnTo>
                  <a:pt x="851274" y="66975"/>
                </a:lnTo>
                <a:lnTo>
                  <a:pt x="851555" y="67198"/>
                </a:lnTo>
                <a:lnTo>
                  <a:pt x="851830" y="67427"/>
                </a:lnTo>
                <a:lnTo>
                  <a:pt x="852097" y="67663"/>
                </a:lnTo>
                <a:lnTo>
                  <a:pt x="852358" y="67907"/>
                </a:lnTo>
                <a:lnTo>
                  <a:pt x="852613" y="68157"/>
                </a:lnTo>
                <a:lnTo>
                  <a:pt x="852860" y="68414"/>
                </a:lnTo>
                <a:lnTo>
                  <a:pt x="853101" y="68679"/>
                </a:lnTo>
                <a:lnTo>
                  <a:pt x="853335" y="68950"/>
                </a:lnTo>
                <a:lnTo>
                  <a:pt x="853563" y="69228"/>
                </a:lnTo>
                <a:lnTo>
                  <a:pt x="853784" y="69513"/>
                </a:lnTo>
                <a:lnTo>
                  <a:pt x="853998" y="69806"/>
                </a:lnTo>
                <a:lnTo>
                  <a:pt x="854206" y="70105"/>
                </a:lnTo>
                <a:lnTo>
                  <a:pt x="854407" y="70411"/>
                </a:lnTo>
                <a:lnTo>
                  <a:pt x="854601" y="70724"/>
                </a:lnTo>
                <a:lnTo>
                  <a:pt x="854788" y="71044"/>
                </a:lnTo>
                <a:lnTo>
                  <a:pt x="854969" y="71371"/>
                </a:lnTo>
                <a:lnTo>
                  <a:pt x="855143" y="71705"/>
                </a:lnTo>
                <a:lnTo>
                  <a:pt x="855311" y="72047"/>
                </a:lnTo>
                <a:lnTo>
                  <a:pt x="855472" y="72395"/>
                </a:lnTo>
                <a:lnTo>
                  <a:pt x="855626" y="72750"/>
                </a:lnTo>
                <a:lnTo>
                  <a:pt x="855773" y="73112"/>
                </a:lnTo>
                <a:lnTo>
                  <a:pt x="855914" y="73481"/>
                </a:lnTo>
                <a:lnTo>
                  <a:pt x="856048" y="73856"/>
                </a:lnTo>
                <a:lnTo>
                  <a:pt x="856177" y="74236"/>
                </a:lnTo>
                <a:lnTo>
                  <a:pt x="856300" y="74621"/>
                </a:lnTo>
                <a:lnTo>
                  <a:pt x="856418" y="75011"/>
                </a:lnTo>
                <a:lnTo>
                  <a:pt x="856529" y="75406"/>
                </a:lnTo>
                <a:lnTo>
                  <a:pt x="856635" y="75806"/>
                </a:lnTo>
                <a:lnTo>
                  <a:pt x="856736" y="76212"/>
                </a:lnTo>
                <a:lnTo>
                  <a:pt x="856830" y="76622"/>
                </a:lnTo>
                <a:lnTo>
                  <a:pt x="856919" y="77038"/>
                </a:lnTo>
                <a:lnTo>
                  <a:pt x="857002" y="77458"/>
                </a:lnTo>
                <a:lnTo>
                  <a:pt x="857079" y="77884"/>
                </a:lnTo>
                <a:lnTo>
                  <a:pt x="857151" y="78314"/>
                </a:lnTo>
                <a:lnTo>
                  <a:pt x="857217" y="78750"/>
                </a:lnTo>
                <a:lnTo>
                  <a:pt x="857277" y="79191"/>
                </a:lnTo>
                <a:lnTo>
                  <a:pt x="857331" y="79636"/>
                </a:lnTo>
                <a:lnTo>
                  <a:pt x="857380" y="80087"/>
                </a:lnTo>
                <a:lnTo>
                  <a:pt x="857423" y="80543"/>
                </a:lnTo>
                <a:lnTo>
                  <a:pt x="857460" y="81004"/>
                </a:lnTo>
                <a:lnTo>
                  <a:pt x="857491" y="81470"/>
                </a:lnTo>
                <a:lnTo>
                  <a:pt x="857517" y="81941"/>
                </a:lnTo>
                <a:lnTo>
                  <a:pt x="857537" y="82417"/>
                </a:lnTo>
                <a:lnTo>
                  <a:pt x="857551" y="82899"/>
                </a:lnTo>
                <a:lnTo>
                  <a:pt x="857560" y="83385"/>
                </a:lnTo>
                <a:lnTo>
                  <a:pt x="857563" y="83876"/>
                </a:lnTo>
                <a:lnTo>
                  <a:pt x="857563" y="151049"/>
                </a:lnTo>
                <a:lnTo>
                  <a:pt x="886476" y="151049"/>
                </a:lnTo>
                <a:lnTo>
                  <a:pt x="886476" y="80324"/>
                </a:lnTo>
                <a:lnTo>
                  <a:pt x="886460" y="78725"/>
                </a:lnTo>
                <a:lnTo>
                  <a:pt x="886413" y="77159"/>
                </a:lnTo>
                <a:lnTo>
                  <a:pt x="886335" y="75624"/>
                </a:lnTo>
                <a:lnTo>
                  <a:pt x="886225" y="74122"/>
                </a:lnTo>
                <a:lnTo>
                  <a:pt x="886084" y="72653"/>
                </a:lnTo>
                <a:lnTo>
                  <a:pt x="885912" y="71216"/>
                </a:lnTo>
                <a:lnTo>
                  <a:pt x="885709" y="69810"/>
                </a:lnTo>
                <a:lnTo>
                  <a:pt x="885474" y="68438"/>
                </a:lnTo>
                <a:lnTo>
                  <a:pt x="885208" y="67097"/>
                </a:lnTo>
                <a:lnTo>
                  <a:pt x="884911" y="65789"/>
                </a:lnTo>
                <a:lnTo>
                  <a:pt x="884582" y="64513"/>
                </a:lnTo>
                <a:lnTo>
                  <a:pt x="884222" y="63270"/>
                </a:lnTo>
                <a:lnTo>
                  <a:pt x="883831" y="62058"/>
                </a:lnTo>
                <a:lnTo>
                  <a:pt x="883408" y="60879"/>
                </a:lnTo>
                <a:lnTo>
                  <a:pt x="882954" y="59733"/>
                </a:lnTo>
                <a:lnTo>
                  <a:pt x="882469" y="58618"/>
                </a:lnTo>
                <a:lnTo>
                  <a:pt x="881953" y="57536"/>
                </a:lnTo>
                <a:lnTo>
                  <a:pt x="881405" y="56486"/>
                </a:lnTo>
                <a:lnTo>
                  <a:pt x="880826" y="55469"/>
                </a:lnTo>
                <a:lnTo>
                  <a:pt x="880215" y="54483"/>
                </a:lnTo>
                <a:lnTo>
                  <a:pt x="879574" y="53530"/>
                </a:lnTo>
                <a:lnTo>
                  <a:pt x="878901" y="52610"/>
                </a:lnTo>
                <a:lnTo>
                  <a:pt x="878197" y="51721"/>
                </a:lnTo>
                <a:lnTo>
                  <a:pt x="877461" y="50865"/>
                </a:lnTo>
                <a:lnTo>
                  <a:pt x="876697" y="50043"/>
                </a:lnTo>
                <a:lnTo>
                  <a:pt x="875907" y="49255"/>
                </a:lnTo>
                <a:lnTo>
                  <a:pt x="875092" y="48503"/>
                </a:lnTo>
                <a:lnTo>
                  <a:pt x="874252" y="47785"/>
                </a:lnTo>
                <a:lnTo>
                  <a:pt x="873385" y="47103"/>
                </a:lnTo>
                <a:lnTo>
                  <a:pt x="872493" y="46455"/>
                </a:lnTo>
                <a:lnTo>
                  <a:pt x="871576" y="45843"/>
                </a:lnTo>
                <a:lnTo>
                  <a:pt x="870633" y="45265"/>
                </a:lnTo>
                <a:lnTo>
                  <a:pt x="869664" y="44723"/>
                </a:lnTo>
                <a:lnTo>
                  <a:pt x="868670" y="44215"/>
                </a:lnTo>
                <a:lnTo>
                  <a:pt x="867650" y="43743"/>
                </a:lnTo>
                <a:lnTo>
                  <a:pt x="866605" y="43305"/>
                </a:lnTo>
                <a:lnTo>
                  <a:pt x="865534" y="42903"/>
                </a:lnTo>
                <a:lnTo>
                  <a:pt x="864438" y="42535"/>
                </a:lnTo>
                <a:lnTo>
                  <a:pt x="863316" y="42203"/>
                </a:lnTo>
                <a:lnTo>
                  <a:pt x="862168" y="41905"/>
                </a:lnTo>
                <a:lnTo>
                  <a:pt x="860995" y="41643"/>
                </a:lnTo>
                <a:lnTo>
                  <a:pt x="859796" y="41415"/>
                </a:lnTo>
                <a:lnTo>
                  <a:pt x="858572" y="41223"/>
                </a:lnTo>
                <a:lnTo>
                  <a:pt x="857322" y="41065"/>
                </a:lnTo>
                <a:lnTo>
                  <a:pt x="856046" y="40943"/>
                </a:lnTo>
                <a:lnTo>
                  <a:pt x="854745" y="40855"/>
                </a:lnTo>
                <a:lnTo>
                  <a:pt x="853418" y="40803"/>
                </a:lnTo>
                <a:lnTo>
                  <a:pt x="852066" y="40785"/>
                </a:lnTo>
                <a:lnTo>
                  <a:pt x="850903" y="40795"/>
                </a:lnTo>
                <a:lnTo>
                  <a:pt x="849758" y="40823"/>
                </a:lnTo>
                <a:lnTo>
                  <a:pt x="848631" y="40869"/>
                </a:lnTo>
                <a:lnTo>
                  <a:pt x="847522" y="40934"/>
                </a:lnTo>
                <a:lnTo>
                  <a:pt x="846432" y="41017"/>
                </a:lnTo>
                <a:lnTo>
                  <a:pt x="845360" y="41119"/>
                </a:lnTo>
                <a:lnTo>
                  <a:pt x="844307" y="41239"/>
                </a:lnTo>
                <a:lnTo>
                  <a:pt x="843272" y="41378"/>
                </a:lnTo>
                <a:lnTo>
                  <a:pt x="842255" y="41535"/>
                </a:lnTo>
                <a:lnTo>
                  <a:pt x="841256" y="41711"/>
                </a:lnTo>
                <a:lnTo>
                  <a:pt x="840276" y="41906"/>
                </a:lnTo>
                <a:lnTo>
                  <a:pt x="839314" y="42118"/>
                </a:lnTo>
                <a:lnTo>
                  <a:pt x="838370" y="42350"/>
                </a:lnTo>
                <a:lnTo>
                  <a:pt x="837445" y="42600"/>
                </a:lnTo>
                <a:lnTo>
                  <a:pt x="836538" y="42868"/>
                </a:lnTo>
                <a:lnTo>
                  <a:pt x="835649" y="43155"/>
                </a:lnTo>
                <a:lnTo>
                  <a:pt x="834779" y="43461"/>
                </a:lnTo>
                <a:lnTo>
                  <a:pt x="833927" y="43785"/>
                </a:lnTo>
                <a:lnTo>
                  <a:pt x="833093" y="44127"/>
                </a:lnTo>
                <a:lnTo>
                  <a:pt x="832278" y="44488"/>
                </a:lnTo>
                <a:lnTo>
                  <a:pt x="831481" y="44868"/>
                </a:lnTo>
                <a:lnTo>
                  <a:pt x="830702" y="45266"/>
                </a:lnTo>
                <a:lnTo>
                  <a:pt x="829942" y="45682"/>
                </a:lnTo>
                <a:lnTo>
                  <a:pt x="829200" y="46117"/>
                </a:lnTo>
                <a:lnTo>
                  <a:pt x="828473" y="46564"/>
                </a:lnTo>
                <a:lnTo>
                  <a:pt x="827758" y="47017"/>
                </a:lnTo>
                <a:lnTo>
                  <a:pt x="827055" y="47475"/>
                </a:lnTo>
                <a:lnTo>
                  <a:pt x="826363" y="47939"/>
                </a:lnTo>
                <a:lnTo>
                  <a:pt x="825683" y="48408"/>
                </a:lnTo>
                <a:lnTo>
                  <a:pt x="825016" y="48883"/>
                </a:lnTo>
                <a:lnTo>
                  <a:pt x="824360" y="49363"/>
                </a:lnTo>
                <a:lnTo>
                  <a:pt x="823715" y="49849"/>
                </a:lnTo>
                <a:lnTo>
                  <a:pt x="823083" y="50340"/>
                </a:lnTo>
                <a:lnTo>
                  <a:pt x="822463" y="50837"/>
                </a:lnTo>
                <a:lnTo>
                  <a:pt x="821854" y="51340"/>
                </a:lnTo>
                <a:lnTo>
                  <a:pt x="821257" y="51848"/>
                </a:lnTo>
                <a:lnTo>
                  <a:pt x="820672" y="52361"/>
                </a:lnTo>
                <a:lnTo>
                  <a:pt x="820099" y="52880"/>
                </a:lnTo>
                <a:lnTo>
                  <a:pt x="819538" y="53405"/>
                </a:lnTo>
                <a:lnTo>
                  <a:pt x="818988" y="53935"/>
                </a:lnTo>
                <a:lnTo>
                  <a:pt x="818451" y="54470"/>
                </a:lnTo>
                <a:lnTo>
                  <a:pt x="817925" y="55012"/>
                </a:lnTo>
                <a:lnTo>
                  <a:pt x="817411" y="55558"/>
                </a:lnTo>
                <a:lnTo>
                  <a:pt x="816909" y="56111"/>
                </a:lnTo>
                <a:lnTo>
                  <a:pt x="816418" y="56668"/>
                </a:lnTo>
                <a:lnTo>
                  <a:pt x="815940" y="57232"/>
                </a:lnTo>
                <a:lnTo>
                  <a:pt x="815473" y="57801"/>
                </a:lnTo>
                <a:lnTo>
                  <a:pt x="815018" y="58375"/>
                </a:lnTo>
                <a:lnTo>
                  <a:pt x="814469" y="42435"/>
                </a:lnTo>
                <a:lnTo>
                  <a:pt x="786436" y="42435"/>
                </a:lnTo>
                <a:lnTo>
                  <a:pt x="786436" y="151049"/>
                </a:lnTo>
                <a:lnTo>
                  <a:pt x="815568" y="151049"/>
                </a:lnTo>
                <a:lnTo>
                  <a:pt x="815568" y="78287"/>
                </a:lnTo>
                <a:lnTo>
                  <a:pt x="815956" y="77796"/>
                </a:lnTo>
                <a:lnTo>
                  <a:pt x="816349" y="77312"/>
                </a:lnTo>
                <a:close/>
                <a:moveTo>
                  <a:pt x="596459" y="42435"/>
                </a:moveTo>
                <a:lnTo>
                  <a:pt x="596459" y="151049"/>
                </a:lnTo>
                <a:lnTo>
                  <a:pt x="625591" y="151049"/>
                </a:lnTo>
                <a:lnTo>
                  <a:pt x="625591" y="42435"/>
                </a:lnTo>
                <a:lnTo>
                  <a:pt x="596459" y="42435"/>
                </a:lnTo>
                <a:close/>
                <a:moveTo>
                  <a:pt x="426960" y="152917"/>
                </a:moveTo>
                <a:lnTo>
                  <a:pt x="427898" y="152854"/>
                </a:lnTo>
                <a:lnTo>
                  <a:pt x="428825" y="152777"/>
                </a:lnTo>
                <a:lnTo>
                  <a:pt x="429744" y="152687"/>
                </a:lnTo>
                <a:lnTo>
                  <a:pt x="430652" y="152582"/>
                </a:lnTo>
                <a:lnTo>
                  <a:pt x="431551" y="152464"/>
                </a:lnTo>
                <a:lnTo>
                  <a:pt x="432441" y="152331"/>
                </a:lnTo>
                <a:lnTo>
                  <a:pt x="433321" y="152185"/>
                </a:lnTo>
                <a:lnTo>
                  <a:pt x="434192" y="152025"/>
                </a:lnTo>
                <a:lnTo>
                  <a:pt x="435053" y="151851"/>
                </a:lnTo>
                <a:lnTo>
                  <a:pt x="435904" y="151663"/>
                </a:lnTo>
                <a:lnTo>
                  <a:pt x="436746" y="151461"/>
                </a:lnTo>
                <a:lnTo>
                  <a:pt x="437578" y="151245"/>
                </a:lnTo>
                <a:lnTo>
                  <a:pt x="438401" y="151015"/>
                </a:lnTo>
                <a:lnTo>
                  <a:pt x="439214" y="150771"/>
                </a:lnTo>
                <a:lnTo>
                  <a:pt x="440018" y="150513"/>
                </a:lnTo>
                <a:lnTo>
                  <a:pt x="440812" y="150242"/>
                </a:lnTo>
                <a:lnTo>
                  <a:pt x="441597" y="149956"/>
                </a:lnTo>
                <a:lnTo>
                  <a:pt x="442372" y="149656"/>
                </a:lnTo>
                <a:lnTo>
                  <a:pt x="443137" y="149343"/>
                </a:lnTo>
                <a:lnTo>
                  <a:pt x="443893" y="149015"/>
                </a:lnTo>
                <a:lnTo>
                  <a:pt x="444641" y="148674"/>
                </a:lnTo>
                <a:lnTo>
                  <a:pt x="445380" y="148320"/>
                </a:lnTo>
                <a:lnTo>
                  <a:pt x="446113" y="147953"/>
                </a:lnTo>
                <a:lnTo>
                  <a:pt x="446837" y="147573"/>
                </a:lnTo>
                <a:lnTo>
                  <a:pt x="447554" y="147179"/>
                </a:lnTo>
                <a:lnTo>
                  <a:pt x="448263" y="146772"/>
                </a:lnTo>
                <a:lnTo>
                  <a:pt x="448965" y="146352"/>
                </a:lnTo>
                <a:lnTo>
                  <a:pt x="449659" y="145919"/>
                </a:lnTo>
                <a:lnTo>
                  <a:pt x="450345" y="145473"/>
                </a:lnTo>
                <a:lnTo>
                  <a:pt x="451024" y="145013"/>
                </a:lnTo>
                <a:lnTo>
                  <a:pt x="451695" y="144541"/>
                </a:lnTo>
                <a:lnTo>
                  <a:pt x="452358" y="144055"/>
                </a:lnTo>
                <a:lnTo>
                  <a:pt x="453014" y="143556"/>
                </a:lnTo>
                <a:lnTo>
                  <a:pt x="453662" y="143044"/>
                </a:lnTo>
                <a:lnTo>
                  <a:pt x="454303" y="142518"/>
                </a:lnTo>
                <a:lnTo>
                  <a:pt x="454936" y="141980"/>
                </a:lnTo>
                <a:lnTo>
                  <a:pt x="455561" y="141428"/>
                </a:lnTo>
                <a:lnTo>
                  <a:pt x="456178" y="140863"/>
                </a:lnTo>
                <a:lnTo>
                  <a:pt x="456788" y="140285"/>
                </a:lnTo>
                <a:lnTo>
                  <a:pt x="457391" y="139694"/>
                </a:lnTo>
                <a:lnTo>
                  <a:pt x="457985" y="139090"/>
                </a:lnTo>
                <a:lnTo>
                  <a:pt x="458572" y="138472"/>
                </a:lnTo>
                <a:lnTo>
                  <a:pt x="459152" y="137841"/>
                </a:lnTo>
                <a:lnTo>
                  <a:pt x="459724" y="137198"/>
                </a:lnTo>
                <a:lnTo>
                  <a:pt x="460603" y="151049"/>
                </a:lnTo>
                <a:lnTo>
                  <a:pt x="487867" y="151049"/>
                </a:lnTo>
                <a:lnTo>
                  <a:pt x="487867" y="78170"/>
                </a:lnTo>
                <a:lnTo>
                  <a:pt x="487861" y="77268"/>
                </a:lnTo>
                <a:lnTo>
                  <a:pt x="487843" y="76378"/>
                </a:lnTo>
                <a:lnTo>
                  <a:pt x="487814" y="75500"/>
                </a:lnTo>
                <a:lnTo>
                  <a:pt x="487772" y="74636"/>
                </a:lnTo>
                <a:lnTo>
                  <a:pt x="487719" y="73784"/>
                </a:lnTo>
                <a:lnTo>
                  <a:pt x="487654" y="72944"/>
                </a:lnTo>
                <a:lnTo>
                  <a:pt x="487577" y="72117"/>
                </a:lnTo>
                <a:lnTo>
                  <a:pt x="487488" y="71302"/>
                </a:lnTo>
                <a:lnTo>
                  <a:pt x="487388" y="70501"/>
                </a:lnTo>
                <a:lnTo>
                  <a:pt x="487275" y="69711"/>
                </a:lnTo>
                <a:lnTo>
                  <a:pt x="487151" y="68934"/>
                </a:lnTo>
                <a:lnTo>
                  <a:pt x="487015" y="68170"/>
                </a:lnTo>
                <a:lnTo>
                  <a:pt x="486867" y="67419"/>
                </a:lnTo>
                <a:lnTo>
                  <a:pt x="486707" y="66679"/>
                </a:lnTo>
                <a:lnTo>
                  <a:pt x="486536" y="65953"/>
                </a:lnTo>
                <a:lnTo>
                  <a:pt x="486352" y="65239"/>
                </a:lnTo>
                <a:lnTo>
                  <a:pt x="486157" y="64538"/>
                </a:lnTo>
                <a:lnTo>
                  <a:pt x="485950" y="63849"/>
                </a:lnTo>
                <a:lnTo>
                  <a:pt x="485731" y="63172"/>
                </a:lnTo>
                <a:lnTo>
                  <a:pt x="485500" y="62509"/>
                </a:lnTo>
                <a:lnTo>
                  <a:pt x="485258" y="61857"/>
                </a:lnTo>
                <a:lnTo>
                  <a:pt x="485003" y="61219"/>
                </a:lnTo>
                <a:lnTo>
                  <a:pt x="484737" y="60593"/>
                </a:lnTo>
                <a:lnTo>
                  <a:pt x="484459" y="59979"/>
                </a:lnTo>
                <a:lnTo>
                  <a:pt x="484170" y="59377"/>
                </a:lnTo>
                <a:lnTo>
                  <a:pt x="483871" y="58786"/>
                </a:lnTo>
                <a:lnTo>
                  <a:pt x="483563" y="58205"/>
                </a:lnTo>
                <a:lnTo>
                  <a:pt x="483245" y="57634"/>
                </a:lnTo>
                <a:lnTo>
                  <a:pt x="482917" y="57075"/>
                </a:lnTo>
                <a:lnTo>
                  <a:pt x="482580" y="56526"/>
                </a:lnTo>
                <a:lnTo>
                  <a:pt x="482232" y="55987"/>
                </a:lnTo>
                <a:lnTo>
                  <a:pt x="481875" y="55460"/>
                </a:lnTo>
                <a:lnTo>
                  <a:pt x="481509" y="54943"/>
                </a:lnTo>
                <a:lnTo>
                  <a:pt x="481132" y="54436"/>
                </a:lnTo>
                <a:lnTo>
                  <a:pt x="480746" y="53941"/>
                </a:lnTo>
                <a:lnTo>
                  <a:pt x="480350" y="53455"/>
                </a:lnTo>
                <a:lnTo>
                  <a:pt x="479944" y="52981"/>
                </a:lnTo>
                <a:lnTo>
                  <a:pt x="479529" y="52517"/>
                </a:lnTo>
                <a:lnTo>
                  <a:pt x="479104" y="52064"/>
                </a:lnTo>
                <a:lnTo>
                  <a:pt x="478669" y="51621"/>
                </a:lnTo>
                <a:lnTo>
                  <a:pt x="478224" y="51189"/>
                </a:lnTo>
                <a:lnTo>
                  <a:pt x="477770" y="50768"/>
                </a:lnTo>
                <a:lnTo>
                  <a:pt x="477306" y="50357"/>
                </a:lnTo>
                <a:lnTo>
                  <a:pt x="476832" y="49957"/>
                </a:lnTo>
                <a:lnTo>
                  <a:pt x="476349" y="49568"/>
                </a:lnTo>
                <a:lnTo>
                  <a:pt x="475855" y="49189"/>
                </a:lnTo>
                <a:lnTo>
                  <a:pt x="475352" y="48821"/>
                </a:lnTo>
                <a:lnTo>
                  <a:pt x="474840" y="48464"/>
                </a:lnTo>
                <a:lnTo>
                  <a:pt x="474318" y="48116"/>
                </a:lnTo>
                <a:lnTo>
                  <a:pt x="473789" y="47776"/>
                </a:lnTo>
                <a:lnTo>
                  <a:pt x="473252" y="47446"/>
                </a:lnTo>
                <a:lnTo>
                  <a:pt x="472707" y="47124"/>
                </a:lnTo>
                <a:lnTo>
                  <a:pt x="472154" y="46810"/>
                </a:lnTo>
                <a:lnTo>
                  <a:pt x="471593" y="46506"/>
                </a:lnTo>
                <a:lnTo>
                  <a:pt x="471025" y="46210"/>
                </a:lnTo>
                <a:lnTo>
                  <a:pt x="470448" y="45923"/>
                </a:lnTo>
                <a:lnTo>
                  <a:pt x="469864" y="45644"/>
                </a:lnTo>
                <a:lnTo>
                  <a:pt x="469272" y="45374"/>
                </a:lnTo>
                <a:lnTo>
                  <a:pt x="468673" y="45113"/>
                </a:lnTo>
                <a:lnTo>
                  <a:pt x="468065" y="44861"/>
                </a:lnTo>
                <a:lnTo>
                  <a:pt x="467450" y="44617"/>
                </a:lnTo>
                <a:lnTo>
                  <a:pt x="466826" y="44382"/>
                </a:lnTo>
                <a:lnTo>
                  <a:pt x="466195" y="44156"/>
                </a:lnTo>
                <a:lnTo>
                  <a:pt x="465556" y="43938"/>
                </a:lnTo>
                <a:lnTo>
                  <a:pt x="464910" y="43729"/>
                </a:lnTo>
                <a:lnTo>
                  <a:pt x="464255" y="43529"/>
                </a:lnTo>
                <a:lnTo>
                  <a:pt x="463593" y="43337"/>
                </a:lnTo>
                <a:lnTo>
                  <a:pt x="462923" y="43155"/>
                </a:lnTo>
                <a:lnTo>
                  <a:pt x="462244" y="42980"/>
                </a:lnTo>
                <a:lnTo>
                  <a:pt x="461559" y="42815"/>
                </a:lnTo>
                <a:lnTo>
                  <a:pt x="460865" y="42658"/>
                </a:lnTo>
                <a:lnTo>
                  <a:pt x="460163" y="42510"/>
                </a:lnTo>
                <a:lnTo>
                  <a:pt x="459455" y="42369"/>
                </a:lnTo>
                <a:lnTo>
                  <a:pt x="458740" y="42235"/>
                </a:lnTo>
                <a:lnTo>
                  <a:pt x="458020" y="42106"/>
                </a:lnTo>
                <a:lnTo>
                  <a:pt x="457293" y="41983"/>
                </a:lnTo>
                <a:lnTo>
                  <a:pt x="456560" y="41866"/>
                </a:lnTo>
                <a:lnTo>
                  <a:pt x="455821" y="41756"/>
                </a:lnTo>
                <a:lnTo>
                  <a:pt x="455076" y="41651"/>
                </a:lnTo>
                <a:lnTo>
                  <a:pt x="454325" y="41552"/>
                </a:lnTo>
                <a:lnTo>
                  <a:pt x="453567" y="41459"/>
                </a:lnTo>
                <a:lnTo>
                  <a:pt x="452804" y="41372"/>
                </a:lnTo>
                <a:lnTo>
                  <a:pt x="452034" y="41291"/>
                </a:lnTo>
                <a:lnTo>
                  <a:pt x="451259" y="41217"/>
                </a:lnTo>
                <a:lnTo>
                  <a:pt x="450477" y="41148"/>
                </a:lnTo>
                <a:lnTo>
                  <a:pt x="449689" y="41085"/>
                </a:lnTo>
                <a:lnTo>
                  <a:pt x="448895" y="41028"/>
                </a:lnTo>
                <a:lnTo>
                  <a:pt x="448095" y="40977"/>
                </a:lnTo>
                <a:lnTo>
                  <a:pt x="447289" y="40932"/>
                </a:lnTo>
                <a:lnTo>
                  <a:pt x="446477" y="40893"/>
                </a:lnTo>
                <a:lnTo>
                  <a:pt x="445658" y="40860"/>
                </a:lnTo>
                <a:lnTo>
                  <a:pt x="444834" y="40833"/>
                </a:lnTo>
                <a:lnTo>
                  <a:pt x="444003" y="40812"/>
                </a:lnTo>
                <a:lnTo>
                  <a:pt x="443166" y="40797"/>
                </a:lnTo>
                <a:lnTo>
                  <a:pt x="442324" y="40788"/>
                </a:lnTo>
                <a:lnTo>
                  <a:pt x="441475" y="40785"/>
                </a:lnTo>
                <a:lnTo>
                  <a:pt x="440317" y="40792"/>
                </a:lnTo>
                <a:lnTo>
                  <a:pt x="439171" y="40810"/>
                </a:lnTo>
                <a:lnTo>
                  <a:pt x="438037" y="40841"/>
                </a:lnTo>
                <a:lnTo>
                  <a:pt x="436914" y="40884"/>
                </a:lnTo>
                <a:lnTo>
                  <a:pt x="435803" y="40940"/>
                </a:lnTo>
                <a:lnTo>
                  <a:pt x="434703" y="41008"/>
                </a:lnTo>
                <a:lnTo>
                  <a:pt x="433616" y="41089"/>
                </a:lnTo>
                <a:lnTo>
                  <a:pt x="432540" y="41181"/>
                </a:lnTo>
                <a:lnTo>
                  <a:pt x="431475" y="41286"/>
                </a:lnTo>
                <a:lnTo>
                  <a:pt x="430422" y="41404"/>
                </a:lnTo>
                <a:lnTo>
                  <a:pt x="429381" y="41534"/>
                </a:lnTo>
                <a:lnTo>
                  <a:pt x="428351" y="41676"/>
                </a:lnTo>
                <a:lnTo>
                  <a:pt x="427333" y="41831"/>
                </a:lnTo>
                <a:lnTo>
                  <a:pt x="426327" y="41998"/>
                </a:lnTo>
                <a:lnTo>
                  <a:pt x="425332" y="42177"/>
                </a:lnTo>
                <a:lnTo>
                  <a:pt x="424349" y="42369"/>
                </a:lnTo>
                <a:lnTo>
                  <a:pt x="423378" y="42573"/>
                </a:lnTo>
                <a:lnTo>
                  <a:pt x="422418" y="42789"/>
                </a:lnTo>
                <a:lnTo>
                  <a:pt x="421470" y="43018"/>
                </a:lnTo>
                <a:lnTo>
                  <a:pt x="420534" y="43259"/>
                </a:lnTo>
                <a:lnTo>
                  <a:pt x="419609" y="43513"/>
                </a:lnTo>
                <a:lnTo>
                  <a:pt x="418696" y="43779"/>
                </a:lnTo>
                <a:lnTo>
                  <a:pt x="417794" y="44057"/>
                </a:lnTo>
                <a:lnTo>
                  <a:pt x="416904" y="44348"/>
                </a:lnTo>
                <a:lnTo>
                  <a:pt x="416028" y="44653"/>
                </a:lnTo>
                <a:lnTo>
                  <a:pt x="415168" y="44974"/>
                </a:lnTo>
                <a:lnTo>
                  <a:pt x="414324" y="45310"/>
                </a:lnTo>
                <a:lnTo>
                  <a:pt x="413497" y="45662"/>
                </a:lnTo>
                <a:lnTo>
                  <a:pt x="412685" y="46031"/>
                </a:lnTo>
                <a:lnTo>
                  <a:pt x="411889" y="46415"/>
                </a:lnTo>
                <a:lnTo>
                  <a:pt x="411109" y="46815"/>
                </a:lnTo>
                <a:lnTo>
                  <a:pt x="410345" y="47231"/>
                </a:lnTo>
                <a:lnTo>
                  <a:pt x="409597" y="47662"/>
                </a:lnTo>
                <a:lnTo>
                  <a:pt x="408866" y="48110"/>
                </a:lnTo>
                <a:lnTo>
                  <a:pt x="408150" y="48574"/>
                </a:lnTo>
                <a:lnTo>
                  <a:pt x="407450" y="49053"/>
                </a:lnTo>
                <a:lnTo>
                  <a:pt x="406767" y="49548"/>
                </a:lnTo>
                <a:lnTo>
                  <a:pt x="406099" y="50059"/>
                </a:lnTo>
                <a:lnTo>
                  <a:pt x="405447" y="50586"/>
                </a:lnTo>
                <a:lnTo>
                  <a:pt x="404812" y="51129"/>
                </a:lnTo>
                <a:lnTo>
                  <a:pt x="404192" y="51687"/>
                </a:lnTo>
                <a:lnTo>
                  <a:pt x="403589" y="52262"/>
                </a:lnTo>
                <a:lnTo>
                  <a:pt x="403001" y="52852"/>
                </a:lnTo>
                <a:lnTo>
                  <a:pt x="402430" y="53459"/>
                </a:lnTo>
                <a:lnTo>
                  <a:pt x="401874" y="54081"/>
                </a:lnTo>
                <a:lnTo>
                  <a:pt x="401335" y="54719"/>
                </a:lnTo>
                <a:lnTo>
                  <a:pt x="400812" y="55373"/>
                </a:lnTo>
                <a:lnTo>
                  <a:pt x="400304" y="56042"/>
                </a:lnTo>
                <a:lnTo>
                  <a:pt x="399816" y="56730"/>
                </a:lnTo>
                <a:lnTo>
                  <a:pt x="399347" y="57437"/>
                </a:lnTo>
                <a:lnTo>
                  <a:pt x="398900" y="58165"/>
                </a:lnTo>
                <a:lnTo>
                  <a:pt x="398474" y="58912"/>
                </a:lnTo>
                <a:lnTo>
                  <a:pt x="398068" y="59680"/>
                </a:lnTo>
                <a:lnTo>
                  <a:pt x="397683" y="60468"/>
                </a:lnTo>
                <a:lnTo>
                  <a:pt x="397319" y="61276"/>
                </a:lnTo>
                <a:lnTo>
                  <a:pt x="396976" y="62104"/>
                </a:lnTo>
                <a:lnTo>
                  <a:pt x="396653" y="62952"/>
                </a:lnTo>
                <a:lnTo>
                  <a:pt x="396352" y="63821"/>
                </a:lnTo>
                <a:lnTo>
                  <a:pt x="396071" y="64709"/>
                </a:lnTo>
                <a:lnTo>
                  <a:pt x="395811" y="65618"/>
                </a:lnTo>
                <a:lnTo>
                  <a:pt x="395572" y="66546"/>
                </a:lnTo>
                <a:lnTo>
                  <a:pt x="395353" y="67495"/>
                </a:lnTo>
                <a:lnTo>
                  <a:pt x="395156" y="68464"/>
                </a:lnTo>
                <a:lnTo>
                  <a:pt x="394979" y="69453"/>
                </a:lnTo>
                <a:lnTo>
                  <a:pt x="394823" y="70462"/>
                </a:lnTo>
                <a:lnTo>
                  <a:pt x="394688" y="71491"/>
                </a:lnTo>
                <a:lnTo>
                  <a:pt x="394573" y="72540"/>
                </a:lnTo>
                <a:lnTo>
                  <a:pt x="394479" y="73609"/>
                </a:lnTo>
                <a:lnTo>
                  <a:pt x="394407" y="74699"/>
                </a:lnTo>
                <a:lnTo>
                  <a:pt x="394355" y="75808"/>
                </a:lnTo>
                <a:lnTo>
                  <a:pt x="394323" y="76938"/>
                </a:lnTo>
                <a:lnTo>
                  <a:pt x="394313" y="78087"/>
                </a:lnTo>
                <a:lnTo>
                  <a:pt x="421577" y="78087"/>
                </a:lnTo>
                <a:lnTo>
                  <a:pt x="421586" y="77306"/>
                </a:lnTo>
                <a:lnTo>
                  <a:pt x="421616" y="76543"/>
                </a:lnTo>
                <a:lnTo>
                  <a:pt x="421664" y="75798"/>
                </a:lnTo>
                <a:lnTo>
                  <a:pt x="421732" y="75072"/>
                </a:lnTo>
                <a:lnTo>
                  <a:pt x="421820" y="74363"/>
                </a:lnTo>
                <a:lnTo>
                  <a:pt x="421927" y="73673"/>
                </a:lnTo>
                <a:lnTo>
                  <a:pt x="422054" y="73001"/>
                </a:lnTo>
                <a:lnTo>
                  <a:pt x="422200" y="72348"/>
                </a:lnTo>
                <a:lnTo>
                  <a:pt x="422365" y="71712"/>
                </a:lnTo>
                <a:lnTo>
                  <a:pt x="422550" y="71095"/>
                </a:lnTo>
                <a:lnTo>
                  <a:pt x="422754" y="70496"/>
                </a:lnTo>
                <a:lnTo>
                  <a:pt x="422978" y="69915"/>
                </a:lnTo>
                <a:lnTo>
                  <a:pt x="423222" y="69353"/>
                </a:lnTo>
                <a:lnTo>
                  <a:pt x="423484" y="68809"/>
                </a:lnTo>
                <a:lnTo>
                  <a:pt x="423767" y="68283"/>
                </a:lnTo>
                <a:lnTo>
                  <a:pt x="424069" y="67775"/>
                </a:lnTo>
                <a:lnTo>
                  <a:pt x="424390" y="67286"/>
                </a:lnTo>
                <a:lnTo>
                  <a:pt x="424730" y="66814"/>
                </a:lnTo>
                <a:lnTo>
                  <a:pt x="425091" y="66361"/>
                </a:lnTo>
                <a:lnTo>
                  <a:pt x="425470" y="65926"/>
                </a:lnTo>
                <a:lnTo>
                  <a:pt x="425869" y="65510"/>
                </a:lnTo>
                <a:lnTo>
                  <a:pt x="426288" y="65112"/>
                </a:lnTo>
                <a:lnTo>
                  <a:pt x="426726" y="64732"/>
                </a:lnTo>
                <a:lnTo>
                  <a:pt x="427183" y="64370"/>
                </a:lnTo>
                <a:lnTo>
                  <a:pt x="427656" y="64024"/>
                </a:lnTo>
                <a:lnTo>
                  <a:pt x="428139" y="63693"/>
                </a:lnTo>
                <a:lnTo>
                  <a:pt x="428633" y="63377"/>
                </a:lnTo>
                <a:lnTo>
                  <a:pt x="429138" y="63075"/>
                </a:lnTo>
                <a:lnTo>
                  <a:pt x="429653" y="62789"/>
                </a:lnTo>
                <a:lnTo>
                  <a:pt x="430179" y="62517"/>
                </a:lnTo>
                <a:lnTo>
                  <a:pt x="430716" y="62259"/>
                </a:lnTo>
                <a:lnTo>
                  <a:pt x="431263" y="62016"/>
                </a:lnTo>
                <a:lnTo>
                  <a:pt x="431821" y="61789"/>
                </a:lnTo>
                <a:lnTo>
                  <a:pt x="432390" y="61575"/>
                </a:lnTo>
                <a:lnTo>
                  <a:pt x="432969" y="61377"/>
                </a:lnTo>
                <a:lnTo>
                  <a:pt x="433559" y="61193"/>
                </a:lnTo>
                <a:lnTo>
                  <a:pt x="434160" y="61024"/>
                </a:lnTo>
                <a:lnTo>
                  <a:pt x="434772" y="60869"/>
                </a:lnTo>
                <a:lnTo>
                  <a:pt x="435394" y="60730"/>
                </a:lnTo>
                <a:lnTo>
                  <a:pt x="436027" y="60605"/>
                </a:lnTo>
                <a:lnTo>
                  <a:pt x="436670" y="60494"/>
                </a:lnTo>
                <a:lnTo>
                  <a:pt x="437325" y="60399"/>
                </a:lnTo>
                <a:lnTo>
                  <a:pt x="437990" y="60318"/>
                </a:lnTo>
                <a:lnTo>
                  <a:pt x="438665" y="60252"/>
                </a:lnTo>
                <a:lnTo>
                  <a:pt x="439352" y="60200"/>
                </a:lnTo>
                <a:lnTo>
                  <a:pt x="440049" y="60163"/>
                </a:lnTo>
                <a:lnTo>
                  <a:pt x="440756" y="60141"/>
                </a:lnTo>
                <a:lnTo>
                  <a:pt x="441475" y="60134"/>
                </a:lnTo>
                <a:lnTo>
                  <a:pt x="442129" y="60141"/>
                </a:lnTo>
                <a:lnTo>
                  <a:pt x="442774" y="60161"/>
                </a:lnTo>
                <a:lnTo>
                  <a:pt x="443408" y="60196"/>
                </a:lnTo>
                <a:lnTo>
                  <a:pt x="444032" y="60244"/>
                </a:lnTo>
                <a:lnTo>
                  <a:pt x="444646" y="60306"/>
                </a:lnTo>
                <a:lnTo>
                  <a:pt x="445250" y="60382"/>
                </a:lnTo>
                <a:lnTo>
                  <a:pt x="445844" y="60472"/>
                </a:lnTo>
                <a:lnTo>
                  <a:pt x="446428" y="60575"/>
                </a:lnTo>
                <a:lnTo>
                  <a:pt x="447001" y="60692"/>
                </a:lnTo>
                <a:lnTo>
                  <a:pt x="447565" y="60823"/>
                </a:lnTo>
                <a:lnTo>
                  <a:pt x="448118" y="60968"/>
                </a:lnTo>
                <a:lnTo>
                  <a:pt x="448662" y="61127"/>
                </a:lnTo>
                <a:lnTo>
                  <a:pt x="449195" y="61299"/>
                </a:lnTo>
                <a:lnTo>
                  <a:pt x="449718" y="61485"/>
                </a:lnTo>
                <a:lnTo>
                  <a:pt x="450231" y="61685"/>
                </a:lnTo>
                <a:lnTo>
                  <a:pt x="450734" y="61899"/>
                </a:lnTo>
                <a:lnTo>
                  <a:pt x="451226" y="62126"/>
                </a:lnTo>
                <a:lnTo>
                  <a:pt x="451709" y="62368"/>
                </a:lnTo>
                <a:lnTo>
                  <a:pt x="452181" y="62623"/>
                </a:lnTo>
                <a:lnTo>
                  <a:pt x="452644" y="62892"/>
                </a:lnTo>
                <a:lnTo>
                  <a:pt x="453096" y="63174"/>
                </a:lnTo>
                <a:lnTo>
                  <a:pt x="453538" y="63471"/>
                </a:lnTo>
                <a:lnTo>
                  <a:pt x="453970" y="63781"/>
                </a:lnTo>
                <a:lnTo>
                  <a:pt x="454392" y="64105"/>
                </a:lnTo>
                <a:lnTo>
                  <a:pt x="454800" y="64448"/>
                </a:lnTo>
                <a:lnTo>
                  <a:pt x="455191" y="64814"/>
                </a:lnTo>
                <a:lnTo>
                  <a:pt x="455564" y="65204"/>
                </a:lnTo>
                <a:lnTo>
                  <a:pt x="455920" y="65618"/>
                </a:lnTo>
                <a:lnTo>
                  <a:pt x="456259" y="66055"/>
                </a:lnTo>
                <a:lnTo>
                  <a:pt x="456580" y="66516"/>
                </a:lnTo>
                <a:lnTo>
                  <a:pt x="456884" y="67001"/>
                </a:lnTo>
                <a:lnTo>
                  <a:pt x="457171" y="67509"/>
                </a:lnTo>
                <a:lnTo>
                  <a:pt x="457440" y="68041"/>
                </a:lnTo>
                <a:lnTo>
                  <a:pt x="457692" y="68597"/>
                </a:lnTo>
                <a:lnTo>
                  <a:pt x="457926" y="69176"/>
                </a:lnTo>
                <a:lnTo>
                  <a:pt x="458143" y="69779"/>
                </a:lnTo>
                <a:lnTo>
                  <a:pt x="458343" y="70405"/>
                </a:lnTo>
                <a:lnTo>
                  <a:pt x="458526" y="71055"/>
                </a:lnTo>
                <a:lnTo>
                  <a:pt x="458691" y="71729"/>
                </a:lnTo>
                <a:lnTo>
                  <a:pt x="458838" y="72427"/>
                </a:lnTo>
                <a:lnTo>
                  <a:pt x="458968" y="73148"/>
                </a:lnTo>
                <a:lnTo>
                  <a:pt x="459081" y="73892"/>
                </a:lnTo>
                <a:lnTo>
                  <a:pt x="459177" y="74661"/>
                </a:lnTo>
                <a:lnTo>
                  <a:pt x="459255" y="75453"/>
                </a:lnTo>
                <a:lnTo>
                  <a:pt x="459316" y="76268"/>
                </a:lnTo>
                <a:lnTo>
                  <a:pt x="459359" y="77108"/>
                </a:lnTo>
                <a:lnTo>
                  <a:pt x="459385" y="77970"/>
                </a:lnTo>
                <a:lnTo>
                  <a:pt x="459394" y="78857"/>
                </a:lnTo>
                <a:lnTo>
                  <a:pt x="459394" y="84756"/>
                </a:lnTo>
                <a:lnTo>
                  <a:pt x="457635" y="84797"/>
                </a:lnTo>
                <a:lnTo>
                  <a:pt x="455894" y="84845"/>
                </a:lnTo>
                <a:lnTo>
                  <a:pt x="454171" y="84902"/>
                </a:lnTo>
                <a:lnTo>
                  <a:pt x="452467" y="84967"/>
                </a:lnTo>
                <a:lnTo>
                  <a:pt x="450780" y="85039"/>
                </a:lnTo>
                <a:lnTo>
                  <a:pt x="449112" y="85120"/>
                </a:lnTo>
                <a:lnTo>
                  <a:pt x="447461" y="85208"/>
                </a:lnTo>
                <a:lnTo>
                  <a:pt x="445829" y="85304"/>
                </a:lnTo>
                <a:lnTo>
                  <a:pt x="444215" y="85408"/>
                </a:lnTo>
                <a:lnTo>
                  <a:pt x="442619" y="85520"/>
                </a:lnTo>
                <a:lnTo>
                  <a:pt x="441042" y="85640"/>
                </a:lnTo>
                <a:lnTo>
                  <a:pt x="439482" y="85768"/>
                </a:lnTo>
                <a:lnTo>
                  <a:pt x="437941" y="85904"/>
                </a:lnTo>
                <a:lnTo>
                  <a:pt x="436417" y="86048"/>
                </a:lnTo>
                <a:lnTo>
                  <a:pt x="434912" y="86199"/>
                </a:lnTo>
                <a:lnTo>
                  <a:pt x="433425" y="86359"/>
                </a:lnTo>
                <a:lnTo>
                  <a:pt x="431956" y="86526"/>
                </a:lnTo>
                <a:lnTo>
                  <a:pt x="430505" y="86702"/>
                </a:lnTo>
                <a:lnTo>
                  <a:pt x="429073" y="86885"/>
                </a:lnTo>
                <a:lnTo>
                  <a:pt x="427658" y="87076"/>
                </a:lnTo>
                <a:lnTo>
                  <a:pt x="426262" y="87275"/>
                </a:lnTo>
                <a:lnTo>
                  <a:pt x="424883" y="87482"/>
                </a:lnTo>
                <a:lnTo>
                  <a:pt x="423523" y="87697"/>
                </a:lnTo>
                <a:lnTo>
                  <a:pt x="422181" y="87920"/>
                </a:lnTo>
                <a:lnTo>
                  <a:pt x="420861" y="88155"/>
                </a:lnTo>
                <a:lnTo>
                  <a:pt x="419565" y="88407"/>
                </a:lnTo>
                <a:lnTo>
                  <a:pt x="418293" y="88676"/>
                </a:lnTo>
                <a:lnTo>
                  <a:pt x="417046" y="88962"/>
                </a:lnTo>
                <a:lnTo>
                  <a:pt x="415824" y="89265"/>
                </a:lnTo>
                <a:lnTo>
                  <a:pt x="414627" y="89585"/>
                </a:lnTo>
                <a:lnTo>
                  <a:pt x="413454" y="89922"/>
                </a:lnTo>
                <a:lnTo>
                  <a:pt x="412306" y="90276"/>
                </a:lnTo>
                <a:lnTo>
                  <a:pt x="411182" y="90647"/>
                </a:lnTo>
                <a:lnTo>
                  <a:pt x="410083" y="91035"/>
                </a:lnTo>
                <a:lnTo>
                  <a:pt x="409008" y="91440"/>
                </a:lnTo>
                <a:lnTo>
                  <a:pt x="407959" y="91862"/>
                </a:lnTo>
                <a:lnTo>
                  <a:pt x="406933" y="92301"/>
                </a:lnTo>
                <a:lnTo>
                  <a:pt x="405933" y="92756"/>
                </a:lnTo>
                <a:lnTo>
                  <a:pt x="404957" y="93229"/>
                </a:lnTo>
                <a:lnTo>
                  <a:pt x="404006" y="93719"/>
                </a:lnTo>
                <a:lnTo>
                  <a:pt x="403079" y="94225"/>
                </a:lnTo>
                <a:lnTo>
                  <a:pt x="402177" y="94749"/>
                </a:lnTo>
                <a:lnTo>
                  <a:pt x="401299" y="95289"/>
                </a:lnTo>
                <a:lnTo>
                  <a:pt x="400446" y="95847"/>
                </a:lnTo>
                <a:lnTo>
                  <a:pt x="399618" y="96421"/>
                </a:lnTo>
                <a:lnTo>
                  <a:pt x="398815" y="97013"/>
                </a:lnTo>
                <a:lnTo>
                  <a:pt x="398036" y="97621"/>
                </a:lnTo>
                <a:lnTo>
                  <a:pt x="397281" y="98247"/>
                </a:lnTo>
                <a:lnTo>
                  <a:pt x="396555" y="98893"/>
                </a:lnTo>
                <a:lnTo>
                  <a:pt x="395859" y="99565"/>
                </a:lnTo>
                <a:lnTo>
                  <a:pt x="395194" y="100263"/>
                </a:lnTo>
                <a:lnTo>
                  <a:pt x="394560" y="100986"/>
                </a:lnTo>
                <a:lnTo>
                  <a:pt x="393957" y="101735"/>
                </a:lnTo>
                <a:lnTo>
                  <a:pt x="393385" y="102509"/>
                </a:lnTo>
                <a:lnTo>
                  <a:pt x="392844" y="103310"/>
                </a:lnTo>
                <a:lnTo>
                  <a:pt x="392334" y="104135"/>
                </a:lnTo>
                <a:lnTo>
                  <a:pt x="391855" y="104987"/>
                </a:lnTo>
                <a:lnTo>
                  <a:pt x="391407" y="105864"/>
                </a:lnTo>
                <a:lnTo>
                  <a:pt x="390989" y="106767"/>
                </a:lnTo>
                <a:lnTo>
                  <a:pt x="390603" y="107695"/>
                </a:lnTo>
                <a:lnTo>
                  <a:pt x="390247" y="108649"/>
                </a:lnTo>
                <a:lnTo>
                  <a:pt x="389923" y="109629"/>
                </a:lnTo>
                <a:lnTo>
                  <a:pt x="389629" y="110634"/>
                </a:lnTo>
                <a:lnTo>
                  <a:pt x="389366" y="111665"/>
                </a:lnTo>
                <a:lnTo>
                  <a:pt x="389134" y="112721"/>
                </a:lnTo>
                <a:lnTo>
                  <a:pt x="388933" y="113803"/>
                </a:lnTo>
                <a:lnTo>
                  <a:pt x="388763" y="114911"/>
                </a:lnTo>
                <a:lnTo>
                  <a:pt x="388624" y="116045"/>
                </a:lnTo>
                <a:lnTo>
                  <a:pt x="388516" y="117204"/>
                </a:lnTo>
                <a:lnTo>
                  <a:pt x="388438" y="118388"/>
                </a:lnTo>
                <a:lnTo>
                  <a:pt x="388392" y="119599"/>
                </a:lnTo>
                <a:lnTo>
                  <a:pt x="388377" y="120835"/>
                </a:lnTo>
                <a:lnTo>
                  <a:pt x="388385" y="121726"/>
                </a:lnTo>
                <a:lnTo>
                  <a:pt x="388411" y="122604"/>
                </a:lnTo>
                <a:lnTo>
                  <a:pt x="388453" y="123470"/>
                </a:lnTo>
                <a:lnTo>
                  <a:pt x="388513" y="124323"/>
                </a:lnTo>
                <a:lnTo>
                  <a:pt x="388589" y="125164"/>
                </a:lnTo>
                <a:lnTo>
                  <a:pt x="388682" y="125993"/>
                </a:lnTo>
                <a:lnTo>
                  <a:pt x="388793" y="126809"/>
                </a:lnTo>
                <a:lnTo>
                  <a:pt x="388920" y="127612"/>
                </a:lnTo>
                <a:lnTo>
                  <a:pt x="389065" y="128403"/>
                </a:lnTo>
                <a:lnTo>
                  <a:pt x="389226" y="129181"/>
                </a:lnTo>
                <a:lnTo>
                  <a:pt x="389404" y="129947"/>
                </a:lnTo>
                <a:lnTo>
                  <a:pt x="389600" y="130700"/>
                </a:lnTo>
                <a:lnTo>
                  <a:pt x="389812" y="131441"/>
                </a:lnTo>
                <a:lnTo>
                  <a:pt x="390041" y="132169"/>
                </a:lnTo>
                <a:lnTo>
                  <a:pt x="390288" y="132885"/>
                </a:lnTo>
                <a:lnTo>
                  <a:pt x="390551" y="133588"/>
                </a:lnTo>
                <a:lnTo>
                  <a:pt x="390831" y="134279"/>
                </a:lnTo>
                <a:lnTo>
                  <a:pt x="391128" y="134957"/>
                </a:lnTo>
                <a:lnTo>
                  <a:pt x="391443" y="135623"/>
                </a:lnTo>
                <a:lnTo>
                  <a:pt x="391774" y="136276"/>
                </a:lnTo>
                <a:lnTo>
                  <a:pt x="392122" y="136917"/>
                </a:lnTo>
                <a:lnTo>
                  <a:pt x="392487" y="137545"/>
                </a:lnTo>
                <a:lnTo>
                  <a:pt x="392870" y="138161"/>
                </a:lnTo>
                <a:lnTo>
                  <a:pt x="393269" y="138764"/>
                </a:lnTo>
                <a:lnTo>
                  <a:pt x="393682" y="139354"/>
                </a:lnTo>
                <a:lnTo>
                  <a:pt x="394105" y="139932"/>
                </a:lnTo>
                <a:lnTo>
                  <a:pt x="394539" y="140498"/>
                </a:lnTo>
                <a:lnTo>
                  <a:pt x="394983" y="141050"/>
                </a:lnTo>
                <a:lnTo>
                  <a:pt x="395438" y="141591"/>
                </a:lnTo>
                <a:lnTo>
                  <a:pt x="395904" y="142118"/>
                </a:lnTo>
                <a:lnTo>
                  <a:pt x="396380" y="142634"/>
                </a:lnTo>
                <a:lnTo>
                  <a:pt x="396866" y="143136"/>
                </a:lnTo>
                <a:lnTo>
                  <a:pt x="397363" y="143626"/>
                </a:lnTo>
                <a:lnTo>
                  <a:pt x="397870" y="144104"/>
                </a:lnTo>
                <a:lnTo>
                  <a:pt x="398388" y="144569"/>
                </a:lnTo>
                <a:lnTo>
                  <a:pt x="398917" y="145022"/>
                </a:lnTo>
                <a:lnTo>
                  <a:pt x="399455" y="145462"/>
                </a:lnTo>
                <a:lnTo>
                  <a:pt x="400005" y="145889"/>
                </a:lnTo>
                <a:lnTo>
                  <a:pt x="400565" y="146304"/>
                </a:lnTo>
                <a:lnTo>
                  <a:pt x="401135" y="146707"/>
                </a:lnTo>
                <a:lnTo>
                  <a:pt x="401716" y="147097"/>
                </a:lnTo>
                <a:lnTo>
                  <a:pt x="402307" y="147474"/>
                </a:lnTo>
                <a:lnTo>
                  <a:pt x="402909" y="147839"/>
                </a:lnTo>
                <a:lnTo>
                  <a:pt x="403522" y="148192"/>
                </a:lnTo>
                <a:lnTo>
                  <a:pt x="404144" y="148531"/>
                </a:lnTo>
                <a:lnTo>
                  <a:pt x="404778" y="148859"/>
                </a:lnTo>
                <a:lnTo>
                  <a:pt x="405422" y="149174"/>
                </a:lnTo>
                <a:lnTo>
                  <a:pt x="406076" y="149476"/>
                </a:lnTo>
                <a:lnTo>
                  <a:pt x="406738" y="149766"/>
                </a:lnTo>
                <a:lnTo>
                  <a:pt x="407404" y="150043"/>
                </a:lnTo>
                <a:lnTo>
                  <a:pt x="408074" y="150308"/>
                </a:lnTo>
                <a:lnTo>
                  <a:pt x="408748" y="150561"/>
                </a:lnTo>
                <a:lnTo>
                  <a:pt x="409426" y="150802"/>
                </a:lnTo>
                <a:lnTo>
                  <a:pt x="410109" y="151030"/>
                </a:lnTo>
                <a:lnTo>
                  <a:pt x="410796" y="151246"/>
                </a:lnTo>
                <a:lnTo>
                  <a:pt x="411487" y="151449"/>
                </a:lnTo>
                <a:lnTo>
                  <a:pt x="412182" y="151640"/>
                </a:lnTo>
                <a:lnTo>
                  <a:pt x="412882" y="151819"/>
                </a:lnTo>
                <a:lnTo>
                  <a:pt x="413586" y="151986"/>
                </a:lnTo>
                <a:lnTo>
                  <a:pt x="414294" y="152140"/>
                </a:lnTo>
                <a:lnTo>
                  <a:pt x="415006" y="152282"/>
                </a:lnTo>
                <a:lnTo>
                  <a:pt x="415722" y="152411"/>
                </a:lnTo>
                <a:lnTo>
                  <a:pt x="416442" y="152529"/>
                </a:lnTo>
                <a:lnTo>
                  <a:pt x="417167" y="152633"/>
                </a:lnTo>
                <a:lnTo>
                  <a:pt x="417896" y="152726"/>
                </a:lnTo>
                <a:lnTo>
                  <a:pt x="418629" y="152806"/>
                </a:lnTo>
                <a:lnTo>
                  <a:pt x="419366" y="152874"/>
                </a:lnTo>
                <a:lnTo>
                  <a:pt x="420108" y="152929"/>
                </a:lnTo>
                <a:lnTo>
                  <a:pt x="420854" y="152973"/>
                </a:lnTo>
                <a:lnTo>
                  <a:pt x="421603" y="153003"/>
                </a:lnTo>
                <a:lnTo>
                  <a:pt x="422357" y="153022"/>
                </a:lnTo>
                <a:lnTo>
                  <a:pt x="423116" y="153028"/>
                </a:lnTo>
                <a:lnTo>
                  <a:pt x="424091" y="153021"/>
                </a:lnTo>
                <a:lnTo>
                  <a:pt x="425057" y="153000"/>
                </a:lnTo>
                <a:lnTo>
                  <a:pt x="426014" y="152965"/>
                </a:lnTo>
                <a:lnTo>
                  <a:pt x="426960" y="152917"/>
                </a:lnTo>
                <a:close/>
                <a:moveTo>
                  <a:pt x="430513" y="132927"/>
                </a:moveTo>
                <a:lnTo>
                  <a:pt x="429993" y="132874"/>
                </a:lnTo>
                <a:lnTo>
                  <a:pt x="429482" y="132810"/>
                </a:lnTo>
                <a:lnTo>
                  <a:pt x="428979" y="132734"/>
                </a:lnTo>
                <a:lnTo>
                  <a:pt x="428484" y="132646"/>
                </a:lnTo>
                <a:lnTo>
                  <a:pt x="427998" y="132547"/>
                </a:lnTo>
                <a:lnTo>
                  <a:pt x="427521" y="132436"/>
                </a:lnTo>
                <a:lnTo>
                  <a:pt x="427052" y="132313"/>
                </a:lnTo>
                <a:lnTo>
                  <a:pt x="426592" y="132178"/>
                </a:lnTo>
                <a:lnTo>
                  <a:pt x="426141" y="132032"/>
                </a:lnTo>
                <a:lnTo>
                  <a:pt x="425698" y="131874"/>
                </a:lnTo>
                <a:lnTo>
                  <a:pt x="425264" y="131705"/>
                </a:lnTo>
                <a:lnTo>
                  <a:pt x="424838" y="131524"/>
                </a:lnTo>
                <a:lnTo>
                  <a:pt x="424421" y="131331"/>
                </a:lnTo>
                <a:lnTo>
                  <a:pt x="424012" y="131126"/>
                </a:lnTo>
                <a:lnTo>
                  <a:pt x="423612" y="130910"/>
                </a:lnTo>
                <a:lnTo>
                  <a:pt x="423221" y="130682"/>
                </a:lnTo>
                <a:lnTo>
                  <a:pt x="422838" y="130442"/>
                </a:lnTo>
                <a:lnTo>
                  <a:pt x="422464" y="130191"/>
                </a:lnTo>
                <a:lnTo>
                  <a:pt x="422099" y="129928"/>
                </a:lnTo>
                <a:lnTo>
                  <a:pt x="421742" y="129653"/>
                </a:lnTo>
                <a:lnTo>
                  <a:pt x="421396" y="129367"/>
                </a:lnTo>
                <a:lnTo>
                  <a:pt x="421066" y="129067"/>
                </a:lnTo>
                <a:lnTo>
                  <a:pt x="420750" y="128756"/>
                </a:lnTo>
                <a:lnTo>
                  <a:pt x="420448" y="128431"/>
                </a:lnTo>
                <a:lnTo>
                  <a:pt x="420162" y="128095"/>
                </a:lnTo>
                <a:lnTo>
                  <a:pt x="419890" y="127745"/>
                </a:lnTo>
                <a:lnTo>
                  <a:pt x="419633" y="127384"/>
                </a:lnTo>
                <a:lnTo>
                  <a:pt x="419390" y="127010"/>
                </a:lnTo>
                <a:lnTo>
                  <a:pt x="419162" y="126623"/>
                </a:lnTo>
                <a:lnTo>
                  <a:pt x="418949" y="126224"/>
                </a:lnTo>
                <a:lnTo>
                  <a:pt x="418751" y="125812"/>
                </a:lnTo>
                <a:lnTo>
                  <a:pt x="418567" y="125388"/>
                </a:lnTo>
                <a:lnTo>
                  <a:pt x="418398" y="124952"/>
                </a:lnTo>
                <a:lnTo>
                  <a:pt x="418244" y="124503"/>
                </a:lnTo>
                <a:lnTo>
                  <a:pt x="418104" y="124041"/>
                </a:lnTo>
                <a:lnTo>
                  <a:pt x="417979" y="123567"/>
                </a:lnTo>
                <a:lnTo>
                  <a:pt x="417869" y="123081"/>
                </a:lnTo>
                <a:lnTo>
                  <a:pt x="417774" y="122582"/>
                </a:lnTo>
                <a:lnTo>
                  <a:pt x="417693" y="122071"/>
                </a:lnTo>
                <a:lnTo>
                  <a:pt x="417627" y="121547"/>
                </a:lnTo>
                <a:lnTo>
                  <a:pt x="417575" y="121010"/>
                </a:lnTo>
                <a:lnTo>
                  <a:pt x="417539" y="120462"/>
                </a:lnTo>
                <a:lnTo>
                  <a:pt x="417516" y="119900"/>
                </a:lnTo>
                <a:lnTo>
                  <a:pt x="417509" y="119326"/>
                </a:lnTo>
                <a:lnTo>
                  <a:pt x="417525" y="118531"/>
                </a:lnTo>
                <a:lnTo>
                  <a:pt x="417573" y="117755"/>
                </a:lnTo>
                <a:lnTo>
                  <a:pt x="417653" y="116996"/>
                </a:lnTo>
                <a:lnTo>
                  <a:pt x="417766" y="116257"/>
                </a:lnTo>
                <a:lnTo>
                  <a:pt x="417910" y="115536"/>
                </a:lnTo>
                <a:lnTo>
                  <a:pt x="418086" y="114833"/>
                </a:lnTo>
                <a:lnTo>
                  <a:pt x="418295" y="114149"/>
                </a:lnTo>
                <a:lnTo>
                  <a:pt x="418535" y="113483"/>
                </a:lnTo>
                <a:lnTo>
                  <a:pt x="418808" y="112836"/>
                </a:lnTo>
                <a:lnTo>
                  <a:pt x="419112" y="112207"/>
                </a:lnTo>
                <a:lnTo>
                  <a:pt x="419449" y="111597"/>
                </a:lnTo>
                <a:lnTo>
                  <a:pt x="419818" y="111006"/>
                </a:lnTo>
                <a:lnTo>
                  <a:pt x="420219" y="110433"/>
                </a:lnTo>
                <a:lnTo>
                  <a:pt x="420651" y="109878"/>
                </a:lnTo>
                <a:lnTo>
                  <a:pt x="421116" y="109342"/>
                </a:lnTo>
                <a:lnTo>
                  <a:pt x="421613" y="108825"/>
                </a:lnTo>
                <a:lnTo>
                  <a:pt x="422142" y="108326"/>
                </a:lnTo>
                <a:lnTo>
                  <a:pt x="422703" y="107845"/>
                </a:lnTo>
                <a:lnTo>
                  <a:pt x="423297" y="107383"/>
                </a:lnTo>
                <a:lnTo>
                  <a:pt x="423922" y="106940"/>
                </a:lnTo>
                <a:lnTo>
                  <a:pt x="424579" y="106515"/>
                </a:lnTo>
                <a:lnTo>
                  <a:pt x="425269" y="106108"/>
                </a:lnTo>
                <a:lnTo>
                  <a:pt x="425990" y="105720"/>
                </a:lnTo>
                <a:lnTo>
                  <a:pt x="426744" y="105351"/>
                </a:lnTo>
                <a:lnTo>
                  <a:pt x="427537" y="104998"/>
                </a:lnTo>
                <a:lnTo>
                  <a:pt x="428379" y="104660"/>
                </a:lnTo>
                <a:lnTo>
                  <a:pt x="429269" y="104336"/>
                </a:lnTo>
                <a:lnTo>
                  <a:pt x="430206" y="104027"/>
                </a:lnTo>
                <a:lnTo>
                  <a:pt x="431192" y="103733"/>
                </a:lnTo>
                <a:lnTo>
                  <a:pt x="432227" y="103453"/>
                </a:lnTo>
                <a:lnTo>
                  <a:pt x="433309" y="103188"/>
                </a:lnTo>
                <a:lnTo>
                  <a:pt x="434439" y="102937"/>
                </a:lnTo>
                <a:lnTo>
                  <a:pt x="435617" y="102702"/>
                </a:lnTo>
                <a:lnTo>
                  <a:pt x="436844" y="102480"/>
                </a:lnTo>
                <a:lnTo>
                  <a:pt x="438118" y="102274"/>
                </a:lnTo>
                <a:lnTo>
                  <a:pt x="439441" y="102081"/>
                </a:lnTo>
                <a:lnTo>
                  <a:pt x="440812" y="101904"/>
                </a:lnTo>
                <a:lnTo>
                  <a:pt x="442231" y="101741"/>
                </a:lnTo>
                <a:lnTo>
                  <a:pt x="443697" y="101593"/>
                </a:lnTo>
                <a:lnTo>
                  <a:pt x="445212" y="101459"/>
                </a:lnTo>
                <a:lnTo>
                  <a:pt x="446776" y="101340"/>
                </a:lnTo>
                <a:lnTo>
                  <a:pt x="448387" y="101236"/>
                </a:lnTo>
                <a:lnTo>
                  <a:pt x="450046" y="101146"/>
                </a:lnTo>
                <a:lnTo>
                  <a:pt x="451754" y="101071"/>
                </a:lnTo>
                <a:lnTo>
                  <a:pt x="453509" y="101010"/>
                </a:lnTo>
                <a:lnTo>
                  <a:pt x="455313" y="100964"/>
                </a:lnTo>
                <a:lnTo>
                  <a:pt x="457164" y="100933"/>
                </a:lnTo>
                <a:lnTo>
                  <a:pt x="459064" y="100916"/>
                </a:lnTo>
                <a:lnTo>
                  <a:pt x="459064" y="118653"/>
                </a:lnTo>
                <a:lnTo>
                  <a:pt x="458711" y="119118"/>
                </a:lnTo>
                <a:lnTo>
                  <a:pt x="458348" y="119580"/>
                </a:lnTo>
                <a:lnTo>
                  <a:pt x="457976" y="120036"/>
                </a:lnTo>
                <a:lnTo>
                  <a:pt x="457594" y="120489"/>
                </a:lnTo>
                <a:lnTo>
                  <a:pt x="457202" y="120937"/>
                </a:lnTo>
                <a:lnTo>
                  <a:pt x="456800" y="121381"/>
                </a:lnTo>
                <a:lnTo>
                  <a:pt x="456389" y="121821"/>
                </a:lnTo>
                <a:lnTo>
                  <a:pt x="455968" y="122256"/>
                </a:lnTo>
                <a:lnTo>
                  <a:pt x="455537" y="122688"/>
                </a:lnTo>
                <a:lnTo>
                  <a:pt x="455096" y="123115"/>
                </a:lnTo>
                <a:lnTo>
                  <a:pt x="454646" y="123537"/>
                </a:lnTo>
                <a:lnTo>
                  <a:pt x="454186" y="123956"/>
                </a:lnTo>
                <a:lnTo>
                  <a:pt x="453716" y="124370"/>
                </a:lnTo>
                <a:lnTo>
                  <a:pt x="453237" y="124780"/>
                </a:lnTo>
                <a:lnTo>
                  <a:pt x="452747" y="125185"/>
                </a:lnTo>
                <a:lnTo>
                  <a:pt x="452248" y="125587"/>
                </a:lnTo>
                <a:lnTo>
                  <a:pt x="451740" y="125984"/>
                </a:lnTo>
                <a:lnTo>
                  <a:pt x="451221" y="126376"/>
                </a:lnTo>
                <a:lnTo>
                  <a:pt x="450693" y="126765"/>
                </a:lnTo>
                <a:lnTo>
                  <a:pt x="450155" y="127149"/>
                </a:lnTo>
                <a:lnTo>
                  <a:pt x="449607" y="127529"/>
                </a:lnTo>
                <a:lnTo>
                  <a:pt x="449050" y="127905"/>
                </a:lnTo>
                <a:lnTo>
                  <a:pt x="448483" y="128276"/>
                </a:lnTo>
                <a:lnTo>
                  <a:pt x="447906" y="128643"/>
                </a:lnTo>
                <a:lnTo>
                  <a:pt x="447322" y="129000"/>
                </a:lnTo>
                <a:lnTo>
                  <a:pt x="446734" y="129342"/>
                </a:lnTo>
                <a:lnTo>
                  <a:pt x="446141" y="129669"/>
                </a:lnTo>
                <a:lnTo>
                  <a:pt x="445544" y="129981"/>
                </a:lnTo>
                <a:lnTo>
                  <a:pt x="444942" y="130277"/>
                </a:lnTo>
                <a:lnTo>
                  <a:pt x="444336" y="130558"/>
                </a:lnTo>
                <a:lnTo>
                  <a:pt x="443726" y="130824"/>
                </a:lnTo>
                <a:lnTo>
                  <a:pt x="443112" y="131075"/>
                </a:lnTo>
                <a:lnTo>
                  <a:pt x="442492" y="131310"/>
                </a:lnTo>
                <a:lnTo>
                  <a:pt x="441869" y="131531"/>
                </a:lnTo>
                <a:lnTo>
                  <a:pt x="441241" y="131736"/>
                </a:lnTo>
                <a:lnTo>
                  <a:pt x="440609" y="131926"/>
                </a:lnTo>
                <a:lnTo>
                  <a:pt x="439972" y="132101"/>
                </a:lnTo>
                <a:lnTo>
                  <a:pt x="439331" y="132260"/>
                </a:lnTo>
                <a:lnTo>
                  <a:pt x="438686" y="132405"/>
                </a:lnTo>
                <a:lnTo>
                  <a:pt x="438036" y="132534"/>
                </a:lnTo>
                <a:lnTo>
                  <a:pt x="437382" y="132648"/>
                </a:lnTo>
                <a:lnTo>
                  <a:pt x="436724" y="132747"/>
                </a:lnTo>
                <a:lnTo>
                  <a:pt x="436061" y="132830"/>
                </a:lnTo>
                <a:lnTo>
                  <a:pt x="435393" y="132898"/>
                </a:lnTo>
                <a:lnTo>
                  <a:pt x="434722" y="132952"/>
                </a:lnTo>
                <a:lnTo>
                  <a:pt x="434045" y="132990"/>
                </a:lnTo>
                <a:lnTo>
                  <a:pt x="433365" y="133012"/>
                </a:lnTo>
                <a:lnTo>
                  <a:pt x="432680" y="133020"/>
                </a:lnTo>
                <a:lnTo>
                  <a:pt x="432125" y="133014"/>
                </a:lnTo>
                <a:lnTo>
                  <a:pt x="431580" y="132997"/>
                </a:lnTo>
                <a:lnTo>
                  <a:pt x="431042" y="132967"/>
                </a:lnTo>
                <a:lnTo>
                  <a:pt x="430513" y="132927"/>
                </a:lnTo>
                <a:close/>
                <a:moveTo>
                  <a:pt x="711530" y="152846"/>
                </a:moveTo>
                <a:lnTo>
                  <a:pt x="712838" y="152743"/>
                </a:lnTo>
                <a:lnTo>
                  <a:pt x="714131" y="152618"/>
                </a:lnTo>
                <a:lnTo>
                  <a:pt x="715410" y="152470"/>
                </a:lnTo>
                <a:lnTo>
                  <a:pt x="716674" y="152299"/>
                </a:lnTo>
                <a:lnTo>
                  <a:pt x="717923" y="152105"/>
                </a:lnTo>
                <a:lnTo>
                  <a:pt x="719158" y="151889"/>
                </a:lnTo>
                <a:lnTo>
                  <a:pt x="720378" y="151650"/>
                </a:lnTo>
                <a:lnTo>
                  <a:pt x="721583" y="151388"/>
                </a:lnTo>
                <a:lnTo>
                  <a:pt x="722773" y="151103"/>
                </a:lnTo>
                <a:lnTo>
                  <a:pt x="723949" y="150795"/>
                </a:lnTo>
                <a:lnTo>
                  <a:pt x="725110" y="150465"/>
                </a:lnTo>
                <a:lnTo>
                  <a:pt x="726257" y="150112"/>
                </a:lnTo>
                <a:lnTo>
                  <a:pt x="727388" y="149736"/>
                </a:lnTo>
                <a:lnTo>
                  <a:pt x="728505" y="149337"/>
                </a:lnTo>
                <a:lnTo>
                  <a:pt x="729608" y="148916"/>
                </a:lnTo>
                <a:lnTo>
                  <a:pt x="730695" y="148471"/>
                </a:lnTo>
                <a:lnTo>
                  <a:pt x="731768" y="148004"/>
                </a:lnTo>
                <a:lnTo>
                  <a:pt x="732826" y="147514"/>
                </a:lnTo>
                <a:lnTo>
                  <a:pt x="733870" y="147002"/>
                </a:lnTo>
                <a:lnTo>
                  <a:pt x="734899" y="146466"/>
                </a:lnTo>
                <a:lnTo>
                  <a:pt x="735911" y="145909"/>
                </a:lnTo>
                <a:lnTo>
                  <a:pt x="736904" y="145331"/>
                </a:lnTo>
                <a:lnTo>
                  <a:pt x="737878" y="144733"/>
                </a:lnTo>
                <a:lnTo>
                  <a:pt x="738833" y="144114"/>
                </a:lnTo>
                <a:lnTo>
                  <a:pt x="739770" y="143475"/>
                </a:lnTo>
                <a:lnTo>
                  <a:pt x="740687" y="142816"/>
                </a:lnTo>
                <a:lnTo>
                  <a:pt x="741586" y="142136"/>
                </a:lnTo>
                <a:lnTo>
                  <a:pt x="742466" y="141435"/>
                </a:lnTo>
                <a:lnTo>
                  <a:pt x="743327" y="140714"/>
                </a:lnTo>
                <a:lnTo>
                  <a:pt x="744169" y="139973"/>
                </a:lnTo>
                <a:lnTo>
                  <a:pt x="744992" y="139211"/>
                </a:lnTo>
                <a:lnTo>
                  <a:pt x="745796" y="138428"/>
                </a:lnTo>
                <a:lnTo>
                  <a:pt x="746581" y="137625"/>
                </a:lnTo>
                <a:lnTo>
                  <a:pt x="747348" y="136802"/>
                </a:lnTo>
                <a:lnTo>
                  <a:pt x="748095" y="135958"/>
                </a:lnTo>
                <a:lnTo>
                  <a:pt x="748824" y="135094"/>
                </a:lnTo>
                <a:lnTo>
                  <a:pt x="749533" y="134210"/>
                </a:lnTo>
                <a:lnTo>
                  <a:pt x="750224" y="133305"/>
                </a:lnTo>
                <a:lnTo>
                  <a:pt x="750896" y="132379"/>
                </a:lnTo>
                <a:lnTo>
                  <a:pt x="751549" y="131433"/>
                </a:lnTo>
                <a:lnTo>
                  <a:pt x="752183" y="130467"/>
                </a:lnTo>
                <a:lnTo>
                  <a:pt x="752798" y="129480"/>
                </a:lnTo>
                <a:lnTo>
                  <a:pt x="753395" y="128472"/>
                </a:lnTo>
                <a:lnTo>
                  <a:pt x="753972" y="127444"/>
                </a:lnTo>
                <a:lnTo>
                  <a:pt x="754528" y="126397"/>
                </a:lnTo>
                <a:lnTo>
                  <a:pt x="755061" y="125331"/>
                </a:lnTo>
                <a:lnTo>
                  <a:pt x="755570" y="124248"/>
                </a:lnTo>
                <a:lnTo>
                  <a:pt x="756055" y="123146"/>
                </a:lnTo>
                <a:lnTo>
                  <a:pt x="756516" y="122026"/>
                </a:lnTo>
                <a:lnTo>
                  <a:pt x="756954" y="120887"/>
                </a:lnTo>
                <a:lnTo>
                  <a:pt x="757368" y="119731"/>
                </a:lnTo>
                <a:lnTo>
                  <a:pt x="757759" y="118557"/>
                </a:lnTo>
                <a:lnTo>
                  <a:pt x="758126" y="117364"/>
                </a:lnTo>
                <a:lnTo>
                  <a:pt x="758469" y="116153"/>
                </a:lnTo>
                <a:lnTo>
                  <a:pt x="758788" y="114924"/>
                </a:lnTo>
                <a:lnTo>
                  <a:pt x="759084" y="113677"/>
                </a:lnTo>
                <a:lnTo>
                  <a:pt x="759356" y="112412"/>
                </a:lnTo>
                <a:lnTo>
                  <a:pt x="759605" y="111128"/>
                </a:lnTo>
                <a:lnTo>
                  <a:pt x="759830" y="109826"/>
                </a:lnTo>
                <a:lnTo>
                  <a:pt x="760031" y="108507"/>
                </a:lnTo>
                <a:lnTo>
                  <a:pt x="760208" y="107169"/>
                </a:lnTo>
                <a:lnTo>
                  <a:pt x="760362" y="105813"/>
                </a:lnTo>
                <a:lnTo>
                  <a:pt x="760492" y="104438"/>
                </a:lnTo>
                <a:lnTo>
                  <a:pt x="760599" y="103046"/>
                </a:lnTo>
                <a:lnTo>
                  <a:pt x="760682" y="101636"/>
                </a:lnTo>
                <a:lnTo>
                  <a:pt x="760741" y="100207"/>
                </a:lnTo>
                <a:lnTo>
                  <a:pt x="760776" y="98760"/>
                </a:lnTo>
                <a:lnTo>
                  <a:pt x="760788" y="97295"/>
                </a:lnTo>
                <a:lnTo>
                  <a:pt x="760776" y="95803"/>
                </a:lnTo>
                <a:lnTo>
                  <a:pt x="760741" y="94329"/>
                </a:lnTo>
                <a:lnTo>
                  <a:pt x="760682" y="92875"/>
                </a:lnTo>
                <a:lnTo>
                  <a:pt x="760599" y="91439"/>
                </a:lnTo>
                <a:lnTo>
                  <a:pt x="760492" y="90021"/>
                </a:lnTo>
                <a:lnTo>
                  <a:pt x="760362" y="88623"/>
                </a:lnTo>
                <a:lnTo>
                  <a:pt x="760208" y="87243"/>
                </a:lnTo>
                <a:lnTo>
                  <a:pt x="760031" y="85882"/>
                </a:lnTo>
                <a:lnTo>
                  <a:pt x="759830" y="84539"/>
                </a:lnTo>
                <a:lnTo>
                  <a:pt x="759605" y="83216"/>
                </a:lnTo>
                <a:lnTo>
                  <a:pt x="759356" y="81911"/>
                </a:lnTo>
                <a:lnTo>
                  <a:pt x="759084" y="80625"/>
                </a:lnTo>
                <a:lnTo>
                  <a:pt x="758788" y="79357"/>
                </a:lnTo>
                <a:lnTo>
                  <a:pt x="758469" y="78108"/>
                </a:lnTo>
                <a:lnTo>
                  <a:pt x="758126" y="76878"/>
                </a:lnTo>
                <a:lnTo>
                  <a:pt x="757759" y="75667"/>
                </a:lnTo>
                <a:lnTo>
                  <a:pt x="757368" y="74474"/>
                </a:lnTo>
                <a:lnTo>
                  <a:pt x="756954" y="73301"/>
                </a:lnTo>
                <a:lnTo>
                  <a:pt x="756516" y="72145"/>
                </a:lnTo>
                <a:lnTo>
                  <a:pt x="756055" y="71009"/>
                </a:lnTo>
                <a:lnTo>
                  <a:pt x="755570" y="69891"/>
                </a:lnTo>
                <a:lnTo>
                  <a:pt x="755061" y="68793"/>
                </a:lnTo>
                <a:lnTo>
                  <a:pt x="754528" y="67712"/>
                </a:lnTo>
                <a:lnTo>
                  <a:pt x="753972" y="66651"/>
                </a:lnTo>
                <a:lnTo>
                  <a:pt x="753395" y="65609"/>
                </a:lnTo>
                <a:lnTo>
                  <a:pt x="752798" y="64588"/>
                </a:lnTo>
                <a:lnTo>
                  <a:pt x="752183" y="63588"/>
                </a:lnTo>
                <a:lnTo>
                  <a:pt x="751549" y="62608"/>
                </a:lnTo>
                <a:lnTo>
                  <a:pt x="750896" y="61650"/>
                </a:lnTo>
                <a:lnTo>
                  <a:pt x="750224" y="60712"/>
                </a:lnTo>
                <a:lnTo>
                  <a:pt x="749533" y="59796"/>
                </a:lnTo>
                <a:lnTo>
                  <a:pt x="748824" y="58900"/>
                </a:lnTo>
                <a:lnTo>
                  <a:pt x="748095" y="58025"/>
                </a:lnTo>
                <a:lnTo>
                  <a:pt x="747348" y="57171"/>
                </a:lnTo>
                <a:lnTo>
                  <a:pt x="746581" y="56338"/>
                </a:lnTo>
                <a:lnTo>
                  <a:pt x="745796" y="55525"/>
                </a:lnTo>
                <a:lnTo>
                  <a:pt x="744992" y="54734"/>
                </a:lnTo>
                <a:lnTo>
                  <a:pt x="744169" y="53963"/>
                </a:lnTo>
                <a:lnTo>
                  <a:pt x="743327" y="53214"/>
                </a:lnTo>
                <a:lnTo>
                  <a:pt x="742466" y="52485"/>
                </a:lnTo>
                <a:lnTo>
                  <a:pt x="741586" y="51777"/>
                </a:lnTo>
                <a:lnTo>
                  <a:pt x="740687" y="51090"/>
                </a:lnTo>
                <a:lnTo>
                  <a:pt x="739770" y="50423"/>
                </a:lnTo>
                <a:lnTo>
                  <a:pt x="738833" y="49778"/>
                </a:lnTo>
                <a:lnTo>
                  <a:pt x="737878" y="49154"/>
                </a:lnTo>
                <a:lnTo>
                  <a:pt x="736904" y="48550"/>
                </a:lnTo>
                <a:lnTo>
                  <a:pt x="735911" y="47967"/>
                </a:lnTo>
                <a:lnTo>
                  <a:pt x="734899" y="47406"/>
                </a:lnTo>
                <a:lnTo>
                  <a:pt x="733870" y="46865"/>
                </a:lnTo>
                <a:lnTo>
                  <a:pt x="732826" y="46348"/>
                </a:lnTo>
                <a:lnTo>
                  <a:pt x="731768" y="45854"/>
                </a:lnTo>
                <a:lnTo>
                  <a:pt x="730695" y="45383"/>
                </a:lnTo>
                <a:lnTo>
                  <a:pt x="729608" y="44935"/>
                </a:lnTo>
                <a:lnTo>
                  <a:pt x="728505" y="44509"/>
                </a:lnTo>
                <a:lnTo>
                  <a:pt x="727388" y="44107"/>
                </a:lnTo>
                <a:lnTo>
                  <a:pt x="726257" y="43728"/>
                </a:lnTo>
                <a:lnTo>
                  <a:pt x="725110" y="43371"/>
                </a:lnTo>
                <a:lnTo>
                  <a:pt x="723949" y="43038"/>
                </a:lnTo>
                <a:lnTo>
                  <a:pt x="722773" y="42728"/>
                </a:lnTo>
                <a:lnTo>
                  <a:pt x="721583" y="42441"/>
                </a:lnTo>
                <a:lnTo>
                  <a:pt x="720378" y="42176"/>
                </a:lnTo>
                <a:lnTo>
                  <a:pt x="719158" y="41935"/>
                </a:lnTo>
                <a:lnTo>
                  <a:pt x="717923" y="41716"/>
                </a:lnTo>
                <a:lnTo>
                  <a:pt x="716674" y="41521"/>
                </a:lnTo>
                <a:lnTo>
                  <a:pt x="715410" y="41349"/>
                </a:lnTo>
                <a:lnTo>
                  <a:pt x="714131" y="41199"/>
                </a:lnTo>
                <a:lnTo>
                  <a:pt x="712838" y="41073"/>
                </a:lnTo>
                <a:lnTo>
                  <a:pt x="711530" y="40969"/>
                </a:lnTo>
                <a:lnTo>
                  <a:pt x="710207" y="40889"/>
                </a:lnTo>
                <a:lnTo>
                  <a:pt x="708870" y="40831"/>
                </a:lnTo>
                <a:lnTo>
                  <a:pt x="707518" y="40797"/>
                </a:lnTo>
                <a:lnTo>
                  <a:pt x="706151" y="40785"/>
                </a:lnTo>
                <a:lnTo>
                  <a:pt x="704802" y="40797"/>
                </a:lnTo>
                <a:lnTo>
                  <a:pt x="703467" y="40831"/>
                </a:lnTo>
                <a:lnTo>
                  <a:pt x="702146" y="40889"/>
                </a:lnTo>
                <a:lnTo>
                  <a:pt x="700839" y="40969"/>
                </a:lnTo>
                <a:lnTo>
                  <a:pt x="699546" y="41073"/>
                </a:lnTo>
                <a:lnTo>
                  <a:pt x="698267" y="41199"/>
                </a:lnTo>
                <a:lnTo>
                  <a:pt x="697001" y="41349"/>
                </a:lnTo>
                <a:lnTo>
                  <a:pt x="695750" y="41521"/>
                </a:lnTo>
                <a:lnTo>
                  <a:pt x="694513" y="41716"/>
                </a:lnTo>
                <a:lnTo>
                  <a:pt x="693289" y="41935"/>
                </a:lnTo>
                <a:lnTo>
                  <a:pt x="692079" y="42176"/>
                </a:lnTo>
                <a:lnTo>
                  <a:pt x="690884" y="42441"/>
                </a:lnTo>
                <a:lnTo>
                  <a:pt x="689702" y="42728"/>
                </a:lnTo>
                <a:lnTo>
                  <a:pt x="688534" y="43038"/>
                </a:lnTo>
                <a:lnTo>
                  <a:pt x="687381" y="43371"/>
                </a:lnTo>
                <a:lnTo>
                  <a:pt x="686241" y="43728"/>
                </a:lnTo>
                <a:lnTo>
                  <a:pt x="685115" y="44107"/>
                </a:lnTo>
                <a:lnTo>
                  <a:pt x="684003" y="44509"/>
                </a:lnTo>
                <a:lnTo>
                  <a:pt x="682905" y="44935"/>
                </a:lnTo>
                <a:lnTo>
                  <a:pt x="681820" y="45383"/>
                </a:lnTo>
                <a:lnTo>
                  <a:pt x="680750" y="45854"/>
                </a:lnTo>
                <a:lnTo>
                  <a:pt x="679694" y="46348"/>
                </a:lnTo>
                <a:lnTo>
                  <a:pt x="678652" y="46865"/>
                </a:lnTo>
                <a:lnTo>
                  <a:pt x="677623" y="47406"/>
                </a:lnTo>
                <a:lnTo>
                  <a:pt x="676611" y="47967"/>
                </a:lnTo>
                <a:lnTo>
                  <a:pt x="675619" y="48550"/>
                </a:lnTo>
                <a:lnTo>
                  <a:pt x="674645" y="49154"/>
                </a:lnTo>
                <a:lnTo>
                  <a:pt x="673691" y="49778"/>
                </a:lnTo>
                <a:lnTo>
                  <a:pt x="672757" y="50423"/>
                </a:lnTo>
                <a:lnTo>
                  <a:pt x="671841" y="51090"/>
                </a:lnTo>
                <a:lnTo>
                  <a:pt x="670945" y="51777"/>
                </a:lnTo>
                <a:lnTo>
                  <a:pt x="670068" y="52485"/>
                </a:lnTo>
                <a:lnTo>
                  <a:pt x="669211" y="53214"/>
                </a:lnTo>
                <a:lnTo>
                  <a:pt x="668372" y="53963"/>
                </a:lnTo>
                <a:lnTo>
                  <a:pt x="667553" y="54734"/>
                </a:lnTo>
                <a:lnTo>
                  <a:pt x="666753" y="55525"/>
                </a:lnTo>
                <a:lnTo>
                  <a:pt x="665973" y="56338"/>
                </a:lnTo>
                <a:lnTo>
                  <a:pt x="665212" y="57171"/>
                </a:lnTo>
                <a:lnTo>
                  <a:pt x="664470" y="58025"/>
                </a:lnTo>
                <a:lnTo>
                  <a:pt x="663747" y="58900"/>
                </a:lnTo>
                <a:lnTo>
                  <a:pt x="663044" y="59796"/>
                </a:lnTo>
                <a:lnTo>
                  <a:pt x="662359" y="60712"/>
                </a:lnTo>
                <a:lnTo>
                  <a:pt x="661695" y="61650"/>
                </a:lnTo>
                <a:lnTo>
                  <a:pt x="661049" y="62608"/>
                </a:lnTo>
                <a:lnTo>
                  <a:pt x="660423" y="63588"/>
                </a:lnTo>
                <a:lnTo>
                  <a:pt x="659816" y="64588"/>
                </a:lnTo>
                <a:lnTo>
                  <a:pt x="659228" y="65609"/>
                </a:lnTo>
                <a:lnTo>
                  <a:pt x="658659" y="66651"/>
                </a:lnTo>
                <a:lnTo>
                  <a:pt x="658112" y="67712"/>
                </a:lnTo>
                <a:lnTo>
                  <a:pt x="657588" y="68793"/>
                </a:lnTo>
                <a:lnTo>
                  <a:pt x="657088" y="69891"/>
                </a:lnTo>
                <a:lnTo>
                  <a:pt x="656610" y="71009"/>
                </a:lnTo>
                <a:lnTo>
                  <a:pt x="656156" y="72145"/>
                </a:lnTo>
                <a:lnTo>
                  <a:pt x="655726" y="73301"/>
                </a:lnTo>
                <a:lnTo>
                  <a:pt x="655318" y="74474"/>
                </a:lnTo>
                <a:lnTo>
                  <a:pt x="654934" y="75667"/>
                </a:lnTo>
                <a:lnTo>
                  <a:pt x="654573" y="76878"/>
                </a:lnTo>
                <a:lnTo>
                  <a:pt x="654235" y="78108"/>
                </a:lnTo>
                <a:lnTo>
                  <a:pt x="653921" y="79357"/>
                </a:lnTo>
                <a:lnTo>
                  <a:pt x="653630" y="80625"/>
                </a:lnTo>
                <a:lnTo>
                  <a:pt x="653362" y="81911"/>
                </a:lnTo>
                <a:lnTo>
                  <a:pt x="653118" y="83216"/>
                </a:lnTo>
                <a:lnTo>
                  <a:pt x="652897" y="84539"/>
                </a:lnTo>
                <a:lnTo>
                  <a:pt x="652699" y="85882"/>
                </a:lnTo>
                <a:lnTo>
                  <a:pt x="652524" y="87243"/>
                </a:lnTo>
                <a:lnTo>
                  <a:pt x="652373" y="88623"/>
                </a:lnTo>
                <a:lnTo>
                  <a:pt x="652245" y="90021"/>
                </a:lnTo>
                <a:lnTo>
                  <a:pt x="652140" y="91439"/>
                </a:lnTo>
                <a:lnTo>
                  <a:pt x="652058" y="92875"/>
                </a:lnTo>
                <a:lnTo>
                  <a:pt x="652000" y="94329"/>
                </a:lnTo>
                <a:lnTo>
                  <a:pt x="651965" y="95803"/>
                </a:lnTo>
                <a:lnTo>
                  <a:pt x="651954" y="97295"/>
                </a:lnTo>
                <a:lnTo>
                  <a:pt x="651965" y="98760"/>
                </a:lnTo>
                <a:lnTo>
                  <a:pt x="652000" y="100207"/>
                </a:lnTo>
                <a:lnTo>
                  <a:pt x="652058" y="101636"/>
                </a:lnTo>
                <a:lnTo>
                  <a:pt x="652140" y="103046"/>
                </a:lnTo>
                <a:lnTo>
                  <a:pt x="652245" y="104438"/>
                </a:lnTo>
                <a:lnTo>
                  <a:pt x="652373" y="105813"/>
                </a:lnTo>
                <a:lnTo>
                  <a:pt x="652524" y="107169"/>
                </a:lnTo>
                <a:lnTo>
                  <a:pt x="652699" y="108507"/>
                </a:lnTo>
                <a:lnTo>
                  <a:pt x="652897" y="109826"/>
                </a:lnTo>
                <a:lnTo>
                  <a:pt x="653118" y="111128"/>
                </a:lnTo>
                <a:lnTo>
                  <a:pt x="653362" y="112412"/>
                </a:lnTo>
                <a:lnTo>
                  <a:pt x="653630" y="113677"/>
                </a:lnTo>
                <a:lnTo>
                  <a:pt x="653921" y="114924"/>
                </a:lnTo>
                <a:lnTo>
                  <a:pt x="654235" y="116153"/>
                </a:lnTo>
                <a:lnTo>
                  <a:pt x="654573" y="117364"/>
                </a:lnTo>
                <a:lnTo>
                  <a:pt x="654934" y="118557"/>
                </a:lnTo>
                <a:lnTo>
                  <a:pt x="655318" y="119731"/>
                </a:lnTo>
                <a:lnTo>
                  <a:pt x="655726" y="120887"/>
                </a:lnTo>
                <a:lnTo>
                  <a:pt x="656156" y="122026"/>
                </a:lnTo>
                <a:lnTo>
                  <a:pt x="656610" y="123146"/>
                </a:lnTo>
                <a:lnTo>
                  <a:pt x="657088" y="124248"/>
                </a:lnTo>
                <a:lnTo>
                  <a:pt x="657588" y="125331"/>
                </a:lnTo>
                <a:lnTo>
                  <a:pt x="658112" y="126397"/>
                </a:lnTo>
                <a:lnTo>
                  <a:pt x="658659" y="127444"/>
                </a:lnTo>
                <a:lnTo>
                  <a:pt x="659228" y="128472"/>
                </a:lnTo>
                <a:lnTo>
                  <a:pt x="659816" y="129480"/>
                </a:lnTo>
                <a:lnTo>
                  <a:pt x="660423" y="130467"/>
                </a:lnTo>
                <a:lnTo>
                  <a:pt x="661049" y="131433"/>
                </a:lnTo>
                <a:lnTo>
                  <a:pt x="661695" y="132379"/>
                </a:lnTo>
                <a:lnTo>
                  <a:pt x="662359" y="133305"/>
                </a:lnTo>
                <a:lnTo>
                  <a:pt x="663044" y="134210"/>
                </a:lnTo>
                <a:lnTo>
                  <a:pt x="663747" y="135094"/>
                </a:lnTo>
                <a:lnTo>
                  <a:pt x="664470" y="135958"/>
                </a:lnTo>
                <a:lnTo>
                  <a:pt x="665212" y="136802"/>
                </a:lnTo>
                <a:lnTo>
                  <a:pt x="665973" y="137625"/>
                </a:lnTo>
                <a:lnTo>
                  <a:pt x="666753" y="138428"/>
                </a:lnTo>
                <a:lnTo>
                  <a:pt x="667553" y="139211"/>
                </a:lnTo>
                <a:lnTo>
                  <a:pt x="668372" y="139973"/>
                </a:lnTo>
                <a:lnTo>
                  <a:pt x="669211" y="140714"/>
                </a:lnTo>
                <a:lnTo>
                  <a:pt x="670068" y="141435"/>
                </a:lnTo>
                <a:lnTo>
                  <a:pt x="670945" y="142136"/>
                </a:lnTo>
                <a:lnTo>
                  <a:pt x="671841" y="142816"/>
                </a:lnTo>
                <a:lnTo>
                  <a:pt x="672757" y="143475"/>
                </a:lnTo>
                <a:lnTo>
                  <a:pt x="673691" y="144114"/>
                </a:lnTo>
                <a:lnTo>
                  <a:pt x="674645" y="144733"/>
                </a:lnTo>
                <a:lnTo>
                  <a:pt x="675619" y="145331"/>
                </a:lnTo>
                <a:lnTo>
                  <a:pt x="676611" y="145909"/>
                </a:lnTo>
                <a:lnTo>
                  <a:pt x="677623" y="146466"/>
                </a:lnTo>
                <a:lnTo>
                  <a:pt x="678652" y="147002"/>
                </a:lnTo>
                <a:lnTo>
                  <a:pt x="679694" y="147514"/>
                </a:lnTo>
                <a:lnTo>
                  <a:pt x="680750" y="148004"/>
                </a:lnTo>
                <a:lnTo>
                  <a:pt x="681820" y="148471"/>
                </a:lnTo>
                <a:lnTo>
                  <a:pt x="682905" y="148916"/>
                </a:lnTo>
                <a:lnTo>
                  <a:pt x="684003" y="149337"/>
                </a:lnTo>
                <a:lnTo>
                  <a:pt x="685115" y="149736"/>
                </a:lnTo>
                <a:lnTo>
                  <a:pt x="686241" y="150112"/>
                </a:lnTo>
                <a:lnTo>
                  <a:pt x="687381" y="150465"/>
                </a:lnTo>
                <a:lnTo>
                  <a:pt x="688534" y="150795"/>
                </a:lnTo>
                <a:lnTo>
                  <a:pt x="689702" y="151103"/>
                </a:lnTo>
                <a:lnTo>
                  <a:pt x="690884" y="151388"/>
                </a:lnTo>
                <a:lnTo>
                  <a:pt x="692079" y="151650"/>
                </a:lnTo>
                <a:lnTo>
                  <a:pt x="693289" y="151889"/>
                </a:lnTo>
                <a:lnTo>
                  <a:pt x="694513" y="152105"/>
                </a:lnTo>
                <a:lnTo>
                  <a:pt x="695750" y="152299"/>
                </a:lnTo>
                <a:lnTo>
                  <a:pt x="697001" y="152470"/>
                </a:lnTo>
                <a:lnTo>
                  <a:pt x="698267" y="152618"/>
                </a:lnTo>
                <a:lnTo>
                  <a:pt x="699546" y="152743"/>
                </a:lnTo>
                <a:lnTo>
                  <a:pt x="700839" y="152846"/>
                </a:lnTo>
                <a:lnTo>
                  <a:pt x="702146" y="152926"/>
                </a:lnTo>
                <a:lnTo>
                  <a:pt x="703467" y="152982"/>
                </a:lnTo>
                <a:lnTo>
                  <a:pt x="704802" y="153017"/>
                </a:lnTo>
                <a:lnTo>
                  <a:pt x="706151" y="153028"/>
                </a:lnTo>
                <a:lnTo>
                  <a:pt x="707518" y="153017"/>
                </a:lnTo>
                <a:lnTo>
                  <a:pt x="708870" y="152982"/>
                </a:lnTo>
                <a:lnTo>
                  <a:pt x="710207" y="152926"/>
                </a:lnTo>
                <a:lnTo>
                  <a:pt x="711530" y="152846"/>
                </a:lnTo>
                <a:close/>
                <a:moveTo>
                  <a:pt x="703148" y="130695"/>
                </a:moveTo>
                <a:lnTo>
                  <a:pt x="702432" y="130624"/>
                </a:lnTo>
                <a:lnTo>
                  <a:pt x="701730" y="130538"/>
                </a:lnTo>
                <a:lnTo>
                  <a:pt x="701041" y="130435"/>
                </a:lnTo>
                <a:lnTo>
                  <a:pt x="700367" y="130317"/>
                </a:lnTo>
                <a:lnTo>
                  <a:pt x="699707" y="130183"/>
                </a:lnTo>
                <a:lnTo>
                  <a:pt x="699061" y="130033"/>
                </a:lnTo>
                <a:lnTo>
                  <a:pt x="698428" y="129867"/>
                </a:lnTo>
                <a:lnTo>
                  <a:pt x="697810" y="129686"/>
                </a:lnTo>
                <a:lnTo>
                  <a:pt x="697205" y="129489"/>
                </a:lnTo>
                <a:lnTo>
                  <a:pt x="696615" y="129276"/>
                </a:lnTo>
                <a:lnTo>
                  <a:pt x="696038" y="129047"/>
                </a:lnTo>
                <a:lnTo>
                  <a:pt x="695475" y="128803"/>
                </a:lnTo>
                <a:lnTo>
                  <a:pt x="694926" y="128543"/>
                </a:lnTo>
                <a:lnTo>
                  <a:pt x="694391" y="128267"/>
                </a:lnTo>
                <a:lnTo>
                  <a:pt x="693870" y="127975"/>
                </a:lnTo>
                <a:lnTo>
                  <a:pt x="693363" y="127667"/>
                </a:lnTo>
                <a:lnTo>
                  <a:pt x="692870" y="127344"/>
                </a:lnTo>
                <a:lnTo>
                  <a:pt x="692391" y="127005"/>
                </a:lnTo>
                <a:lnTo>
                  <a:pt x="691926" y="126650"/>
                </a:lnTo>
                <a:lnTo>
                  <a:pt x="691475" y="126280"/>
                </a:lnTo>
                <a:lnTo>
                  <a:pt x="691036" y="125896"/>
                </a:lnTo>
                <a:lnTo>
                  <a:pt x="690608" y="125501"/>
                </a:lnTo>
                <a:lnTo>
                  <a:pt x="690191" y="125096"/>
                </a:lnTo>
                <a:lnTo>
                  <a:pt x="689785" y="124680"/>
                </a:lnTo>
                <a:lnTo>
                  <a:pt x="689389" y="124254"/>
                </a:lnTo>
                <a:lnTo>
                  <a:pt x="689005" y="123816"/>
                </a:lnTo>
                <a:lnTo>
                  <a:pt x="688631" y="123368"/>
                </a:lnTo>
                <a:lnTo>
                  <a:pt x="688268" y="122910"/>
                </a:lnTo>
                <a:lnTo>
                  <a:pt x="687917" y="122440"/>
                </a:lnTo>
                <a:lnTo>
                  <a:pt x="687576" y="121960"/>
                </a:lnTo>
                <a:lnTo>
                  <a:pt x="687245" y="121469"/>
                </a:lnTo>
                <a:lnTo>
                  <a:pt x="686926" y="120968"/>
                </a:lnTo>
                <a:lnTo>
                  <a:pt x="686618" y="120455"/>
                </a:lnTo>
                <a:lnTo>
                  <a:pt x="686320" y="119933"/>
                </a:lnTo>
                <a:lnTo>
                  <a:pt x="686034" y="119399"/>
                </a:lnTo>
                <a:lnTo>
                  <a:pt x="685758" y="118855"/>
                </a:lnTo>
                <a:lnTo>
                  <a:pt x="685493" y="118300"/>
                </a:lnTo>
                <a:lnTo>
                  <a:pt x="685239" y="117734"/>
                </a:lnTo>
                <a:lnTo>
                  <a:pt x="684996" y="117157"/>
                </a:lnTo>
                <a:lnTo>
                  <a:pt x="684764" y="116570"/>
                </a:lnTo>
                <a:lnTo>
                  <a:pt x="684543" y="115973"/>
                </a:lnTo>
                <a:lnTo>
                  <a:pt x="684332" y="115364"/>
                </a:lnTo>
                <a:lnTo>
                  <a:pt x="684133" y="114745"/>
                </a:lnTo>
                <a:lnTo>
                  <a:pt x="683944" y="114115"/>
                </a:lnTo>
                <a:lnTo>
                  <a:pt x="683765" y="113477"/>
                </a:lnTo>
                <a:lnTo>
                  <a:pt x="683593" y="112833"/>
                </a:lnTo>
                <a:lnTo>
                  <a:pt x="683429" y="112185"/>
                </a:lnTo>
                <a:lnTo>
                  <a:pt x="683272" y="111530"/>
                </a:lnTo>
                <a:lnTo>
                  <a:pt x="683124" y="110870"/>
                </a:lnTo>
                <a:lnTo>
                  <a:pt x="682982" y="110205"/>
                </a:lnTo>
                <a:lnTo>
                  <a:pt x="682849" y="109534"/>
                </a:lnTo>
                <a:lnTo>
                  <a:pt x="682723" y="108858"/>
                </a:lnTo>
                <a:lnTo>
                  <a:pt x="682604" y="108177"/>
                </a:lnTo>
                <a:lnTo>
                  <a:pt x="682494" y="107490"/>
                </a:lnTo>
                <a:lnTo>
                  <a:pt x="682391" y="106797"/>
                </a:lnTo>
                <a:lnTo>
                  <a:pt x="682295" y="106099"/>
                </a:lnTo>
                <a:lnTo>
                  <a:pt x="682207" y="105396"/>
                </a:lnTo>
                <a:lnTo>
                  <a:pt x="682127" y="104687"/>
                </a:lnTo>
                <a:lnTo>
                  <a:pt x="682055" y="103973"/>
                </a:lnTo>
                <a:lnTo>
                  <a:pt x="681990" y="103253"/>
                </a:lnTo>
                <a:lnTo>
                  <a:pt x="681933" y="102528"/>
                </a:lnTo>
                <a:lnTo>
                  <a:pt x="681883" y="101797"/>
                </a:lnTo>
                <a:lnTo>
                  <a:pt x="681841" y="101061"/>
                </a:lnTo>
                <a:lnTo>
                  <a:pt x="681807" y="100319"/>
                </a:lnTo>
                <a:lnTo>
                  <a:pt x="681780" y="99572"/>
                </a:lnTo>
                <a:lnTo>
                  <a:pt x="681761" y="98820"/>
                </a:lnTo>
                <a:lnTo>
                  <a:pt x="681749" y="98062"/>
                </a:lnTo>
                <a:lnTo>
                  <a:pt x="681746" y="97298"/>
                </a:lnTo>
                <a:lnTo>
                  <a:pt x="681749" y="96516"/>
                </a:lnTo>
                <a:lnTo>
                  <a:pt x="681761" y="95740"/>
                </a:lnTo>
                <a:lnTo>
                  <a:pt x="681780" y="94970"/>
                </a:lnTo>
                <a:lnTo>
                  <a:pt x="681807" y="94205"/>
                </a:lnTo>
                <a:lnTo>
                  <a:pt x="681841" y="93446"/>
                </a:lnTo>
                <a:lnTo>
                  <a:pt x="681883" y="92694"/>
                </a:lnTo>
                <a:lnTo>
                  <a:pt x="681933" y="91947"/>
                </a:lnTo>
                <a:lnTo>
                  <a:pt x="681990" y="91205"/>
                </a:lnTo>
                <a:lnTo>
                  <a:pt x="682055" y="90470"/>
                </a:lnTo>
                <a:lnTo>
                  <a:pt x="682127" y="89741"/>
                </a:lnTo>
                <a:lnTo>
                  <a:pt x="682207" y="89017"/>
                </a:lnTo>
                <a:lnTo>
                  <a:pt x="682295" y="88299"/>
                </a:lnTo>
                <a:lnTo>
                  <a:pt x="682391" y="87587"/>
                </a:lnTo>
                <a:lnTo>
                  <a:pt x="682494" y="86881"/>
                </a:lnTo>
                <a:lnTo>
                  <a:pt x="682604" y="86181"/>
                </a:lnTo>
                <a:lnTo>
                  <a:pt x="682723" y="85487"/>
                </a:lnTo>
                <a:lnTo>
                  <a:pt x="682849" y="84798"/>
                </a:lnTo>
                <a:lnTo>
                  <a:pt x="682982" y="84115"/>
                </a:lnTo>
                <a:lnTo>
                  <a:pt x="683124" y="83438"/>
                </a:lnTo>
                <a:lnTo>
                  <a:pt x="683272" y="82767"/>
                </a:lnTo>
                <a:lnTo>
                  <a:pt x="683429" y="82102"/>
                </a:lnTo>
                <a:lnTo>
                  <a:pt x="683593" y="81443"/>
                </a:lnTo>
                <a:lnTo>
                  <a:pt x="683765" y="80789"/>
                </a:lnTo>
                <a:lnTo>
                  <a:pt x="683944" y="80142"/>
                </a:lnTo>
                <a:lnTo>
                  <a:pt x="684133" y="79503"/>
                </a:lnTo>
                <a:lnTo>
                  <a:pt x="684332" y="78874"/>
                </a:lnTo>
                <a:lnTo>
                  <a:pt x="684543" y="78257"/>
                </a:lnTo>
                <a:lnTo>
                  <a:pt x="684764" y="77650"/>
                </a:lnTo>
                <a:lnTo>
                  <a:pt x="684996" y="77055"/>
                </a:lnTo>
                <a:lnTo>
                  <a:pt x="685239" y="76470"/>
                </a:lnTo>
                <a:lnTo>
                  <a:pt x="685493" y="75896"/>
                </a:lnTo>
                <a:lnTo>
                  <a:pt x="685758" y="75333"/>
                </a:lnTo>
                <a:lnTo>
                  <a:pt x="686034" y="74781"/>
                </a:lnTo>
                <a:lnTo>
                  <a:pt x="686320" y="74240"/>
                </a:lnTo>
                <a:lnTo>
                  <a:pt x="686618" y="73710"/>
                </a:lnTo>
                <a:lnTo>
                  <a:pt x="686926" y="73190"/>
                </a:lnTo>
                <a:lnTo>
                  <a:pt x="687245" y="72682"/>
                </a:lnTo>
                <a:lnTo>
                  <a:pt x="687576" y="72184"/>
                </a:lnTo>
                <a:lnTo>
                  <a:pt x="687917" y="71698"/>
                </a:lnTo>
                <a:lnTo>
                  <a:pt x="688268" y="71222"/>
                </a:lnTo>
                <a:lnTo>
                  <a:pt x="688631" y="70757"/>
                </a:lnTo>
                <a:lnTo>
                  <a:pt x="689005" y="70303"/>
                </a:lnTo>
                <a:lnTo>
                  <a:pt x="689389" y="69860"/>
                </a:lnTo>
                <a:lnTo>
                  <a:pt x="689785" y="69428"/>
                </a:lnTo>
                <a:lnTo>
                  <a:pt x="690191" y="69007"/>
                </a:lnTo>
                <a:lnTo>
                  <a:pt x="690608" y="68597"/>
                </a:lnTo>
                <a:lnTo>
                  <a:pt x="691036" y="68197"/>
                </a:lnTo>
                <a:lnTo>
                  <a:pt x="691475" y="67809"/>
                </a:lnTo>
                <a:lnTo>
                  <a:pt x="691926" y="67434"/>
                </a:lnTo>
                <a:lnTo>
                  <a:pt x="692391" y="67074"/>
                </a:lnTo>
                <a:lnTo>
                  <a:pt x="692870" y="66731"/>
                </a:lnTo>
                <a:lnTo>
                  <a:pt x="693363" y="66404"/>
                </a:lnTo>
                <a:lnTo>
                  <a:pt x="693870" y="66093"/>
                </a:lnTo>
                <a:lnTo>
                  <a:pt x="694391" y="65798"/>
                </a:lnTo>
                <a:lnTo>
                  <a:pt x="694926" y="65518"/>
                </a:lnTo>
                <a:lnTo>
                  <a:pt x="695475" y="65255"/>
                </a:lnTo>
                <a:lnTo>
                  <a:pt x="696038" y="65008"/>
                </a:lnTo>
                <a:lnTo>
                  <a:pt x="696615" y="64776"/>
                </a:lnTo>
                <a:lnTo>
                  <a:pt x="697205" y="64561"/>
                </a:lnTo>
                <a:lnTo>
                  <a:pt x="697810" y="64361"/>
                </a:lnTo>
                <a:lnTo>
                  <a:pt x="698428" y="64178"/>
                </a:lnTo>
                <a:lnTo>
                  <a:pt x="699061" y="64010"/>
                </a:lnTo>
                <a:lnTo>
                  <a:pt x="699707" y="63858"/>
                </a:lnTo>
                <a:lnTo>
                  <a:pt x="700367" y="63723"/>
                </a:lnTo>
                <a:lnTo>
                  <a:pt x="701041" y="63603"/>
                </a:lnTo>
                <a:lnTo>
                  <a:pt x="701730" y="63499"/>
                </a:lnTo>
                <a:lnTo>
                  <a:pt x="702432" y="63412"/>
                </a:lnTo>
                <a:lnTo>
                  <a:pt x="703148" y="63340"/>
                </a:lnTo>
                <a:lnTo>
                  <a:pt x="703878" y="63284"/>
                </a:lnTo>
                <a:lnTo>
                  <a:pt x="704621" y="63244"/>
                </a:lnTo>
                <a:lnTo>
                  <a:pt x="705379" y="63220"/>
                </a:lnTo>
                <a:lnTo>
                  <a:pt x="706151" y="63212"/>
                </a:lnTo>
                <a:lnTo>
                  <a:pt x="706941" y="63220"/>
                </a:lnTo>
                <a:lnTo>
                  <a:pt x="707716" y="63244"/>
                </a:lnTo>
                <a:lnTo>
                  <a:pt x="708478" y="63284"/>
                </a:lnTo>
                <a:lnTo>
                  <a:pt x="709225" y="63340"/>
                </a:lnTo>
                <a:lnTo>
                  <a:pt x="709957" y="63412"/>
                </a:lnTo>
                <a:lnTo>
                  <a:pt x="710675" y="63499"/>
                </a:lnTo>
                <a:lnTo>
                  <a:pt x="711379" y="63603"/>
                </a:lnTo>
                <a:lnTo>
                  <a:pt x="712069" y="63723"/>
                </a:lnTo>
                <a:lnTo>
                  <a:pt x="712744" y="63858"/>
                </a:lnTo>
                <a:lnTo>
                  <a:pt x="713405" y="64010"/>
                </a:lnTo>
                <a:lnTo>
                  <a:pt x="714052" y="64178"/>
                </a:lnTo>
                <a:lnTo>
                  <a:pt x="714685" y="64361"/>
                </a:lnTo>
                <a:lnTo>
                  <a:pt x="715303" y="64561"/>
                </a:lnTo>
                <a:lnTo>
                  <a:pt x="715906" y="64776"/>
                </a:lnTo>
                <a:lnTo>
                  <a:pt x="716496" y="65008"/>
                </a:lnTo>
                <a:lnTo>
                  <a:pt x="717071" y="65255"/>
                </a:lnTo>
                <a:lnTo>
                  <a:pt x="717632" y="65518"/>
                </a:lnTo>
                <a:lnTo>
                  <a:pt x="718178" y="65798"/>
                </a:lnTo>
                <a:lnTo>
                  <a:pt x="718711" y="66093"/>
                </a:lnTo>
                <a:lnTo>
                  <a:pt x="719228" y="66404"/>
                </a:lnTo>
                <a:lnTo>
                  <a:pt x="719732" y="66731"/>
                </a:lnTo>
                <a:lnTo>
                  <a:pt x="720221" y="67074"/>
                </a:lnTo>
                <a:lnTo>
                  <a:pt x="720696" y="67434"/>
                </a:lnTo>
                <a:lnTo>
                  <a:pt x="721157" y="67809"/>
                </a:lnTo>
                <a:lnTo>
                  <a:pt x="721605" y="68197"/>
                </a:lnTo>
                <a:lnTo>
                  <a:pt x="722042" y="68597"/>
                </a:lnTo>
                <a:lnTo>
                  <a:pt x="722468" y="69007"/>
                </a:lnTo>
                <a:lnTo>
                  <a:pt x="722882" y="69428"/>
                </a:lnTo>
                <a:lnTo>
                  <a:pt x="723286" y="69860"/>
                </a:lnTo>
                <a:lnTo>
                  <a:pt x="723679" y="70303"/>
                </a:lnTo>
                <a:lnTo>
                  <a:pt x="724060" y="70757"/>
                </a:lnTo>
                <a:lnTo>
                  <a:pt x="724431" y="71222"/>
                </a:lnTo>
                <a:lnTo>
                  <a:pt x="724790" y="71698"/>
                </a:lnTo>
                <a:lnTo>
                  <a:pt x="725138" y="72184"/>
                </a:lnTo>
                <a:lnTo>
                  <a:pt x="725475" y="72682"/>
                </a:lnTo>
                <a:lnTo>
                  <a:pt x="725802" y="73190"/>
                </a:lnTo>
                <a:lnTo>
                  <a:pt x="726117" y="73710"/>
                </a:lnTo>
                <a:lnTo>
                  <a:pt x="726421" y="74240"/>
                </a:lnTo>
                <a:lnTo>
                  <a:pt x="726714" y="74781"/>
                </a:lnTo>
                <a:lnTo>
                  <a:pt x="726996" y="75333"/>
                </a:lnTo>
                <a:lnTo>
                  <a:pt x="727266" y="75896"/>
                </a:lnTo>
                <a:lnTo>
                  <a:pt x="727526" y="76470"/>
                </a:lnTo>
                <a:lnTo>
                  <a:pt x="727775" y="77055"/>
                </a:lnTo>
                <a:lnTo>
                  <a:pt x="728013" y="77650"/>
                </a:lnTo>
                <a:lnTo>
                  <a:pt x="728239" y="78257"/>
                </a:lnTo>
                <a:lnTo>
                  <a:pt x="728455" y="78874"/>
                </a:lnTo>
                <a:lnTo>
                  <a:pt x="728659" y="79503"/>
                </a:lnTo>
                <a:lnTo>
                  <a:pt x="728852" y="80142"/>
                </a:lnTo>
                <a:lnTo>
                  <a:pt x="729036" y="80789"/>
                </a:lnTo>
                <a:lnTo>
                  <a:pt x="729212" y="81443"/>
                </a:lnTo>
                <a:lnTo>
                  <a:pt x="729380" y="82102"/>
                </a:lnTo>
                <a:lnTo>
                  <a:pt x="729541" y="82767"/>
                </a:lnTo>
                <a:lnTo>
                  <a:pt x="729694" y="83438"/>
                </a:lnTo>
                <a:lnTo>
                  <a:pt x="729838" y="84115"/>
                </a:lnTo>
                <a:lnTo>
                  <a:pt x="729975" y="84798"/>
                </a:lnTo>
                <a:lnTo>
                  <a:pt x="730104" y="85487"/>
                </a:lnTo>
                <a:lnTo>
                  <a:pt x="730226" y="86181"/>
                </a:lnTo>
                <a:lnTo>
                  <a:pt x="730339" y="86881"/>
                </a:lnTo>
                <a:lnTo>
                  <a:pt x="730445" y="87587"/>
                </a:lnTo>
                <a:lnTo>
                  <a:pt x="730543" y="88299"/>
                </a:lnTo>
                <a:lnTo>
                  <a:pt x="730633" y="89017"/>
                </a:lnTo>
                <a:lnTo>
                  <a:pt x="730715" y="89741"/>
                </a:lnTo>
                <a:lnTo>
                  <a:pt x="730789" y="90470"/>
                </a:lnTo>
                <a:lnTo>
                  <a:pt x="730856" y="91205"/>
                </a:lnTo>
                <a:lnTo>
                  <a:pt x="730914" y="91947"/>
                </a:lnTo>
                <a:lnTo>
                  <a:pt x="730965" y="92694"/>
                </a:lnTo>
                <a:lnTo>
                  <a:pt x="731008" y="93446"/>
                </a:lnTo>
                <a:lnTo>
                  <a:pt x="731043" y="94205"/>
                </a:lnTo>
                <a:lnTo>
                  <a:pt x="731071" y="94970"/>
                </a:lnTo>
                <a:lnTo>
                  <a:pt x="731090" y="95740"/>
                </a:lnTo>
                <a:lnTo>
                  <a:pt x="731102" y="96516"/>
                </a:lnTo>
                <a:lnTo>
                  <a:pt x="731106" y="97298"/>
                </a:lnTo>
                <a:lnTo>
                  <a:pt x="731102" y="98062"/>
                </a:lnTo>
                <a:lnTo>
                  <a:pt x="731090" y="98820"/>
                </a:lnTo>
                <a:lnTo>
                  <a:pt x="731071" y="99572"/>
                </a:lnTo>
                <a:lnTo>
                  <a:pt x="731043" y="100319"/>
                </a:lnTo>
                <a:lnTo>
                  <a:pt x="731008" y="101061"/>
                </a:lnTo>
                <a:lnTo>
                  <a:pt x="730965" y="101797"/>
                </a:lnTo>
                <a:lnTo>
                  <a:pt x="730914" y="102528"/>
                </a:lnTo>
                <a:lnTo>
                  <a:pt x="730856" y="103253"/>
                </a:lnTo>
                <a:lnTo>
                  <a:pt x="730789" y="103973"/>
                </a:lnTo>
                <a:lnTo>
                  <a:pt x="730715" y="104687"/>
                </a:lnTo>
                <a:lnTo>
                  <a:pt x="730633" y="105396"/>
                </a:lnTo>
                <a:lnTo>
                  <a:pt x="730543" y="106099"/>
                </a:lnTo>
                <a:lnTo>
                  <a:pt x="730445" y="106797"/>
                </a:lnTo>
                <a:lnTo>
                  <a:pt x="730339" y="107490"/>
                </a:lnTo>
                <a:lnTo>
                  <a:pt x="730226" y="108177"/>
                </a:lnTo>
                <a:lnTo>
                  <a:pt x="730104" y="108858"/>
                </a:lnTo>
                <a:lnTo>
                  <a:pt x="729975" y="109534"/>
                </a:lnTo>
                <a:lnTo>
                  <a:pt x="729838" y="110205"/>
                </a:lnTo>
                <a:lnTo>
                  <a:pt x="729694" y="110870"/>
                </a:lnTo>
                <a:lnTo>
                  <a:pt x="729541" y="111530"/>
                </a:lnTo>
                <a:lnTo>
                  <a:pt x="729380" y="112185"/>
                </a:lnTo>
                <a:lnTo>
                  <a:pt x="729212" y="112833"/>
                </a:lnTo>
                <a:lnTo>
                  <a:pt x="729036" y="113477"/>
                </a:lnTo>
                <a:lnTo>
                  <a:pt x="728852" y="114115"/>
                </a:lnTo>
                <a:lnTo>
                  <a:pt x="728659" y="114745"/>
                </a:lnTo>
                <a:lnTo>
                  <a:pt x="728455" y="115364"/>
                </a:lnTo>
                <a:lnTo>
                  <a:pt x="728239" y="115973"/>
                </a:lnTo>
                <a:lnTo>
                  <a:pt x="728013" y="116570"/>
                </a:lnTo>
                <a:lnTo>
                  <a:pt x="727775" y="117157"/>
                </a:lnTo>
                <a:lnTo>
                  <a:pt x="727526" y="117734"/>
                </a:lnTo>
                <a:lnTo>
                  <a:pt x="727266" y="118300"/>
                </a:lnTo>
                <a:lnTo>
                  <a:pt x="726996" y="118855"/>
                </a:lnTo>
                <a:lnTo>
                  <a:pt x="726714" y="119399"/>
                </a:lnTo>
                <a:lnTo>
                  <a:pt x="726421" y="119933"/>
                </a:lnTo>
                <a:lnTo>
                  <a:pt x="726117" y="120455"/>
                </a:lnTo>
                <a:lnTo>
                  <a:pt x="725802" y="120968"/>
                </a:lnTo>
                <a:lnTo>
                  <a:pt x="725475" y="121469"/>
                </a:lnTo>
                <a:lnTo>
                  <a:pt x="725138" y="121960"/>
                </a:lnTo>
                <a:lnTo>
                  <a:pt x="724790" y="122440"/>
                </a:lnTo>
                <a:lnTo>
                  <a:pt x="724431" y="122910"/>
                </a:lnTo>
                <a:lnTo>
                  <a:pt x="724060" y="123368"/>
                </a:lnTo>
                <a:lnTo>
                  <a:pt x="723679" y="123816"/>
                </a:lnTo>
                <a:lnTo>
                  <a:pt x="723286" y="124254"/>
                </a:lnTo>
                <a:lnTo>
                  <a:pt x="722882" y="124680"/>
                </a:lnTo>
                <a:lnTo>
                  <a:pt x="722468" y="125096"/>
                </a:lnTo>
                <a:lnTo>
                  <a:pt x="722042" y="125501"/>
                </a:lnTo>
                <a:lnTo>
                  <a:pt x="721605" y="125896"/>
                </a:lnTo>
                <a:lnTo>
                  <a:pt x="721157" y="126280"/>
                </a:lnTo>
                <a:lnTo>
                  <a:pt x="720696" y="126650"/>
                </a:lnTo>
                <a:lnTo>
                  <a:pt x="720221" y="127005"/>
                </a:lnTo>
                <a:lnTo>
                  <a:pt x="719732" y="127344"/>
                </a:lnTo>
                <a:lnTo>
                  <a:pt x="719228" y="127667"/>
                </a:lnTo>
                <a:lnTo>
                  <a:pt x="718711" y="127975"/>
                </a:lnTo>
                <a:lnTo>
                  <a:pt x="718178" y="128267"/>
                </a:lnTo>
                <a:lnTo>
                  <a:pt x="717632" y="128543"/>
                </a:lnTo>
                <a:lnTo>
                  <a:pt x="717071" y="128803"/>
                </a:lnTo>
                <a:lnTo>
                  <a:pt x="716496" y="129047"/>
                </a:lnTo>
                <a:lnTo>
                  <a:pt x="715906" y="129276"/>
                </a:lnTo>
                <a:lnTo>
                  <a:pt x="715303" y="129489"/>
                </a:lnTo>
                <a:lnTo>
                  <a:pt x="714685" y="129686"/>
                </a:lnTo>
                <a:lnTo>
                  <a:pt x="714052" y="129867"/>
                </a:lnTo>
                <a:lnTo>
                  <a:pt x="713405" y="130033"/>
                </a:lnTo>
                <a:lnTo>
                  <a:pt x="712744" y="130183"/>
                </a:lnTo>
                <a:lnTo>
                  <a:pt x="712069" y="130317"/>
                </a:lnTo>
                <a:lnTo>
                  <a:pt x="711379" y="130435"/>
                </a:lnTo>
                <a:lnTo>
                  <a:pt x="710675" y="130538"/>
                </a:lnTo>
                <a:lnTo>
                  <a:pt x="709957" y="130624"/>
                </a:lnTo>
                <a:lnTo>
                  <a:pt x="709225" y="130695"/>
                </a:lnTo>
                <a:lnTo>
                  <a:pt x="708478" y="130750"/>
                </a:lnTo>
                <a:lnTo>
                  <a:pt x="707716" y="130790"/>
                </a:lnTo>
                <a:lnTo>
                  <a:pt x="706941" y="130814"/>
                </a:lnTo>
                <a:lnTo>
                  <a:pt x="706151" y="130821"/>
                </a:lnTo>
                <a:lnTo>
                  <a:pt x="705379" y="130814"/>
                </a:lnTo>
                <a:lnTo>
                  <a:pt x="704621" y="130790"/>
                </a:lnTo>
                <a:lnTo>
                  <a:pt x="703878" y="130750"/>
                </a:lnTo>
                <a:lnTo>
                  <a:pt x="703148" y="130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dc8eecd6c4e1e"/>
          <a:stretch xmlns:a="http://schemas.openxmlformats.org/drawingml/2006/main"/>
        </p:blipFill>
        <p:spPr>
          <a:xfrm xmlns:a="http://schemas.openxmlformats.org/drawingml/2006/main">
            <a:off x="10021062" y="954818"/>
            <a:ext cx="1121630" cy="1121630"/>
          </a:xfrm>
          <a:prstGeom xmlns:a="http://schemas.openxmlformats.org/drawingml/2006/main" prst="rect">
            <a:avLst/>
          </a:prstGeom>
        </p:spPr>
      </p:pic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20b992f4a4eb9"/>
          <a:stretch xmlns:a="http://schemas.openxmlformats.org/drawingml/2006/main"/>
        </p:blipFill>
        <p:spPr>
          <a:xfrm xmlns:a="http://schemas.openxmlformats.org/drawingml/2006/main">
            <a:off x="4998287" y="1319299"/>
            <a:ext cx="1158471" cy="1547049"/>
          </a:xfrm>
          <a:prstGeom xmlns:a="http://schemas.openxmlformats.org/drawingml/2006/main" prst="rect">
            <a:avLst/>
          </a:prstGeom>
        </p:spPr>
      </p:pic>
      <p:sp>
        <p:nvSpPr>
          <p:cNvPr id="15" name="Text Serializer">
            <a:extLst xmlns:a="http://schemas.openxmlformats.org/drawingml/2006/main">
              <a:ext uri="{FF2B5EF4-FFF2-40B4-BE49-F238E27FC236}">
                <a16:creationId xmlns:a16="http://schemas.microsoft.com/office/drawing/2014/main" id="{E1E4E48E-AE52-4F9C-A2BF-59B2E579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955" y="2893522"/>
            <a:ext cx="948820" cy="153028"/>
          </a:xfrm>
          <a:custGeom xmlns:a="http://schemas.openxmlformats.org/drawingml/2006/main">
            <a:pathLst>
              <a:path w="948820" h="153028">
                <a:moveTo>
                  <a:pt x="59584" y="153028"/>
                </a:moveTo>
                <a:cubicBezTo>
                  <a:pt x="48371" y="153028"/>
                  <a:pt x="38275" y="151433"/>
                  <a:pt x="29297" y="148242"/>
                </a:cubicBezTo>
                <a:cubicBezTo>
                  <a:pt x="20319" y="145052"/>
                  <a:pt x="13192" y="139973"/>
                  <a:pt x="7915" y="133006"/>
                </a:cubicBezTo>
                <a:cubicBezTo>
                  <a:pt x="2638" y="126039"/>
                  <a:pt x="0" y="116945"/>
                  <a:pt x="0" y="105722"/>
                </a:cubicBezTo>
                <a:lnTo>
                  <a:pt x="31661" y="105722"/>
                </a:lnTo>
                <a:cubicBezTo>
                  <a:pt x="31808" y="111448"/>
                  <a:pt x="33127" y="115944"/>
                  <a:pt x="35619" y="119210"/>
                </a:cubicBezTo>
                <a:cubicBezTo>
                  <a:pt x="38110" y="122476"/>
                  <a:pt x="41463" y="124806"/>
                  <a:pt x="45678" y="126201"/>
                </a:cubicBezTo>
                <a:cubicBezTo>
                  <a:pt x="49892" y="127596"/>
                  <a:pt x="54710" y="128293"/>
                  <a:pt x="60134" y="128293"/>
                </a:cubicBezTo>
                <a:cubicBezTo>
                  <a:pt x="65337" y="128293"/>
                  <a:pt x="69918" y="127669"/>
                  <a:pt x="73876" y="126421"/>
                </a:cubicBezTo>
                <a:cubicBezTo>
                  <a:pt x="77833" y="125172"/>
                  <a:pt x="80930" y="123245"/>
                  <a:pt x="83165" y="120639"/>
                </a:cubicBezTo>
                <a:cubicBezTo>
                  <a:pt x="85400" y="118032"/>
                  <a:pt x="86518" y="114710"/>
                  <a:pt x="86518" y="110673"/>
                </a:cubicBezTo>
                <a:cubicBezTo>
                  <a:pt x="86518" y="106786"/>
                  <a:pt x="85565" y="103577"/>
                  <a:pt x="83660" y="101046"/>
                </a:cubicBezTo>
                <a:cubicBezTo>
                  <a:pt x="81754" y="98516"/>
                  <a:pt x="78383" y="96206"/>
                  <a:pt x="73546" y="94117"/>
                </a:cubicBezTo>
                <a:cubicBezTo>
                  <a:pt x="68709" y="92026"/>
                  <a:pt x="61929" y="89770"/>
                  <a:pt x="53208" y="87349"/>
                </a:cubicBezTo>
                <a:cubicBezTo>
                  <a:pt x="43021" y="84416"/>
                  <a:pt x="34208" y="81189"/>
                  <a:pt x="26769" y="77668"/>
                </a:cubicBezTo>
                <a:cubicBezTo>
                  <a:pt x="19330" y="74148"/>
                  <a:pt x="13577" y="69602"/>
                  <a:pt x="9509" y="64030"/>
                </a:cubicBezTo>
                <a:cubicBezTo>
                  <a:pt x="5442" y="58455"/>
                  <a:pt x="3408" y="51194"/>
                  <a:pt x="3408" y="42246"/>
                </a:cubicBezTo>
                <a:cubicBezTo>
                  <a:pt x="3408" y="32638"/>
                  <a:pt x="5735" y="24808"/>
                  <a:pt x="10389" y="18757"/>
                </a:cubicBezTo>
                <a:cubicBezTo>
                  <a:pt x="15043" y="12707"/>
                  <a:pt x="21474" y="8251"/>
                  <a:pt x="29682" y="5390"/>
                </a:cubicBezTo>
                <a:cubicBezTo>
                  <a:pt x="37891" y="2530"/>
                  <a:pt x="47308" y="1099"/>
                  <a:pt x="57935" y="1099"/>
                </a:cubicBezTo>
                <a:cubicBezTo>
                  <a:pt x="68049" y="1099"/>
                  <a:pt x="77339" y="2640"/>
                  <a:pt x="85803" y="5720"/>
                </a:cubicBezTo>
                <a:cubicBezTo>
                  <a:pt x="94268" y="8800"/>
                  <a:pt x="101029" y="13494"/>
                  <a:pt x="106086" y="19802"/>
                </a:cubicBezTo>
                <a:cubicBezTo>
                  <a:pt x="111143" y="26109"/>
                  <a:pt x="113672" y="34140"/>
                  <a:pt x="113672" y="43895"/>
                </a:cubicBezTo>
                <a:lnTo>
                  <a:pt x="82011" y="43895"/>
                </a:lnTo>
                <a:cubicBezTo>
                  <a:pt x="82084" y="37580"/>
                  <a:pt x="79739" y="32863"/>
                  <a:pt x="74975" y="29744"/>
                </a:cubicBezTo>
                <a:cubicBezTo>
                  <a:pt x="70211" y="26625"/>
                  <a:pt x="64495" y="25065"/>
                  <a:pt x="57825" y="25065"/>
                </a:cubicBezTo>
                <a:cubicBezTo>
                  <a:pt x="51229" y="25065"/>
                  <a:pt x="45769" y="26295"/>
                  <a:pt x="41445" y="28755"/>
                </a:cubicBezTo>
                <a:cubicBezTo>
                  <a:pt x="37121" y="31214"/>
                  <a:pt x="34959" y="35014"/>
                  <a:pt x="34959" y="40153"/>
                </a:cubicBezTo>
                <a:cubicBezTo>
                  <a:pt x="34959" y="43087"/>
                  <a:pt x="35875" y="45673"/>
                  <a:pt x="37707" y="47911"/>
                </a:cubicBezTo>
                <a:cubicBezTo>
                  <a:pt x="39540" y="50148"/>
                  <a:pt x="42929" y="52331"/>
                  <a:pt x="47876" y="54459"/>
                </a:cubicBezTo>
                <a:cubicBezTo>
                  <a:pt x="52823" y="56584"/>
                  <a:pt x="59987" y="59004"/>
                  <a:pt x="69368" y="61718"/>
                </a:cubicBezTo>
                <a:cubicBezTo>
                  <a:pt x="80582" y="65018"/>
                  <a:pt x="89779" y="68483"/>
                  <a:pt x="96962" y="72113"/>
                </a:cubicBezTo>
                <a:cubicBezTo>
                  <a:pt x="104144" y="75743"/>
                  <a:pt x="109476" y="80437"/>
                  <a:pt x="112957" y="86195"/>
                </a:cubicBezTo>
                <a:cubicBezTo>
                  <a:pt x="116438" y="91953"/>
                  <a:pt x="118179" y="99526"/>
                  <a:pt x="118179" y="108914"/>
                </a:cubicBezTo>
                <a:cubicBezTo>
                  <a:pt x="118179" y="119401"/>
                  <a:pt x="115614" y="127872"/>
                  <a:pt x="110484" y="134326"/>
                </a:cubicBezTo>
                <a:cubicBezTo>
                  <a:pt x="105353" y="140780"/>
                  <a:pt x="98373" y="145510"/>
                  <a:pt x="89541" y="148517"/>
                </a:cubicBezTo>
                <a:cubicBezTo>
                  <a:pt x="80710" y="151524"/>
                  <a:pt x="70724" y="153028"/>
                  <a:pt x="59584" y="153028"/>
                </a:cubicBezTo>
                <a:close/>
                <a:moveTo>
                  <a:pt x="190284" y="153028"/>
                </a:moveTo>
                <a:cubicBezTo>
                  <a:pt x="178338" y="153028"/>
                  <a:pt x="168298" y="150785"/>
                  <a:pt x="160163" y="146298"/>
                </a:cubicBezTo>
                <a:cubicBezTo>
                  <a:pt x="152027" y="141811"/>
                  <a:pt x="145871" y="135341"/>
                  <a:pt x="141694" y="126888"/>
                </a:cubicBezTo>
                <a:cubicBezTo>
                  <a:pt x="137516" y="118432"/>
                  <a:pt x="135427" y="108271"/>
                  <a:pt x="135427" y="96405"/>
                </a:cubicBezTo>
                <a:cubicBezTo>
                  <a:pt x="135427" y="84910"/>
                  <a:pt x="137461" y="75010"/>
                  <a:pt x="141529" y="66706"/>
                </a:cubicBezTo>
                <a:cubicBezTo>
                  <a:pt x="145596" y="58399"/>
                  <a:pt x="151569" y="52002"/>
                  <a:pt x="159448" y="47516"/>
                </a:cubicBezTo>
                <a:cubicBezTo>
                  <a:pt x="167327" y="43029"/>
                  <a:pt x="177019" y="40785"/>
                  <a:pt x="188525" y="40785"/>
                </a:cubicBezTo>
                <a:cubicBezTo>
                  <a:pt x="204503" y="40785"/>
                  <a:pt x="217127" y="45508"/>
                  <a:pt x="226398" y="54953"/>
                </a:cubicBezTo>
                <a:cubicBezTo>
                  <a:pt x="235669" y="64398"/>
                  <a:pt x="240304" y="77863"/>
                  <a:pt x="240304" y="95347"/>
                </a:cubicBezTo>
                <a:cubicBezTo>
                  <a:pt x="240304" y="96236"/>
                  <a:pt x="240268" y="97439"/>
                  <a:pt x="240194" y="98958"/>
                </a:cubicBezTo>
                <a:cubicBezTo>
                  <a:pt x="240121" y="100476"/>
                  <a:pt x="240011" y="101643"/>
                  <a:pt x="239865" y="102458"/>
                </a:cubicBezTo>
                <a:lnTo>
                  <a:pt x="164560" y="102458"/>
                </a:lnTo>
                <a:cubicBezTo>
                  <a:pt x="164706" y="107632"/>
                  <a:pt x="165641" y="112468"/>
                  <a:pt x="167363" y="116966"/>
                </a:cubicBezTo>
                <a:cubicBezTo>
                  <a:pt x="169085" y="121464"/>
                  <a:pt x="171815" y="125082"/>
                  <a:pt x="175553" y="127819"/>
                </a:cubicBezTo>
                <a:cubicBezTo>
                  <a:pt x="179291" y="130553"/>
                  <a:pt x="184201" y="131921"/>
                  <a:pt x="190284" y="131921"/>
                </a:cubicBezTo>
                <a:cubicBezTo>
                  <a:pt x="196587" y="131921"/>
                  <a:pt x="201644" y="130505"/>
                  <a:pt x="205455" y="127675"/>
                </a:cubicBezTo>
                <a:cubicBezTo>
                  <a:pt x="209266" y="124844"/>
                  <a:pt x="211208" y="120634"/>
                  <a:pt x="211282" y="115046"/>
                </a:cubicBezTo>
                <a:lnTo>
                  <a:pt x="239975" y="115046"/>
                </a:lnTo>
                <a:cubicBezTo>
                  <a:pt x="239608" y="123511"/>
                  <a:pt x="237318" y="130565"/>
                  <a:pt x="233104" y="136208"/>
                </a:cubicBezTo>
                <a:cubicBezTo>
                  <a:pt x="228890" y="141851"/>
                  <a:pt x="223136" y="146066"/>
                  <a:pt x="215844" y="148851"/>
                </a:cubicBezTo>
                <a:cubicBezTo>
                  <a:pt x="208552" y="151636"/>
                  <a:pt x="200032" y="153028"/>
                  <a:pt x="190284" y="153028"/>
                </a:cubicBezTo>
                <a:moveTo>
                  <a:pt x="164890" y="83990"/>
                </a:moveTo>
                <a:lnTo>
                  <a:pt x="211392" y="83990"/>
                </a:lnTo>
                <a:cubicBezTo>
                  <a:pt x="211172" y="76294"/>
                  <a:pt x="208955" y="70541"/>
                  <a:pt x="204741" y="66730"/>
                </a:cubicBezTo>
                <a:cubicBezTo>
                  <a:pt x="200527" y="62919"/>
                  <a:pt x="195121" y="61013"/>
                  <a:pt x="188525" y="61013"/>
                </a:cubicBezTo>
                <a:cubicBezTo>
                  <a:pt x="181783" y="61013"/>
                  <a:pt x="176268" y="62975"/>
                  <a:pt x="171980" y="66898"/>
                </a:cubicBezTo>
                <a:cubicBezTo>
                  <a:pt x="167693" y="70822"/>
                  <a:pt x="165329" y="76519"/>
                  <a:pt x="164890" y="83990"/>
                </a:cubicBezTo>
                <a:close/>
                <a:moveTo>
                  <a:pt x="265137" y="151049"/>
                </a:moveTo>
                <a:lnTo>
                  <a:pt x="265137" y="42435"/>
                </a:lnTo>
                <a:lnTo>
                  <a:pt x="293060" y="42435"/>
                </a:lnTo>
                <a:lnTo>
                  <a:pt x="293610" y="60793"/>
                </a:lnTo>
                <a:cubicBezTo>
                  <a:pt x="296395" y="54344"/>
                  <a:pt x="300572" y="49397"/>
                  <a:pt x="306142" y="45952"/>
                </a:cubicBezTo>
                <a:cubicBezTo>
                  <a:pt x="311712" y="42508"/>
                  <a:pt x="318455" y="40785"/>
                  <a:pt x="326370" y="40785"/>
                </a:cubicBezTo>
                <a:lnTo>
                  <a:pt x="328569" y="40785"/>
                </a:lnTo>
                <a:lnTo>
                  <a:pt x="328569" y="65301"/>
                </a:lnTo>
                <a:lnTo>
                  <a:pt x="325820" y="65301"/>
                </a:lnTo>
                <a:cubicBezTo>
                  <a:pt x="321496" y="65301"/>
                  <a:pt x="317355" y="65692"/>
                  <a:pt x="313398" y="66476"/>
                </a:cubicBezTo>
                <a:cubicBezTo>
                  <a:pt x="309440" y="67259"/>
                  <a:pt x="305849" y="68602"/>
                  <a:pt x="302624" y="70505"/>
                </a:cubicBezTo>
                <a:cubicBezTo>
                  <a:pt x="299399" y="72409"/>
                  <a:pt x="296614" y="75039"/>
                  <a:pt x="294269" y="78397"/>
                </a:cubicBezTo>
                <a:lnTo>
                  <a:pt x="294269" y="151049"/>
                </a:lnTo>
                <a:lnTo>
                  <a:pt x="265137" y="151049"/>
                </a:lnTo>
                <a:close/>
                <a:moveTo>
                  <a:pt x="347247" y="151049"/>
                </a:moveTo>
                <a:lnTo>
                  <a:pt x="347247" y="42435"/>
                </a:lnTo>
                <a:lnTo>
                  <a:pt x="376379" y="42435"/>
                </a:lnTo>
                <a:lnTo>
                  <a:pt x="376379" y="151049"/>
                </a:lnTo>
                <a:lnTo>
                  <a:pt x="347247" y="151049"/>
                </a:lnTo>
                <a:moveTo>
                  <a:pt x="361868" y="28363"/>
                </a:moveTo>
                <a:cubicBezTo>
                  <a:pt x="356518" y="28363"/>
                  <a:pt x="352432" y="27007"/>
                  <a:pt x="349610" y="24295"/>
                </a:cubicBezTo>
                <a:cubicBezTo>
                  <a:pt x="346789" y="21584"/>
                  <a:pt x="345378" y="18212"/>
                  <a:pt x="345378" y="14181"/>
                </a:cubicBezTo>
                <a:cubicBezTo>
                  <a:pt x="345378" y="10077"/>
                  <a:pt x="346789" y="6688"/>
                  <a:pt x="349610" y="4013"/>
                </a:cubicBezTo>
                <a:cubicBezTo>
                  <a:pt x="352432" y="1338"/>
                  <a:pt x="356518" y="0"/>
                  <a:pt x="361868" y="0"/>
                </a:cubicBezTo>
                <a:cubicBezTo>
                  <a:pt x="367218" y="0"/>
                  <a:pt x="371304" y="1338"/>
                  <a:pt x="374126" y="4013"/>
                </a:cubicBezTo>
                <a:cubicBezTo>
                  <a:pt x="376947" y="6688"/>
                  <a:pt x="378358" y="10077"/>
                  <a:pt x="378358" y="14181"/>
                </a:cubicBezTo>
                <a:cubicBezTo>
                  <a:pt x="378358" y="18212"/>
                  <a:pt x="376947" y="21584"/>
                  <a:pt x="374126" y="24295"/>
                </a:cubicBezTo>
                <a:cubicBezTo>
                  <a:pt x="371304" y="27007"/>
                  <a:pt x="367218" y="28363"/>
                  <a:pt x="361868" y="28363"/>
                </a:cubicBezTo>
                <a:close/>
                <a:moveTo>
                  <a:pt x="437436" y="153028"/>
                </a:moveTo>
                <a:cubicBezTo>
                  <a:pt x="431353" y="153028"/>
                  <a:pt x="425673" y="151844"/>
                  <a:pt x="420396" y="149476"/>
                </a:cubicBezTo>
                <a:cubicBezTo>
                  <a:pt x="415119" y="147108"/>
                  <a:pt x="410850" y="143537"/>
                  <a:pt x="407589" y="138764"/>
                </a:cubicBezTo>
                <a:cubicBezTo>
                  <a:pt x="404327" y="133989"/>
                  <a:pt x="402697" y="128012"/>
                  <a:pt x="402697" y="120835"/>
                </a:cubicBezTo>
                <a:cubicBezTo>
                  <a:pt x="402697" y="110844"/>
                  <a:pt x="405665" y="103315"/>
                  <a:pt x="411601" y="98247"/>
                </a:cubicBezTo>
                <a:cubicBezTo>
                  <a:pt x="417538" y="93176"/>
                  <a:pt x="425838" y="89734"/>
                  <a:pt x="436501" y="87920"/>
                </a:cubicBezTo>
                <a:cubicBezTo>
                  <a:pt x="447165" y="86106"/>
                  <a:pt x="459569" y="85051"/>
                  <a:pt x="473714" y="84756"/>
                </a:cubicBezTo>
                <a:lnTo>
                  <a:pt x="473714" y="78857"/>
                </a:lnTo>
                <a:cubicBezTo>
                  <a:pt x="473714" y="71670"/>
                  <a:pt x="472047" y="66753"/>
                  <a:pt x="468712" y="64105"/>
                </a:cubicBezTo>
                <a:cubicBezTo>
                  <a:pt x="465377" y="61458"/>
                  <a:pt x="461072" y="60134"/>
                  <a:pt x="455795" y="60134"/>
                </a:cubicBezTo>
                <a:cubicBezTo>
                  <a:pt x="450005" y="60134"/>
                  <a:pt x="445241" y="61546"/>
                  <a:pt x="441503" y="64370"/>
                </a:cubicBezTo>
                <a:cubicBezTo>
                  <a:pt x="437766" y="67191"/>
                  <a:pt x="435897" y="71764"/>
                  <a:pt x="435897" y="78087"/>
                </a:cubicBezTo>
                <a:lnTo>
                  <a:pt x="408633" y="78087"/>
                </a:lnTo>
                <a:cubicBezTo>
                  <a:pt x="408633" y="68809"/>
                  <a:pt x="410630" y="61461"/>
                  <a:pt x="414625" y="56042"/>
                </a:cubicBezTo>
                <a:cubicBezTo>
                  <a:pt x="418619" y="50621"/>
                  <a:pt x="424152" y="46723"/>
                  <a:pt x="431225" y="44348"/>
                </a:cubicBezTo>
                <a:cubicBezTo>
                  <a:pt x="438297" y="41973"/>
                  <a:pt x="446487" y="40785"/>
                  <a:pt x="455795" y="40785"/>
                </a:cubicBezTo>
                <a:cubicBezTo>
                  <a:pt x="462611" y="40785"/>
                  <a:pt x="468840" y="41360"/>
                  <a:pt x="474484" y="42510"/>
                </a:cubicBezTo>
                <a:cubicBezTo>
                  <a:pt x="480127" y="43660"/>
                  <a:pt x="485019" y="45644"/>
                  <a:pt x="489160" y="48464"/>
                </a:cubicBezTo>
                <a:cubicBezTo>
                  <a:pt x="493301" y="51281"/>
                  <a:pt x="496507" y="55119"/>
                  <a:pt x="498779" y="59979"/>
                </a:cubicBezTo>
                <a:cubicBezTo>
                  <a:pt x="501051" y="64837"/>
                  <a:pt x="502187" y="70901"/>
                  <a:pt x="502187" y="78170"/>
                </a:cubicBezTo>
                <a:lnTo>
                  <a:pt x="502187" y="151049"/>
                </a:lnTo>
                <a:lnTo>
                  <a:pt x="474923" y="151049"/>
                </a:lnTo>
                <a:lnTo>
                  <a:pt x="474044" y="137198"/>
                </a:lnTo>
                <a:cubicBezTo>
                  <a:pt x="469500" y="142401"/>
                  <a:pt x="464223" y="146340"/>
                  <a:pt x="458213" y="149015"/>
                </a:cubicBezTo>
                <a:cubicBezTo>
                  <a:pt x="452204" y="151691"/>
                  <a:pt x="445278" y="153028"/>
                  <a:pt x="437436" y="153028"/>
                </a:cubicBezTo>
                <a:moveTo>
                  <a:pt x="447000" y="133020"/>
                </a:moveTo>
                <a:cubicBezTo>
                  <a:pt x="452497" y="133020"/>
                  <a:pt x="457572" y="131561"/>
                  <a:pt x="462226" y="128643"/>
                </a:cubicBezTo>
                <a:cubicBezTo>
                  <a:pt x="466880" y="125723"/>
                  <a:pt x="470599" y="122393"/>
                  <a:pt x="473384" y="118653"/>
                </a:cubicBezTo>
                <a:lnTo>
                  <a:pt x="473384" y="100916"/>
                </a:lnTo>
                <a:cubicBezTo>
                  <a:pt x="457994" y="100992"/>
                  <a:pt x="447220" y="102470"/>
                  <a:pt x="441064" y="105351"/>
                </a:cubicBezTo>
                <a:cubicBezTo>
                  <a:pt x="434907" y="108232"/>
                  <a:pt x="431829" y="112891"/>
                  <a:pt x="431829" y="119326"/>
                </a:cubicBezTo>
                <a:cubicBezTo>
                  <a:pt x="431829" y="123967"/>
                  <a:pt x="433240" y="127409"/>
                  <a:pt x="436062" y="129653"/>
                </a:cubicBezTo>
                <a:cubicBezTo>
                  <a:pt x="438883" y="131898"/>
                  <a:pt x="442530" y="133020"/>
                  <a:pt x="447000" y="133020"/>
                </a:cubicBezTo>
                <a:close/>
                <a:moveTo>
                  <a:pt x="572642" y="151049"/>
                </a:moveTo>
                <a:cubicBezTo>
                  <a:pt x="561722" y="151049"/>
                  <a:pt x="553293" y="149748"/>
                  <a:pt x="547357" y="147147"/>
                </a:cubicBezTo>
                <a:cubicBezTo>
                  <a:pt x="541420" y="144545"/>
                  <a:pt x="537280" y="140514"/>
                  <a:pt x="534934" y="135054"/>
                </a:cubicBezTo>
                <a:cubicBezTo>
                  <a:pt x="532589" y="129594"/>
                  <a:pt x="531416" y="122466"/>
                  <a:pt x="531416" y="113672"/>
                </a:cubicBezTo>
                <a:lnTo>
                  <a:pt x="531416" y="3078"/>
                </a:lnTo>
                <a:lnTo>
                  <a:pt x="560439" y="3078"/>
                </a:lnTo>
                <a:lnTo>
                  <a:pt x="560439" y="111913"/>
                </a:lnTo>
                <a:cubicBezTo>
                  <a:pt x="560439" y="117556"/>
                  <a:pt x="561209" y="121697"/>
                  <a:pt x="562748" y="124335"/>
                </a:cubicBezTo>
                <a:cubicBezTo>
                  <a:pt x="564287" y="126974"/>
                  <a:pt x="567878" y="128293"/>
                  <a:pt x="573521" y="128293"/>
                </a:cubicBezTo>
                <a:lnTo>
                  <a:pt x="580227" y="128293"/>
                </a:lnTo>
                <a:lnTo>
                  <a:pt x="580227" y="151049"/>
                </a:lnTo>
                <a:lnTo>
                  <a:pt x="572642" y="151049"/>
                </a:lnTo>
                <a:close/>
                <a:moveTo>
                  <a:pt x="598081" y="151049"/>
                </a:moveTo>
                <a:lnTo>
                  <a:pt x="598081" y="42435"/>
                </a:lnTo>
                <a:lnTo>
                  <a:pt x="627213" y="42435"/>
                </a:lnTo>
                <a:lnTo>
                  <a:pt x="627213" y="151049"/>
                </a:lnTo>
                <a:lnTo>
                  <a:pt x="598081" y="151049"/>
                </a:lnTo>
                <a:moveTo>
                  <a:pt x="612702" y="28363"/>
                </a:moveTo>
                <a:cubicBezTo>
                  <a:pt x="607352" y="28363"/>
                  <a:pt x="603266" y="27007"/>
                  <a:pt x="600444" y="24295"/>
                </a:cubicBezTo>
                <a:cubicBezTo>
                  <a:pt x="597623" y="21584"/>
                  <a:pt x="596212" y="18212"/>
                  <a:pt x="596212" y="14181"/>
                </a:cubicBezTo>
                <a:cubicBezTo>
                  <a:pt x="596212" y="10077"/>
                  <a:pt x="597623" y="6688"/>
                  <a:pt x="600444" y="4013"/>
                </a:cubicBezTo>
                <a:cubicBezTo>
                  <a:pt x="603266" y="1338"/>
                  <a:pt x="607352" y="0"/>
                  <a:pt x="612702" y="0"/>
                </a:cubicBezTo>
                <a:cubicBezTo>
                  <a:pt x="618052" y="0"/>
                  <a:pt x="622138" y="1338"/>
                  <a:pt x="624959" y="4013"/>
                </a:cubicBezTo>
                <a:cubicBezTo>
                  <a:pt x="627781" y="6688"/>
                  <a:pt x="629192" y="10077"/>
                  <a:pt x="629192" y="14181"/>
                </a:cubicBezTo>
                <a:cubicBezTo>
                  <a:pt x="629192" y="18212"/>
                  <a:pt x="627781" y="21584"/>
                  <a:pt x="624959" y="24295"/>
                </a:cubicBezTo>
                <a:cubicBezTo>
                  <a:pt x="622138" y="27007"/>
                  <a:pt x="618052" y="28363"/>
                  <a:pt x="612702" y="28363"/>
                </a:cubicBezTo>
                <a:close/>
                <a:moveTo>
                  <a:pt x="651442" y="151049"/>
                </a:moveTo>
                <a:lnTo>
                  <a:pt x="651442" y="129681"/>
                </a:lnTo>
                <a:lnTo>
                  <a:pt x="702341" y="64861"/>
                </a:lnTo>
                <a:lnTo>
                  <a:pt x="655839" y="64861"/>
                </a:lnTo>
                <a:lnTo>
                  <a:pt x="655839" y="42435"/>
                </a:lnTo>
                <a:lnTo>
                  <a:pt x="736750" y="42435"/>
                </a:lnTo>
                <a:lnTo>
                  <a:pt x="736750" y="63023"/>
                </a:lnTo>
                <a:lnTo>
                  <a:pt x="685741" y="128513"/>
                </a:lnTo>
                <a:lnTo>
                  <a:pt x="740268" y="128513"/>
                </a:lnTo>
                <a:lnTo>
                  <a:pt x="740268" y="151049"/>
                </a:lnTo>
                <a:lnTo>
                  <a:pt x="651442" y="151049"/>
                </a:lnTo>
                <a:close/>
                <a:moveTo>
                  <a:pt x="810536" y="153028"/>
                </a:moveTo>
                <a:cubicBezTo>
                  <a:pt x="798589" y="153028"/>
                  <a:pt x="788549" y="150785"/>
                  <a:pt x="780414" y="146298"/>
                </a:cubicBezTo>
                <a:cubicBezTo>
                  <a:pt x="772279" y="141811"/>
                  <a:pt x="766122" y="135341"/>
                  <a:pt x="761945" y="126888"/>
                </a:cubicBezTo>
                <a:cubicBezTo>
                  <a:pt x="757767" y="118432"/>
                  <a:pt x="755679" y="108271"/>
                  <a:pt x="755679" y="96405"/>
                </a:cubicBezTo>
                <a:cubicBezTo>
                  <a:pt x="755679" y="84910"/>
                  <a:pt x="757712" y="75010"/>
                  <a:pt x="761780" y="66706"/>
                </a:cubicBezTo>
                <a:cubicBezTo>
                  <a:pt x="765847" y="58399"/>
                  <a:pt x="771821" y="52002"/>
                  <a:pt x="779699" y="47516"/>
                </a:cubicBezTo>
                <a:cubicBezTo>
                  <a:pt x="787578" y="43029"/>
                  <a:pt x="797270" y="40785"/>
                  <a:pt x="808777" y="40785"/>
                </a:cubicBezTo>
                <a:cubicBezTo>
                  <a:pt x="824754" y="40785"/>
                  <a:pt x="837378" y="45508"/>
                  <a:pt x="846649" y="54953"/>
                </a:cubicBezTo>
                <a:cubicBezTo>
                  <a:pt x="855920" y="64398"/>
                  <a:pt x="860556" y="77863"/>
                  <a:pt x="860556" y="95347"/>
                </a:cubicBezTo>
                <a:cubicBezTo>
                  <a:pt x="860556" y="96236"/>
                  <a:pt x="860519" y="97439"/>
                  <a:pt x="860446" y="98958"/>
                </a:cubicBezTo>
                <a:cubicBezTo>
                  <a:pt x="860372" y="100476"/>
                  <a:pt x="860262" y="101643"/>
                  <a:pt x="860116" y="102458"/>
                </a:cubicBezTo>
                <a:lnTo>
                  <a:pt x="784811" y="102458"/>
                </a:lnTo>
                <a:cubicBezTo>
                  <a:pt x="784958" y="107632"/>
                  <a:pt x="785892" y="112468"/>
                  <a:pt x="787614" y="116966"/>
                </a:cubicBezTo>
                <a:cubicBezTo>
                  <a:pt x="789337" y="121464"/>
                  <a:pt x="792067" y="125082"/>
                  <a:pt x="795804" y="127819"/>
                </a:cubicBezTo>
                <a:cubicBezTo>
                  <a:pt x="799542" y="130553"/>
                  <a:pt x="804453" y="131921"/>
                  <a:pt x="810536" y="131921"/>
                </a:cubicBezTo>
                <a:cubicBezTo>
                  <a:pt x="816839" y="131921"/>
                  <a:pt x="821895" y="130505"/>
                  <a:pt x="825707" y="127675"/>
                </a:cubicBezTo>
                <a:cubicBezTo>
                  <a:pt x="829518" y="124844"/>
                  <a:pt x="831460" y="120634"/>
                  <a:pt x="831533" y="115046"/>
                </a:cubicBezTo>
                <a:lnTo>
                  <a:pt x="860226" y="115046"/>
                </a:lnTo>
                <a:cubicBezTo>
                  <a:pt x="859859" y="123511"/>
                  <a:pt x="857569" y="130565"/>
                  <a:pt x="853355" y="136208"/>
                </a:cubicBezTo>
                <a:cubicBezTo>
                  <a:pt x="849141" y="141851"/>
                  <a:pt x="843388" y="146066"/>
                  <a:pt x="836095" y="148851"/>
                </a:cubicBezTo>
                <a:cubicBezTo>
                  <a:pt x="828803" y="151636"/>
                  <a:pt x="820283" y="153028"/>
                  <a:pt x="810536" y="153028"/>
                </a:cubicBezTo>
                <a:moveTo>
                  <a:pt x="785141" y="83990"/>
                </a:moveTo>
                <a:lnTo>
                  <a:pt x="831643" y="83990"/>
                </a:lnTo>
                <a:cubicBezTo>
                  <a:pt x="831423" y="76294"/>
                  <a:pt x="829206" y="70541"/>
                  <a:pt x="824992" y="66730"/>
                </a:cubicBezTo>
                <a:cubicBezTo>
                  <a:pt x="820778" y="62919"/>
                  <a:pt x="815373" y="61013"/>
                  <a:pt x="808777" y="61013"/>
                </a:cubicBezTo>
                <a:cubicBezTo>
                  <a:pt x="802034" y="61013"/>
                  <a:pt x="796519" y="62975"/>
                  <a:pt x="792232" y="66898"/>
                </a:cubicBezTo>
                <a:cubicBezTo>
                  <a:pt x="787944" y="70822"/>
                  <a:pt x="785581" y="76519"/>
                  <a:pt x="785141" y="83990"/>
                </a:cubicBezTo>
                <a:close/>
                <a:moveTo>
                  <a:pt x="885388" y="151049"/>
                </a:moveTo>
                <a:lnTo>
                  <a:pt x="885388" y="42435"/>
                </a:lnTo>
                <a:lnTo>
                  <a:pt x="913311" y="42435"/>
                </a:lnTo>
                <a:lnTo>
                  <a:pt x="913861" y="60793"/>
                </a:lnTo>
                <a:cubicBezTo>
                  <a:pt x="916646" y="54344"/>
                  <a:pt x="920823" y="49397"/>
                  <a:pt x="926393" y="45952"/>
                </a:cubicBezTo>
                <a:cubicBezTo>
                  <a:pt x="931963" y="42508"/>
                  <a:pt x="938706" y="40785"/>
                  <a:pt x="946621" y="40785"/>
                </a:cubicBezTo>
                <a:lnTo>
                  <a:pt x="948820" y="40785"/>
                </a:lnTo>
                <a:lnTo>
                  <a:pt x="948820" y="65301"/>
                </a:lnTo>
                <a:lnTo>
                  <a:pt x="946071" y="65301"/>
                </a:lnTo>
                <a:cubicBezTo>
                  <a:pt x="941747" y="65301"/>
                  <a:pt x="937606" y="65692"/>
                  <a:pt x="933649" y="66476"/>
                </a:cubicBezTo>
                <a:cubicBezTo>
                  <a:pt x="929691" y="67259"/>
                  <a:pt x="926100" y="68602"/>
                  <a:pt x="922875" y="70505"/>
                </a:cubicBezTo>
                <a:cubicBezTo>
                  <a:pt x="919650" y="72409"/>
                  <a:pt x="916865" y="75039"/>
                  <a:pt x="914520" y="78397"/>
                </a:cubicBezTo>
                <a:lnTo>
                  <a:pt x="914520" y="151049"/>
                </a:lnTo>
                <a:lnTo>
                  <a:pt x="885388" y="151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Oracle">
            <a:extLst xmlns:a="http://schemas.openxmlformats.org/drawingml/2006/main">
              <a:ext uri="{FF2B5EF4-FFF2-40B4-BE49-F238E27FC236}">
                <a16:creationId xmlns:a16="http://schemas.microsoft.com/office/drawing/2014/main" id="{5AC158D6-D468-47AB-8676-E21DA29B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449" y="3164796"/>
            <a:ext cx="660215" cy="151929"/>
          </a:xfrm>
          <a:custGeom xmlns:a="http://schemas.openxmlformats.org/drawingml/2006/main">
            <a:pathLst>
              <a:path w="660215" h="151929">
                <a:moveTo>
                  <a:pt x="72117" y="151929"/>
                </a:moveTo>
                <a:cubicBezTo>
                  <a:pt x="56653" y="151929"/>
                  <a:pt x="43552" y="148796"/>
                  <a:pt x="32815" y="142529"/>
                </a:cubicBezTo>
                <a:cubicBezTo>
                  <a:pt x="22078" y="136263"/>
                  <a:pt x="13925" y="127468"/>
                  <a:pt x="8355" y="116145"/>
                </a:cubicBezTo>
                <a:cubicBezTo>
                  <a:pt x="2785" y="104822"/>
                  <a:pt x="0" y="91465"/>
                  <a:pt x="0" y="76074"/>
                </a:cubicBezTo>
                <a:cubicBezTo>
                  <a:pt x="0" y="60684"/>
                  <a:pt x="2785" y="47290"/>
                  <a:pt x="8355" y="35893"/>
                </a:cubicBezTo>
                <a:cubicBezTo>
                  <a:pt x="13925" y="24497"/>
                  <a:pt x="22078" y="15666"/>
                  <a:pt x="32815" y="9399"/>
                </a:cubicBezTo>
                <a:cubicBezTo>
                  <a:pt x="43552" y="3133"/>
                  <a:pt x="56653" y="0"/>
                  <a:pt x="72117" y="0"/>
                </a:cubicBezTo>
                <a:cubicBezTo>
                  <a:pt x="87581" y="0"/>
                  <a:pt x="100663" y="3133"/>
                  <a:pt x="111363" y="9399"/>
                </a:cubicBezTo>
                <a:cubicBezTo>
                  <a:pt x="122063" y="15666"/>
                  <a:pt x="130198" y="24497"/>
                  <a:pt x="135768" y="35893"/>
                </a:cubicBezTo>
                <a:cubicBezTo>
                  <a:pt x="141338" y="47290"/>
                  <a:pt x="144123" y="60684"/>
                  <a:pt x="144123" y="76074"/>
                </a:cubicBezTo>
                <a:cubicBezTo>
                  <a:pt x="144123" y="91465"/>
                  <a:pt x="141338" y="104822"/>
                  <a:pt x="135768" y="116145"/>
                </a:cubicBezTo>
                <a:cubicBezTo>
                  <a:pt x="130198" y="127468"/>
                  <a:pt x="122063" y="136263"/>
                  <a:pt x="111363" y="142529"/>
                </a:cubicBezTo>
                <a:cubicBezTo>
                  <a:pt x="100663" y="148796"/>
                  <a:pt x="87581" y="151929"/>
                  <a:pt x="72117" y="151929"/>
                </a:cubicBezTo>
                <a:moveTo>
                  <a:pt x="72117" y="126204"/>
                </a:moveTo>
                <a:cubicBezTo>
                  <a:pt x="81718" y="126204"/>
                  <a:pt x="89450" y="123932"/>
                  <a:pt x="95313" y="119388"/>
                </a:cubicBezTo>
                <a:cubicBezTo>
                  <a:pt x="101176" y="114844"/>
                  <a:pt x="105463" y="108761"/>
                  <a:pt x="108175" y="101139"/>
                </a:cubicBezTo>
                <a:cubicBezTo>
                  <a:pt x="110887" y="93517"/>
                  <a:pt x="112243" y="85162"/>
                  <a:pt x="112243" y="76074"/>
                </a:cubicBezTo>
                <a:cubicBezTo>
                  <a:pt x="112243" y="66840"/>
                  <a:pt x="110887" y="58412"/>
                  <a:pt x="108175" y="50789"/>
                </a:cubicBezTo>
                <a:cubicBezTo>
                  <a:pt x="105463" y="43167"/>
                  <a:pt x="101176" y="37084"/>
                  <a:pt x="95313" y="32540"/>
                </a:cubicBezTo>
                <a:cubicBezTo>
                  <a:pt x="89450" y="27996"/>
                  <a:pt x="81718" y="25725"/>
                  <a:pt x="72117" y="25725"/>
                </a:cubicBezTo>
                <a:cubicBezTo>
                  <a:pt x="62442" y="25725"/>
                  <a:pt x="54655" y="27996"/>
                  <a:pt x="48756" y="32540"/>
                </a:cubicBezTo>
                <a:cubicBezTo>
                  <a:pt x="42856" y="37084"/>
                  <a:pt x="38568" y="43167"/>
                  <a:pt x="35893" y="50789"/>
                </a:cubicBezTo>
                <a:cubicBezTo>
                  <a:pt x="33218" y="58412"/>
                  <a:pt x="31881" y="66840"/>
                  <a:pt x="31881" y="76074"/>
                </a:cubicBezTo>
                <a:cubicBezTo>
                  <a:pt x="31881" y="85162"/>
                  <a:pt x="33218" y="93517"/>
                  <a:pt x="35893" y="101139"/>
                </a:cubicBezTo>
                <a:cubicBezTo>
                  <a:pt x="38568" y="108761"/>
                  <a:pt x="42856" y="114844"/>
                  <a:pt x="48756" y="119388"/>
                </a:cubicBezTo>
                <a:cubicBezTo>
                  <a:pt x="54655" y="123932"/>
                  <a:pt x="62442" y="126204"/>
                  <a:pt x="72117" y="126204"/>
                </a:cubicBezTo>
                <a:close/>
                <a:moveTo>
                  <a:pt x="171244" y="149950"/>
                </a:moveTo>
                <a:lnTo>
                  <a:pt x="171244" y="41335"/>
                </a:lnTo>
                <a:lnTo>
                  <a:pt x="199167" y="41335"/>
                </a:lnTo>
                <a:lnTo>
                  <a:pt x="199717" y="59694"/>
                </a:lnTo>
                <a:cubicBezTo>
                  <a:pt x="202502" y="53245"/>
                  <a:pt x="206679" y="48298"/>
                  <a:pt x="212249" y="44853"/>
                </a:cubicBezTo>
                <a:cubicBezTo>
                  <a:pt x="217819" y="41408"/>
                  <a:pt x="224562" y="39686"/>
                  <a:pt x="232477" y="39686"/>
                </a:cubicBezTo>
                <a:lnTo>
                  <a:pt x="234676" y="39686"/>
                </a:lnTo>
                <a:lnTo>
                  <a:pt x="234676" y="64201"/>
                </a:lnTo>
                <a:lnTo>
                  <a:pt x="231928" y="64201"/>
                </a:lnTo>
                <a:cubicBezTo>
                  <a:pt x="227603" y="64201"/>
                  <a:pt x="223463" y="64593"/>
                  <a:pt x="219505" y="65376"/>
                </a:cubicBezTo>
                <a:cubicBezTo>
                  <a:pt x="215547" y="66160"/>
                  <a:pt x="211956" y="67503"/>
                  <a:pt x="208731" y="69406"/>
                </a:cubicBezTo>
                <a:cubicBezTo>
                  <a:pt x="205507" y="71309"/>
                  <a:pt x="202722" y="73940"/>
                  <a:pt x="200376" y="77297"/>
                </a:cubicBezTo>
                <a:lnTo>
                  <a:pt x="200376" y="149950"/>
                </a:lnTo>
                <a:lnTo>
                  <a:pt x="171244" y="149950"/>
                </a:lnTo>
                <a:close/>
                <a:moveTo>
                  <a:pt x="275820" y="151929"/>
                </a:moveTo>
                <a:cubicBezTo>
                  <a:pt x="269737" y="151929"/>
                  <a:pt x="264057" y="150745"/>
                  <a:pt x="258781" y="148376"/>
                </a:cubicBezTo>
                <a:cubicBezTo>
                  <a:pt x="253504" y="146008"/>
                  <a:pt x="249235" y="142438"/>
                  <a:pt x="245973" y="137665"/>
                </a:cubicBezTo>
                <a:cubicBezTo>
                  <a:pt x="242712" y="132890"/>
                  <a:pt x="241081" y="126913"/>
                  <a:pt x="241081" y="119735"/>
                </a:cubicBezTo>
                <a:cubicBezTo>
                  <a:pt x="241081" y="109745"/>
                  <a:pt x="244049" y="102216"/>
                  <a:pt x="249986" y="97147"/>
                </a:cubicBezTo>
                <a:cubicBezTo>
                  <a:pt x="255922" y="92077"/>
                  <a:pt x="264222" y="88634"/>
                  <a:pt x="274886" y="86820"/>
                </a:cubicBezTo>
                <a:cubicBezTo>
                  <a:pt x="285550" y="85006"/>
                  <a:pt x="297954" y="83952"/>
                  <a:pt x="312099" y="83656"/>
                </a:cubicBezTo>
                <a:lnTo>
                  <a:pt x="312099" y="77758"/>
                </a:lnTo>
                <a:cubicBezTo>
                  <a:pt x="312099" y="70571"/>
                  <a:pt x="310431" y="65653"/>
                  <a:pt x="307097" y="63006"/>
                </a:cubicBezTo>
                <a:cubicBezTo>
                  <a:pt x="303762" y="60358"/>
                  <a:pt x="299456" y="59035"/>
                  <a:pt x="294179" y="59035"/>
                </a:cubicBezTo>
                <a:cubicBezTo>
                  <a:pt x="288389" y="59035"/>
                  <a:pt x="283626" y="60446"/>
                  <a:pt x="279888" y="63270"/>
                </a:cubicBezTo>
                <a:cubicBezTo>
                  <a:pt x="276150" y="66092"/>
                  <a:pt x="274281" y="70665"/>
                  <a:pt x="274281" y="76988"/>
                </a:cubicBezTo>
                <a:lnTo>
                  <a:pt x="247018" y="76988"/>
                </a:lnTo>
                <a:cubicBezTo>
                  <a:pt x="247018" y="67710"/>
                  <a:pt x="249015" y="60362"/>
                  <a:pt x="253009" y="54943"/>
                </a:cubicBezTo>
                <a:cubicBezTo>
                  <a:pt x="257003" y="49522"/>
                  <a:pt x="262537" y="45624"/>
                  <a:pt x="269609" y="43249"/>
                </a:cubicBezTo>
                <a:cubicBezTo>
                  <a:pt x="276682" y="40874"/>
                  <a:pt x="284872" y="39686"/>
                  <a:pt x="294179" y="39686"/>
                </a:cubicBezTo>
                <a:cubicBezTo>
                  <a:pt x="300995" y="39686"/>
                  <a:pt x="307225" y="40261"/>
                  <a:pt x="312868" y="41411"/>
                </a:cubicBezTo>
                <a:cubicBezTo>
                  <a:pt x="318511" y="42560"/>
                  <a:pt x="323403" y="44545"/>
                  <a:pt x="327544" y="47364"/>
                </a:cubicBezTo>
                <a:cubicBezTo>
                  <a:pt x="331685" y="50181"/>
                  <a:pt x="334892" y="54020"/>
                  <a:pt x="337164" y="58880"/>
                </a:cubicBezTo>
                <a:cubicBezTo>
                  <a:pt x="339435" y="63738"/>
                  <a:pt x="340571" y="69801"/>
                  <a:pt x="340571" y="77071"/>
                </a:cubicBezTo>
                <a:lnTo>
                  <a:pt x="340571" y="149950"/>
                </a:lnTo>
                <a:lnTo>
                  <a:pt x="313308" y="149950"/>
                </a:lnTo>
                <a:lnTo>
                  <a:pt x="312428" y="136098"/>
                </a:lnTo>
                <a:cubicBezTo>
                  <a:pt x="307884" y="141302"/>
                  <a:pt x="302608" y="145241"/>
                  <a:pt x="296598" y="147916"/>
                </a:cubicBezTo>
                <a:cubicBezTo>
                  <a:pt x="290588" y="150591"/>
                  <a:pt x="283662" y="151929"/>
                  <a:pt x="275820" y="151929"/>
                </a:cubicBezTo>
                <a:moveTo>
                  <a:pt x="285385" y="131921"/>
                </a:moveTo>
                <a:cubicBezTo>
                  <a:pt x="290881" y="131921"/>
                  <a:pt x="295957" y="130462"/>
                  <a:pt x="300610" y="127544"/>
                </a:cubicBezTo>
                <a:cubicBezTo>
                  <a:pt x="305264" y="124624"/>
                  <a:pt x="308984" y="121294"/>
                  <a:pt x="311769" y="117554"/>
                </a:cubicBezTo>
                <a:lnTo>
                  <a:pt x="311769" y="99817"/>
                </a:lnTo>
                <a:cubicBezTo>
                  <a:pt x="296378" y="99892"/>
                  <a:pt x="285605" y="101371"/>
                  <a:pt x="279448" y="104252"/>
                </a:cubicBezTo>
                <a:cubicBezTo>
                  <a:pt x="273292" y="107133"/>
                  <a:pt x="270214" y="111791"/>
                  <a:pt x="270214" y="118227"/>
                </a:cubicBezTo>
                <a:cubicBezTo>
                  <a:pt x="270214" y="122867"/>
                  <a:pt x="271625" y="126310"/>
                  <a:pt x="274446" y="128554"/>
                </a:cubicBezTo>
                <a:cubicBezTo>
                  <a:pt x="277268" y="130798"/>
                  <a:pt x="280914" y="131921"/>
                  <a:pt x="285385" y="131921"/>
                </a:cubicBezTo>
                <a:close/>
                <a:moveTo>
                  <a:pt x="418919" y="151929"/>
                </a:moveTo>
                <a:cubicBezTo>
                  <a:pt x="408951" y="151929"/>
                  <a:pt x="399900" y="149993"/>
                  <a:pt x="391765" y="146123"/>
                </a:cubicBezTo>
                <a:cubicBezTo>
                  <a:pt x="383630" y="142250"/>
                  <a:pt x="377181" y="136218"/>
                  <a:pt x="372417" y="128028"/>
                </a:cubicBezTo>
                <a:cubicBezTo>
                  <a:pt x="367653" y="119838"/>
                  <a:pt x="365271" y="109265"/>
                  <a:pt x="365271" y="96309"/>
                </a:cubicBezTo>
                <a:cubicBezTo>
                  <a:pt x="365271" y="83355"/>
                  <a:pt x="367543" y="72709"/>
                  <a:pt x="372087" y="64370"/>
                </a:cubicBezTo>
                <a:cubicBezTo>
                  <a:pt x="376631" y="56031"/>
                  <a:pt x="382952" y="49832"/>
                  <a:pt x="391051" y="45774"/>
                </a:cubicBezTo>
                <a:cubicBezTo>
                  <a:pt x="399149" y="41715"/>
                  <a:pt x="408438" y="39686"/>
                  <a:pt x="418919" y="39686"/>
                </a:cubicBezTo>
                <a:cubicBezTo>
                  <a:pt x="428007" y="39686"/>
                  <a:pt x="436215" y="41214"/>
                  <a:pt x="443544" y="44269"/>
                </a:cubicBezTo>
                <a:cubicBezTo>
                  <a:pt x="450873" y="47322"/>
                  <a:pt x="456699" y="51883"/>
                  <a:pt x="461024" y="57952"/>
                </a:cubicBezTo>
                <a:cubicBezTo>
                  <a:pt x="465348" y="64022"/>
                  <a:pt x="467546" y="71675"/>
                  <a:pt x="467620" y="80911"/>
                </a:cubicBezTo>
                <a:lnTo>
                  <a:pt x="439367" y="80911"/>
                </a:lnTo>
                <a:cubicBezTo>
                  <a:pt x="439220" y="75213"/>
                  <a:pt x="437388" y="70674"/>
                  <a:pt x="433870" y="67293"/>
                </a:cubicBezTo>
                <a:cubicBezTo>
                  <a:pt x="430352" y="63913"/>
                  <a:pt x="425405" y="62223"/>
                  <a:pt x="419029" y="62223"/>
                </a:cubicBezTo>
                <a:cubicBezTo>
                  <a:pt x="410600" y="62223"/>
                  <a:pt x="404499" y="65195"/>
                  <a:pt x="400725" y="71141"/>
                </a:cubicBezTo>
                <a:cubicBezTo>
                  <a:pt x="396950" y="77087"/>
                  <a:pt x="395063" y="85478"/>
                  <a:pt x="395063" y="96316"/>
                </a:cubicBezTo>
                <a:cubicBezTo>
                  <a:pt x="395063" y="103315"/>
                  <a:pt x="395888" y="109280"/>
                  <a:pt x="397537" y="114211"/>
                </a:cubicBezTo>
                <a:cubicBezTo>
                  <a:pt x="399186" y="119140"/>
                  <a:pt x="401787" y="122903"/>
                  <a:pt x="405342" y="125500"/>
                </a:cubicBezTo>
                <a:cubicBezTo>
                  <a:pt x="408897" y="128095"/>
                  <a:pt x="413459" y="129392"/>
                  <a:pt x="419029" y="129392"/>
                </a:cubicBezTo>
                <a:cubicBezTo>
                  <a:pt x="425552" y="129392"/>
                  <a:pt x="430700" y="127549"/>
                  <a:pt x="434474" y="123861"/>
                </a:cubicBezTo>
                <a:cubicBezTo>
                  <a:pt x="438249" y="120172"/>
                  <a:pt x="440209" y="114943"/>
                  <a:pt x="440356" y="108175"/>
                </a:cubicBezTo>
                <a:lnTo>
                  <a:pt x="468609" y="108175"/>
                </a:lnTo>
                <a:cubicBezTo>
                  <a:pt x="468389" y="117650"/>
                  <a:pt x="466135" y="125633"/>
                  <a:pt x="461848" y="132123"/>
                </a:cubicBezTo>
                <a:cubicBezTo>
                  <a:pt x="457561" y="138612"/>
                  <a:pt x="451716" y="143535"/>
                  <a:pt x="444314" y="146892"/>
                </a:cubicBezTo>
                <a:cubicBezTo>
                  <a:pt x="436911" y="150250"/>
                  <a:pt x="428446" y="151929"/>
                  <a:pt x="418919" y="151929"/>
                </a:cubicBezTo>
                <a:close/>
                <a:moveTo>
                  <a:pt x="535418" y="149950"/>
                </a:moveTo>
                <a:cubicBezTo>
                  <a:pt x="524498" y="149950"/>
                  <a:pt x="516070" y="148649"/>
                  <a:pt x="510133" y="146047"/>
                </a:cubicBezTo>
                <a:cubicBezTo>
                  <a:pt x="504197" y="143445"/>
                  <a:pt x="500056" y="139415"/>
                  <a:pt x="497711" y="133955"/>
                </a:cubicBezTo>
                <a:cubicBezTo>
                  <a:pt x="495366" y="128494"/>
                  <a:pt x="494193" y="121367"/>
                  <a:pt x="494193" y="112572"/>
                </a:cubicBezTo>
                <a:lnTo>
                  <a:pt x="494193" y="1979"/>
                </a:lnTo>
                <a:lnTo>
                  <a:pt x="523216" y="1979"/>
                </a:lnTo>
                <a:lnTo>
                  <a:pt x="523216" y="110813"/>
                </a:lnTo>
                <a:cubicBezTo>
                  <a:pt x="523216" y="116457"/>
                  <a:pt x="523985" y="120598"/>
                  <a:pt x="525524" y="123236"/>
                </a:cubicBezTo>
                <a:cubicBezTo>
                  <a:pt x="527063" y="125874"/>
                  <a:pt x="530654" y="127194"/>
                  <a:pt x="536298" y="127194"/>
                </a:cubicBezTo>
                <a:lnTo>
                  <a:pt x="543004" y="127194"/>
                </a:lnTo>
                <a:lnTo>
                  <a:pt x="543004" y="149950"/>
                </a:lnTo>
                <a:lnTo>
                  <a:pt x="535418" y="149950"/>
                </a:lnTo>
                <a:close/>
                <a:moveTo>
                  <a:pt x="610195" y="151929"/>
                </a:moveTo>
                <a:cubicBezTo>
                  <a:pt x="598249" y="151929"/>
                  <a:pt x="588208" y="149685"/>
                  <a:pt x="580073" y="145199"/>
                </a:cubicBezTo>
                <a:cubicBezTo>
                  <a:pt x="571938" y="140712"/>
                  <a:pt x="565782" y="134242"/>
                  <a:pt x="561604" y="125788"/>
                </a:cubicBezTo>
                <a:cubicBezTo>
                  <a:pt x="557427" y="117333"/>
                  <a:pt x="555338" y="107172"/>
                  <a:pt x="555338" y="95306"/>
                </a:cubicBezTo>
                <a:cubicBezTo>
                  <a:pt x="555338" y="83811"/>
                  <a:pt x="557372" y="73911"/>
                  <a:pt x="561439" y="65607"/>
                </a:cubicBezTo>
                <a:cubicBezTo>
                  <a:pt x="565507" y="57300"/>
                  <a:pt x="571480" y="50903"/>
                  <a:pt x="579359" y="46416"/>
                </a:cubicBezTo>
                <a:cubicBezTo>
                  <a:pt x="587237" y="41929"/>
                  <a:pt x="596930" y="39686"/>
                  <a:pt x="608436" y="39686"/>
                </a:cubicBezTo>
                <a:cubicBezTo>
                  <a:pt x="624413" y="39686"/>
                  <a:pt x="637037" y="44409"/>
                  <a:pt x="646308" y="53854"/>
                </a:cubicBezTo>
                <a:cubicBezTo>
                  <a:pt x="655579" y="63299"/>
                  <a:pt x="660215" y="76764"/>
                  <a:pt x="660215" y="94248"/>
                </a:cubicBezTo>
                <a:cubicBezTo>
                  <a:pt x="660215" y="95136"/>
                  <a:pt x="660178" y="96340"/>
                  <a:pt x="660105" y="97858"/>
                </a:cubicBezTo>
                <a:cubicBezTo>
                  <a:pt x="660032" y="99377"/>
                  <a:pt x="659922" y="100544"/>
                  <a:pt x="659775" y="101359"/>
                </a:cubicBezTo>
                <a:lnTo>
                  <a:pt x="584470" y="101359"/>
                </a:lnTo>
                <a:cubicBezTo>
                  <a:pt x="584617" y="106533"/>
                  <a:pt x="585551" y="111369"/>
                  <a:pt x="587274" y="115867"/>
                </a:cubicBezTo>
                <a:cubicBezTo>
                  <a:pt x="588996" y="120365"/>
                  <a:pt x="591726" y="123983"/>
                  <a:pt x="595464" y="126719"/>
                </a:cubicBezTo>
                <a:cubicBezTo>
                  <a:pt x="599202" y="129454"/>
                  <a:pt x="604112" y="130821"/>
                  <a:pt x="610195" y="130821"/>
                </a:cubicBezTo>
                <a:cubicBezTo>
                  <a:pt x="616498" y="130821"/>
                  <a:pt x="621555" y="129406"/>
                  <a:pt x="625366" y="126575"/>
                </a:cubicBezTo>
                <a:cubicBezTo>
                  <a:pt x="629177" y="123744"/>
                  <a:pt x="631119" y="119535"/>
                  <a:pt x="631192" y="113947"/>
                </a:cubicBezTo>
                <a:lnTo>
                  <a:pt x="659885" y="113947"/>
                </a:lnTo>
                <a:cubicBezTo>
                  <a:pt x="659519" y="122411"/>
                  <a:pt x="657228" y="129466"/>
                  <a:pt x="653014" y="135109"/>
                </a:cubicBezTo>
                <a:cubicBezTo>
                  <a:pt x="648800" y="140752"/>
                  <a:pt x="643047" y="144966"/>
                  <a:pt x="635755" y="147751"/>
                </a:cubicBezTo>
                <a:cubicBezTo>
                  <a:pt x="628462" y="150536"/>
                  <a:pt x="619942" y="151929"/>
                  <a:pt x="610195" y="151929"/>
                </a:cubicBezTo>
                <a:moveTo>
                  <a:pt x="584800" y="82890"/>
                </a:moveTo>
                <a:lnTo>
                  <a:pt x="631302" y="82890"/>
                </a:lnTo>
                <a:cubicBezTo>
                  <a:pt x="631082" y="75195"/>
                  <a:pt x="628865" y="69442"/>
                  <a:pt x="624651" y="65631"/>
                </a:cubicBezTo>
                <a:cubicBezTo>
                  <a:pt x="620437" y="61820"/>
                  <a:pt x="615032" y="59914"/>
                  <a:pt x="608436" y="59914"/>
                </a:cubicBezTo>
                <a:cubicBezTo>
                  <a:pt x="601693" y="59914"/>
                  <a:pt x="596178" y="61876"/>
                  <a:pt x="591891" y="65799"/>
                </a:cubicBezTo>
                <a:cubicBezTo>
                  <a:pt x="587604" y="69722"/>
                  <a:pt x="585240" y="75419"/>
                  <a:pt x="584800" y="828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Serialized">
            <a:extLst xmlns:a="http://schemas.openxmlformats.org/drawingml/2006/main">
              <a:ext uri="{FF2B5EF4-FFF2-40B4-BE49-F238E27FC236}">
                <a16:creationId xmlns:a16="http://schemas.microsoft.com/office/drawing/2014/main" id="{1791E0C0-5973-4AE4-8C13-177DBC43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578" y="2893522"/>
            <a:ext cx="986197" cy="153028"/>
          </a:xfrm>
          <a:custGeom xmlns:a="http://schemas.openxmlformats.org/drawingml/2006/main">
            <a:pathLst>
              <a:path w="986197" h="153028">
                <a:moveTo>
                  <a:pt x="59584" y="153028"/>
                </a:moveTo>
                <a:cubicBezTo>
                  <a:pt x="48371" y="153028"/>
                  <a:pt x="38275" y="151433"/>
                  <a:pt x="29297" y="148242"/>
                </a:cubicBezTo>
                <a:cubicBezTo>
                  <a:pt x="20319" y="145052"/>
                  <a:pt x="13192" y="139973"/>
                  <a:pt x="7915" y="133006"/>
                </a:cubicBezTo>
                <a:cubicBezTo>
                  <a:pt x="2638" y="126039"/>
                  <a:pt x="0" y="116945"/>
                  <a:pt x="0" y="105722"/>
                </a:cubicBezTo>
                <a:lnTo>
                  <a:pt x="31661" y="105722"/>
                </a:lnTo>
                <a:cubicBezTo>
                  <a:pt x="31808" y="111448"/>
                  <a:pt x="33127" y="115944"/>
                  <a:pt x="35619" y="119210"/>
                </a:cubicBezTo>
                <a:cubicBezTo>
                  <a:pt x="38110" y="122476"/>
                  <a:pt x="41463" y="124806"/>
                  <a:pt x="45678" y="126201"/>
                </a:cubicBezTo>
                <a:cubicBezTo>
                  <a:pt x="49892" y="127596"/>
                  <a:pt x="54710" y="128293"/>
                  <a:pt x="60134" y="128293"/>
                </a:cubicBezTo>
                <a:cubicBezTo>
                  <a:pt x="65337" y="128293"/>
                  <a:pt x="69918" y="127669"/>
                  <a:pt x="73876" y="126421"/>
                </a:cubicBezTo>
                <a:cubicBezTo>
                  <a:pt x="77833" y="125172"/>
                  <a:pt x="80930" y="123245"/>
                  <a:pt x="83165" y="120639"/>
                </a:cubicBezTo>
                <a:cubicBezTo>
                  <a:pt x="85400" y="118032"/>
                  <a:pt x="86518" y="114710"/>
                  <a:pt x="86518" y="110673"/>
                </a:cubicBezTo>
                <a:cubicBezTo>
                  <a:pt x="86518" y="106786"/>
                  <a:pt x="85565" y="103577"/>
                  <a:pt x="83660" y="101046"/>
                </a:cubicBezTo>
                <a:cubicBezTo>
                  <a:pt x="81754" y="98516"/>
                  <a:pt x="78383" y="96206"/>
                  <a:pt x="73546" y="94117"/>
                </a:cubicBezTo>
                <a:cubicBezTo>
                  <a:pt x="68709" y="92026"/>
                  <a:pt x="61929" y="89770"/>
                  <a:pt x="53208" y="87349"/>
                </a:cubicBezTo>
                <a:cubicBezTo>
                  <a:pt x="43021" y="84416"/>
                  <a:pt x="34208" y="81189"/>
                  <a:pt x="26769" y="77668"/>
                </a:cubicBezTo>
                <a:cubicBezTo>
                  <a:pt x="19330" y="74148"/>
                  <a:pt x="13577" y="69602"/>
                  <a:pt x="9509" y="64030"/>
                </a:cubicBezTo>
                <a:cubicBezTo>
                  <a:pt x="5442" y="58455"/>
                  <a:pt x="3408" y="51194"/>
                  <a:pt x="3408" y="42246"/>
                </a:cubicBezTo>
                <a:cubicBezTo>
                  <a:pt x="3408" y="32638"/>
                  <a:pt x="5735" y="24808"/>
                  <a:pt x="10389" y="18757"/>
                </a:cubicBezTo>
                <a:cubicBezTo>
                  <a:pt x="15043" y="12707"/>
                  <a:pt x="21474" y="8251"/>
                  <a:pt x="29682" y="5390"/>
                </a:cubicBezTo>
                <a:cubicBezTo>
                  <a:pt x="37891" y="2530"/>
                  <a:pt x="47308" y="1099"/>
                  <a:pt x="57935" y="1099"/>
                </a:cubicBezTo>
                <a:cubicBezTo>
                  <a:pt x="68049" y="1099"/>
                  <a:pt x="77339" y="2640"/>
                  <a:pt x="85803" y="5720"/>
                </a:cubicBezTo>
                <a:cubicBezTo>
                  <a:pt x="94268" y="8800"/>
                  <a:pt x="101029" y="13494"/>
                  <a:pt x="106086" y="19802"/>
                </a:cubicBezTo>
                <a:cubicBezTo>
                  <a:pt x="111143" y="26109"/>
                  <a:pt x="113672" y="34140"/>
                  <a:pt x="113672" y="43895"/>
                </a:cubicBezTo>
                <a:lnTo>
                  <a:pt x="82011" y="43895"/>
                </a:lnTo>
                <a:cubicBezTo>
                  <a:pt x="82084" y="37580"/>
                  <a:pt x="79739" y="32863"/>
                  <a:pt x="74975" y="29744"/>
                </a:cubicBezTo>
                <a:cubicBezTo>
                  <a:pt x="70211" y="26625"/>
                  <a:pt x="64495" y="25065"/>
                  <a:pt x="57825" y="25065"/>
                </a:cubicBezTo>
                <a:cubicBezTo>
                  <a:pt x="51229" y="25065"/>
                  <a:pt x="45769" y="26295"/>
                  <a:pt x="41445" y="28755"/>
                </a:cubicBezTo>
                <a:cubicBezTo>
                  <a:pt x="37121" y="31214"/>
                  <a:pt x="34959" y="35014"/>
                  <a:pt x="34959" y="40153"/>
                </a:cubicBezTo>
                <a:cubicBezTo>
                  <a:pt x="34959" y="43087"/>
                  <a:pt x="35875" y="45673"/>
                  <a:pt x="37707" y="47911"/>
                </a:cubicBezTo>
                <a:cubicBezTo>
                  <a:pt x="39540" y="50148"/>
                  <a:pt x="42929" y="52331"/>
                  <a:pt x="47876" y="54459"/>
                </a:cubicBezTo>
                <a:cubicBezTo>
                  <a:pt x="52823" y="56584"/>
                  <a:pt x="59987" y="59004"/>
                  <a:pt x="69368" y="61718"/>
                </a:cubicBezTo>
                <a:cubicBezTo>
                  <a:pt x="80582" y="65018"/>
                  <a:pt x="89779" y="68483"/>
                  <a:pt x="96962" y="72113"/>
                </a:cubicBezTo>
                <a:cubicBezTo>
                  <a:pt x="104144" y="75743"/>
                  <a:pt x="109476" y="80437"/>
                  <a:pt x="112957" y="86195"/>
                </a:cubicBezTo>
                <a:cubicBezTo>
                  <a:pt x="116438" y="91953"/>
                  <a:pt x="118179" y="99526"/>
                  <a:pt x="118179" y="108914"/>
                </a:cubicBezTo>
                <a:cubicBezTo>
                  <a:pt x="118179" y="119401"/>
                  <a:pt x="115614" y="127872"/>
                  <a:pt x="110484" y="134326"/>
                </a:cubicBezTo>
                <a:cubicBezTo>
                  <a:pt x="105353" y="140780"/>
                  <a:pt x="98373" y="145510"/>
                  <a:pt x="89541" y="148517"/>
                </a:cubicBezTo>
                <a:cubicBezTo>
                  <a:pt x="80710" y="151524"/>
                  <a:pt x="70724" y="153028"/>
                  <a:pt x="59584" y="153028"/>
                </a:cubicBezTo>
                <a:close/>
                <a:moveTo>
                  <a:pt x="190284" y="153028"/>
                </a:moveTo>
                <a:cubicBezTo>
                  <a:pt x="178338" y="153028"/>
                  <a:pt x="168298" y="150785"/>
                  <a:pt x="160163" y="146298"/>
                </a:cubicBezTo>
                <a:cubicBezTo>
                  <a:pt x="152027" y="141811"/>
                  <a:pt x="145871" y="135341"/>
                  <a:pt x="141694" y="126888"/>
                </a:cubicBezTo>
                <a:cubicBezTo>
                  <a:pt x="137516" y="118432"/>
                  <a:pt x="135427" y="108271"/>
                  <a:pt x="135427" y="96405"/>
                </a:cubicBezTo>
                <a:cubicBezTo>
                  <a:pt x="135427" y="84910"/>
                  <a:pt x="137461" y="75010"/>
                  <a:pt x="141529" y="66706"/>
                </a:cubicBezTo>
                <a:cubicBezTo>
                  <a:pt x="145596" y="58399"/>
                  <a:pt x="151569" y="52002"/>
                  <a:pt x="159448" y="47516"/>
                </a:cubicBezTo>
                <a:cubicBezTo>
                  <a:pt x="167327" y="43029"/>
                  <a:pt x="177019" y="40785"/>
                  <a:pt x="188525" y="40785"/>
                </a:cubicBezTo>
                <a:cubicBezTo>
                  <a:pt x="204503" y="40785"/>
                  <a:pt x="217127" y="45508"/>
                  <a:pt x="226398" y="54953"/>
                </a:cubicBezTo>
                <a:cubicBezTo>
                  <a:pt x="235669" y="64398"/>
                  <a:pt x="240304" y="77863"/>
                  <a:pt x="240304" y="95347"/>
                </a:cubicBezTo>
                <a:cubicBezTo>
                  <a:pt x="240304" y="96236"/>
                  <a:pt x="240268" y="97439"/>
                  <a:pt x="240194" y="98958"/>
                </a:cubicBezTo>
                <a:cubicBezTo>
                  <a:pt x="240121" y="100476"/>
                  <a:pt x="240011" y="101643"/>
                  <a:pt x="239865" y="102458"/>
                </a:cubicBezTo>
                <a:lnTo>
                  <a:pt x="164560" y="102458"/>
                </a:lnTo>
                <a:cubicBezTo>
                  <a:pt x="164706" y="107632"/>
                  <a:pt x="165641" y="112468"/>
                  <a:pt x="167363" y="116966"/>
                </a:cubicBezTo>
                <a:cubicBezTo>
                  <a:pt x="169085" y="121464"/>
                  <a:pt x="171815" y="125082"/>
                  <a:pt x="175553" y="127819"/>
                </a:cubicBezTo>
                <a:cubicBezTo>
                  <a:pt x="179291" y="130553"/>
                  <a:pt x="184201" y="131921"/>
                  <a:pt x="190284" y="131921"/>
                </a:cubicBezTo>
                <a:cubicBezTo>
                  <a:pt x="196587" y="131921"/>
                  <a:pt x="201644" y="130505"/>
                  <a:pt x="205455" y="127675"/>
                </a:cubicBezTo>
                <a:cubicBezTo>
                  <a:pt x="209266" y="124844"/>
                  <a:pt x="211208" y="120634"/>
                  <a:pt x="211282" y="115046"/>
                </a:cubicBezTo>
                <a:lnTo>
                  <a:pt x="239975" y="115046"/>
                </a:lnTo>
                <a:cubicBezTo>
                  <a:pt x="239608" y="123511"/>
                  <a:pt x="237318" y="130565"/>
                  <a:pt x="233104" y="136208"/>
                </a:cubicBezTo>
                <a:cubicBezTo>
                  <a:pt x="228890" y="141851"/>
                  <a:pt x="223136" y="146066"/>
                  <a:pt x="215844" y="148851"/>
                </a:cubicBezTo>
                <a:cubicBezTo>
                  <a:pt x="208552" y="151636"/>
                  <a:pt x="200032" y="153028"/>
                  <a:pt x="190284" y="153028"/>
                </a:cubicBezTo>
                <a:moveTo>
                  <a:pt x="164890" y="83990"/>
                </a:moveTo>
                <a:lnTo>
                  <a:pt x="211392" y="83990"/>
                </a:lnTo>
                <a:cubicBezTo>
                  <a:pt x="211172" y="76294"/>
                  <a:pt x="208955" y="70541"/>
                  <a:pt x="204741" y="66730"/>
                </a:cubicBezTo>
                <a:cubicBezTo>
                  <a:pt x="200527" y="62919"/>
                  <a:pt x="195121" y="61013"/>
                  <a:pt x="188525" y="61013"/>
                </a:cubicBezTo>
                <a:cubicBezTo>
                  <a:pt x="181783" y="61013"/>
                  <a:pt x="176268" y="62975"/>
                  <a:pt x="171980" y="66898"/>
                </a:cubicBezTo>
                <a:cubicBezTo>
                  <a:pt x="167693" y="70822"/>
                  <a:pt x="165329" y="76519"/>
                  <a:pt x="164890" y="83990"/>
                </a:cubicBezTo>
                <a:close/>
                <a:moveTo>
                  <a:pt x="265136" y="151049"/>
                </a:moveTo>
                <a:lnTo>
                  <a:pt x="265136" y="42435"/>
                </a:lnTo>
                <a:lnTo>
                  <a:pt x="293060" y="42435"/>
                </a:lnTo>
                <a:lnTo>
                  <a:pt x="293609" y="60793"/>
                </a:lnTo>
                <a:cubicBezTo>
                  <a:pt x="296394" y="54344"/>
                  <a:pt x="300572" y="49397"/>
                  <a:pt x="306142" y="45952"/>
                </a:cubicBezTo>
                <a:cubicBezTo>
                  <a:pt x="311712" y="42508"/>
                  <a:pt x="318454" y="40785"/>
                  <a:pt x="326370" y="40785"/>
                </a:cubicBezTo>
                <a:lnTo>
                  <a:pt x="328568" y="40785"/>
                </a:lnTo>
                <a:lnTo>
                  <a:pt x="328568" y="65301"/>
                </a:lnTo>
                <a:lnTo>
                  <a:pt x="325820" y="65301"/>
                </a:lnTo>
                <a:cubicBezTo>
                  <a:pt x="321496" y="65301"/>
                  <a:pt x="317355" y="65692"/>
                  <a:pt x="313397" y="66476"/>
                </a:cubicBezTo>
                <a:cubicBezTo>
                  <a:pt x="309440" y="67259"/>
                  <a:pt x="305849" y="68602"/>
                  <a:pt x="302624" y="70505"/>
                </a:cubicBezTo>
                <a:cubicBezTo>
                  <a:pt x="299399" y="72409"/>
                  <a:pt x="296614" y="75039"/>
                  <a:pt x="294269" y="78397"/>
                </a:cubicBezTo>
                <a:lnTo>
                  <a:pt x="294269" y="151049"/>
                </a:lnTo>
                <a:lnTo>
                  <a:pt x="265136" y="151049"/>
                </a:lnTo>
                <a:close/>
                <a:moveTo>
                  <a:pt x="347247" y="151049"/>
                </a:moveTo>
                <a:lnTo>
                  <a:pt x="347247" y="42435"/>
                </a:lnTo>
                <a:lnTo>
                  <a:pt x="376379" y="42435"/>
                </a:lnTo>
                <a:lnTo>
                  <a:pt x="376379" y="151049"/>
                </a:lnTo>
                <a:lnTo>
                  <a:pt x="347247" y="151049"/>
                </a:lnTo>
                <a:moveTo>
                  <a:pt x="361868" y="28363"/>
                </a:moveTo>
                <a:cubicBezTo>
                  <a:pt x="356518" y="28363"/>
                  <a:pt x="352432" y="27007"/>
                  <a:pt x="349611" y="24295"/>
                </a:cubicBezTo>
                <a:cubicBezTo>
                  <a:pt x="346789" y="21584"/>
                  <a:pt x="345378" y="18212"/>
                  <a:pt x="345378" y="14181"/>
                </a:cubicBezTo>
                <a:cubicBezTo>
                  <a:pt x="345378" y="10077"/>
                  <a:pt x="346789" y="6688"/>
                  <a:pt x="349611" y="4013"/>
                </a:cubicBezTo>
                <a:cubicBezTo>
                  <a:pt x="352432" y="1338"/>
                  <a:pt x="356518" y="0"/>
                  <a:pt x="361868" y="0"/>
                </a:cubicBezTo>
                <a:cubicBezTo>
                  <a:pt x="367218" y="0"/>
                  <a:pt x="371304" y="1338"/>
                  <a:pt x="374126" y="4013"/>
                </a:cubicBezTo>
                <a:cubicBezTo>
                  <a:pt x="376947" y="6688"/>
                  <a:pt x="378358" y="10077"/>
                  <a:pt x="378358" y="14181"/>
                </a:cubicBezTo>
                <a:cubicBezTo>
                  <a:pt x="378358" y="18212"/>
                  <a:pt x="376947" y="21584"/>
                  <a:pt x="374126" y="24295"/>
                </a:cubicBezTo>
                <a:cubicBezTo>
                  <a:pt x="371304" y="27007"/>
                  <a:pt x="367218" y="28363"/>
                  <a:pt x="361868" y="28363"/>
                </a:cubicBezTo>
                <a:close/>
                <a:moveTo>
                  <a:pt x="437436" y="153028"/>
                </a:moveTo>
                <a:cubicBezTo>
                  <a:pt x="431353" y="153028"/>
                  <a:pt x="425673" y="151844"/>
                  <a:pt x="420396" y="149476"/>
                </a:cubicBezTo>
                <a:cubicBezTo>
                  <a:pt x="415119" y="147108"/>
                  <a:pt x="410850" y="143537"/>
                  <a:pt x="407589" y="138764"/>
                </a:cubicBezTo>
                <a:cubicBezTo>
                  <a:pt x="404327" y="133989"/>
                  <a:pt x="402697" y="128012"/>
                  <a:pt x="402697" y="120835"/>
                </a:cubicBezTo>
                <a:cubicBezTo>
                  <a:pt x="402697" y="110844"/>
                  <a:pt x="405665" y="103315"/>
                  <a:pt x="411601" y="98247"/>
                </a:cubicBezTo>
                <a:cubicBezTo>
                  <a:pt x="417538" y="93176"/>
                  <a:pt x="425838" y="89734"/>
                  <a:pt x="436501" y="87920"/>
                </a:cubicBezTo>
                <a:cubicBezTo>
                  <a:pt x="447165" y="86106"/>
                  <a:pt x="459569" y="85051"/>
                  <a:pt x="473714" y="84756"/>
                </a:cubicBezTo>
                <a:lnTo>
                  <a:pt x="473714" y="78857"/>
                </a:lnTo>
                <a:cubicBezTo>
                  <a:pt x="473714" y="71670"/>
                  <a:pt x="472047" y="66753"/>
                  <a:pt x="468712" y="64105"/>
                </a:cubicBezTo>
                <a:cubicBezTo>
                  <a:pt x="465377" y="61458"/>
                  <a:pt x="461072" y="60134"/>
                  <a:pt x="455795" y="60134"/>
                </a:cubicBezTo>
                <a:cubicBezTo>
                  <a:pt x="450005" y="60134"/>
                  <a:pt x="445241" y="61546"/>
                  <a:pt x="441503" y="64370"/>
                </a:cubicBezTo>
                <a:cubicBezTo>
                  <a:pt x="437766" y="67191"/>
                  <a:pt x="435897" y="71764"/>
                  <a:pt x="435897" y="78087"/>
                </a:cubicBezTo>
                <a:lnTo>
                  <a:pt x="408633" y="78087"/>
                </a:lnTo>
                <a:cubicBezTo>
                  <a:pt x="408633" y="68809"/>
                  <a:pt x="410630" y="61461"/>
                  <a:pt x="414625" y="56042"/>
                </a:cubicBezTo>
                <a:cubicBezTo>
                  <a:pt x="418619" y="50621"/>
                  <a:pt x="424152" y="46723"/>
                  <a:pt x="431225" y="44348"/>
                </a:cubicBezTo>
                <a:cubicBezTo>
                  <a:pt x="438297" y="41973"/>
                  <a:pt x="446487" y="40785"/>
                  <a:pt x="455795" y="40785"/>
                </a:cubicBezTo>
                <a:cubicBezTo>
                  <a:pt x="462611" y="40785"/>
                  <a:pt x="468840" y="41360"/>
                  <a:pt x="474484" y="42510"/>
                </a:cubicBezTo>
                <a:cubicBezTo>
                  <a:pt x="480127" y="43660"/>
                  <a:pt x="485019" y="45644"/>
                  <a:pt x="489160" y="48464"/>
                </a:cubicBezTo>
                <a:cubicBezTo>
                  <a:pt x="493301" y="51281"/>
                  <a:pt x="496507" y="55119"/>
                  <a:pt x="498779" y="59979"/>
                </a:cubicBezTo>
                <a:cubicBezTo>
                  <a:pt x="501051" y="64837"/>
                  <a:pt x="502187" y="70901"/>
                  <a:pt x="502187" y="78170"/>
                </a:cubicBezTo>
                <a:lnTo>
                  <a:pt x="502187" y="151049"/>
                </a:lnTo>
                <a:lnTo>
                  <a:pt x="474923" y="151049"/>
                </a:lnTo>
                <a:lnTo>
                  <a:pt x="474044" y="137198"/>
                </a:lnTo>
                <a:cubicBezTo>
                  <a:pt x="469500" y="142401"/>
                  <a:pt x="464223" y="146340"/>
                  <a:pt x="458213" y="149015"/>
                </a:cubicBezTo>
                <a:cubicBezTo>
                  <a:pt x="452204" y="151691"/>
                  <a:pt x="445278" y="153028"/>
                  <a:pt x="437436" y="153028"/>
                </a:cubicBezTo>
                <a:moveTo>
                  <a:pt x="447000" y="133020"/>
                </a:moveTo>
                <a:cubicBezTo>
                  <a:pt x="452497" y="133020"/>
                  <a:pt x="457572" y="131561"/>
                  <a:pt x="462226" y="128643"/>
                </a:cubicBezTo>
                <a:cubicBezTo>
                  <a:pt x="466880" y="125723"/>
                  <a:pt x="470599" y="122393"/>
                  <a:pt x="473384" y="118653"/>
                </a:cubicBezTo>
                <a:lnTo>
                  <a:pt x="473384" y="100916"/>
                </a:lnTo>
                <a:cubicBezTo>
                  <a:pt x="457994" y="100992"/>
                  <a:pt x="447220" y="102470"/>
                  <a:pt x="441064" y="105351"/>
                </a:cubicBezTo>
                <a:cubicBezTo>
                  <a:pt x="434907" y="108232"/>
                  <a:pt x="431829" y="112891"/>
                  <a:pt x="431829" y="119326"/>
                </a:cubicBezTo>
                <a:cubicBezTo>
                  <a:pt x="431829" y="123967"/>
                  <a:pt x="433240" y="127409"/>
                  <a:pt x="436062" y="129653"/>
                </a:cubicBezTo>
                <a:cubicBezTo>
                  <a:pt x="438883" y="131898"/>
                  <a:pt x="442530" y="133020"/>
                  <a:pt x="447000" y="133020"/>
                </a:cubicBezTo>
                <a:close/>
                <a:moveTo>
                  <a:pt x="572642" y="151049"/>
                </a:moveTo>
                <a:cubicBezTo>
                  <a:pt x="561722" y="151049"/>
                  <a:pt x="553294" y="149748"/>
                  <a:pt x="547357" y="147147"/>
                </a:cubicBezTo>
                <a:cubicBezTo>
                  <a:pt x="541421" y="144545"/>
                  <a:pt x="537280" y="140514"/>
                  <a:pt x="534935" y="135054"/>
                </a:cubicBezTo>
                <a:cubicBezTo>
                  <a:pt x="532589" y="129594"/>
                  <a:pt x="531417" y="122466"/>
                  <a:pt x="531417" y="113672"/>
                </a:cubicBezTo>
                <a:lnTo>
                  <a:pt x="531417" y="3078"/>
                </a:lnTo>
                <a:lnTo>
                  <a:pt x="560439" y="3078"/>
                </a:lnTo>
                <a:lnTo>
                  <a:pt x="560439" y="111913"/>
                </a:lnTo>
                <a:cubicBezTo>
                  <a:pt x="560439" y="117556"/>
                  <a:pt x="561209" y="121697"/>
                  <a:pt x="562748" y="124335"/>
                </a:cubicBezTo>
                <a:cubicBezTo>
                  <a:pt x="564287" y="126974"/>
                  <a:pt x="567878" y="128293"/>
                  <a:pt x="573521" y="128293"/>
                </a:cubicBezTo>
                <a:lnTo>
                  <a:pt x="580227" y="128293"/>
                </a:lnTo>
                <a:lnTo>
                  <a:pt x="580227" y="151049"/>
                </a:lnTo>
                <a:lnTo>
                  <a:pt x="572642" y="151049"/>
                </a:lnTo>
                <a:close/>
                <a:moveTo>
                  <a:pt x="598081" y="151049"/>
                </a:moveTo>
                <a:lnTo>
                  <a:pt x="598081" y="42435"/>
                </a:lnTo>
                <a:lnTo>
                  <a:pt x="627214" y="42435"/>
                </a:lnTo>
                <a:lnTo>
                  <a:pt x="627214" y="151049"/>
                </a:lnTo>
                <a:lnTo>
                  <a:pt x="598081" y="151049"/>
                </a:lnTo>
                <a:moveTo>
                  <a:pt x="612702" y="28363"/>
                </a:moveTo>
                <a:cubicBezTo>
                  <a:pt x="607352" y="28363"/>
                  <a:pt x="603266" y="27007"/>
                  <a:pt x="600445" y="24295"/>
                </a:cubicBezTo>
                <a:cubicBezTo>
                  <a:pt x="597623" y="21584"/>
                  <a:pt x="596212" y="18212"/>
                  <a:pt x="596212" y="14181"/>
                </a:cubicBezTo>
                <a:cubicBezTo>
                  <a:pt x="596212" y="10077"/>
                  <a:pt x="597623" y="6688"/>
                  <a:pt x="600445" y="4013"/>
                </a:cubicBezTo>
                <a:cubicBezTo>
                  <a:pt x="603266" y="1338"/>
                  <a:pt x="607352" y="0"/>
                  <a:pt x="612702" y="0"/>
                </a:cubicBezTo>
                <a:cubicBezTo>
                  <a:pt x="618053" y="0"/>
                  <a:pt x="622138" y="1338"/>
                  <a:pt x="624960" y="4013"/>
                </a:cubicBezTo>
                <a:cubicBezTo>
                  <a:pt x="627782" y="6688"/>
                  <a:pt x="629193" y="10077"/>
                  <a:pt x="629193" y="14181"/>
                </a:cubicBezTo>
                <a:cubicBezTo>
                  <a:pt x="629193" y="18212"/>
                  <a:pt x="627782" y="21584"/>
                  <a:pt x="624960" y="24295"/>
                </a:cubicBezTo>
                <a:cubicBezTo>
                  <a:pt x="622138" y="27007"/>
                  <a:pt x="618053" y="28363"/>
                  <a:pt x="612702" y="28363"/>
                </a:cubicBezTo>
                <a:close/>
                <a:moveTo>
                  <a:pt x="651442" y="151049"/>
                </a:moveTo>
                <a:lnTo>
                  <a:pt x="651442" y="129681"/>
                </a:lnTo>
                <a:lnTo>
                  <a:pt x="702341" y="64861"/>
                </a:lnTo>
                <a:lnTo>
                  <a:pt x="655839" y="64861"/>
                </a:lnTo>
                <a:lnTo>
                  <a:pt x="655839" y="42435"/>
                </a:lnTo>
                <a:lnTo>
                  <a:pt x="736751" y="42435"/>
                </a:lnTo>
                <a:lnTo>
                  <a:pt x="736751" y="63023"/>
                </a:lnTo>
                <a:lnTo>
                  <a:pt x="685741" y="128513"/>
                </a:lnTo>
                <a:lnTo>
                  <a:pt x="740269" y="128513"/>
                </a:lnTo>
                <a:lnTo>
                  <a:pt x="740269" y="151049"/>
                </a:lnTo>
                <a:lnTo>
                  <a:pt x="651442" y="151049"/>
                </a:lnTo>
                <a:close/>
                <a:moveTo>
                  <a:pt x="810535" y="153028"/>
                </a:moveTo>
                <a:cubicBezTo>
                  <a:pt x="798589" y="153028"/>
                  <a:pt x="788548" y="150785"/>
                  <a:pt x="780413" y="146298"/>
                </a:cubicBezTo>
                <a:cubicBezTo>
                  <a:pt x="772278" y="141811"/>
                  <a:pt x="766122" y="135341"/>
                  <a:pt x="761944" y="126888"/>
                </a:cubicBezTo>
                <a:cubicBezTo>
                  <a:pt x="757767" y="118432"/>
                  <a:pt x="755678" y="108271"/>
                  <a:pt x="755678" y="96405"/>
                </a:cubicBezTo>
                <a:cubicBezTo>
                  <a:pt x="755678" y="84910"/>
                  <a:pt x="757712" y="75010"/>
                  <a:pt x="761779" y="66706"/>
                </a:cubicBezTo>
                <a:cubicBezTo>
                  <a:pt x="765847" y="58399"/>
                  <a:pt x="771820" y="52002"/>
                  <a:pt x="779699" y="47516"/>
                </a:cubicBezTo>
                <a:cubicBezTo>
                  <a:pt x="787577" y="43029"/>
                  <a:pt x="797270" y="40785"/>
                  <a:pt x="808776" y="40785"/>
                </a:cubicBezTo>
                <a:cubicBezTo>
                  <a:pt x="824753" y="40785"/>
                  <a:pt x="837377" y="45508"/>
                  <a:pt x="846648" y="54953"/>
                </a:cubicBezTo>
                <a:cubicBezTo>
                  <a:pt x="855919" y="64398"/>
                  <a:pt x="860555" y="77863"/>
                  <a:pt x="860555" y="95347"/>
                </a:cubicBezTo>
                <a:cubicBezTo>
                  <a:pt x="860555" y="96236"/>
                  <a:pt x="860518" y="97439"/>
                  <a:pt x="860445" y="98958"/>
                </a:cubicBezTo>
                <a:cubicBezTo>
                  <a:pt x="860372" y="100476"/>
                  <a:pt x="860262" y="101643"/>
                  <a:pt x="860115" y="102458"/>
                </a:cubicBezTo>
                <a:lnTo>
                  <a:pt x="784811" y="102458"/>
                </a:lnTo>
                <a:cubicBezTo>
                  <a:pt x="784957" y="107632"/>
                  <a:pt x="785892" y="112468"/>
                  <a:pt x="787614" y="116966"/>
                </a:cubicBezTo>
                <a:cubicBezTo>
                  <a:pt x="789336" y="121464"/>
                  <a:pt x="792066" y="125082"/>
                  <a:pt x="795804" y="127819"/>
                </a:cubicBezTo>
                <a:cubicBezTo>
                  <a:pt x="799542" y="130553"/>
                  <a:pt x="804452" y="131921"/>
                  <a:pt x="810535" y="131921"/>
                </a:cubicBezTo>
                <a:cubicBezTo>
                  <a:pt x="816838" y="131921"/>
                  <a:pt x="821895" y="130505"/>
                  <a:pt x="825706" y="127675"/>
                </a:cubicBezTo>
                <a:cubicBezTo>
                  <a:pt x="829517" y="124844"/>
                  <a:pt x="831459" y="120634"/>
                  <a:pt x="831532" y="115046"/>
                </a:cubicBezTo>
                <a:lnTo>
                  <a:pt x="860225" y="115046"/>
                </a:lnTo>
                <a:cubicBezTo>
                  <a:pt x="859859" y="123511"/>
                  <a:pt x="857568" y="130565"/>
                  <a:pt x="853354" y="136208"/>
                </a:cubicBezTo>
                <a:cubicBezTo>
                  <a:pt x="849140" y="141851"/>
                  <a:pt x="843387" y="146066"/>
                  <a:pt x="836095" y="148851"/>
                </a:cubicBezTo>
                <a:cubicBezTo>
                  <a:pt x="828802" y="151636"/>
                  <a:pt x="820283" y="153028"/>
                  <a:pt x="810535" y="153028"/>
                </a:cubicBezTo>
                <a:moveTo>
                  <a:pt x="785140" y="83990"/>
                </a:moveTo>
                <a:lnTo>
                  <a:pt x="831642" y="83990"/>
                </a:lnTo>
                <a:cubicBezTo>
                  <a:pt x="831423" y="76294"/>
                  <a:pt x="829206" y="70541"/>
                  <a:pt x="824991" y="66730"/>
                </a:cubicBezTo>
                <a:cubicBezTo>
                  <a:pt x="820777" y="62919"/>
                  <a:pt x="815372" y="61013"/>
                  <a:pt x="808776" y="61013"/>
                </a:cubicBezTo>
                <a:cubicBezTo>
                  <a:pt x="802034" y="61013"/>
                  <a:pt x="796518" y="62975"/>
                  <a:pt x="792231" y="66898"/>
                </a:cubicBezTo>
                <a:cubicBezTo>
                  <a:pt x="787944" y="70822"/>
                  <a:pt x="785580" y="76519"/>
                  <a:pt x="785140" y="83990"/>
                </a:cubicBezTo>
                <a:close/>
                <a:moveTo>
                  <a:pt x="922325" y="153028"/>
                </a:moveTo>
                <a:cubicBezTo>
                  <a:pt x="914263" y="153028"/>
                  <a:pt x="907026" y="150989"/>
                  <a:pt x="900613" y="146910"/>
                </a:cubicBezTo>
                <a:cubicBezTo>
                  <a:pt x="894200" y="142831"/>
                  <a:pt x="889143" y="136583"/>
                  <a:pt x="885442" y="128166"/>
                </a:cubicBezTo>
                <a:cubicBezTo>
                  <a:pt x="881741" y="119749"/>
                  <a:pt x="879891" y="109051"/>
                  <a:pt x="879891" y="96072"/>
                </a:cubicBezTo>
                <a:cubicBezTo>
                  <a:pt x="879891" y="83539"/>
                  <a:pt x="881888" y="73194"/>
                  <a:pt x="885882" y="65036"/>
                </a:cubicBezTo>
                <a:cubicBezTo>
                  <a:pt x="889876" y="56878"/>
                  <a:pt x="895281" y="50798"/>
                  <a:pt x="902097" y="46794"/>
                </a:cubicBezTo>
                <a:cubicBezTo>
                  <a:pt x="908913" y="42788"/>
                  <a:pt x="916572" y="40785"/>
                  <a:pt x="925074" y="40785"/>
                </a:cubicBezTo>
                <a:cubicBezTo>
                  <a:pt x="932549" y="40785"/>
                  <a:pt x="938962" y="42325"/>
                  <a:pt x="944312" y="45403"/>
                </a:cubicBezTo>
                <a:cubicBezTo>
                  <a:pt x="949662" y="48481"/>
                  <a:pt x="953913" y="52512"/>
                  <a:pt x="957064" y="57495"/>
                </a:cubicBezTo>
                <a:lnTo>
                  <a:pt x="957064" y="3078"/>
                </a:lnTo>
                <a:lnTo>
                  <a:pt x="986197" y="3078"/>
                </a:lnTo>
                <a:lnTo>
                  <a:pt x="986197" y="151049"/>
                </a:lnTo>
                <a:lnTo>
                  <a:pt x="958274" y="151049"/>
                </a:lnTo>
                <a:lnTo>
                  <a:pt x="957064" y="135878"/>
                </a:lnTo>
                <a:cubicBezTo>
                  <a:pt x="953253" y="141155"/>
                  <a:pt x="948526" y="145333"/>
                  <a:pt x="942883" y="148411"/>
                </a:cubicBezTo>
                <a:cubicBezTo>
                  <a:pt x="937240" y="151489"/>
                  <a:pt x="930387" y="153028"/>
                  <a:pt x="922325" y="153028"/>
                </a:cubicBezTo>
                <a:moveTo>
                  <a:pt x="930900" y="130821"/>
                </a:moveTo>
                <a:cubicBezTo>
                  <a:pt x="937056" y="130821"/>
                  <a:pt x="942370" y="129065"/>
                  <a:pt x="946840" y="125551"/>
                </a:cubicBezTo>
                <a:cubicBezTo>
                  <a:pt x="951311" y="122038"/>
                  <a:pt x="954719" y="117928"/>
                  <a:pt x="957064" y="113222"/>
                </a:cubicBezTo>
                <a:lnTo>
                  <a:pt x="957064" y="81269"/>
                </a:lnTo>
                <a:cubicBezTo>
                  <a:pt x="954792" y="76335"/>
                  <a:pt x="951604" y="72038"/>
                  <a:pt x="947500" y="68375"/>
                </a:cubicBezTo>
                <a:cubicBezTo>
                  <a:pt x="943396" y="64713"/>
                  <a:pt x="938339" y="62882"/>
                  <a:pt x="932329" y="62882"/>
                </a:cubicBezTo>
                <a:cubicBezTo>
                  <a:pt x="925147" y="62882"/>
                  <a:pt x="919577" y="65722"/>
                  <a:pt x="915619" y="71402"/>
                </a:cubicBezTo>
                <a:cubicBezTo>
                  <a:pt x="911662" y="77082"/>
                  <a:pt x="909683" y="85304"/>
                  <a:pt x="909683" y="96069"/>
                </a:cubicBezTo>
                <a:cubicBezTo>
                  <a:pt x="909683" y="107877"/>
                  <a:pt x="911570" y="116622"/>
                  <a:pt x="915344" y="122302"/>
                </a:cubicBezTo>
                <a:cubicBezTo>
                  <a:pt x="919119" y="127981"/>
                  <a:pt x="924304" y="130821"/>
                  <a:pt x="930900" y="1308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1111DE13-E483-4AD9-B78F-3A343D5E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392" y="3166774"/>
            <a:ext cx="892193" cy="149950"/>
          </a:xfrm>
          <a:custGeom xmlns:a="http://schemas.openxmlformats.org/drawingml/2006/main">
            <a:pathLst>
              <a:path w="892193" h="149950">
                <a:moveTo>
                  <a:pt x="39576" y="147971"/>
                </a:moveTo>
                <a:lnTo>
                  <a:pt x="39576" y="25725"/>
                </a:lnTo>
                <a:lnTo>
                  <a:pt x="0" y="25725"/>
                </a:lnTo>
                <a:lnTo>
                  <a:pt x="0" y="0"/>
                </a:lnTo>
                <a:lnTo>
                  <a:pt x="109824" y="0"/>
                </a:lnTo>
                <a:lnTo>
                  <a:pt x="109824" y="25725"/>
                </a:lnTo>
                <a:lnTo>
                  <a:pt x="70468" y="25725"/>
                </a:lnTo>
                <a:lnTo>
                  <a:pt x="70468" y="147971"/>
                </a:lnTo>
                <a:lnTo>
                  <a:pt x="39576" y="147971"/>
                </a:lnTo>
                <a:close/>
                <a:moveTo>
                  <a:pt x="159894" y="149950"/>
                </a:moveTo>
                <a:cubicBezTo>
                  <a:pt x="147948" y="149950"/>
                  <a:pt x="137907" y="147707"/>
                  <a:pt x="129772" y="143220"/>
                </a:cubicBezTo>
                <a:cubicBezTo>
                  <a:pt x="121637" y="138733"/>
                  <a:pt x="115481" y="132263"/>
                  <a:pt x="111303" y="123810"/>
                </a:cubicBezTo>
                <a:cubicBezTo>
                  <a:pt x="107126" y="115354"/>
                  <a:pt x="105037" y="105193"/>
                  <a:pt x="105037" y="93327"/>
                </a:cubicBezTo>
                <a:cubicBezTo>
                  <a:pt x="105037" y="81832"/>
                  <a:pt x="107071" y="71932"/>
                  <a:pt x="111139" y="63628"/>
                </a:cubicBezTo>
                <a:cubicBezTo>
                  <a:pt x="115206" y="55321"/>
                  <a:pt x="121179" y="48924"/>
                  <a:pt x="129058" y="44437"/>
                </a:cubicBezTo>
                <a:cubicBezTo>
                  <a:pt x="136936" y="39951"/>
                  <a:pt x="146629" y="37707"/>
                  <a:pt x="158135" y="37707"/>
                </a:cubicBezTo>
                <a:cubicBezTo>
                  <a:pt x="174112" y="37707"/>
                  <a:pt x="186736" y="42430"/>
                  <a:pt x="196008" y="51875"/>
                </a:cubicBezTo>
                <a:cubicBezTo>
                  <a:pt x="205279" y="61320"/>
                  <a:pt x="209914" y="74785"/>
                  <a:pt x="209914" y="92269"/>
                </a:cubicBezTo>
                <a:cubicBezTo>
                  <a:pt x="209914" y="93158"/>
                  <a:pt x="209878" y="94361"/>
                  <a:pt x="209804" y="95880"/>
                </a:cubicBezTo>
                <a:cubicBezTo>
                  <a:pt x="209731" y="97398"/>
                  <a:pt x="209621" y="98565"/>
                  <a:pt x="209474" y="99380"/>
                </a:cubicBezTo>
                <a:lnTo>
                  <a:pt x="134170" y="99380"/>
                </a:lnTo>
                <a:cubicBezTo>
                  <a:pt x="134316" y="104554"/>
                  <a:pt x="135251" y="109390"/>
                  <a:pt x="136973" y="113888"/>
                </a:cubicBezTo>
                <a:cubicBezTo>
                  <a:pt x="138695" y="118386"/>
                  <a:pt x="141425" y="122004"/>
                  <a:pt x="145163" y="124741"/>
                </a:cubicBezTo>
                <a:cubicBezTo>
                  <a:pt x="148901" y="127475"/>
                  <a:pt x="153811" y="128843"/>
                  <a:pt x="159894" y="128843"/>
                </a:cubicBezTo>
                <a:cubicBezTo>
                  <a:pt x="166197" y="128843"/>
                  <a:pt x="171254" y="127427"/>
                  <a:pt x="175065" y="124596"/>
                </a:cubicBezTo>
                <a:cubicBezTo>
                  <a:pt x="178876" y="121766"/>
                  <a:pt x="180818" y="117556"/>
                  <a:pt x="180892" y="111968"/>
                </a:cubicBezTo>
                <a:lnTo>
                  <a:pt x="209584" y="111968"/>
                </a:lnTo>
                <a:cubicBezTo>
                  <a:pt x="209218" y="120433"/>
                  <a:pt x="206928" y="127487"/>
                  <a:pt x="202714" y="133130"/>
                </a:cubicBezTo>
                <a:cubicBezTo>
                  <a:pt x="198499" y="138773"/>
                  <a:pt x="192746" y="142987"/>
                  <a:pt x="185454" y="145772"/>
                </a:cubicBezTo>
                <a:cubicBezTo>
                  <a:pt x="178162" y="148557"/>
                  <a:pt x="169642" y="149950"/>
                  <a:pt x="159894" y="149950"/>
                </a:cubicBezTo>
                <a:moveTo>
                  <a:pt x="134500" y="80911"/>
                </a:moveTo>
                <a:lnTo>
                  <a:pt x="181002" y="80911"/>
                </a:lnTo>
                <a:cubicBezTo>
                  <a:pt x="180782" y="73216"/>
                  <a:pt x="178565" y="67463"/>
                  <a:pt x="174351" y="63652"/>
                </a:cubicBezTo>
                <a:cubicBezTo>
                  <a:pt x="170136" y="59841"/>
                  <a:pt x="164731" y="57935"/>
                  <a:pt x="158135" y="57935"/>
                </a:cubicBezTo>
                <a:cubicBezTo>
                  <a:pt x="151393" y="57935"/>
                  <a:pt x="145878" y="59897"/>
                  <a:pt x="141590" y="63820"/>
                </a:cubicBezTo>
                <a:cubicBezTo>
                  <a:pt x="137303" y="67743"/>
                  <a:pt x="134939" y="73440"/>
                  <a:pt x="134500" y="80911"/>
                </a:cubicBezTo>
                <a:close/>
                <a:moveTo>
                  <a:pt x="277998" y="149950"/>
                </a:moveTo>
                <a:cubicBezTo>
                  <a:pt x="272061" y="149950"/>
                  <a:pt x="266235" y="149395"/>
                  <a:pt x="260518" y="148284"/>
                </a:cubicBezTo>
                <a:cubicBezTo>
                  <a:pt x="254802" y="147173"/>
                  <a:pt x="249635" y="145265"/>
                  <a:pt x="245018" y="142560"/>
                </a:cubicBezTo>
                <a:cubicBezTo>
                  <a:pt x="240400" y="139855"/>
                  <a:pt x="236736" y="136169"/>
                  <a:pt x="234024" y="131502"/>
                </a:cubicBezTo>
                <a:cubicBezTo>
                  <a:pt x="231313" y="126834"/>
                  <a:pt x="229957" y="121018"/>
                  <a:pt x="229957" y="114053"/>
                </a:cubicBezTo>
                <a:lnTo>
                  <a:pt x="257000" y="114053"/>
                </a:lnTo>
                <a:cubicBezTo>
                  <a:pt x="257000" y="120207"/>
                  <a:pt x="259108" y="124485"/>
                  <a:pt x="263322" y="126888"/>
                </a:cubicBezTo>
                <a:cubicBezTo>
                  <a:pt x="267536" y="129290"/>
                  <a:pt x="272465" y="130492"/>
                  <a:pt x="278108" y="130492"/>
                </a:cubicBezTo>
                <a:cubicBezTo>
                  <a:pt x="283678" y="130492"/>
                  <a:pt x="288002" y="129569"/>
                  <a:pt x="291080" y="127723"/>
                </a:cubicBezTo>
                <a:cubicBezTo>
                  <a:pt x="294158" y="125874"/>
                  <a:pt x="295697" y="122763"/>
                  <a:pt x="295697" y="118389"/>
                </a:cubicBezTo>
                <a:cubicBezTo>
                  <a:pt x="295697" y="114314"/>
                  <a:pt x="293883" y="111277"/>
                  <a:pt x="290255" y="109278"/>
                </a:cubicBezTo>
                <a:cubicBezTo>
                  <a:pt x="286628" y="107276"/>
                  <a:pt x="280270" y="105238"/>
                  <a:pt x="271182" y="103163"/>
                </a:cubicBezTo>
                <a:cubicBezTo>
                  <a:pt x="263560" y="101310"/>
                  <a:pt x="256762" y="99069"/>
                  <a:pt x="250789" y="96440"/>
                </a:cubicBezTo>
                <a:cubicBezTo>
                  <a:pt x="244816" y="93810"/>
                  <a:pt x="240144" y="90292"/>
                  <a:pt x="236773" y="85886"/>
                </a:cubicBezTo>
                <a:cubicBezTo>
                  <a:pt x="233401" y="81477"/>
                  <a:pt x="231716" y="75679"/>
                  <a:pt x="231716" y="68492"/>
                </a:cubicBezTo>
                <a:cubicBezTo>
                  <a:pt x="231716" y="62860"/>
                  <a:pt x="232998" y="58082"/>
                  <a:pt x="235563" y="54156"/>
                </a:cubicBezTo>
                <a:cubicBezTo>
                  <a:pt x="238128" y="50228"/>
                  <a:pt x="241555" y="47061"/>
                  <a:pt x="245842" y="44654"/>
                </a:cubicBezTo>
                <a:cubicBezTo>
                  <a:pt x="250130" y="42247"/>
                  <a:pt x="254967" y="40488"/>
                  <a:pt x="260353" y="39377"/>
                </a:cubicBezTo>
                <a:cubicBezTo>
                  <a:pt x="265740" y="38264"/>
                  <a:pt x="271255" y="37707"/>
                  <a:pt x="276899" y="37707"/>
                </a:cubicBezTo>
                <a:cubicBezTo>
                  <a:pt x="282395" y="37707"/>
                  <a:pt x="287782" y="38263"/>
                  <a:pt x="293059" y="39374"/>
                </a:cubicBezTo>
                <a:cubicBezTo>
                  <a:pt x="298336" y="40484"/>
                  <a:pt x="303099" y="42355"/>
                  <a:pt x="307350" y="44987"/>
                </a:cubicBezTo>
                <a:cubicBezTo>
                  <a:pt x="311601" y="47616"/>
                  <a:pt x="315009" y="51154"/>
                  <a:pt x="317574" y="55599"/>
                </a:cubicBezTo>
                <a:cubicBezTo>
                  <a:pt x="320139" y="60045"/>
                  <a:pt x="321422" y="65601"/>
                  <a:pt x="321422" y="72268"/>
                </a:cubicBezTo>
                <a:lnTo>
                  <a:pt x="294378" y="72268"/>
                </a:lnTo>
                <a:cubicBezTo>
                  <a:pt x="294378" y="66631"/>
                  <a:pt x="292637" y="62724"/>
                  <a:pt x="289156" y="60546"/>
                </a:cubicBezTo>
                <a:cubicBezTo>
                  <a:pt x="285675" y="58366"/>
                  <a:pt x="281589" y="57276"/>
                  <a:pt x="276899" y="57276"/>
                </a:cubicBezTo>
                <a:cubicBezTo>
                  <a:pt x="271842" y="57276"/>
                  <a:pt x="267866" y="58034"/>
                  <a:pt x="264971" y="59550"/>
                </a:cubicBezTo>
                <a:cubicBezTo>
                  <a:pt x="262076" y="61064"/>
                  <a:pt x="260628" y="63562"/>
                  <a:pt x="260628" y="67046"/>
                </a:cubicBezTo>
                <a:cubicBezTo>
                  <a:pt x="260628" y="69045"/>
                  <a:pt x="261544" y="70805"/>
                  <a:pt x="263377" y="72326"/>
                </a:cubicBezTo>
                <a:cubicBezTo>
                  <a:pt x="265209" y="73845"/>
                  <a:pt x="268140" y="75252"/>
                  <a:pt x="272171" y="76548"/>
                </a:cubicBezTo>
                <a:cubicBezTo>
                  <a:pt x="276202" y="77845"/>
                  <a:pt x="281516" y="79234"/>
                  <a:pt x="288112" y="80716"/>
                </a:cubicBezTo>
                <a:cubicBezTo>
                  <a:pt x="295074" y="82346"/>
                  <a:pt x="301304" y="84458"/>
                  <a:pt x="306801" y="87051"/>
                </a:cubicBezTo>
                <a:cubicBezTo>
                  <a:pt x="312297" y="89643"/>
                  <a:pt x="316658" y="93126"/>
                  <a:pt x="319883" y="97498"/>
                </a:cubicBezTo>
                <a:cubicBezTo>
                  <a:pt x="323107" y="101868"/>
                  <a:pt x="324720" y="107535"/>
                  <a:pt x="324720" y="114500"/>
                </a:cubicBezTo>
                <a:cubicBezTo>
                  <a:pt x="324720" y="121020"/>
                  <a:pt x="323419" y="126540"/>
                  <a:pt x="320817" y="131058"/>
                </a:cubicBezTo>
                <a:cubicBezTo>
                  <a:pt x="318215" y="135577"/>
                  <a:pt x="314734" y="139226"/>
                  <a:pt x="310373" y="142004"/>
                </a:cubicBezTo>
                <a:cubicBezTo>
                  <a:pt x="306013" y="144782"/>
                  <a:pt x="301029" y="146801"/>
                  <a:pt x="295422" y="148060"/>
                </a:cubicBezTo>
                <a:cubicBezTo>
                  <a:pt x="289816" y="149320"/>
                  <a:pt x="284008" y="149950"/>
                  <a:pt x="277998" y="149950"/>
                </a:cubicBezTo>
                <a:close/>
                <a:moveTo>
                  <a:pt x="396111" y="147971"/>
                </a:moveTo>
                <a:cubicBezTo>
                  <a:pt x="385264" y="147971"/>
                  <a:pt x="376854" y="146651"/>
                  <a:pt x="370881" y="144010"/>
                </a:cubicBezTo>
                <a:cubicBezTo>
                  <a:pt x="364908" y="141367"/>
                  <a:pt x="360749" y="137273"/>
                  <a:pt x="358403" y="131728"/>
                </a:cubicBezTo>
                <a:cubicBezTo>
                  <a:pt x="356058" y="126184"/>
                  <a:pt x="354885" y="118945"/>
                  <a:pt x="354885" y="110013"/>
                </a:cubicBezTo>
                <a:lnTo>
                  <a:pt x="354885" y="61783"/>
                </a:lnTo>
                <a:lnTo>
                  <a:pt x="337076" y="61783"/>
                </a:lnTo>
                <a:lnTo>
                  <a:pt x="337076" y="39356"/>
                </a:lnTo>
                <a:lnTo>
                  <a:pt x="354885" y="39356"/>
                </a:lnTo>
                <a:lnTo>
                  <a:pt x="354885" y="14072"/>
                </a:lnTo>
                <a:lnTo>
                  <a:pt x="384018" y="14072"/>
                </a:lnTo>
                <a:lnTo>
                  <a:pt x="384018" y="39356"/>
                </a:lnTo>
                <a:lnTo>
                  <a:pt x="407434" y="39356"/>
                </a:lnTo>
                <a:lnTo>
                  <a:pt x="407434" y="61783"/>
                </a:lnTo>
                <a:lnTo>
                  <a:pt x="384018" y="61783"/>
                </a:lnTo>
                <a:lnTo>
                  <a:pt x="384018" y="108484"/>
                </a:lnTo>
                <a:cubicBezTo>
                  <a:pt x="384018" y="114247"/>
                  <a:pt x="384806" y="118512"/>
                  <a:pt x="386381" y="121281"/>
                </a:cubicBezTo>
                <a:cubicBezTo>
                  <a:pt x="387957" y="124050"/>
                  <a:pt x="391530" y="125435"/>
                  <a:pt x="397100" y="125435"/>
                </a:cubicBezTo>
                <a:lnTo>
                  <a:pt x="407434" y="125435"/>
                </a:lnTo>
                <a:lnTo>
                  <a:pt x="407434" y="147971"/>
                </a:lnTo>
                <a:lnTo>
                  <a:pt x="396111" y="147971"/>
                </a:lnTo>
                <a:close/>
                <a:moveTo>
                  <a:pt x="477085" y="149950"/>
                </a:moveTo>
                <a:cubicBezTo>
                  <a:pt x="467117" y="149950"/>
                  <a:pt x="458066" y="148015"/>
                  <a:pt x="449931" y="144144"/>
                </a:cubicBezTo>
                <a:cubicBezTo>
                  <a:pt x="441796" y="140271"/>
                  <a:pt x="435347" y="134240"/>
                  <a:pt x="430583" y="126050"/>
                </a:cubicBezTo>
                <a:cubicBezTo>
                  <a:pt x="425819" y="117859"/>
                  <a:pt x="423437" y="107286"/>
                  <a:pt x="423437" y="94330"/>
                </a:cubicBezTo>
                <a:cubicBezTo>
                  <a:pt x="423437" y="81376"/>
                  <a:pt x="425709" y="70730"/>
                  <a:pt x="430253" y="62391"/>
                </a:cubicBezTo>
                <a:cubicBezTo>
                  <a:pt x="434797" y="54052"/>
                  <a:pt x="441118" y="47853"/>
                  <a:pt x="449217" y="43795"/>
                </a:cubicBezTo>
                <a:cubicBezTo>
                  <a:pt x="457315" y="39737"/>
                  <a:pt x="466604" y="37707"/>
                  <a:pt x="477085" y="37707"/>
                </a:cubicBezTo>
                <a:cubicBezTo>
                  <a:pt x="486173" y="37707"/>
                  <a:pt x="494381" y="39235"/>
                  <a:pt x="501710" y="42290"/>
                </a:cubicBezTo>
                <a:cubicBezTo>
                  <a:pt x="509039" y="45343"/>
                  <a:pt x="514865" y="49904"/>
                  <a:pt x="519189" y="55974"/>
                </a:cubicBezTo>
                <a:cubicBezTo>
                  <a:pt x="523514" y="62043"/>
                  <a:pt x="525712" y="69696"/>
                  <a:pt x="525786" y="78933"/>
                </a:cubicBezTo>
                <a:lnTo>
                  <a:pt x="497532" y="78933"/>
                </a:lnTo>
                <a:cubicBezTo>
                  <a:pt x="497386" y="73234"/>
                  <a:pt x="495554" y="68695"/>
                  <a:pt x="492036" y="65315"/>
                </a:cubicBezTo>
                <a:cubicBezTo>
                  <a:pt x="488518" y="61934"/>
                  <a:pt x="483571" y="60244"/>
                  <a:pt x="477195" y="60244"/>
                </a:cubicBezTo>
                <a:cubicBezTo>
                  <a:pt x="468766" y="60244"/>
                  <a:pt x="462665" y="63217"/>
                  <a:pt x="458891" y="69162"/>
                </a:cubicBezTo>
                <a:cubicBezTo>
                  <a:pt x="455116" y="75108"/>
                  <a:pt x="453229" y="83499"/>
                  <a:pt x="453229" y="94337"/>
                </a:cubicBezTo>
                <a:cubicBezTo>
                  <a:pt x="453229" y="101336"/>
                  <a:pt x="454054" y="107301"/>
                  <a:pt x="455703" y="112232"/>
                </a:cubicBezTo>
                <a:cubicBezTo>
                  <a:pt x="457352" y="117161"/>
                  <a:pt x="459953" y="120924"/>
                  <a:pt x="463508" y="123521"/>
                </a:cubicBezTo>
                <a:cubicBezTo>
                  <a:pt x="467062" y="126116"/>
                  <a:pt x="471625" y="127413"/>
                  <a:pt x="477195" y="127413"/>
                </a:cubicBezTo>
                <a:cubicBezTo>
                  <a:pt x="483717" y="127413"/>
                  <a:pt x="488866" y="125570"/>
                  <a:pt x="492640" y="121882"/>
                </a:cubicBezTo>
                <a:cubicBezTo>
                  <a:pt x="496415" y="118193"/>
                  <a:pt x="498375" y="112964"/>
                  <a:pt x="498522" y="106196"/>
                </a:cubicBezTo>
                <a:lnTo>
                  <a:pt x="526775" y="106196"/>
                </a:lnTo>
                <a:cubicBezTo>
                  <a:pt x="526555" y="115671"/>
                  <a:pt x="524301" y="123654"/>
                  <a:pt x="520014" y="130145"/>
                </a:cubicBezTo>
                <a:cubicBezTo>
                  <a:pt x="515727" y="136633"/>
                  <a:pt x="509882" y="141556"/>
                  <a:pt x="502480" y="144914"/>
                </a:cubicBezTo>
                <a:cubicBezTo>
                  <a:pt x="495077" y="148271"/>
                  <a:pt x="486612" y="149950"/>
                  <a:pt x="477085" y="149950"/>
                </a:cubicBezTo>
                <a:close/>
                <a:moveTo>
                  <a:pt x="580520" y="149950"/>
                </a:moveTo>
                <a:cubicBezTo>
                  <a:pt x="574437" y="149950"/>
                  <a:pt x="568757" y="148766"/>
                  <a:pt x="563480" y="146398"/>
                </a:cubicBezTo>
                <a:cubicBezTo>
                  <a:pt x="558203" y="144030"/>
                  <a:pt x="553934" y="140459"/>
                  <a:pt x="550673" y="135686"/>
                </a:cubicBezTo>
                <a:cubicBezTo>
                  <a:pt x="547412" y="130911"/>
                  <a:pt x="545781" y="124934"/>
                  <a:pt x="545781" y="117756"/>
                </a:cubicBezTo>
                <a:cubicBezTo>
                  <a:pt x="545781" y="107766"/>
                  <a:pt x="548749" y="100237"/>
                  <a:pt x="554686" y="95168"/>
                </a:cubicBezTo>
                <a:cubicBezTo>
                  <a:pt x="560622" y="90098"/>
                  <a:pt x="568922" y="86655"/>
                  <a:pt x="579586" y="84842"/>
                </a:cubicBezTo>
                <a:cubicBezTo>
                  <a:pt x="590249" y="83028"/>
                  <a:pt x="602653" y="81973"/>
                  <a:pt x="616798" y="81677"/>
                </a:cubicBezTo>
                <a:lnTo>
                  <a:pt x="616798" y="75779"/>
                </a:lnTo>
                <a:cubicBezTo>
                  <a:pt x="616798" y="68592"/>
                  <a:pt x="615131" y="63675"/>
                  <a:pt x="611796" y="61027"/>
                </a:cubicBezTo>
                <a:cubicBezTo>
                  <a:pt x="608462" y="58380"/>
                  <a:pt x="604156" y="57056"/>
                  <a:pt x="598879" y="57056"/>
                </a:cubicBezTo>
                <a:cubicBezTo>
                  <a:pt x="593089" y="57056"/>
                  <a:pt x="588325" y="58468"/>
                  <a:pt x="584588" y="61292"/>
                </a:cubicBezTo>
                <a:cubicBezTo>
                  <a:pt x="580850" y="64113"/>
                  <a:pt x="578981" y="68686"/>
                  <a:pt x="578981" y="75009"/>
                </a:cubicBezTo>
                <a:lnTo>
                  <a:pt x="551717" y="75009"/>
                </a:lnTo>
                <a:cubicBezTo>
                  <a:pt x="551717" y="65731"/>
                  <a:pt x="553714" y="58383"/>
                  <a:pt x="557709" y="52964"/>
                </a:cubicBezTo>
                <a:cubicBezTo>
                  <a:pt x="561703" y="47543"/>
                  <a:pt x="567236" y="43645"/>
                  <a:pt x="574309" y="41270"/>
                </a:cubicBezTo>
                <a:cubicBezTo>
                  <a:pt x="581381" y="38895"/>
                  <a:pt x="589571" y="37707"/>
                  <a:pt x="598879" y="37707"/>
                </a:cubicBezTo>
                <a:cubicBezTo>
                  <a:pt x="605695" y="37707"/>
                  <a:pt x="611924" y="38282"/>
                  <a:pt x="617568" y="39432"/>
                </a:cubicBezTo>
                <a:cubicBezTo>
                  <a:pt x="623211" y="40582"/>
                  <a:pt x="628103" y="42566"/>
                  <a:pt x="632244" y="45386"/>
                </a:cubicBezTo>
                <a:cubicBezTo>
                  <a:pt x="636385" y="48203"/>
                  <a:pt x="639591" y="52041"/>
                  <a:pt x="641863" y="56901"/>
                </a:cubicBezTo>
                <a:cubicBezTo>
                  <a:pt x="644135" y="61759"/>
                  <a:pt x="645271" y="67822"/>
                  <a:pt x="645271" y="75092"/>
                </a:cubicBezTo>
                <a:lnTo>
                  <a:pt x="645271" y="147971"/>
                </a:lnTo>
                <a:lnTo>
                  <a:pt x="618007" y="147971"/>
                </a:lnTo>
                <a:lnTo>
                  <a:pt x="617128" y="134119"/>
                </a:lnTo>
                <a:cubicBezTo>
                  <a:pt x="612584" y="139323"/>
                  <a:pt x="607307" y="143262"/>
                  <a:pt x="601298" y="145937"/>
                </a:cubicBezTo>
                <a:cubicBezTo>
                  <a:pt x="595288" y="148612"/>
                  <a:pt x="588362" y="149950"/>
                  <a:pt x="580520" y="149950"/>
                </a:cubicBezTo>
                <a:moveTo>
                  <a:pt x="590084" y="129942"/>
                </a:moveTo>
                <a:cubicBezTo>
                  <a:pt x="595581" y="129942"/>
                  <a:pt x="600656" y="128483"/>
                  <a:pt x="605310" y="125565"/>
                </a:cubicBezTo>
                <a:cubicBezTo>
                  <a:pt x="609964" y="122645"/>
                  <a:pt x="613683" y="119315"/>
                  <a:pt x="616468" y="115575"/>
                </a:cubicBezTo>
                <a:lnTo>
                  <a:pt x="616468" y="97838"/>
                </a:lnTo>
                <a:cubicBezTo>
                  <a:pt x="601078" y="97913"/>
                  <a:pt x="590304" y="99392"/>
                  <a:pt x="584148" y="102273"/>
                </a:cubicBezTo>
                <a:cubicBezTo>
                  <a:pt x="577992" y="105154"/>
                  <a:pt x="574913" y="109813"/>
                  <a:pt x="574913" y="116248"/>
                </a:cubicBezTo>
                <a:cubicBezTo>
                  <a:pt x="574913" y="120888"/>
                  <a:pt x="576324" y="124331"/>
                  <a:pt x="579146" y="126575"/>
                </a:cubicBezTo>
                <a:cubicBezTo>
                  <a:pt x="581967" y="128820"/>
                  <a:pt x="585614" y="129942"/>
                  <a:pt x="590084" y="129942"/>
                </a:cubicBezTo>
                <a:close/>
                <a:moveTo>
                  <a:pt x="718742" y="149950"/>
                </a:moveTo>
                <a:cubicBezTo>
                  <a:pt x="712805" y="149950"/>
                  <a:pt x="706979" y="149395"/>
                  <a:pt x="701262" y="148284"/>
                </a:cubicBezTo>
                <a:cubicBezTo>
                  <a:pt x="695545" y="147173"/>
                  <a:pt x="690379" y="145265"/>
                  <a:pt x="685761" y="142560"/>
                </a:cubicBezTo>
                <a:cubicBezTo>
                  <a:pt x="681144" y="139855"/>
                  <a:pt x="677480" y="136169"/>
                  <a:pt x="674768" y="131502"/>
                </a:cubicBezTo>
                <a:cubicBezTo>
                  <a:pt x="672056" y="126834"/>
                  <a:pt x="670700" y="121018"/>
                  <a:pt x="670700" y="114053"/>
                </a:cubicBezTo>
                <a:lnTo>
                  <a:pt x="697744" y="114053"/>
                </a:lnTo>
                <a:cubicBezTo>
                  <a:pt x="697744" y="120207"/>
                  <a:pt x="699851" y="124485"/>
                  <a:pt x="704065" y="126888"/>
                </a:cubicBezTo>
                <a:cubicBezTo>
                  <a:pt x="708279" y="129290"/>
                  <a:pt x="713208" y="130492"/>
                  <a:pt x="718851" y="130492"/>
                </a:cubicBezTo>
                <a:cubicBezTo>
                  <a:pt x="724421" y="130492"/>
                  <a:pt x="728746" y="129569"/>
                  <a:pt x="731824" y="127723"/>
                </a:cubicBezTo>
                <a:cubicBezTo>
                  <a:pt x="734902" y="125874"/>
                  <a:pt x="736441" y="122763"/>
                  <a:pt x="736441" y="118389"/>
                </a:cubicBezTo>
                <a:cubicBezTo>
                  <a:pt x="736441" y="114314"/>
                  <a:pt x="734627" y="111277"/>
                  <a:pt x="730999" y="109278"/>
                </a:cubicBezTo>
                <a:cubicBezTo>
                  <a:pt x="727371" y="107276"/>
                  <a:pt x="721013" y="105238"/>
                  <a:pt x="711926" y="103163"/>
                </a:cubicBezTo>
                <a:cubicBezTo>
                  <a:pt x="704304" y="101310"/>
                  <a:pt x="697506" y="99069"/>
                  <a:pt x="691533" y="96440"/>
                </a:cubicBezTo>
                <a:cubicBezTo>
                  <a:pt x="685560" y="93810"/>
                  <a:pt x="680888" y="90292"/>
                  <a:pt x="677516" y="85886"/>
                </a:cubicBezTo>
                <a:cubicBezTo>
                  <a:pt x="674145" y="81477"/>
                  <a:pt x="672459" y="75679"/>
                  <a:pt x="672459" y="68492"/>
                </a:cubicBezTo>
                <a:cubicBezTo>
                  <a:pt x="672459" y="62860"/>
                  <a:pt x="673742" y="58082"/>
                  <a:pt x="676307" y="54156"/>
                </a:cubicBezTo>
                <a:cubicBezTo>
                  <a:pt x="678872" y="50228"/>
                  <a:pt x="682298" y="47061"/>
                  <a:pt x="686586" y="44654"/>
                </a:cubicBezTo>
                <a:cubicBezTo>
                  <a:pt x="690873" y="42247"/>
                  <a:pt x="695710" y="40488"/>
                  <a:pt x="701097" y="39377"/>
                </a:cubicBezTo>
                <a:cubicBezTo>
                  <a:pt x="706484" y="38264"/>
                  <a:pt x="711999" y="37707"/>
                  <a:pt x="717642" y="37707"/>
                </a:cubicBezTo>
                <a:cubicBezTo>
                  <a:pt x="723139" y="37707"/>
                  <a:pt x="728526" y="38263"/>
                  <a:pt x="733802" y="39374"/>
                </a:cubicBezTo>
                <a:cubicBezTo>
                  <a:pt x="739079" y="40484"/>
                  <a:pt x="743843" y="42355"/>
                  <a:pt x="748094" y="44987"/>
                </a:cubicBezTo>
                <a:cubicBezTo>
                  <a:pt x="752345" y="47616"/>
                  <a:pt x="755753" y="51154"/>
                  <a:pt x="758318" y="55599"/>
                </a:cubicBezTo>
                <a:cubicBezTo>
                  <a:pt x="760883" y="60045"/>
                  <a:pt x="762165" y="65601"/>
                  <a:pt x="762165" y="72268"/>
                </a:cubicBezTo>
                <a:lnTo>
                  <a:pt x="735122" y="72268"/>
                </a:lnTo>
                <a:cubicBezTo>
                  <a:pt x="735122" y="66631"/>
                  <a:pt x="733381" y="62724"/>
                  <a:pt x="729900" y="60546"/>
                </a:cubicBezTo>
                <a:cubicBezTo>
                  <a:pt x="726419" y="58366"/>
                  <a:pt x="722333" y="57276"/>
                  <a:pt x="717642" y="57276"/>
                </a:cubicBezTo>
                <a:cubicBezTo>
                  <a:pt x="712585" y="57276"/>
                  <a:pt x="708609" y="58034"/>
                  <a:pt x="705714" y="59550"/>
                </a:cubicBezTo>
                <a:cubicBezTo>
                  <a:pt x="702819" y="61064"/>
                  <a:pt x="701372" y="63562"/>
                  <a:pt x="701372" y="67046"/>
                </a:cubicBezTo>
                <a:cubicBezTo>
                  <a:pt x="701372" y="69045"/>
                  <a:pt x="702288" y="70805"/>
                  <a:pt x="704120" y="72326"/>
                </a:cubicBezTo>
                <a:cubicBezTo>
                  <a:pt x="705953" y="73845"/>
                  <a:pt x="708884" y="75252"/>
                  <a:pt x="712915" y="76548"/>
                </a:cubicBezTo>
                <a:cubicBezTo>
                  <a:pt x="716946" y="77845"/>
                  <a:pt x="722259" y="79234"/>
                  <a:pt x="728855" y="80716"/>
                </a:cubicBezTo>
                <a:cubicBezTo>
                  <a:pt x="735818" y="82346"/>
                  <a:pt x="742048" y="84458"/>
                  <a:pt x="747544" y="87051"/>
                </a:cubicBezTo>
                <a:cubicBezTo>
                  <a:pt x="753041" y="89643"/>
                  <a:pt x="757402" y="93126"/>
                  <a:pt x="760626" y="97498"/>
                </a:cubicBezTo>
                <a:cubicBezTo>
                  <a:pt x="763851" y="101868"/>
                  <a:pt x="765463" y="107535"/>
                  <a:pt x="765463" y="114500"/>
                </a:cubicBezTo>
                <a:cubicBezTo>
                  <a:pt x="765463" y="121020"/>
                  <a:pt x="764163" y="126540"/>
                  <a:pt x="761561" y="131058"/>
                </a:cubicBezTo>
                <a:cubicBezTo>
                  <a:pt x="758959" y="135577"/>
                  <a:pt x="755478" y="139226"/>
                  <a:pt x="751117" y="142004"/>
                </a:cubicBezTo>
                <a:cubicBezTo>
                  <a:pt x="746756" y="144782"/>
                  <a:pt x="741773" y="146801"/>
                  <a:pt x="736166" y="148060"/>
                </a:cubicBezTo>
                <a:cubicBezTo>
                  <a:pt x="730559" y="149320"/>
                  <a:pt x="724751" y="149950"/>
                  <a:pt x="718742" y="149950"/>
                </a:cubicBezTo>
                <a:close/>
                <a:moveTo>
                  <a:pt x="842173" y="149950"/>
                </a:moveTo>
                <a:cubicBezTo>
                  <a:pt x="830227" y="149950"/>
                  <a:pt x="820186" y="147707"/>
                  <a:pt x="812051" y="143220"/>
                </a:cubicBezTo>
                <a:cubicBezTo>
                  <a:pt x="803916" y="138733"/>
                  <a:pt x="797760" y="132263"/>
                  <a:pt x="793582" y="123810"/>
                </a:cubicBezTo>
                <a:cubicBezTo>
                  <a:pt x="789405" y="115354"/>
                  <a:pt x="787316" y="105193"/>
                  <a:pt x="787316" y="93327"/>
                </a:cubicBezTo>
                <a:cubicBezTo>
                  <a:pt x="787316" y="81832"/>
                  <a:pt x="789350" y="71932"/>
                  <a:pt x="793418" y="63628"/>
                </a:cubicBezTo>
                <a:cubicBezTo>
                  <a:pt x="797485" y="55321"/>
                  <a:pt x="803458" y="48924"/>
                  <a:pt x="811337" y="44437"/>
                </a:cubicBezTo>
                <a:cubicBezTo>
                  <a:pt x="819215" y="39951"/>
                  <a:pt x="828908" y="37707"/>
                  <a:pt x="840414" y="37707"/>
                </a:cubicBezTo>
                <a:cubicBezTo>
                  <a:pt x="856391" y="37707"/>
                  <a:pt x="869015" y="42430"/>
                  <a:pt x="878287" y="51875"/>
                </a:cubicBezTo>
                <a:cubicBezTo>
                  <a:pt x="887558" y="61320"/>
                  <a:pt x="892193" y="74785"/>
                  <a:pt x="892193" y="92269"/>
                </a:cubicBezTo>
                <a:cubicBezTo>
                  <a:pt x="892193" y="93158"/>
                  <a:pt x="892157" y="94361"/>
                  <a:pt x="892083" y="95880"/>
                </a:cubicBezTo>
                <a:cubicBezTo>
                  <a:pt x="892010" y="97398"/>
                  <a:pt x="891900" y="98565"/>
                  <a:pt x="891753" y="99380"/>
                </a:cubicBezTo>
                <a:lnTo>
                  <a:pt x="816449" y="99380"/>
                </a:lnTo>
                <a:cubicBezTo>
                  <a:pt x="816595" y="104554"/>
                  <a:pt x="817530" y="109390"/>
                  <a:pt x="819252" y="113888"/>
                </a:cubicBezTo>
                <a:cubicBezTo>
                  <a:pt x="820974" y="118386"/>
                  <a:pt x="823704" y="122004"/>
                  <a:pt x="827442" y="124741"/>
                </a:cubicBezTo>
                <a:cubicBezTo>
                  <a:pt x="831180" y="127475"/>
                  <a:pt x="836090" y="128843"/>
                  <a:pt x="842173" y="128843"/>
                </a:cubicBezTo>
                <a:cubicBezTo>
                  <a:pt x="848476" y="128843"/>
                  <a:pt x="853533" y="127427"/>
                  <a:pt x="857344" y="124596"/>
                </a:cubicBezTo>
                <a:cubicBezTo>
                  <a:pt x="861155" y="121766"/>
                  <a:pt x="863097" y="117556"/>
                  <a:pt x="863171" y="111968"/>
                </a:cubicBezTo>
                <a:lnTo>
                  <a:pt x="891863" y="111968"/>
                </a:lnTo>
                <a:cubicBezTo>
                  <a:pt x="891497" y="120433"/>
                  <a:pt x="889207" y="127487"/>
                  <a:pt x="884993" y="133130"/>
                </a:cubicBezTo>
                <a:cubicBezTo>
                  <a:pt x="880778" y="138773"/>
                  <a:pt x="875025" y="142987"/>
                  <a:pt x="867733" y="145772"/>
                </a:cubicBezTo>
                <a:cubicBezTo>
                  <a:pt x="860441" y="148557"/>
                  <a:pt x="851921" y="149950"/>
                  <a:pt x="842173" y="149950"/>
                </a:cubicBezTo>
                <a:moveTo>
                  <a:pt x="816779" y="80911"/>
                </a:moveTo>
                <a:lnTo>
                  <a:pt x="863281" y="80911"/>
                </a:lnTo>
                <a:cubicBezTo>
                  <a:pt x="863061" y="73216"/>
                  <a:pt x="860844" y="67463"/>
                  <a:pt x="856630" y="63652"/>
                </a:cubicBezTo>
                <a:cubicBezTo>
                  <a:pt x="852415" y="59841"/>
                  <a:pt x="847010" y="57935"/>
                  <a:pt x="840414" y="57935"/>
                </a:cubicBezTo>
                <a:cubicBezTo>
                  <a:pt x="833672" y="57935"/>
                  <a:pt x="828157" y="59897"/>
                  <a:pt x="823869" y="63820"/>
                </a:cubicBezTo>
                <a:cubicBezTo>
                  <a:pt x="819582" y="67743"/>
                  <a:pt x="817218" y="73440"/>
                  <a:pt x="816779" y="809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15068-4326-48D4-9307-6FA03D8A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7684" y="2125571"/>
            <a:ext cx="753214" cy="708183"/>
          </a:xfrm>
          <a:custGeom xmlns:a="http://schemas.openxmlformats.org/drawingml/2006/main">
            <a:pathLst>
              <a:path w="753214" h="708183">
                <a:moveTo>
                  <a:pt x="0" y="29348"/>
                </a:moveTo>
                <a:cubicBezTo>
                  <a:pt x="0" y="13139"/>
                  <a:pt x="13139" y="0"/>
                  <a:pt x="29348" y="0"/>
                </a:cubicBezTo>
                <a:lnTo>
                  <a:pt x="723867" y="0"/>
                </a:lnTo>
                <a:cubicBezTo>
                  <a:pt x="740075" y="0"/>
                  <a:pt x="753214" y="13139"/>
                  <a:pt x="753214" y="29348"/>
                </a:cubicBezTo>
                <a:lnTo>
                  <a:pt x="753214" y="678838"/>
                </a:lnTo>
                <a:cubicBezTo>
                  <a:pt x="753214" y="695044"/>
                  <a:pt x="740075" y="708183"/>
                  <a:pt x="723867" y="708183"/>
                </a:cubicBezTo>
                <a:lnTo>
                  <a:pt x="29348" y="708183"/>
                </a:lnTo>
                <a:cubicBezTo>
                  <a:pt x="13139" y="708183"/>
                  <a:pt x="0" y="695044"/>
                  <a:pt x="0" y="678838"/>
                </a:cubicBezTo>
                <a:lnTo>
                  <a:pt x="0" y="293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Testcase">
            <a:extLst xmlns:a="http://schemas.openxmlformats.org/drawingml/2006/main">
              <a:ext uri="{FF2B5EF4-FFF2-40B4-BE49-F238E27FC236}">
                <a16:creationId xmlns:a16="http://schemas.microsoft.com/office/drawing/2014/main" id="{3D67DCB6-75B4-4299-8052-DBBEF043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393" y="2794261"/>
            <a:ext cx="892193" cy="149950"/>
          </a:xfrm>
          <a:custGeom xmlns:a="http://schemas.openxmlformats.org/drawingml/2006/main">
            <a:pathLst>
              <a:path w="892193" h="149950">
                <a:moveTo>
                  <a:pt x="39576" y="147971"/>
                </a:moveTo>
                <a:lnTo>
                  <a:pt x="39576" y="25725"/>
                </a:lnTo>
                <a:lnTo>
                  <a:pt x="0" y="25725"/>
                </a:lnTo>
                <a:lnTo>
                  <a:pt x="0" y="0"/>
                </a:lnTo>
                <a:lnTo>
                  <a:pt x="109824" y="0"/>
                </a:lnTo>
                <a:lnTo>
                  <a:pt x="109824" y="25725"/>
                </a:lnTo>
                <a:lnTo>
                  <a:pt x="70468" y="25725"/>
                </a:lnTo>
                <a:lnTo>
                  <a:pt x="70468" y="147971"/>
                </a:lnTo>
                <a:lnTo>
                  <a:pt x="39576" y="147971"/>
                </a:lnTo>
                <a:close/>
                <a:moveTo>
                  <a:pt x="159895" y="149950"/>
                </a:moveTo>
                <a:cubicBezTo>
                  <a:pt x="147948" y="149950"/>
                  <a:pt x="137908" y="147707"/>
                  <a:pt x="129773" y="143220"/>
                </a:cubicBezTo>
                <a:cubicBezTo>
                  <a:pt x="121638" y="138733"/>
                  <a:pt x="115481" y="132263"/>
                  <a:pt x="111304" y="123810"/>
                </a:cubicBezTo>
                <a:cubicBezTo>
                  <a:pt x="107126" y="115354"/>
                  <a:pt x="105037" y="105193"/>
                  <a:pt x="105037" y="93327"/>
                </a:cubicBezTo>
                <a:cubicBezTo>
                  <a:pt x="105037" y="81832"/>
                  <a:pt x="107071" y="71932"/>
                  <a:pt x="111139" y="63628"/>
                </a:cubicBezTo>
                <a:cubicBezTo>
                  <a:pt x="115206" y="55321"/>
                  <a:pt x="121179" y="48924"/>
                  <a:pt x="129058" y="44437"/>
                </a:cubicBezTo>
                <a:cubicBezTo>
                  <a:pt x="136937" y="39951"/>
                  <a:pt x="146629" y="37707"/>
                  <a:pt x="158136" y="37707"/>
                </a:cubicBezTo>
                <a:cubicBezTo>
                  <a:pt x="174113" y="37707"/>
                  <a:pt x="186737" y="42430"/>
                  <a:pt x="196008" y="51875"/>
                </a:cubicBezTo>
                <a:cubicBezTo>
                  <a:pt x="205279" y="61320"/>
                  <a:pt x="209914" y="74785"/>
                  <a:pt x="209914" y="92269"/>
                </a:cubicBezTo>
                <a:cubicBezTo>
                  <a:pt x="209914" y="93158"/>
                  <a:pt x="209878" y="94361"/>
                  <a:pt x="209805" y="95880"/>
                </a:cubicBezTo>
                <a:cubicBezTo>
                  <a:pt x="209731" y="97398"/>
                  <a:pt x="209621" y="98565"/>
                  <a:pt x="209475" y="99380"/>
                </a:cubicBezTo>
                <a:lnTo>
                  <a:pt x="134170" y="99380"/>
                </a:lnTo>
                <a:cubicBezTo>
                  <a:pt x="134317" y="104554"/>
                  <a:pt x="135251" y="109390"/>
                  <a:pt x="136973" y="113888"/>
                </a:cubicBezTo>
                <a:cubicBezTo>
                  <a:pt x="138696" y="118386"/>
                  <a:pt x="141426" y="122004"/>
                  <a:pt x="145163" y="124741"/>
                </a:cubicBezTo>
                <a:cubicBezTo>
                  <a:pt x="148901" y="127475"/>
                  <a:pt x="153812" y="128843"/>
                  <a:pt x="159895" y="128843"/>
                </a:cubicBezTo>
                <a:cubicBezTo>
                  <a:pt x="166197" y="128843"/>
                  <a:pt x="171254" y="127427"/>
                  <a:pt x="175065" y="124596"/>
                </a:cubicBezTo>
                <a:cubicBezTo>
                  <a:pt x="178876" y="121766"/>
                  <a:pt x="180819" y="117556"/>
                  <a:pt x="180892" y="111968"/>
                </a:cubicBezTo>
                <a:lnTo>
                  <a:pt x="209585" y="111968"/>
                </a:lnTo>
                <a:cubicBezTo>
                  <a:pt x="209218" y="120433"/>
                  <a:pt x="206928" y="127487"/>
                  <a:pt x="202714" y="133130"/>
                </a:cubicBezTo>
                <a:cubicBezTo>
                  <a:pt x="198500" y="138773"/>
                  <a:pt x="192746" y="142987"/>
                  <a:pt x="185454" y="145772"/>
                </a:cubicBezTo>
                <a:cubicBezTo>
                  <a:pt x="178162" y="148557"/>
                  <a:pt x="169642" y="149950"/>
                  <a:pt x="159895" y="149950"/>
                </a:cubicBezTo>
                <a:moveTo>
                  <a:pt x="134500" y="80911"/>
                </a:moveTo>
                <a:lnTo>
                  <a:pt x="181002" y="80911"/>
                </a:lnTo>
                <a:cubicBezTo>
                  <a:pt x="180782" y="73216"/>
                  <a:pt x="178565" y="67463"/>
                  <a:pt x="174351" y="63652"/>
                </a:cubicBezTo>
                <a:cubicBezTo>
                  <a:pt x="170137" y="59841"/>
                  <a:pt x="164732" y="57935"/>
                  <a:pt x="158136" y="57935"/>
                </a:cubicBezTo>
                <a:cubicBezTo>
                  <a:pt x="151393" y="57935"/>
                  <a:pt x="145878" y="59897"/>
                  <a:pt x="141591" y="63820"/>
                </a:cubicBezTo>
                <a:cubicBezTo>
                  <a:pt x="137303" y="67743"/>
                  <a:pt x="134940" y="73440"/>
                  <a:pt x="134500" y="80911"/>
                </a:cubicBezTo>
                <a:close/>
                <a:moveTo>
                  <a:pt x="277998" y="149950"/>
                </a:moveTo>
                <a:cubicBezTo>
                  <a:pt x="272062" y="149950"/>
                  <a:pt x="266235" y="149395"/>
                  <a:pt x="260519" y="148284"/>
                </a:cubicBezTo>
                <a:cubicBezTo>
                  <a:pt x="254802" y="147173"/>
                  <a:pt x="249635" y="145265"/>
                  <a:pt x="245018" y="142560"/>
                </a:cubicBezTo>
                <a:cubicBezTo>
                  <a:pt x="240401" y="139855"/>
                  <a:pt x="236736" y="136169"/>
                  <a:pt x="234025" y="131502"/>
                </a:cubicBezTo>
                <a:cubicBezTo>
                  <a:pt x="231313" y="126834"/>
                  <a:pt x="229957" y="121018"/>
                  <a:pt x="229957" y="114053"/>
                </a:cubicBezTo>
                <a:lnTo>
                  <a:pt x="257001" y="114053"/>
                </a:lnTo>
                <a:cubicBezTo>
                  <a:pt x="257001" y="120207"/>
                  <a:pt x="259108" y="124485"/>
                  <a:pt x="263322" y="126888"/>
                </a:cubicBezTo>
                <a:cubicBezTo>
                  <a:pt x="267536" y="129290"/>
                  <a:pt x="272465" y="130492"/>
                  <a:pt x="278108" y="130492"/>
                </a:cubicBezTo>
                <a:cubicBezTo>
                  <a:pt x="283678" y="130492"/>
                  <a:pt x="288002" y="129569"/>
                  <a:pt x="291080" y="127723"/>
                </a:cubicBezTo>
                <a:cubicBezTo>
                  <a:pt x="294158" y="125874"/>
                  <a:pt x="295698" y="122763"/>
                  <a:pt x="295698" y="118389"/>
                </a:cubicBezTo>
                <a:cubicBezTo>
                  <a:pt x="295698" y="114314"/>
                  <a:pt x="293884" y="111277"/>
                  <a:pt x="290256" y="109278"/>
                </a:cubicBezTo>
                <a:cubicBezTo>
                  <a:pt x="286628" y="107276"/>
                  <a:pt x="280270" y="105238"/>
                  <a:pt x="271182" y="103163"/>
                </a:cubicBezTo>
                <a:cubicBezTo>
                  <a:pt x="263560" y="101310"/>
                  <a:pt x="256763" y="99069"/>
                  <a:pt x="250790" y="96440"/>
                </a:cubicBezTo>
                <a:cubicBezTo>
                  <a:pt x="244816" y="93810"/>
                  <a:pt x="240144" y="90292"/>
                  <a:pt x="236773" y="85886"/>
                </a:cubicBezTo>
                <a:cubicBezTo>
                  <a:pt x="233402" y="81477"/>
                  <a:pt x="231716" y="75679"/>
                  <a:pt x="231716" y="68492"/>
                </a:cubicBezTo>
                <a:cubicBezTo>
                  <a:pt x="231716" y="62860"/>
                  <a:pt x="232999" y="58082"/>
                  <a:pt x="235564" y="54156"/>
                </a:cubicBezTo>
                <a:cubicBezTo>
                  <a:pt x="238129" y="50228"/>
                  <a:pt x="241555" y="47061"/>
                  <a:pt x="245842" y="44654"/>
                </a:cubicBezTo>
                <a:cubicBezTo>
                  <a:pt x="250130" y="42247"/>
                  <a:pt x="254967" y="40488"/>
                  <a:pt x="260354" y="39377"/>
                </a:cubicBezTo>
                <a:cubicBezTo>
                  <a:pt x="265741" y="38264"/>
                  <a:pt x="271256" y="37707"/>
                  <a:pt x="276899" y="37707"/>
                </a:cubicBezTo>
                <a:cubicBezTo>
                  <a:pt x="282396" y="37707"/>
                  <a:pt x="287782" y="38263"/>
                  <a:pt x="293059" y="39374"/>
                </a:cubicBezTo>
                <a:cubicBezTo>
                  <a:pt x="298336" y="40484"/>
                  <a:pt x="303100" y="42355"/>
                  <a:pt x="307351" y="44987"/>
                </a:cubicBezTo>
                <a:cubicBezTo>
                  <a:pt x="311601" y="47616"/>
                  <a:pt x="315009" y="51154"/>
                  <a:pt x="317574" y="55599"/>
                </a:cubicBezTo>
                <a:cubicBezTo>
                  <a:pt x="320140" y="60045"/>
                  <a:pt x="321422" y="65601"/>
                  <a:pt x="321422" y="72268"/>
                </a:cubicBezTo>
                <a:lnTo>
                  <a:pt x="294378" y="72268"/>
                </a:lnTo>
                <a:cubicBezTo>
                  <a:pt x="294378" y="66631"/>
                  <a:pt x="292638" y="62724"/>
                  <a:pt x="289156" y="60546"/>
                </a:cubicBezTo>
                <a:cubicBezTo>
                  <a:pt x="285675" y="58366"/>
                  <a:pt x="281589" y="57276"/>
                  <a:pt x="276899" y="57276"/>
                </a:cubicBezTo>
                <a:cubicBezTo>
                  <a:pt x="271842" y="57276"/>
                  <a:pt x="267866" y="58034"/>
                  <a:pt x="264971" y="59550"/>
                </a:cubicBezTo>
                <a:cubicBezTo>
                  <a:pt x="262076" y="61064"/>
                  <a:pt x="260629" y="63562"/>
                  <a:pt x="260629" y="67046"/>
                </a:cubicBezTo>
                <a:cubicBezTo>
                  <a:pt x="260629" y="69045"/>
                  <a:pt x="261545" y="70805"/>
                  <a:pt x="263377" y="72326"/>
                </a:cubicBezTo>
                <a:cubicBezTo>
                  <a:pt x="265209" y="73845"/>
                  <a:pt x="268141" y="75252"/>
                  <a:pt x="272172" y="76548"/>
                </a:cubicBezTo>
                <a:cubicBezTo>
                  <a:pt x="276203" y="77845"/>
                  <a:pt x="281516" y="79234"/>
                  <a:pt x="288112" y="80716"/>
                </a:cubicBezTo>
                <a:cubicBezTo>
                  <a:pt x="295075" y="82346"/>
                  <a:pt x="301304" y="84458"/>
                  <a:pt x="306801" y="87051"/>
                </a:cubicBezTo>
                <a:cubicBezTo>
                  <a:pt x="312298" y="89643"/>
                  <a:pt x="316658" y="93126"/>
                  <a:pt x="319883" y="97498"/>
                </a:cubicBezTo>
                <a:cubicBezTo>
                  <a:pt x="323108" y="101868"/>
                  <a:pt x="324720" y="107535"/>
                  <a:pt x="324720" y="114500"/>
                </a:cubicBezTo>
                <a:cubicBezTo>
                  <a:pt x="324720" y="121020"/>
                  <a:pt x="323419" y="126540"/>
                  <a:pt x="320817" y="131058"/>
                </a:cubicBezTo>
                <a:cubicBezTo>
                  <a:pt x="318216" y="135577"/>
                  <a:pt x="314734" y="139226"/>
                  <a:pt x="310374" y="142004"/>
                </a:cubicBezTo>
                <a:cubicBezTo>
                  <a:pt x="306013" y="144782"/>
                  <a:pt x="301029" y="146801"/>
                  <a:pt x="295423" y="148060"/>
                </a:cubicBezTo>
                <a:cubicBezTo>
                  <a:pt x="289816" y="149320"/>
                  <a:pt x="284008" y="149950"/>
                  <a:pt x="277998" y="149950"/>
                </a:cubicBezTo>
                <a:close/>
                <a:moveTo>
                  <a:pt x="396111" y="147971"/>
                </a:moveTo>
                <a:cubicBezTo>
                  <a:pt x="385264" y="147971"/>
                  <a:pt x="376854" y="146651"/>
                  <a:pt x="370881" y="144010"/>
                </a:cubicBezTo>
                <a:cubicBezTo>
                  <a:pt x="364908" y="141367"/>
                  <a:pt x="360749" y="137273"/>
                  <a:pt x="358403" y="131728"/>
                </a:cubicBezTo>
                <a:cubicBezTo>
                  <a:pt x="356058" y="126184"/>
                  <a:pt x="354885" y="118945"/>
                  <a:pt x="354885" y="110013"/>
                </a:cubicBezTo>
                <a:lnTo>
                  <a:pt x="354885" y="61783"/>
                </a:lnTo>
                <a:lnTo>
                  <a:pt x="337076" y="61783"/>
                </a:lnTo>
                <a:lnTo>
                  <a:pt x="337076" y="39356"/>
                </a:lnTo>
                <a:lnTo>
                  <a:pt x="354885" y="39356"/>
                </a:lnTo>
                <a:lnTo>
                  <a:pt x="354885" y="14072"/>
                </a:lnTo>
                <a:lnTo>
                  <a:pt x="384018" y="14072"/>
                </a:lnTo>
                <a:lnTo>
                  <a:pt x="384018" y="39356"/>
                </a:lnTo>
                <a:lnTo>
                  <a:pt x="407434" y="39356"/>
                </a:lnTo>
                <a:lnTo>
                  <a:pt x="407434" y="61783"/>
                </a:lnTo>
                <a:lnTo>
                  <a:pt x="384018" y="61783"/>
                </a:lnTo>
                <a:lnTo>
                  <a:pt x="384018" y="108484"/>
                </a:lnTo>
                <a:cubicBezTo>
                  <a:pt x="384018" y="114247"/>
                  <a:pt x="384806" y="118512"/>
                  <a:pt x="386381" y="121281"/>
                </a:cubicBezTo>
                <a:cubicBezTo>
                  <a:pt x="387957" y="124050"/>
                  <a:pt x="391530" y="125435"/>
                  <a:pt x="397100" y="125435"/>
                </a:cubicBezTo>
                <a:lnTo>
                  <a:pt x="407434" y="125435"/>
                </a:lnTo>
                <a:lnTo>
                  <a:pt x="407434" y="147971"/>
                </a:lnTo>
                <a:lnTo>
                  <a:pt x="396111" y="147971"/>
                </a:lnTo>
                <a:close/>
                <a:moveTo>
                  <a:pt x="477085" y="149950"/>
                </a:moveTo>
                <a:cubicBezTo>
                  <a:pt x="467117" y="149950"/>
                  <a:pt x="458066" y="148015"/>
                  <a:pt x="449931" y="144144"/>
                </a:cubicBezTo>
                <a:cubicBezTo>
                  <a:pt x="441796" y="140271"/>
                  <a:pt x="435347" y="134240"/>
                  <a:pt x="430583" y="126050"/>
                </a:cubicBezTo>
                <a:cubicBezTo>
                  <a:pt x="425819" y="117859"/>
                  <a:pt x="423437" y="107286"/>
                  <a:pt x="423437" y="94330"/>
                </a:cubicBezTo>
                <a:cubicBezTo>
                  <a:pt x="423437" y="81376"/>
                  <a:pt x="425709" y="70730"/>
                  <a:pt x="430253" y="62391"/>
                </a:cubicBezTo>
                <a:cubicBezTo>
                  <a:pt x="434797" y="54052"/>
                  <a:pt x="441118" y="47853"/>
                  <a:pt x="449217" y="43795"/>
                </a:cubicBezTo>
                <a:cubicBezTo>
                  <a:pt x="457315" y="39737"/>
                  <a:pt x="466604" y="37707"/>
                  <a:pt x="477085" y="37707"/>
                </a:cubicBezTo>
                <a:cubicBezTo>
                  <a:pt x="486173" y="37707"/>
                  <a:pt x="494381" y="39235"/>
                  <a:pt x="501710" y="42290"/>
                </a:cubicBezTo>
                <a:cubicBezTo>
                  <a:pt x="509039" y="45343"/>
                  <a:pt x="514865" y="49904"/>
                  <a:pt x="519190" y="55974"/>
                </a:cubicBezTo>
                <a:cubicBezTo>
                  <a:pt x="523514" y="62043"/>
                  <a:pt x="525712" y="69696"/>
                  <a:pt x="525786" y="78933"/>
                </a:cubicBezTo>
                <a:lnTo>
                  <a:pt x="497533" y="78933"/>
                </a:lnTo>
                <a:cubicBezTo>
                  <a:pt x="497386" y="73234"/>
                  <a:pt x="495554" y="68695"/>
                  <a:pt x="492036" y="65315"/>
                </a:cubicBezTo>
                <a:cubicBezTo>
                  <a:pt x="488518" y="61934"/>
                  <a:pt x="483571" y="60244"/>
                  <a:pt x="477195" y="60244"/>
                </a:cubicBezTo>
                <a:cubicBezTo>
                  <a:pt x="468766" y="60244"/>
                  <a:pt x="462665" y="63217"/>
                  <a:pt x="458891" y="69162"/>
                </a:cubicBezTo>
                <a:cubicBezTo>
                  <a:pt x="455116" y="75108"/>
                  <a:pt x="453229" y="83499"/>
                  <a:pt x="453229" y="94337"/>
                </a:cubicBezTo>
                <a:cubicBezTo>
                  <a:pt x="453229" y="101336"/>
                  <a:pt x="454054" y="107301"/>
                  <a:pt x="455703" y="112232"/>
                </a:cubicBezTo>
                <a:cubicBezTo>
                  <a:pt x="457352" y="117161"/>
                  <a:pt x="459953" y="120924"/>
                  <a:pt x="463508" y="123521"/>
                </a:cubicBezTo>
                <a:cubicBezTo>
                  <a:pt x="467063" y="126116"/>
                  <a:pt x="471625" y="127413"/>
                  <a:pt x="477195" y="127413"/>
                </a:cubicBezTo>
                <a:cubicBezTo>
                  <a:pt x="483717" y="127413"/>
                  <a:pt x="488866" y="125570"/>
                  <a:pt x="492640" y="121882"/>
                </a:cubicBezTo>
                <a:cubicBezTo>
                  <a:pt x="496415" y="118193"/>
                  <a:pt x="498375" y="112964"/>
                  <a:pt x="498522" y="106196"/>
                </a:cubicBezTo>
                <a:lnTo>
                  <a:pt x="526775" y="106196"/>
                </a:lnTo>
                <a:cubicBezTo>
                  <a:pt x="526555" y="115671"/>
                  <a:pt x="524301" y="123654"/>
                  <a:pt x="520014" y="130145"/>
                </a:cubicBezTo>
                <a:cubicBezTo>
                  <a:pt x="515727" y="136633"/>
                  <a:pt x="509882" y="141556"/>
                  <a:pt x="502480" y="144914"/>
                </a:cubicBezTo>
                <a:cubicBezTo>
                  <a:pt x="495077" y="148271"/>
                  <a:pt x="486612" y="149950"/>
                  <a:pt x="477085" y="149950"/>
                </a:cubicBezTo>
                <a:close/>
                <a:moveTo>
                  <a:pt x="580520" y="149950"/>
                </a:moveTo>
                <a:cubicBezTo>
                  <a:pt x="574437" y="149950"/>
                  <a:pt x="568757" y="148766"/>
                  <a:pt x="563480" y="146398"/>
                </a:cubicBezTo>
                <a:cubicBezTo>
                  <a:pt x="558203" y="144030"/>
                  <a:pt x="553934" y="140459"/>
                  <a:pt x="550673" y="135686"/>
                </a:cubicBezTo>
                <a:cubicBezTo>
                  <a:pt x="547411" y="130911"/>
                  <a:pt x="545781" y="124934"/>
                  <a:pt x="545781" y="117756"/>
                </a:cubicBezTo>
                <a:cubicBezTo>
                  <a:pt x="545781" y="107766"/>
                  <a:pt x="548749" y="100237"/>
                  <a:pt x="554685" y="95168"/>
                </a:cubicBezTo>
                <a:cubicBezTo>
                  <a:pt x="560622" y="90098"/>
                  <a:pt x="568922" y="86655"/>
                  <a:pt x="579585" y="84842"/>
                </a:cubicBezTo>
                <a:cubicBezTo>
                  <a:pt x="590249" y="83028"/>
                  <a:pt x="602653" y="81973"/>
                  <a:pt x="616798" y="81677"/>
                </a:cubicBezTo>
                <a:lnTo>
                  <a:pt x="616798" y="75779"/>
                </a:lnTo>
                <a:cubicBezTo>
                  <a:pt x="616798" y="68592"/>
                  <a:pt x="615131" y="63675"/>
                  <a:pt x="611796" y="61027"/>
                </a:cubicBezTo>
                <a:cubicBezTo>
                  <a:pt x="608461" y="58380"/>
                  <a:pt x="604156" y="57056"/>
                  <a:pt x="598879" y="57056"/>
                </a:cubicBezTo>
                <a:cubicBezTo>
                  <a:pt x="593089" y="57056"/>
                  <a:pt x="588325" y="58468"/>
                  <a:pt x="584587" y="61292"/>
                </a:cubicBezTo>
                <a:cubicBezTo>
                  <a:pt x="580850" y="64113"/>
                  <a:pt x="578981" y="68686"/>
                  <a:pt x="578981" y="75009"/>
                </a:cubicBezTo>
                <a:lnTo>
                  <a:pt x="551717" y="75009"/>
                </a:lnTo>
                <a:cubicBezTo>
                  <a:pt x="551717" y="65731"/>
                  <a:pt x="553714" y="58383"/>
                  <a:pt x="557708" y="52964"/>
                </a:cubicBezTo>
                <a:cubicBezTo>
                  <a:pt x="561703" y="47543"/>
                  <a:pt x="567236" y="43645"/>
                  <a:pt x="574308" y="41270"/>
                </a:cubicBezTo>
                <a:cubicBezTo>
                  <a:pt x="581381" y="38895"/>
                  <a:pt x="589571" y="37707"/>
                  <a:pt x="598879" y="37707"/>
                </a:cubicBezTo>
                <a:cubicBezTo>
                  <a:pt x="605695" y="37707"/>
                  <a:pt x="611924" y="38282"/>
                  <a:pt x="617567" y="39432"/>
                </a:cubicBezTo>
                <a:cubicBezTo>
                  <a:pt x="623211" y="40582"/>
                  <a:pt x="628103" y="42566"/>
                  <a:pt x="632244" y="45386"/>
                </a:cubicBezTo>
                <a:cubicBezTo>
                  <a:pt x="636385" y="48203"/>
                  <a:pt x="639591" y="52041"/>
                  <a:pt x="641863" y="56901"/>
                </a:cubicBezTo>
                <a:cubicBezTo>
                  <a:pt x="644135" y="61759"/>
                  <a:pt x="645271" y="67822"/>
                  <a:pt x="645271" y="75092"/>
                </a:cubicBezTo>
                <a:lnTo>
                  <a:pt x="645271" y="147971"/>
                </a:lnTo>
                <a:lnTo>
                  <a:pt x="618007" y="147971"/>
                </a:lnTo>
                <a:lnTo>
                  <a:pt x="617128" y="134119"/>
                </a:lnTo>
                <a:cubicBezTo>
                  <a:pt x="612584" y="139323"/>
                  <a:pt x="607307" y="143262"/>
                  <a:pt x="601297" y="145937"/>
                </a:cubicBezTo>
                <a:cubicBezTo>
                  <a:pt x="595288" y="148612"/>
                  <a:pt x="588362" y="149950"/>
                  <a:pt x="580520" y="149950"/>
                </a:cubicBezTo>
                <a:moveTo>
                  <a:pt x="590084" y="129942"/>
                </a:moveTo>
                <a:cubicBezTo>
                  <a:pt x="595581" y="129942"/>
                  <a:pt x="600656" y="128483"/>
                  <a:pt x="605310" y="125565"/>
                </a:cubicBezTo>
                <a:cubicBezTo>
                  <a:pt x="609964" y="122645"/>
                  <a:pt x="613683" y="119315"/>
                  <a:pt x="616468" y="115575"/>
                </a:cubicBezTo>
                <a:lnTo>
                  <a:pt x="616468" y="97838"/>
                </a:lnTo>
                <a:cubicBezTo>
                  <a:pt x="601077" y="97913"/>
                  <a:pt x="590304" y="99392"/>
                  <a:pt x="584148" y="102273"/>
                </a:cubicBezTo>
                <a:cubicBezTo>
                  <a:pt x="577991" y="105154"/>
                  <a:pt x="574913" y="109813"/>
                  <a:pt x="574913" y="116248"/>
                </a:cubicBezTo>
                <a:cubicBezTo>
                  <a:pt x="574913" y="120888"/>
                  <a:pt x="576324" y="124331"/>
                  <a:pt x="579146" y="126575"/>
                </a:cubicBezTo>
                <a:cubicBezTo>
                  <a:pt x="581967" y="128820"/>
                  <a:pt x="585613" y="129942"/>
                  <a:pt x="590084" y="129942"/>
                </a:cubicBezTo>
                <a:close/>
                <a:moveTo>
                  <a:pt x="718741" y="149950"/>
                </a:moveTo>
                <a:cubicBezTo>
                  <a:pt x="712805" y="149950"/>
                  <a:pt x="706979" y="149395"/>
                  <a:pt x="701262" y="148284"/>
                </a:cubicBezTo>
                <a:cubicBezTo>
                  <a:pt x="695545" y="147173"/>
                  <a:pt x="690378" y="145265"/>
                  <a:pt x="685761" y="142560"/>
                </a:cubicBezTo>
                <a:cubicBezTo>
                  <a:pt x="681144" y="139855"/>
                  <a:pt x="677480" y="136169"/>
                  <a:pt x="674768" y="131502"/>
                </a:cubicBezTo>
                <a:cubicBezTo>
                  <a:pt x="672056" y="126834"/>
                  <a:pt x="670700" y="121018"/>
                  <a:pt x="670700" y="114053"/>
                </a:cubicBezTo>
                <a:lnTo>
                  <a:pt x="697744" y="114053"/>
                </a:lnTo>
                <a:cubicBezTo>
                  <a:pt x="697744" y="120207"/>
                  <a:pt x="699851" y="124485"/>
                  <a:pt x="704065" y="126888"/>
                </a:cubicBezTo>
                <a:cubicBezTo>
                  <a:pt x="708279" y="129290"/>
                  <a:pt x="713208" y="130492"/>
                  <a:pt x="718851" y="130492"/>
                </a:cubicBezTo>
                <a:cubicBezTo>
                  <a:pt x="724421" y="130492"/>
                  <a:pt x="728745" y="129569"/>
                  <a:pt x="731824" y="127723"/>
                </a:cubicBezTo>
                <a:cubicBezTo>
                  <a:pt x="734902" y="125874"/>
                  <a:pt x="736441" y="122763"/>
                  <a:pt x="736441" y="118389"/>
                </a:cubicBezTo>
                <a:cubicBezTo>
                  <a:pt x="736441" y="114314"/>
                  <a:pt x="734627" y="111277"/>
                  <a:pt x="730999" y="109278"/>
                </a:cubicBezTo>
                <a:cubicBezTo>
                  <a:pt x="727371" y="107276"/>
                  <a:pt x="721013" y="105238"/>
                  <a:pt x="711926" y="103163"/>
                </a:cubicBezTo>
                <a:cubicBezTo>
                  <a:pt x="704303" y="101310"/>
                  <a:pt x="697506" y="99069"/>
                  <a:pt x="691533" y="96440"/>
                </a:cubicBezTo>
                <a:cubicBezTo>
                  <a:pt x="685560" y="93810"/>
                  <a:pt x="680888" y="90292"/>
                  <a:pt x="677516" y="85886"/>
                </a:cubicBezTo>
                <a:cubicBezTo>
                  <a:pt x="674145" y="81477"/>
                  <a:pt x="672459" y="75679"/>
                  <a:pt x="672459" y="68492"/>
                </a:cubicBezTo>
                <a:cubicBezTo>
                  <a:pt x="672459" y="62860"/>
                  <a:pt x="673742" y="58082"/>
                  <a:pt x="676307" y="54156"/>
                </a:cubicBezTo>
                <a:cubicBezTo>
                  <a:pt x="678872" y="50228"/>
                  <a:pt x="682298" y="47061"/>
                  <a:pt x="686586" y="44654"/>
                </a:cubicBezTo>
                <a:cubicBezTo>
                  <a:pt x="690873" y="42247"/>
                  <a:pt x="695710" y="40488"/>
                  <a:pt x="701097" y="39377"/>
                </a:cubicBezTo>
                <a:cubicBezTo>
                  <a:pt x="706484" y="38264"/>
                  <a:pt x="711999" y="37707"/>
                  <a:pt x="717642" y="37707"/>
                </a:cubicBezTo>
                <a:cubicBezTo>
                  <a:pt x="723139" y="37707"/>
                  <a:pt x="728526" y="38263"/>
                  <a:pt x="733802" y="39374"/>
                </a:cubicBezTo>
                <a:cubicBezTo>
                  <a:pt x="739079" y="40484"/>
                  <a:pt x="743843" y="42355"/>
                  <a:pt x="748094" y="44987"/>
                </a:cubicBezTo>
                <a:cubicBezTo>
                  <a:pt x="752345" y="47616"/>
                  <a:pt x="755753" y="51154"/>
                  <a:pt x="758318" y="55599"/>
                </a:cubicBezTo>
                <a:cubicBezTo>
                  <a:pt x="760883" y="60045"/>
                  <a:pt x="762165" y="65601"/>
                  <a:pt x="762165" y="72268"/>
                </a:cubicBezTo>
                <a:lnTo>
                  <a:pt x="735122" y="72268"/>
                </a:lnTo>
                <a:cubicBezTo>
                  <a:pt x="735122" y="66631"/>
                  <a:pt x="733381" y="62724"/>
                  <a:pt x="729900" y="60546"/>
                </a:cubicBezTo>
                <a:cubicBezTo>
                  <a:pt x="726419" y="58366"/>
                  <a:pt x="722333" y="57276"/>
                  <a:pt x="717642" y="57276"/>
                </a:cubicBezTo>
                <a:cubicBezTo>
                  <a:pt x="712585" y="57276"/>
                  <a:pt x="708609" y="58034"/>
                  <a:pt x="705714" y="59550"/>
                </a:cubicBezTo>
                <a:cubicBezTo>
                  <a:pt x="702819" y="61064"/>
                  <a:pt x="701372" y="63562"/>
                  <a:pt x="701372" y="67046"/>
                </a:cubicBezTo>
                <a:cubicBezTo>
                  <a:pt x="701372" y="69045"/>
                  <a:pt x="702288" y="70805"/>
                  <a:pt x="704120" y="72326"/>
                </a:cubicBezTo>
                <a:cubicBezTo>
                  <a:pt x="705952" y="73845"/>
                  <a:pt x="708884" y="75252"/>
                  <a:pt x="712915" y="76548"/>
                </a:cubicBezTo>
                <a:cubicBezTo>
                  <a:pt x="716946" y="77845"/>
                  <a:pt x="722259" y="79234"/>
                  <a:pt x="728855" y="80716"/>
                </a:cubicBezTo>
                <a:cubicBezTo>
                  <a:pt x="735818" y="82346"/>
                  <a:pt x="742047" y="84458"/>
                  <a:pt x="747544" y="87051"/>
                </a:cubicBezTo>
                <a:cubicBezTo>
                  <a:pt x="753041" y="89643"/>
                  <a:pt x="757402" y="93126"/>
                  <a:pt x="760626" y="97498"/>
                </a:cubicBezTo>
                <a:cubicBezTo>
                  <a:pt x="763851" y="101868"/>
                  <a:pt x="765463" y="107535"/>
                  <a:pt x="765463" y="114500"/>
                </a:cubicBezTo>
                <a:cubicBezTo>
                  <a:pt x="765463" y="121020"/>
                  <a:pt x="764162" y="126540"/>
                  <a:pt x="761561" y="131058"/>
                </a:cubicBezTo>
                <a:cubicBezTo>
                  <a:pt x="758959" y="135577"/>
                  <a:pt x="755478" y="139226"/>
                  <a:pt x="751117" y="142004"/>
                </a:cubicBezTo>
                <a:cubicBezTo>
                  <a:pt x="746756" y="144782"/>
                  <a:pt x="741773" y="146801"/>
                  <a:pt x="736166" y="148060"/>
                </a:cubicBezTo>
                <a:cubicBezTo>
                  <a:pt x="730559" y="149320"/>
                  <a:pt x="724751" y="149950"/>
                  <a:pt x="718741" y="149950"/>
                </a:cubicBezTo>
                <a:close/>
                <a:moveTo>
                  <a:pt x="842173" y="149950"/>
                </a:moveTo>
                <a:cubicBezTo>
                  <a:pt x="830227" y="149950"/>
                  <a:pt x="820186" y="147707"/>
                  <a:pt x="812051" y="143220"/>
                </a:cubicBezTo>
                <a:cubicBezTo>
                  <a:pt x="803916" y="138733"/>
                  <a:pt x="797760" y="132263"/>
                  <a:pt x="793582" y="123810"/>
                </a:cubicBezTo>
                <a:cubicBezTo>
                  <a:pt x="789405" y="115354"/>
                  <a:pt x="787316" y="105193"/>
                  <a:pt x="787316" y="93327"/>
                </a:cubicBezTo>
                <a:cubicBezTo>
                  <a:pt x="787316" y="81832"/>
                  <a:pt x="789350" y="71932"/>
                  <a:pt x="793417" y="63628"/>
                </a:cubicBezTo>
                <a:cubicBezTo>
                  <a:pt x="797485" y="55321"/>
                  <a:pt x="803458" y="48924"/>
                  <a:pt x="811337" y="44437"/>
                </a:cubicBezTo>
                <a:cubicBezTo>
                  <a:pt x="819215" y="39951"/>
                  <a:pt x="828908" y="37707"/>
                  <a:pt x="840414" y="37707"/>
                </a:cubicBezTo>
                <a:cubicBezTo>
                  <a:pt x="856391" y="37707"/>
                  <a:pt x="869015" y="42430"/>
                  <a:pt x="878286" y="51875"/>
                </a:cubicBezTo>
                <a:cubicBezTo>
                  <a:pt x="887557" y="61320"/>
                  <a:pt x="892193" y="74785"/>
                  <a:pt x="892193" y="92269"/>
                </a:cubicBezTo>
                <a:cubicBezTo>
                  <a:pt x="892193" y="93158"/>
                  <a:pt x="892156" y="94361"/>
                  <a:pt x="892083" y="95880"/>
                </a:cubicBezTo>
                <a:cubicBezTo>
                  <a:pt x="892010" y="97398"/>
                  <a:pt x="891900" y="98565"/>
                  <a:pt x="891753" y="99380"/>
                </a:cubicBezTo>
                <a:lnTo>
                  <a:pt x="816448" y="99380"/>
                </a:lnTo>
                <a:cubicBezTo>
                  <a:pt x="816595" y="104554"/>
                  <a:pt x="817529" y="109390"/>
                  <a:pt x="819252" y="113888"/>
                </a:cubicBezTo>
                <a:cubicBezTo>
                  <a:pt x="820974" y="118386"/>
                  <a:pt x="823704" y="122004"/>
                  <a:pt x="827442" y="124741"/>
                </a:cubicBezTo>
                <a:cubicBezTo>
                  <a:pt x="831180" y="127475"/>
                  <a:pt x="836090" y="128843"/>
                  <a:pt x="842173" y="128843"/>
                </a:cubicBezTo>
                <a:cubicBezTo>
                  <a:pt x="848476" y="128843"/>
                  <a:pt x="853533" y="127427"/>
                  <a:pt x="857344" y="124596"/>
                </a:cubicBezTo>
                <a:cubicBezTo>
                  <a:pt x="861155" y="121766"/>
                  <a:pt x="863097" y="117556"/>
                  <a:pt x="863170" y="111968"/>
                </a:cubicBezTo>
                <a:lnTo>
                  <a:pt x="891863" y="111968"/>
                </a:lnTo>
                <a:cubicBezTo>
                  <a:pt x="891497" y="120433"/>
                  <a:pt x="889206" y="127487"/>
                  <a:pt x="884992" y="133130"/>
                </a:cubicBezTo>
                <a:cubicBezTo>
                  <a:pt x="880778" y="138773"/>
                  <a:pt x="875025" y="142987"/>
                  <a:pt x="867733" y="145772"/>
                </a:cubicBezTo>
                <a:cubicBezTo>
                  <a:pt x="860440" y="148557"/>
                  <a:pt x="851920" y="149950"/>
                  <a:pt x="842173" y="149950"/>
                </a:cubicBezTo>
                <a:moveTo>
                  <a:pt x="816778" y="80911"/>
                </a:moveTo>
                <a:lnTo>
                  <a:pt x="863280" y="80911"/>
                </a:lnTo>
                <a:cubicBezTo>
                  <a:pt x="863060" y="73216"/>
                  <a:pt x="860843" y="67463"/>
                  <a:pt x="856629" y="63652"/>
                </a:cubicBezTo>
                <a:cubicBezTo>
                  <a:pt x="852415" y="59841"/>
                  <a:pt x="847010" y="57935"/>
                  <a:pt x="840414" y="57935"/>
                </a:cubicBezTo>
                <a:cubicBezTo>
                  <a:pt x="833671" y="57935"/>
                  <a:pt x="828156" y="59897"/>
                  <a:pt x="823869" y="63820"/>
                </a:cubicBezTo>
                <a:cubicBezTo>
                  <a:pt x="819582" y="67743"/>
                  <a:pt x="817218" y="73440"/>
                  <a:pt x="816778" y="809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ee9918447475a"/>
          <a:stretch xmlns:a="http://schemas.openxmlformats.org/drawingml/2006/main"/>
        </p:blipFill>
        <p:spPr>
          <a:xfrm xmlns:a="http://schemas.openxmlformats.org/drawingml/2006/main">
            <a:off x="2873739" y="1520334"/>
            <a:ext cx="871925" cy="1149073"/>
          </a:xfrm>
          <a:prstGeom xmlns:a="http://schemas.openxmlformats.org/drawingml/2006/main" prst="rect">
            <a:avLst/>
          </a:prstGeom>
        </p:spPr>
      </p:pic>
      <p:sp>
        <p:nvSpPr>
          <p:cNvPr id="22" name="Text 𝝁codecoverage">
            <a:extLst xmlns:a="http://schemas.openxmlformats.org/drawingml/2006/main">
              <a:ext uri="{FF2B5EF4-FFF2-40B4-BE49-F238E27FC236}">
                <a16:creationId xmlns:a16="http://schemas.microsoft.com/office/drawing/2014/main" id="{562401BD-3091-47A2-90DE-F7E8A76F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858" y="4096007"/>
            <a:ext cx="1607541" cy="192055"/>
          </a:xfrm>
          <a:custGeom xmlns:a="http://schemas.openxmlformats.org/drawingml/2006/main">
            <a:pathLst>
              <a:path w="1607541" h="192055">
                <a:moveTo>
                  <a:pt x="451223" y="149822"/>
                </a:moveTo>
                <a:lnTo>
                  <a:pt x="452174" y="149750"/>
                </a:lnTo>
                <a:lnTo>
                  <a:pt x="453112" y="149661"/>
                </a:lnTo>
                <a:lnTo>
                  <a:pt x="454038" y="149557"/>
                </a:lnTo>
                <a:lnTo>
                  <a:pt x="454951" y="149437"/>
                </a:lnTo>
                <a:lnTo>
                  <a:pt x="455852" y="149301"/>
                </a:lnTo>
                <a:lnTo>
                  <a:pt x="456740" y="149148"/>
                </a:lnTo>
                <a:lnTo>
                  <a:pt x="457616" y="148980"/>
                </a:lnTo>
                <a:lnTo>
                  <a:pt x="458478" y="148796"/>
                </a:lnTo>
                <a:lnTo>
                  <a:pt x="459329" y="148595"/>
                </a:lnTo>
                <a:lnTo>
                  <a:pt x="460166" y="148379"/>
                </a:lnTo>
                <a:lnTo>
                  <a:pt x="460991" y="148146"/>
                </a:lnTo>
                <a:lnTo>
                  <a:pt x="461804" y="147898"/>
                </a:lnTo>
                <a:lnTo>
                  <a:pt x="462604" y="147633"/>
                </a:lnTo>
                <a:lnTo>
                  <a:pt x="463391" y="147353"/>
                </a:lnTo>
                <a:lnTo>
                  <a:pt x="464166" y="147056"/>
                </a:lnTo>
                <a:lnTo>
                  <a:pt x="464928" y="146743"/>
                </a:lnTo>
                <a:lnTo>
                  <a:pt x="465677" y="146415"/>
                </a:lnTo>
                <a:lnTo>
                  <a:pt x="466414" y="146070"/>
                </a:lnTo>
                <a:lnTo>
                  <a:pt x="467139" y="145709"/>
                </a:lnTo>
                <a:lnTo>
                  <a:pt x="467850" y="145333"/>
                </a:lnTo>
                <a:lnTo>
                  <a:pt x="468551" y="144942"/>
                </a:lnTo>
                <a:lnTo>
                  <a:pt x="469242" y="144540"/>
                </a:lnTo>
                <a:lnTo>
                  <a:pt x="469924" y="144127"/>
                </a:lnTo>
                <a:lnTo>
                  <a:pt x="470596" y="143702"/>
                </a:lnTo>
                <a:lnTo>
                  <a:pt x="471258" y="143266"/>
                </a:lnTo>
                <a:lnTo>
                  <a:pt x="471911" y="142818"/>
                </a:lnTo>
                <a:lnTo>
                  <a:pt x="472554" y="142359"/>
                </a:lnTo>
                <a:lnTo>
                  <a:pt x="473188" y="141888"/>
                </a:lnTo>
                <a:lnTo>
                  <a:pt x="473813" y="141406"/>
                </a:lnTo>
                <a:lnTo>
                  <a:pt x="474427" y="140912"/>
                </a:lnTo>
                <a:lnTo>
                  <a:pt x="475032" y="140407"/>
                </a:lnTo>
                <a:lnTo>
                  <a:pt x="475628" y="139891"/>
                </a:lnTo>
                <a:lnTo>
                  <a:pt x="476214" y="139363"/>
                </a:lnTo>
                <a:lnTo>
                  <a:pt x="476791" y="138824"/>
                </a:lnTo>
                <a:lnTo>
                  <a:pt x="477358" y="138273"/>
                </a:lnTo>
                <a:lnTo>
                  <a:pt x="477915" y="137711"/>
                </a:lnTo>
                <a:lnTo>
                  <a:pt x="478463" y="137137"/>
                </a:lnTo>
                <a:lnTo>
                  <a:pt x="479002" y="136552"/>
                </a:lnTo>
                <a:lnTo>
                  <a:pt x="479531" y="135955"/>
                </a:lnTo>
                <a:lnTo>
                  <a:pt x="480050" y="135347"/>
                </a:lnTo>
                <a:lnTo>
                  <a:pt x="480560" y="134727"/>
                </a:lnTo>
                <a:lnTo>
                  <a:pt x="481060" y="134097"/>
                </a:lnTo>
                <a:lnTo>
                  <a:pt x="481551" y="133454"/>
                </a:lnTo>
                <a:lnTo>
                  <a:pt x="482032" y="132800"/>
                </a:lnTo>
                <a:lnTo>
                  <a:pt x="483241" y="147971"/>
                </a:lnTo>
                <a:lnTo>
                  <a:pt x="511164" y="147971"/>
                </a:lnTo>
                <a:lnTo>
                  <a:pt x="511164" y="0"/>
                </a:lnTo>
                <a:lnTo>
                  <a:pt x="482032" y="0"/>
                </a:lnTo>
                <a:lnTo>
                  <a:pt x="482032" y="54417"/>
                </a:lnTo>
                <a:lnTo>
                  <a:pt x="481632" y="53799"/>
                </a:lnTo>
                <a:lnTo>
                  <a:pt x="481221" y="53191"/>
                </a:lnTo>
                <a:lnTo>
                  <a:pt x="480798" y="52593"/>
                </a:lnTo>
                <a:lnTo>
                  <a:pt x="480364" y="52005"/>
                </a:lnTo>
                <a:lnTo>
                  <a:pt x="479919" y="51427"/>
                </a:lnTo>
                <a:lnTo>
                  <a:pt x="479462" y="50858"/>
                </a:lnTo>
                <a:lnTo>
                  <a:pt x="478994" y="50300"/>
                </a:lnTo>
                <a:lnTo>
                  <a:pt x="478514" y="49751"/>
                </a:lnTo>
                <a:lnTo>
                  <a:pt x="478023" y="49213"/>
                </a:lnTo>
                <a:lnTo>
                  <a:pt x="477520" y="48684"/>
                </a:lnTo>
                <a:lnTo>
                  <a:pt x="477006" y="48165"/>
                </a:lnTo>
                <a:lnTo>
                  <a:pt x="476480" y="47656"/>
                </a:lnTo>
                <a:lnTo>
                  <a:pt x="475943" y="47157"/>
                </a:lnTo>
                <a:lnTo>
                  <a:pt x="475395" y="46668"/>
                </a:lnTo>
                <a:lnTo>
                  <a:pt x="474835" y="46189"/>
                </a:lnTo>
                <a:lnTo>
                  <a:pt x="474263" y="45720"/>
                </a:lnTo>
                <a:lnTo>
                  <a:pt x="473680" y="45261"/>
                </a:lnTo>
                <a:lnTo>
                  <a:pt x="473086" y="44812"/>
                </a:lnTo>
                <a:lnTo>
                  <a:pt x="472480" y="44372"/>
                </a:lnTo>
                <a:lnTo>
                  <a:pt x="471863" y="43943"/>
                </a:lnTo>
                <a:lnTo>
                  <a:pt x="471234" y="43524"/>
                </a:lnTo>
                <a:lnTo>
                  <a:pt x="470594" y="43114"/>
                </a:lnTo>
                <a:lnTo>
                  <a:pt x="469943" y="42714"/>
                </a:lnTo>
                <a:lnTo>
                  <a:pt x="469279" y="42325"/>
                </a:lnTo>
                <a:lnTo>
                  <a:pt x="468605" y="41948"/>
                </a:lnTo>
                <a:lnTo>
                  <a:pt x="467920" y="41587"/>
                </a:lnTo>
                <a:lnTo>
                  <a:pt x="467223" y="41242"/>
                </a:lnTo>
                <a:lnTo>
                  <a:pt x="466516" y="40914"/>
                </a:lnTo>
                <a:lnTo>
                  <a:pt x="465797" y="40601"/>
                </a:lnTo>
                <a:lnTo>
                  <a:pt x="465068" y="40305"/>
                </a:lnTo>
                <a:lnTo>
                  <a:pt x="464327" y="40024"/>
                </a:lnTo>
                <a:lnTo>
                  <a:pt x="463575" y="39759"/>
                </a:lnTo>
                <a:lnTo>
                  <a:pt x="462812" y="39511"/>
                </a:lnTo>
                <a:lnTo>
                  <a:pt x="462038" y="39278"/>
                </a:lnTo>
                <a:lnTo>
                  <a:pt x="461253" y="39062"/>
                </a:lnTo>
                <a:lnTo>
                  <a:pt x="460457" y="38862"/>
                </a:lnTo>
                <a:lnTo>
                  <a:pt x="459650" y="38677"/>
                </a:lnTo>
                <a:lnTo>
                  <a:pt x="458832" y="38509"/>
                </a:lnTo>
                <a:lnTo>
                  <a:pt x="458003" y="38357"/>
                </a:lnTo>
                <a:lnTo>
                  <a:pt x="457162" y="38220"/>
                </a:lnTo>
                <a:lnTo>
                  <a:pt x="456311" y="38100"/>
                </a:lnTo>
                <a:lnTo>
                  <a:pt x="455448" y="37996"/>
                </a:lnTo>
                <a:lnTo>
                  <a:pt x="454575" y="37908"/>
                </a:lnTo>
                <a:lnTo>
                  <a:pt x="453690" y="37836"/>
                </a:lnTo>
                <a:lnTo>
                  <a:pt x="452795" y="37779"/>
                </a:lnTo>
                <a:lnTo>
                  <a:pt x="451888" y="37739"/>
                </a:lnTo>
                <a:lnTo>
                  <a:pt x="450970" y="37715"/>
                </a:lnTo>
                <a:lnTo>
                  <a:pt x="450041" y="37707"/>
                </a:lnTo>
                <a:lnTo>
                  <a:pt x="448983" y="37718"/>
                </a:lnTo>
                <a:lnTo>
                  <a:pt x="447933" y="37749"/>
                </a:lnTo>
                <a:lnTo>
                  <a:pt x="446892" y="37801"/>
                </a:lnTo>
                <a:lnTo>
                  <a:pt x="445860" y="37874"/>
                </a:lnTo>
                <a:lnTo>
                  <a:pt x="444837" y="37968"/>
                </a:lnTo>
                <a:lnTo>
                  <a:pt x="443823" y="38083"/>
                </a:lnTo>
                <a:lnTo>
                  <a:pt x="442817" y="38218"/>
                </a:lnTo>
                <a:lnTo>
                  <a:pt x="441820" y="38375"/>
                </a:lnTo>
                <a:lnTo>
                  <a:pt x="440832" y="38552"/>
                </a:lnTo>
                <a:lnTo>
                  <a:pt x="439853" y="38751"/>
                </a:lnTo>
                <a:lnTo>
                  <a:pt x="438883" y="38970"/>
                </a:lnTo>
                <a:lnTo>
                  <a:pt x="437921" y="39209"/>
                </a:lnTo>
                <a:lnTo>
                  <a:pt x="436968" y="39470"/>
                </a:lnTo>
                <a:lnTo>
                  <a:pt x="436024" y="39752"/>
                </a:lnTo>
                <a:lnTo>
                  <a:pt x="435088" y="40054"/>
                </a:lnTo>
                <a:lnTo>
                  <a:pt x="434162" y="40378"/>
                </a:lnTo>
                <a:lnTo>
                  <a:pt x="433244" y="40722"/>
                </a:lnTo>
                <a:lnTo>
                  <a:pt x="432335" y="41087"/>
                </a:lnTo>
                <a:lnTo>
                  <a:pt x="431435" y="41473"/>
                </a:lnTo>
                <a:lnTo>
                  <a:pt x="430543" y="41880"/>
                </a:lnTo>
                <a:lnTo>
                  <a:pt x="429660" y="42308"/>
                </a:lnTo>
                <a:lnTo>
                  <a:pt x="428786" y="42756"/>
                </a:lnTo>
                <a:lnTo>
                  <a:pt x="427921" y="43226"/>
                </a:lnTo>
                <a:lnTo>
                  <a:pt x="427065" y="43716"/>
                </a:lnTo>
                <a:lnTo>
                  <a:pt x="426220" y="44227"/>
                </a:lnTo>
                <a:lnTo>
                  <a:pt x="425390" y="44760"/>
                </a:lnTo>
                <a:lnTo>
                  <a:pt x="424575" y="45315"/>
                </a:lnTo>
                <a:lnTo>
                  <a:pt x="423774" y="45891"/>
                </a:lnTo>
                <a:lnTo>
                  <a:pt x="422989" y="46489"/>
                </a:lnTo>
                <a:lnTo>
                  <a:pt x="422217" y="47108"/>
                </a:lnTo>
                <a:lnTo>
                  <a:pt x="421461" y="47749"/>
                </a:lnTo>
                <a:lnTo>
                  <a:pt x="420719" y="48412"/>
                </a:lnTo>
                <a:lnTo>
                  <a:pt x="419992" y="49096"/>
                </a:lnTo>
                <a:lnTo>
                  <a:pt x="419280" y="49802"/>
                </a:lnTo>
                <a:lnTo>
                  <a:pt x="418582" y="50530"/>
                </a:lnTo>
                <a:lnTo>
                  <a:pt x="417899" y="51279"/>
                </a:lnTo>
                <a:lnTo>
                  <a:pt x="417231" y="52050"/>
                </a:lnTo>
                <a:lnTo>
                  <a:pt x="416577" y="52842"/>
                </a:lnTo>
                <a:lnTo>
                  <a:pt x="415938" y="53657"/>
                </a:lnTo>
                <a:lnTo>
                  <a:pt x="415314" y="54493"/>
                </a:lnTo>
                <a:lnTo>
                  <a:pt x="414705" y="55350"/>
                </a:lnTo>
                <a:lnTo>
                  <a:pt x="414110" y="56229"/>
                </a:lnTo>
                <a:lnTo>
                  <a:pt x="413530" y="57130"/>
                </a:lnTo>
                <a:lnTo>
                  <a:pt x="412964" y="58052"/>
                </a:lnTo>
                <a:lnTo>
                  <a:pt x="412414" y="58996"/>
                </a:lnTo>
                <a:lnTo>
                  <a:pt x="411878" y="59962"/>
                </a:lnTo>
                <a:lnTo>
                  <a:pt x="411356" y="60949"/>
                </a:lnTo>
                <a:lnTo>
                  <a:pt x="410850" y="61958"/>
                </a:lnTo>
                <a:lnTo>
                  <a:pt x="410361" y="62989"/>
                </a:lnTo>
                <a:lnTo>
                  <a:pt x="409893" y="64043"/>
                </a:lnTo>
                <a:lnTo>
                  <a:pt x="409445" y="65120"/>
                </a:lnTo>
                <a:lnTo>
                  <a:pt x="409019" y="66219"/>
                </a:lnTo>
                <a:lnTo>
                  <a:pt x="408613" y="67342"/>
                </a:lnTo>
                <a:lnTo>
                  <a:pt x="408228" y="68487"/>
                </a:lnTo>
                <a:lnTo>
                  <a:pt x="407864" y="69655"/>
                </a:lnTo>
                <a:lnTo>
                  <a:pt x="407521" y="70845"/>
                </a:lnTo>
                <a:lnTo>
                  <a:pt x="407199" y="72059"/>
                </a:lnTo>
                <a:lnTo>
                  <a:pt x="406897" y="73295"/>
                </a:lnTo>
                <a:lnTo>
                  <a:pt x="406616" y="74554"/>
                </a:lnTo>
                <a:lnTo>
                  <a:pt x="406356" y="75836"/>
                </a:lnTo>
                <a:lnTo>
                  <a:pt x="406117" y="77140"/>
                </a:lnTo>
                <a:lnTo>
                  <a:pt x="405898" y="78467"/>
                </a:lnTo>
                <a:lnTo>
                  <a:pt x="405701" y="79818"/>
                </a:lnTo>
                <a:lnTo>
                  <a:pt x="405524" y="81190"/>
                </a:lnTo>
                <a:lnTo>
                  <a:pt x="405368" y="82586"/>
                </a:lnTo>
                <a:lnTo>
                  <a:pt x="405233" y="84005"/>
                </a:lnTo>
                <a:lnTo>
                  <a:pt x="405118" y="85446"/>
                </a:lnTo>
                <a:lnTo>
                  <a:pt x="405025" y="86910"/>
                </a:lnTo>
                <a:lnTo>
                  <a:pt x="404952" y="88397"/>
                </a:lnTo>
                <a:lnTo>
                  <a:pt x="404900" y="89906"/>
                </a:lnTo>
                <a:lnTo>
                  <a:pt x="404869" y="91439"/>
                </a:lnTo>
                <a:lnTo>
                  <a:pt x="404858" y="92994"/>
                </a:lnTo>
                <a:lnTo>
                  <a:pt x="404868" y="94604"/>
                </a:lnTo>
                <a:lnTo>
                  <a:pt x="404897" y="96191"/>
                </a:lnTo>
                <a:lnTo>
                  <a:pt x="404945" y="97754"/>
                </a:lnTo>
                <a:lnTo>
                  <a:pt x="405012" y="99293"/>
                </a:lnTo>
                <a:lnTo>
                  <a:pt x="405099" y="100809"/>
                </a:lnTo>
                <a:lnTo>
                  <a:pt x="405205" y="102300"/>
                </a:lnTo>
                <a:lnTo>
                  <a:pt x="405330" y="103768"/>
                </a:lnTo>
                <a:lnTo>
                  <a:pt x="405475" y="105213"/>
                </a:lnTo>
                <a:lnTo>
                  <a:pt x="405639" y="106633"/>
                </a:lnTo>
                <a:lnTo>
                  <a:pt x="405822" y="108030"/>
                </a:lnTo>
                <a:lnTo>
                  <a:pt x="406024" y="109402"/>
                </a:lnTo>
                <a:lnTo>
                  <a:pt x="406246" y="110752"/>
                </a:lnTo>
                <a:lnTo>
                  <a:pt x="406487" y="112077"/>
                </a:lnTo>
                <a:lnTo>
                  <a:pt x="406747" y="113379"/>
                </a:lnTo>
                <a:lnTo>
                  <a:pt x="407027" y="114656"/>
                </a:lnTo>
                <a:lnTo>
                  <a:pt x="407326" y="115910"/>
                </a:lnTo>
                <a:lnTo>
                  <a:pt x="407644" y="117141"/>
                </a:lnTo>
                <a:lnTo>
                  <a:pt x="407981" y="118347"/>
                </a:lnTo>
                <a:lnTo>
                  <a:pt x="408338" y="119530"/>
                </a:lnTo>
                <a:lnTo>
                  <a:pt x="408713" y="120689"/>
                </a:lnTo>
                <a:lnTo>
                  <a:pt x="409109" y="121824"/>
                </a:lnTo>
                <a:lnTo>
                  <a:pt x="409523" y="122936"/>
                </a:lnTo>
                <a:lnTo>
                  <a:pt x="409957" y="124024"/>
                </a:lnTo>
                <a:lnTo>
                  <a:pt x="410410" y="125088"/>
                </a:lnTo>
                <a:lnTo>
                  <a:pt x="410880" y="126128"/>
                </a:lnTo>
                <a:lnTo>
                  <a:pt x="411363" y="127147"/>
                </a:lnTo>
                <a:lnTo>
                  <a:pt x="411861" y="128142"/>
                </a:lnTo>
                <a:lnTo>
                  <a:pt x="412373" y="129115"/>
                </a:lnTo>
                <a:lnTo>
                  <a:pt x="412900" y="130066"/>
                </a:lnTo>
                <a:lnTo>
                  <a:pt x="413440" y="130994"/>
                </a:lnTo>
                <a:lnTo>
                  <a:pt x="413994" y="131899"/>
                </a:lnTo>
                <a:lnTo>
                  <a:pt x="414563" y="132782"/>
                </a:lnTo>
                <a:lnTo>
                  <a:pt x="415146" y="133642"/>
                </a:lnTo>
                <a:lnTo>
                  <a:pt x="415742" y="134479"/>
                </a:lnTo>
                <a:lnTo>
                  <a:pt x="416353" y="135294"/>
                </a:lnTo>
                <a:lnTo>
                  <a:pt x="416978" y="136086"/>
                </a:lnTo>
                <a:lnTo>
                  <a:pt x="417618" y="136856"/>
                </a:lnTo>
                <a:lnTo>
                  <a:pt x="418271" y="137603"/>
                </a:lnTo>
                <a:lnTo>
                  <a:pt x="418938" y="138328"/>
                </a:lnTo>
                <a:lnTo>
                  <a:pt x="419620" y="139029"/>
                </a:lnTo>
                <a:lnTo>
                  <a:pt x="420316" y="139709"/>
                </a:lnTo>
                <a:lnTo>
                  <a:pt x="421025" y="140365"/>
                </a:lnTo>
                <a:lnTo>
                  <a:pt x="421749" y="141000"/>
                </a:lnTo>
                <a:lnTo>
                  <a:pt x="422487" y="141611"/>
                </a:lnTo>
                <a:lnTo>
                  <a:pt x="423239" y="142200"/>
                </a:lnTo>
                <a:lnTo>
                  <a:pt x="424006" y="142766"/>
                </a:lnTo>
                <a:lnTo>
                  <a:pt x="424786" y="143310"/>
                </a:lnTo>
                <a:lnTo>
                  <a:pt x="425581" y="143831"/>
                </a:lnTo>
                <a:lnTo>
                  <a:pt x="426387" y="144331"/>
                </a:lnTo>
                <a:lnTo>
                  <a:pt x="427201" y="144809"/>
                </a:lnTo>
                <a:lnTo>
                  <a:pt x="428024" y="145265"/>
                </a:lnTo>
                <a:lnTo>
                  <a:pt x="428856" y="145701"/>
                </a:lnTo>
                <a:lnTo>
                  <a:pt x="429696" y="146115"/>
                </a:lnTo>
                <a:lnTo>
                  <a:pt x="430545" y="146508"/>
                </a:lnTo>
                <a:lnTo>
                  <a:pt x="431402" y="146880"/>
                </a:lnTo>
                <a:lnTo>
                  <a:pt x="432268" y="147231"/>
                </a:lnTo>
                <a:lnTo>
                  <a:pt x="433143" y="147560"/>
                </a:lnTo>
                <a:lnTo>
                  <a:pt x="434026" y="147868"/>
                </a:lnTo>
                <a:lnTo>
                  <a:pt x="434918" y="148155"/>
                </a:lnTo>
                <a:lnTo>
                  <a:pt x="435818" y="148420"/>
                </a:lnTo>
                <a:lnTo>
                  <a:pt x="436727" y="148665"/>
                </a:lnTo>
                <a:lnTo>
                  <a:pt x="437645" y="148888"/>
                </a:lnTo>
                <a:lnTo>
                  <a:pt x="438571" y="149089"/>
                </a:lnTo>
                <a:lnTo>
                  <a:pt x="439506" y="149270"/>
                </a:lnTo>
                <a:lnTo>
                  <a:pt x="440449" y="149429"/>
                </a:lnTo>
                <a:lnTo>
                  <a:pt x="441401" y="149567"/>
                </a:lnTo>
                <a:lnTo>
                  <a:pt x="442361" y="149684"/>
                </a:lnTo>
                <a:lnTo>
                  <a:pt x="443330" y="149780"/>
                </a:lnTo>
                <a:lnTo>
                  <a:pt x="444308" y="149854"/>
                </a:lnTo>
                <a:lnTo>
                  <a:pt x="445294" y="149907"/>
                </a:lnTo>
                <a:lnTo>
                  <a:pt x="446289" y="149939"/>
                </a:lnTo>
                <a:lnTo>
                  <a:pt x="447293" y="149950"/>
                </a:lnTo>
                <a:lnTo>
                  <a:pt x="448294" y="149942"/>
                </a:lnTo>
                <a:lnTo>
                  <a:pt x="449283" y="149918"/>
                </a:lnTo>
                <a:lnTo>
                  <a:pt x="450259" y="149878"/>
                </a:lnTo>
                <a:lnTo>
                  <a:pt x="451223" y="149822"/>
                </a:lnTo>
                <a:close/>
                <a:moveTo>
                  <a:pt x="452687" y="127507"/>
                </a:moveTo>
                <a:lnTo>
                  <a:pt x="451929" y="127373"/>
                </a:lnTo>
                <a:lnTo>
                  <a:pt x="451185" y="127211"/>
                </a:lnTo>
                <a:lnTo>
                  <a:pt x="450456" y="127018"/>
                </a:lnTo>
                <a:lnTo>
                  <a:pt x="449742" y="126797"/>
                </a:lnTo>
                <a:lnTo>
                  <a:pt x="449042" y="126545"/>
                </a:lnTo>
                <a:lnTo>
                  <a:pt x="448357" y="126264"/>
                </a:lnTo>
                <a:lnTo>
                  <a:pt x="447687" y="125953"/>
                </a:lnTo>
                <a:lnTo>
                  <a:pt x="447032" y="125613"/>
                </a:lnTo>
                <a:lnTo>
                  <a:pt x="446391" y="125243"/>
                </a:lnTo>
                <a:lnTo>
                  <a:pt x="445765" y="124844"/>
                </a:lnTo>
                <a:lnTo>
                  <a:pt x="445153" y="124415"/>
                </a:lnTo>
                <a:lnTo>
                  <a:pt x="444557" y="123957"/>
                </a:lnTo>
                <a:lnTo>
                  <a:pt x="443975" y="123469"/>
                </a:lnTo>
                <a:lnTo>
                  <a:pt x="443407" y="122951"/>
                </a:lnTo>
                <a:lnTo>
                  <a:pt x="442855" y="122404"/>
                </a:lnTo>
                <a:lnTo>
                  <a:pt x="442317" y="121827"/>
                </a:lnTo>
                <a:lnTo>
                  <a:pt x="441793" y="121220"/>
                </a:lnTo>
                <a:lnTo>
                  <a:pt x="441285" y="120584"/>
                </a:lnTo>
                <a:lnTo>
                  <a:pt x="440791" y="119919"/>
                </a:lnTo>
                <a:lnTo>
                  <a:pt x="440312" y="119223"/>
                </a:lnTo>
                <a:lnTo>
                  <a:pt x="439850" y="118497"/>
                </a:lnTo>
                <a:lnTo>
                  <a:pt x="439408" y="117740"/>
                </a:lnTo>
                <a:lnTo>
                  <a:pt x="438985" y="116950"/>
                </a:lnTo>
                <a:lnTo>
                  <a:pt x="438582" y="116128"/>
                </a:lnTo>
                <a:lnTo>
                  <a:pt x="438199" y="115274"/>
                </a:lnTo>
                <a:lnTo>
                  <a:pt x="437835" y="114389"/>
                </a:lnTo>
                <a:lnTo>
                  <a:pt x="437491" y="113471"/>
                </a:lnTo>
                <a:lnTo>
                  <a:pt x="437167" y="112522"/>
                </a:lnTo>
                <a:lnTo>
                  <a:pt x="436862" y="111541"/>
                </a:lnTo>
                <a:lnTo>
                  <a:pt x="436577" y="110527"/>
                </a:lnTo>
                <a:lnTo>
                  <a:pt x="436311" y="109482"/>
                </a:lnTo>
                <a:lnTo>
                  <a:pt x="436066" y="108405"/>
                </a:lnTo>
                <a:lnTo>
                  <a:pt x="435840" y="107296"/>
                </a:lnTo>
                <a:lnTo>
                  <a:pt x="435633" y="106155"/>
                </a:lnTo>
                <a:lnTo>
                  <a:pt x="435446" y="104982"/>
                </a:lnTo>
                <a:lnTo>
                  <a:pt x="435279" y="103778"/>
                </a:lnTo>
                <a:lnTo>
                  <a:pt x="435132" y="102541"/>
                </a:lnTo>
                <a:lnTo>
                  <a:pt x="435004" y="101272"/>
                </a:lnTo>
                <a:lnTo>
                  <a:pt x="434896" y="99972"/>
                </a:lnTo>
                <a:lnTo>
                  <a:pt x="434808" y="98639"/>
                </a:lnTo>
                <a:lnTo>
                  <a:pt x="434739" y="97275"/>
                </a:lnTo>
                <a:lnTo>
                  <a:pt x="434690" y="95879"/>
                </a:lnTo>
                <a:lnTo>
                  <a:pt x="434660" y="94451"/>
                </a:lnTo>
                <a:lnTo>
                  <a:pt x="434650" y="92990"/>
                </a:lnTo>
                <a:lnTo>
                  <a:pt x="434661" y="91658"/>
                </a:lnTo>
                <a:lnTo>
                  <a:pt x="434691" y="90352"/>
                </a:lnTo>
                <a:lnTo>
                  <a:pt x="434743" y="89073"/>
                </a:lnTo>
                <a:lnTo>
                  <a:pt x="434815" y="87820"/>
                </a:lnTo>
                <a:lnTo>
                  <a:pt x="434908" y="86594"/>
                </a:lnTo>
                <a:lnTo>
                  <a:pt x="435021" y="85394"/>
                </a:lnTo>
                <a:lnTo>
                  <a:pt x="435155" y="84220"/>
                </a:lnTo>
                <a:lnTo>
                  <a:pt x="435310" y="83073"/>
                </a:lnTo>
                <a:lnTo>
                  <a:pt x="435485" y="81953"/>
                </a:lnTo>
                <a:lnTo>
                  <a:pt x="435681" y="80859"/>
                </a:lnTo>
                <a:lnTo>
                  <a:pt x="435897" y="79792"/>
                </a:lnTo>
                <a:lnTo>
                  <a:pt x="436134" y="78750"/>
                </a:lnTo>
                <a:lnTo>
                  <a:pt x="436392" y="77736"/>
                </a:lnTo>
                <a:lnTo>
                  <a:pt x="436670" y="76748"/>
                </a:lnTo>
                <a:lnTo>
                  <a:pt x="436969" y="75786"/>
                </a:lnTo>
                <a:lnTo>
                  <a:pt x="437289" y="74851"/>
                </a:lnTo>
                <a:lnTo>
                  <a:pt x="437629" y="73943"/>
                </a:lnTo>
                <a:lnTo>
                  <a:pt x="437990" y="73061"/>
                </a:lnTo>
                <a:lnTo>
                  <a:pt x="438371" y="72205"/>
                </a:lnTo>
                <a:lnTo>
                  <a:pt x="438773" y="71376"/>
                </a:lnTo>
                <a:lnTo>
                  <a:pt x="439195" y="70573"/>
                </a:lnTo>
                <a:lnTo>
                  <a:pt x="439639" y="69797"/>
                </a:lnTo>
                <a:lnTo>
                  <a:pt x="440102" y="69047"/>
                </a:lnTo>
                <a:lnTo>
                  <a:pt x="440587" y="68324"/>
                </a:lnTo>
                <a:lnTo>
                  <a:pt x="441090" y="67629"/>
                </a:lnTo>
                <a:lnTo>
                  <a:pt x="441610" y="66963"/>
                </a:lnTo>
                <a:lnTo>
                  <a:pt x="442146" y="66327"/>
                </a:lnTo>
                <a:lnTo>
                  <a:pt x="442700" y="65721"/>
                </a:lnTo>
                <a:lnTo>
                  <a:pt x="443270" y="65144"/>
                </a:lnTo>
                <a:lnTo>
                  <a:pt x="443857" y="64596"/>
                </a:lnTo>
                <a:lnTo>
                  <a:pt x="444461" y="64079"/>
                </a:lnTo>
                <a:lnTo>
                  <a:pt x="445082" y="63591"/>
                </a:lnTo>
                <a:lnTo>
                  <a:pt x="445719" y="63132"/>
                </a:lnTo>
                <a:lnTo>
                  <a:pt x="446374" y="62703"/>
                </a:lnTo>
                <a:lnTo>
                  <a:pt x="447045" y="62304"/>
                </a:lnTo>
                <a:lnTo>
                  <a:pt x="447732" y="61934"/>
                </a:lnTo>
                <a:lnTo>
                  <a:pt x="448437" y="61594"/>
                </a:lnTo>
                <a:lnTo>
                  <a:pt x="449158" y="61283"/>
                </a:lnTo>
                <a:lnTo>
                  <a:pt x="449897" y="61002"/>
                </a:lnTo>
                <a:lnTo>
                  <a:pt x="450652" y="60751"/>
                </a:lnTo>
                <a:lnTo>
                  <a:pt x="451424" y="60529"/>
                </a:lnTo>
                <a:lnTo>
                  <a:pt x="452212" y="60337"/>
                </a:lnTo>
                <a:lnTo>
                  <a:pt x="453018" y="60174"/>
                </a:lnTo>
                <a:lnTo>
                  <a:pt x="453840" y="60041"/>
                </a:lnTo>
                <a:lnTo>
                  <a:pt x="454679" y="59937"/>
                </a:lnTo>
                <a:lnTo>
                  <a:pt x="455535" y="59863"/>
                </a:lnTo>
                <a:lnTo>
                  <a:pt x="456407" y="59819"/>
                </a:lnTo>
                <a:lnTo>
                  <a:pt x="457297" y="59804"/>
                </a:lnTo>
                <a:lnTo>
                  <a:pt x="458043" y="59814"/>
                </a:lnTo>
                <a:lnTo>
                  <a:pt x="458779" y="59842"/>
                </a:lnTo>
                <a:lnTo>
                  <a:pt x="459506" y="59890"/>
                </a:lnTo>
                <a:lnTo>
                  <a:pt x="460222" y="59957"/>
                </a:lnTo>
                <a:lnTo>
                  <a:pt x="460929" y="60042"/>
                </a:lnTo>
                <a:lnTo>
                  <a:pt x="461625" y="60147"/>
                </a:lnTo>
                <a:lnTo>
                  <a:pt x="462312" y="60271"/>
                </a:lnTo>
                <a:lnTo>
                  <a:pt x="462989" y="60414"/>
                </a:lnTo>
                <a:lnTo>
                  <a:pt x="463656" y="60577"/>
                </a:lnTo>
                <a:lnTo>
                  <a:pt x="464313" y="60758"/>
                </a:lnTo>
                <a:lnTo>
                  <a:pt x="464960" y="60958"/>
                </a:lnTo>
                <a:lnTo>
                  <a:pt x="465597" y="61177"/>
                </a:lnTo>
                <a:lnTo>
                  <a:pt x="466224" y="61416"/>
                </a:lnTo>
                <a:lnTo>
                  <a:pt x="466841" y="61673"/>
                </a:lnTo>
                <a:lnTo>
                  <a:pt x="467448" y="61950"/>
                </a:lnTo>
                <a:lnTo>
                  <a:pt x="468046" y="62246"/>
                </a:lnTo>
                <a:lnTo>
                  <a:pt x="468633" y="62560"/>
                </a:lnTo>
                <a:lnTo>
                  <a:pt x="469211" y="62894"/>
                </a:lnTo>
                <a:lnTo>
                  <a:pt x="469778" y="63247"/>
                </a:lnTo>
                <a:lnTo>
                  <a:pt x="470336" y="63619"/>
                </a:lnTo>
                <a:lnTo>
                  <a:pt x="470884" y="64010"/>
                </a:lnTo>
                <a:lnTo>
                  <a:pt x="471422" y="64420"/>
                </a:lnTo>
                <a:lnTo>
                  <a:pt x="471950" y="64849"/>
                </a:lnTo>
                <a:lnTo>
                  <a:pt x="472468" y="65297"/>
                </a:lnTo>
                <a:lnTo>
                  <a:pt x="472976" y="65758"/>
                </a:lnTo>
                <a:lnTo>
                  <a:pt x="473475" y="66226"/>
                </a:lnTo>
                <a:lnTo>
                  <a:pt x="473964" y="66700"/>
                </a:lnTo>
                <a:lnTo>
                  <a:pt x="474443" y="67181"/>
                </a:lnTo>
                <a:lnTo>
                  <a:pt x="474913" y="67669"/>
                </a:lnTo>
                <a:lnTo>
                  <a:pt x="475374" y="68163"/>
                </a:lnTo>
                <a:lnTo>
                  <a:pt x="475825" y="68664"/>
                </a:lnTo>
                <a:lnTo>
                  <a:pt x="476266" y="69171"/>
                </a:lnTo>
                <a:lnTo>
                  <a:pt x="476698" y="69685"/>
                </a:lnTo>
                <a:lnTo>
                  <a:pt x="477121" y="70206"/>
                </a:lnTo>
                <a:lnTo>
                  <a:pt x="477533" y="70733"/>
                </a:lnTo>
                <a:lnTo>
                  <a:pt x="477937" y="71267"/>
                </a:lnTo>
                <a:lnTo>
                  <a:pt x="478330" y="71808"/>
                </a:lnTo>
                <a:lnTo>
                  <a:pt x="478715" y="72355"/>
                </a:lnTo>
                <a:lnTo>
                  <a:pt x="479089" y="72909"/>
                </a:lnTo>
                <a:lnTo>
                  <a:pt x="479454" y="73469"/>
                </a:lnTo>
                <a:lnTo>
                  <a:pt x="479810" y="74036"/>
                </a:lnTo>
                <a:lnTo>
                  <a:pt x="480156" y="74610"/>
                </a:lnTo>
                <a:lnTo>
                  <a:pt x="480493" y="75190"/>
                </a:lnTo>
                <a:lnTo>
                  <a:pt x="480819" y="75777"/>
                </a:lnTo>
                <a:lnTo>
                  <a:pt x="481137" y="76370"/>
                </a:lnTo>
                <a:lnTo>
                  <a:pt x="481445" y="76970"/>
                </a:lnTo>
                <a:lnTo>
                  <a:pt x="481743" y="77577"/>
                </a:lnTo>
                <a:lnTo>
                  <a:pt x="482032" y="78191"/>
                </a:lnTo>
                <a:lnTo>
                  <a:pt x="482032" y="110144"/>
                </a:lnTo>
                <a:lnTo>
                  <a:pt x="481733" y="110729"/>
                </a:lnTo>
                <a:lnTo>
                  <a:pt x="481423" y="111308"/>
                </a:lnTo>
                <a:lnTo>
                  <a:pt x="481103" y="111880"/>
                </a:lnTo>
                <a:lnTo>
                  <a:pt x="480771" y="112447"/>
                </a:lnTo>
                <a:lnTo>
                  <a:pt x="480428" y="113007"/>
                </a:lnTo>
                <a:lnTo>
                  <a:pt x="480074" y="113562"/>
                </a:lnTo>
                <a:lnTo>
                  <a:pt x="479708" y="114109"/>
                </a:lnTo>
                <a:lnTo>
                  <a:pt x="479332" y="114651"/>
                </a:lnTo>
                <a:lnTo>
                  <a:pt x="478945" y="115187"/>
                </a:lnTo>
                <a:lnTo>
                  <a:pt x="478547" y="115716"/>
                </a:lnTo>
                <a:lnTo>
                  <a:pt x="478137" y="116239"/>
                </a:lnTo>
                <a:lnTo>
                  <a:pt x="477717" y="116756"/>
                </a:lnTo>
                <a:lnTo>
                  <a:pt x="477285" y="117266"/>
                </a:lnTo>
                <a:lnTo>
                  <a:pt x="476843" y="117771"/>
                </a:lnTo>
                <a:lnTo>
                  <a:pt x="476389" y="118269"/>
                </a:lnTo>
                <a:lnTo>
                  <a:pt x="475924" y="118761"/>
                </a:lnTo>
                <a:lnTo>
                  <a:pt x="475449" y="119247"/>
                </a:lnTo>
                <a:lnTo>
                  <a:pt x="474962" y="119726"/>
                </a:lnTo>
                <a:lnTo>
                  <a:pt x="474464" y="120200"/>
                </a:lnTo>
                <a:lnTo>
                  <a:pt x="473955" y="120667"/>
                </a:lnTo>
                <a:lnTo>
                  <a:pt x="473435" y="121128"/>
                </a:lnTo>
                <a:lnTo>
                  <a:pt x="472903" y="121583"/>
                </a:lnTo>
                <a:lnTo>
                  <a:pt x="472361" y="122031"/>
                </a:lnTo>
                <a:lnTo>
                  <a:pt x="471808" y="122473"/>
                </a:lnTo>
                <a:lnTo>
                  <a:pt x="471245" y="122903"/>
                </a:lnTo>
                <a:lnTo>
                  <a:pt x="470673" y="123315"/>
                </a:lnTo>
                <a:lnTo>
                  <a:pt x="470092" y="123708"/>
                </a:lnTo>
                <a:lnTo>
                  <a:pt x="469502" y="124084"/>
                </a:lnTo>
                <a:lnTo>
                  <a:pt x="468904" y="124440"/>
                </a:lnTo>
                <a:lnTo>
                  <a:pt x="468297" y="124779"/>
                </a:lnTo>
                <a:lnTo>
                  <a:pt x="467681" y="125099"/>
                </a:lnTo>
                <a:lnTo>
                  <a:pt x="467056" y="125401"/>
                </a:lnTo>
                <a:lnTo>
                  <a:pt x="466423" y="125685"/>
                </a:lnTo>
                <a:lnTo>
                  <a:pt x="465781" y="125950"/>
                </a:lnTo>
                <a:lnTo>
                  <a:pt x="465130" y="126197"/>
                </a:lnTo>
                <a:lnTo>
                  <a:pt x="464470" y="126426"/>
                </a:lnTo>
                <a:lnTo>
                  <a:pt x="463801" y="126636"/>
                </a:lnTo>
                <a:lnTo>
                  <a:pt x="463124" y="126828"/>
                </a:lnTo>
                <a:lnTo>
                  <a:pt x="462438" y="127002"/>
                </a:lnTo>
                <a:lnTo>
                  <a:pt x="461743" y="127158"/>
                </a:lnTo>
                <a:lnTo>
                  <a:pt x="461039" y="127295"/>
                </a:lnTo>
                <a:lnTo>
                  <a:pt x="460327" y="127414"/>
                </a:lnTo>
                <a:lnTo>
                  <a:pt x="459605" y="127515"/>
                </a:lnTo>
                <a:lnTo>
                  <a:pt x="458875" y="127597"/>
                </a:lnTo>
                <a:lnTo>
                  <a:pt x="458137" y="127661"/>
                </a:lnTo>
                <a:lnTo>
                  <a:pt x="457389" y="127707"/>
                </a:lnTo>
                <a:lnTo>
                  <a:pt x="456633" y="127734"/>
                </a:lnTo>
                <a:lnTo>
                  <a:pt x="455868" y="127743"/>
                </a:lnTo>
                <a:lnTo>
                  <a:pt x="455050" y="127728"/>
                </a:lnTo>
                <a:lnTo>
                  <a:pt x="454248" y="127684"/>
                </a:lnTo>
                <a:lnTo>
                  <a:pt x="453460" y="127610"/>
                </a:lnTo>
                <a:lnTo>
                  <a:pt x="452687" y="127507"/>
                </a:lnTo>
                <a:close/>
                <a:moveTo>
                  <a:pt x="1225995" y="74494"/>
                </a:moveTo>
                <a:lnTo>
                  <a:pt x="1226300" y="74093"/>
                </a:lnTo>
                <a:lnTo>
                  <a:pt x="1226609" y="73700"/>
                </a:lnTo>
                <a:lnTo>
                  <a:pt x="1226923" y="73315"/>
                </a:lnTo>
                <a:lnTo>
                  <a:pt x="1227241" y="72937"/>
                </a:lnTo>
                <a:lnTo>
                  <a:pt x="1227564" y="72566"/>
                </a:lnTo>
                <a:lnTo>
                  <a:pt x="1227892" y="72203"/>
                </a:lnTo>
                <a:lnTo>
                  <a:pt x="1228224" y="71848"/>
                </a:lnTo>
                <a:lnTo>
                  <a:pt x="1228560" y="71500"/>
                </a:lnTo>
                <a:lnTo>
                  <a:pt x="1228902" y="71160"/>
                </a:lnTo>
                <a:lnTo>
                  <a:pt x="1229248" y="70828"/>
                </a:lnTo>
                <a:lnTo>
                  <a:pt x="1229598" y="70503"/>
                </a:lnTo>
                <a:lnTo>
                  <a:pt x="1229953" y="70185"/>
                </a:lnTo>
                <a:lnTo>
                  <a:pt x="1230313" y="69875"/>
                </a:lnTo>
                <a:lnTo>
                  <a:pt x="1230677" y="69573"/>
                </a:lnTo>
                <a:lnTo>
                  <a:pt x="1231045" y="69278"/>
                </a:lnTo>
                <a:lnTo>
                  <a:pt x="1231419" y="68991"/>
                </a:lnTo>
                <a:lnTo>
                  <a:pt x="1231797" y="68712"/>
                </a:lnTo>
                <a:lnTo>
                  <a:pt x="1232179" y="68440"/>
                </a:lnTo>
                <a:lnTo>
                  <a:pt x="1232566" y="68175"/>
                </a:lnTo>
                <a:lnTo>
                  <a:pt x="1232958" y="67918"/>
                </a:lnTo>
                <a:lnTo>
                  <a:pt x="1233354" y="67669"/>
                </a:lnTo>
                <a:lnTo>
                  <a:pt x="1233755" y="67427"/>
                </a:lnTo>
                <a:lnTo>
                  <a:pt x="1234160" y="67192"/>
                </a:lnTo>
                <a:lnTo>
                  <a:pt x="1234569" y="66963"/>
                </a:lnTo>
                <a:lnTo>
                  <a:pt x="1234981" y="66740"/>
                </a:lnTo>
                <a:lnTo>
                  <a:pt x="1235398" y="66522"/>
                </a:lnTo>
                <a:lnTo>
                  <a:pt x="1235818" y="66311"/>
                </a:lnTo>
                <a:lnTo>
                  <a:pt x="1236242" y="66105"/>
                </a:lnTo>
                <a:lnTo>
                  <a:pt x="1236670" y="65905"/>
                </a:lnTo>
                <a:lnTo>
                  <a:pt x="1237102" y="65711"/>
                </a:lnTo>
                <a:lnTo>
                  <a:pt x="1237537" y="65522"/>
                </a:lnTo>
                <a:lnTo>
                  <a:pt x="1237977" y="65340"/>
                </a:lnTo>
                <a:lnTo>
                  <a:pt x="1238420" y="65163"/>
                </a:lnTo>
                <a:lnTo>
                  <a:pt x="1238867" y="64992"/>
                </a:lnTo>
                <a:lnTo>
                  <a:pt x="1239318" y="64827"/>
                </a:lnTo>
                <a:lnTo>
                  <a:pt x="1239772" y="64668"/>
                </a:lnTo>
                <a:lnTo>
                  <a:pt x="1240231" y="64515"/>
                </a:lnTo>
                <a:lnTo>
                  <a:pt x="1240693" y="64367"/>
                </a:lnTo>
                <a:lnTo>
                  <a:pt x="1241159" y="64226"/>
                </a:lnTo>
                <a:lnTo>
                  <a:pt x="1241629" y="64090"/>
                </a:lnTo>
                <a:lnTo>
                  <a:pt x="1242103" y="63960"/>
                </a:lnTo>
                <a:lnTo>
                  <a:pt x="1242580" y="63836"/>
                </a:lnTo>
                <a:lnTo>
                  <a:pt x="1243061" y="63718"/>
                </a:lnTo>
                <a:lnTo>
                  <a:pt x="1243547" y="63605"/>
                </a:lnTo>
                <a:lnTo>
                  <a:pt x="1244036" y="63498"/>
                </a:lnTo>
                <a:lnTo>
                  <a:pt x="1244528" y="63398"/>
                </a:lnTo>
                <a:lnTo>
                  <a:pt x="1245024" y="63302"/>
                </a:lnTo>
                <a:lnTo>
                  <a:pt x="1245522" y="63210"/>
                </a:lnTo>
                <a:lnTo>
                  <a:pt x="1246021" y="63122"/>
                </a:lnTo>
                <a:lnTo>
                  <a:pt x="1246522" y="63039"/>
                </a:lnTo>
                <a:lnTo>
                  <a:pt x="1247026" y="62959"/>
                </a:lnTo>
                <a:lnTo>
                  <a:pt x="1247531" y="62884"/>
                </a:lnTo>
                <a:lnTo>
                  <a:pt x="1248038" y="62812"/>
                </a:lnTo>
                <a:lnTo>
                  <a:pt x="1248547" y="62745"/>
                </a:lnTo>
                <a:lnTo>
                  <a:pt x="1249058" y="62682"/>
                </a:lnTo>
                <a:lnTo>
                  <a:pt x="1249571" y="62622"/>
                </a:lnTo>
                <a:lnTo>
                  <a:pt x="1250086" y="62567"/>
                </a:lnTo>
                <a:lnTo>
                  <a:pt x="1250602" y="62516"/>
                </a:lnTo>
                <a:lnTo>
                  <a:pt x="1251121" y="62469"/>
                </a:lnTo>
                <a:lnTo>
                  <a:pt x="1251641" y="62427"/>
                </a:lnTo>
                <a:lnTo>
                  <a:pt x="1252164" y="62388"/>
                </a:lnTo>
                <a:lnTo>
                  <a:pt x="1252688" y="62353"/>
                </a:lnTo>
                <a:lnTo>
                  <a:pt x="1253214" y="62323"/>
                </a:lnTo>
                <a:lnTo>
                  <a:pt x="1253742" y="62296"/>
                </a:lnTo>
                <a:lnTo>
                  <a:pt x="1254272" y="62274"/>
                </a:lnTo>
                <a:lnTo>
                  <a:pt x="1254804" y="62255"/>
                </a:lnTo>
                <a:lnTo>
                  <a:pt x="1255338" y="62241"/>
                </a:lnTo>
                <a:lnTo>
                  <a:pt x="1255874" y="62231"/>
                </a:lnTo>
                <a:lnTo>
                  <a:pt x="1256411" y="62225"/>
                </a:lnTo>
                <a:lnTo>
                  <a:pt x="1256951" y="62223"/>
                </a:lnTo>
                <a:lnTo>
                  <a:pt x="1259699" y="62223"/>
                </a:lnTo>
                <a:lnTo>
                  <a:pt x="1259699" y="37707"/>
                </a:lnTo>
                <a:lnTo>
                  <a:pt x="1257501" y="37707"/>
                </a:lnTo>
                <a:lnTo>
                  <a:pt x="1256517" y="37716"/>
                </a:lnTo>
                <a:lnTo>
                  <a:pt x="1255546" y="37743"/>
                </a:lnTo>
                <a:lnTo>
                  <a:pt x="1254587" y="37788"/>
                </a:lnTo>
                <a:lnTo>
                  <a:pt x="1253641" y="37851"/>
                </a:lnTo>
                <a:lnTo>
                  <a:pt x="1252706" y="37932"/>
                </a:lnTo>
                <a:lnTo>
                  <a:pt x="1251784" y="38030"/>
                </a:lnTo>
                <a:lnTo>
                  <a:pt x="1250874" y="38147"/>
                </a:lnTo>
                <a:lnTo>
                  <a:pt x="1249976" y="38281"/>
                </a:lnTo>
                <a:lnTo>
                  <a:pt x="1249091" y="38434"/>
                </a:lnTo>
                <a:lnTo>
                  <a:pt x="1248217" y="38604"/>
                </a:lnTo>
                <a:lnTo>
                  <a:pt x="1247356" y="38793"/>
                </a:lnTo>
                <a:lnTo>
                  <a:pt x="1246507" y="38999"/>
                </a:lnTo>
                <a:lnTo>
                  <a:pt x="1245670" y="39223"/>
                </a:lnTo>
                <a:lnTo>
                  <a:pt x="1244846" y="39466"/>
                </a:lnTo>
                <a:lnTo>
                  <a:pt x="1244034" y="39726"/>
                </a:lnTo>
                <a:lnTo>
                  <a:pt x="1243234" y="40004"/>
                </a:lnTo>
                <a:lnTo>
                  <a:pt x="1242446" y="40300"/>
                </a:lnTo>
                <a:lnTo>
                  <a:pt x="1241670" y="40614"/>
                </a:lnTo>
                <a:lnTo>
                  <a:pt x="1240907" y="40946"/>
                </a:lnTo>
                <a:lnTo>
                  <a:pt x="1240155" y="41295"/>
                </a:lnTo>
                <a:lnTo>
                  <a:pt x="1239416" y="41663"/>
                </a:lnTo>
                <a:lnTo>
                  <a:pt x="1238690" y="42049"/>
                </a:lnTo>
                <a:lnTo>
                  <a:pt x="1237975" y="42453"/>
                </a:lnTo>
                <a:lnTo>
                  <a:pt x="1237273" y="42874"/>
                </a:lnTo>
                <a:lnTo>
                  <a:pt x="1236584" y="43313"/>
                </a:lnTo>
                <a:lnTo>
                  <a:pt x="1235909" y="43767"/>
                </a:lnTo>
                <a:lnTo>
                  <a:pt x="1235249" y="44236"/>
                </a:lnTo>
                <a:lnTo>
                  <a:pt x="1234604" y="44722"/>
                </a:lnTo>
                <a:lnTo>
                  <a:pt x="1233973" y="45223"/>
                </a:lnTo>
                <a:lnTo>
                  <a:pt x="1233356" y="45739"/>
                </a:lnTo>
                <a:lnTo>
                  <a:pt x="1232754" y="46272"/>
                </a:lnTo>
                <a:lnTo>
                  <a:pt x="1232167" y="46820"/>
                </a:lnTo>
                <a:lnTo>
                  <a:pt x="1231594" y="47383"/>
                </a:lnTo>
                <a:lnTo>
                  <a:pt x="1231036" y="47963"/>
                </a:lnTo>
                <a:lnTo>
                  <a:pt x="1230492" y="48557"/>
                </a:lnTo>
                <a:lnTo>
                  <a:pt x="1229962" y="49168"/>
                </a:lnTo>
                <a:lnTo>
                  <a:pt x="1229447" y="49794"/>
                </a:lnTo>
                <a:lnTo>
                  <a:pt x="1228947" y="50436"/>
                </a:lnTo>
                <a:lnTo>
                  <a:pt x="1228461" y="51094"/>
                </a:lnTo>
                <a:lnTo>
                  <a:pt x="1227989" y="51767"/>
                </a:lnTo>
                <a:lnTo>
                  <a:pt x="1227533" y="52455"/>
                </a:lnTo>
                <a:lnTo>
                  <a:pt x="1227090" y="53160"/>
                </a:lnTo>
                <a:lnTo>
                  <a:pt x="1226662" y="53880"/>
                </a:lnTo>
                <a:lnTo>
                  <a:pt x="1226249" y="54616"/>
                </a:lnTo>
                <a:lnTo>
                  <a:pt x="1225850" y="55367"/>
                </a:lnTo>
                <a:lnTo>
                  <a:pt x="1225466" y="56134"/>
                </a:lnTo>
                <a:lnTo>
                  <a:pt x="1225096" y="56917"/>
                </a:lnTo>
                <a:lnTo>
                  <a:pt x="1224740" y="57715"/>
                </a:lnTo>
                <a:lnTo>
                  <a:pt x="1224191" y="39356"/>
                </a:lnTo>
                <a:lnTo>
                  <a:pt x="1196267" y="39356"/>
                </a:lnTo>
                <a:lnTo>
                  <a:pt x="1196267" y="147971"/>
                </a:lnTo>
                <a:lnTo>
                  <a:pt x="1225400" y="147971"/>
                </a:lnTo>
                <a:lnTo>
                  <a:pt x="1225400" y="75318"/>
                </a:lnTo>
                <a:lnTo>
                  <a:pt x="1225695" y="74903"/>
                </a:lnTo>
                <a:lnTo>
                  <a:pt x="1225995" y="74494"/>
                </a:lnTo>
                <a:close/>
                <a:moveTo>
                  <a:pt x="1003889" y="120484"/>
                </a:moveTo>
                <a:lnTo>
                  <a:pt x="978605" y="39356"/>
                </a:lnTo>
                <a:lnTo>
                  <a:pt x="948263" y="39356"/>
                </a:lnTo>
                <a:lnTo>
                  <a:pt x="987289" y="147971"/>
                </a:lnTo>
                <a:lnTo>
                  <a:pt x="1020489" y="147971"/>
                </a:lnTo>
                <a:lnTo>
                  <a:pt x="1059406" y="39356"/>
                </a:lnTo>
                <a:lnTo>
                  <a:pt x="1029944" y="39356"/>
                </a:lnTo>
                <a:lnTo>
                  <a:pt x="1003889" y="120484"/>
                </a:lnTo>
                <a:close/>
                <a:moveTo>
                  <a:pt x="209849" y="149810"/>
                </a:moveTo>
                <a:lnTo>
                  <a:pt x="210990" y="149731"/>
                </a:lnTo>
                <a:lnTo>
                  <a:pt x="212120" y="149635"/>
                </a:lnTo>
                <a:lnTo>
                  <a:pt x="213239" y="149521"/>
                </a:lnTo>
                <a:lnTo>
                  <a:pt x="214347" y="149390"/>
                </a:lnTo>
                <a:lnTo>
                  <a:pt x="215444" y="149242"/>
                </a:lnTo>
                <a:lnTo>
                  <a:pt x="216529" y="149076"/>
                </a:lnTo>
                <a:lnTo>
                  <a:pt x="217604" y="148892"/>
                </a:lnTo>
                <a:lnTo>
                  <a:pt x="218668" y="148691"/>
                </a:lnTo>
                <a:lnTo>
                  <a:pt x="219720" y="148472"/>
                </a:lnTo>
                <a:lnTo>
                  <a:pt x="220762" y="148236"/>
                </a:lnTo>
                <a:lnTo>
                  <a:pt x="221792" y="147983"/>
                </a:lnTo>
                <a:lnTo>
                  <a:pt x="222812" y="147712"/>
                </a:lnTo>
                <a:lnTo>
                  <a:pt x="223820" y="147423"/>
                </a:lnTo>
                <a:lnTo>
                  <a:pt x="224817" y="147117"/>
                </a:lnTo>
                <a:lnTo>
                  <a:pt x="225803" y="146793"/>
                </a:lnTo>
                <a:lnTo>
                  <a:pt x="226778" y="146452"/>
                </a:lnTo>
                <a:lnTo>
                  <a:pt x="227743" y="146094"/>
                </a:lnTo>
                <a:lnTo>
                  <a:pt x="228695" y="145718"/>
                </a:lnTo>
                <a:lnTo>
                  <a:pt x="229637" y="145325"/>
                </a:lnTo>
                <a:lnTo>
                  <a:pt x="230568" y="144914"/>
                </a:lnTo>
                <a:lnTo>
                  <a:pt x="231485" y="144486"/>
                </a:lnTo>
                <a:lnTo>
                  <a:pt x="232386" y="144042"/>
                </a:lnTo>
                <a:lnTo>
                  <a:pt x="233271" y="143581"/>
                </a:lnTo>
                <a:lnTo>
                  <a:pt x="234139" y="143104"/>
                </a:lnTo>
                <a:lnTo>
                  <a:pt x="234992" y="142611"/>
                </a:lnTo>
                <a:lnTo>
                  <a:pt x="235828" y="142102"/>
                </a:lnTo>
                <a:lnTo>
                  <a:pt x="236648" y="141576"/>
                </a:lnTo>
                <a:lnTo>
                  <a:pt x="237451" y="141034"/>
                </a:lnTo>
                <a:lnTo>
                  <a:pt x="238239" y="140476"/>
                </a:lnTo>
                <a:lnTo>
                  <a:pt x="239010" y="139901"/>
                </a:lnTo>
                <a:lnTo>
                  <a:pt x="239765" y="139310"/>
                </a:lnTo>
                <a:lnTo>
                  <a:pt x="240503" y="138703"/>
                </a:lnTo>
                <a:lnTo>
                  <a:pt x="241226" y="138080"/>
                </a:lnTo>
                <a:lnTo>
                  <a:pt x="241932" y="137440"/>
                </a:lnTo>
                <a:lnTo>
                  <a:pt x="242622" y="136784"/>
                </a:lnTo>
                <a:lnTo>
                  <a:pt x="243296" y="136111"/>
                </a:lnTo>
                <a:lnTo>
                  <a:pt x="243954" y="135422"/>
                </a:lnTo>
                <a:lnTo>
                  <a:pt x="244595" y="134717"/>
                </a:lnTo>
                <a:lnTo>
                  <a:pt x="245220" y="133996"/>
                </a:lnTo>
                <a:lnTo>
                  <a:pt x="245829" y="133258"/>
                </a:lnTo>
                <a:lnTo>
                  <a:pt x="246422" y="132504"/>
                </a:lnTo>
                <a:lnTo>
                  <a:pt x="246998" y="131734"/>
                </a:lnTo>
                <a:lnTo>
                  <a:pt x="247559" y="130948"/>
                </a:lnTo>
                <a:lnTo>
                  <a:pt x="248103" y="130145"/>
                </a:lnTo>
                <a:lnTo>
                  <a:pt x="248628" y="129326"/>
                </a:lnTo>
                <a:lnTo>
                  <a:pt x="249132" y="128491"/>
                </a:lnTo>
                <a:lnTo>
                  <a:pt x="249615" y="127641"/>
                </a:lnTo>
                <a:lnTo>
                  <a:pt x="250077" y="126775"/>
                </a:lnTo>
                <a:lnTo>
                  <a:pt x="250517" y="125894"/>
                </a:lnTo>
                <a:lnTo>
                  <a:pt x="250937" y="124997"/>
                </a:lnTo>
                <a:lnTo>
                  <a:pt x="251335" y="124084"/>
                </a:lnTo>
                <a:lnTo>
                  <a:pt x="251712" y="123157"/>
                </a:lnTo>
                <a:lnTo>
                  <a:pt x="252068" y="122213"/>
                </a:lnTo>
                <a:lnTo>
                  <a:pt x="252403" y="121254"/>
                </a:lnTo>
                <a:lnTo>
                  <a:pt x="252716" y="120280"/>
                </a:lnTo>
                <a:lnTo>
                  <a:pt x="253008" y="119289"/>
                </a:lnTo>
                <a:lnTo>
                  <a:pt x="253280" y="118284"/>
                </a:lnTo>
                <a:lnTo>
                  <a:pt x="253529" y="117263"/>
                </a:lnTo>
                <a:lnTo>
                  <a:pt x="253758" y="116226"/>
                </a:lnTo>
                <a:lnTo>
                  <a:pt x="253966" y="115174"/>
                </a:lnTo>
                <a:lnTo>
                  <a:pt x="254152" y="114106"/>
                </a:lnTo>
                <a:lnTo>
                  <a:pt x="254317" y="113023"/>
                </a:lnTo>
                <a:lnTo>
                  <a:pt x="254461" y="111924"/>
                </a:lnTo>
                <a:lnTo>
                  <a:pt x="254584" y="110809"/>
                </a:lnTo>
                <a:lnTo>
                  <a:pt x="254686" y="109679"/>
                </a:lnTo>
                <a:lnTo>
                  <a:pt x="254766" y="108534"/>
                </a:lnTo>
                <a:lnTo>
                  <a:pt x="254825" y="107373"/>
                </a:lnTo>
                <a:lnTo>
                  <a:pt x="254864" y="106196"/>
                </a:lnTo>
                <a:lnTo>
                  <a:pt x="226611" y="106196"/>
                </a:lnTo>
                <a:lnTo>
                  <a:pt x="226583" y="107034"/>
                </a:lnTo>
                <a:lnTo>
                  <a:pt x="226536" y="107856"/>
                </a:lnTo>
                <a:lnTo>
                  <a:pt x="226471" y="108662"/>
                </a:lnTo>
                <a:lnTo>
                  <a:pt x="226386" y="109452"/>
                </a:lnTo>
                <a:lnTo>
                  <a:pt x="226283" y="110226"/>
                </a:lnTo>
                <a:lnTo>
                  <a:pt x="226160" y="110983"/>
                </a:lnTo>
                <a:lnTo>
                  <a:pt x="226019" y="111725"/>
                </a:lnTo>
                <a:lnTo>
                  <a:pt x="225859" y="112451"/>
                </a:lnTo>
                <a:lnTo>
                  <a:pt x="225680" y="113161"/>
                </a:lnTo>
                <a:lnTo>
                  <a:pt x="225483" y="113854"/>
                </a:lnTo>
                <a:lnTo>
                  <a:pt x="225266" y="114532"/>
                </a:lnTo>
                <a:lnTo>
                  <a:pt x="225030" y="115194"/>
                </a:lnTo>
                <a:lnTo>
                  <a:pt x="224776" y="115839"/>
                </a:lnTo>
                <a:lnTo>
                  <a:pt x="224502" y="116469"/>
                </a:lnTo>
                <a:lnTo>
                  <a:pt x="224210" y="117082"/>
                </a:lnTo>
                <a:lnTo>
                  <a:pt x="223899" y="117680"/>
                </a:lnTo>
                <a:lnTo>
                  <a:pt x="223569" y="118261"/>
                </a:lnTo>
                <a:lnTo>
                  <a:pt x="223220" y="118827"/>
                </a:lnTo>
                <a:lnTo>
                  <a:pt x="222852" y="119376"/>
                </a:lnTo>
                <a:lnTo>
                  <a:pt x="222465" y="119909"/>
                </a:lnTo>
                <a:lnTo>
                  <a:pt x="222059" y="120427"/>
                </a:lnTo>
                <a:lnTo>
                  <a:pt x="221635" y="120928"/>
                </a:lnTo>
                <a:lnTo>
                  <a:pt x="221191" y="121413"/>
                </a:lnTo>
                <a:lnTo>
                  <a:pt x="220729" y="121882"/>
                </a:lnTo>
                <a:lnTo>
                  <a:pt x="220250" y="122334"/>
                </a:lnTo>
                <a:lnTo>
                  <a:pt x="219757" y="122766"/>
                </a:lnTo>
                <a:lnTo>
                  <a:pt x="219249" y="123179"/>
                </a:lnTo>
                <a:lnTo>
                  <a:pt x="218727" y="123572"/>
                </a:lnTo>
                <a:lnTo>
                  <a:pt x="218191" y="123947"/>
                </a:lnTo>
                <a:lnTo>
                  <a:pt x="217641" y="124302"/>
                </a:lnTo>
                <a:lnTo>
                  <a:pt x="217076" y="124638"/>
                </a:lnTo>
                <a:lnTo>
                  <a:pt x="216497" y="124955"/>
                </a:lnTo>
                <a:lnTo>
                  <a:pt x="215903" y="125253"/>
                </a:lnTo>
                <a:lnTo>
                  <a:pt x="215295" y="125531"/>
                </a:lnTo>
                <a:lnTo>
                  <a:pt x="214673" y="125791"/>
                </a:lnTo>
                <a:lnTo>
                  <a:pt x="214037" y="126031"/>
                </a:lnTo>
                <a:lnTo>
                  <a:pt x="213386" y="126252"/>
                </a:lnTo>
                <a:lnTo>
                  <a:pt x="212721" y="126453"/>
                </a:lnTo>
                <a:lnTo>
                  <a:pt x="212042" y="126636"/>
                </a:lnTo>
                <a:lnTo>
                  <a:pt x="211348" y="126799"/>
                </a:lnTo>
                <a:lnTo>
                  <a:pt x="210640" y="126943"/>
                </a:lnTo>
                <a:lnTo>
                  <a:pt x="209918" y="127068"/>
                </a:lnTo>
                <a:lnTo>
                  <a:pt x="209181" y="127173"/>
                </a:lnTo>
                <a:lnTo>
                  <a:pt x="208430" y="127260"/>
                </a:lnTo>
                <a:lnTo>
                  <a:pt x="207665" y="127327"/>
                </a:lnTo>
                <a:lnTo>
                  <a:pt x="206885" y="127375"/>
                </a:lnTo>
                <a:lnTo>
                  <a:pt x="206092" y="127404"/>
                </a:lnTo>
                <a:lnTo>
                  <a:pt x="205283" y="127413"/>
                </a:lnTo>
                <a:lnTo>
                  <a:pt x="204592" y="127407"/>
                </a:lnTo>
                <a:lnTo>
                  <a:pt x="203912" y="127386"/>
                </a:lnTo>
                <a:lnTo>
                  <a:pt x="203242" y="127353"/>
                </a:lnTo>
                <a:lnTo>
                  <a:pt x="202582" y="127305"/>
                </a:lnTo>
                <a:lnTo>
                  <a:pt x="201933" y="127245"/>
                </a:lnTo>
                <a:lnTo>
                  <a:pt x="201295" y="127170"/>
                </a:lnTo>
                <a:lnTo>
                  <a:pt x="200667" y="127082"/>
                </a:lnTo>
                <a:lnTo>
                  <a:pt x="200049" y="126981"/>
                </a:lnTo>
                <a:lnTo>
                  <a:pt x="199442" y="126866"/>
                </a:lnTo>
                <a:lnTo>
                  <a:pt x="198846" y="126738"/>
                </a:lnTo>
                <a:lnTo>
                  <a:pt x="198260" y="126596"/>
                </a:lnTo>
                <a:lnTo>
                  <a:pt x="197684" y="126440"/>
                </a:lnTo>
                <a:lnTo>
                  <a:pt x="197119" y="126271"/>
                </a:lnTo>
                <a:lnTo>
                  <a:pt x="196565" y="126089"/>
                </a:lnTo>
                <a:lnTo>
                  <a:pt x="196021" y="125893"/>
                </a:lnTo>
                <a:lnTo>
                  <a:pt x="195487" y="125684"/>
                </a:lnTo>
                <a:lnTo>
                  <a:pt x="194964" y="125461"/>
                </a:lnTo>
                <a:lnTo>
                  <a:pt x="194451" y="125224"/>
                </a:lnTo>
                <a:lnTo>
                  <a:pt x="193949" y="124974"/>
                </a:lnTo>
                <a:lnTo>
                  <a:pt x="193458" y="124710"/>
                </a:lnTo>
                <a:lnTo>
                  <a:pt x="192977" y="124433"/>
                </a:lnTo>
                <a:lnTo>
                  <a:pt x="192506" y="124143"/>
                </a:lnTo>
                <a:lnTo>
                  <a:pt x="192046" y="123839"/>
                </a:lnTo>
                <a:lnTo>
                  <a:pt x="191597" y="123521"/>
                </a:lnTo>
                <a:lnTo>
                  <a:pt x="191157" y="123190"/>
                </a:lnTo>
                <a:lnTo>
                  <a:pt x="190728" y="122848"/>
                </a:lnTo>
                <a:lnTo>
                  <a:pt x="190308" y="122493"/>
                </a:lnTo>
                <a:lnTo>
                  <a:pt x="189899" y="122125"/>
                </a:lnTo>
                <a:lnTo>
                  <a:pt x="189499" y="121746"/>
                </a:lnTo>
                <a:lnTo>
                  <a:pt x="189109" y="121355"/>
                </a:lnTo>
                <a:lnTo>
                  <a:pt x="188730" y="120951"/>
                </a:lnTo>
                <a:lnTo>
                  <a:pt x="188360" y="120535"/>
                </a:lnTo>
                <a:lnTo>
                  <a:pt x="188000" y="120107"/>
                </a:lnTo>
                <a:lnTo>
                  <a:pt x="187650" y="119667"/>
                </a:lnTo>
                <a:lnTo>
                  <a:pt x="187310" y="119215"/>
                </a:lnTo>
                <a:lnTo>
                  <a:pt x="186979" y="118751"/>
                </a:lnTo>
                <a:lnTo>
                  <a:pt x="186659" y="118275"/>
                </a:lnTo>
                <a:lnTo>
                  <a:pt x="186349" y="117786"/>
                </a:lnTo>
                <a:lnTo>
                  <a:pt x="186048" y="117285"/>
                </a:lnTo>
                <a:lnTo>
                  <a:pt x="185758" y="116772"/>
                </a:lnTo>
                <a:lnTo>
                  <a:pt x="185477" y="116247"/>
                </a:lnTo>
                <a:lnTo>
                  <a:pt x="185207" y="115710"/>
                </a:lnTo>
                <a:lnTo>
                  <a:pt x="184946" y="115161"/>
                </a:lnTo>
                <a:lnTo>
                  <a:pt x="184695" y="114599"/>
                </a:lnTo>
                <a:lnTo>
                  <a:pt x="184454" y="114026"/>
                </a:lnTo>
                <a:lnTo>
                  <a:pt x="184223" y="113440"/>
                </a:lnTo>
                <a:lnTo>
                  <a:pt x="184002" y="112842"/>
                </a:lnTo>
                <a:lnTo>
                  <a:pt x="183791" y="112232"/>
                </a:lnTo>
                <a:lnTo>
                  <a:pt x="183589" y="111610"/>
                </a:lnTo>
                <a:lnTo>
                  <a:pt x="183396" y="110978"/>
                </a:lnTo>
                <a:lnTo>
                  <a:pt x="183212" y="110335"/>
                </a:lnTo>
                <a:lnTo>
                  <a:pt x="183035" y="109681"/>
                </a:lnTo>
                <a:lnTo>
                  <a:pt x="182868" y="109016"/>
                </a:lnTo>
                <a:lnTo>
                  <a:pt x="182709" y="108340"/>
                </a:lnTo>
                <a:lnTo>
                  <a:pt x="182559" y="107654"/>
                </a:lnTo>
                <a:lnTo>
                  <a:pt x="182417" y="106957"/>
                </a:lnTo>
                <a:lnTo>
                  <a:pt x="182284" y="106249"/>
                </a:lnTo>
                <a:lnTo>
                  <a:pt x="182159" y="105530"/>
                </a:lnTo>
                <a:lnTo>
                  <a:pt x="182043" y="104800"/>
                </a:lnTo>
                <a:lnTo>
                  <a:pt x="181936" y="104060"/>
                </a:lnTo>
                <a:lnTo>
                  <a:pt x="181837" y="103309"/>
                </a:lnTo>
                <a:lnTo>
                  <a:pt x="181747" y="102547"/>
                </a:lnTo>
                <a:lnTo>
                  <a:pt x="181666" y="101775"/>
                </a:lnTo>
                <a:lnTo>
                  <a:pt x="181593" y="100992"/>
                </a:lnTo>
                <a:lnTo>
                  <a:pt x="181528" y="100197"/>
                </a:lnTo>
                <a:lnTo>
                  <a:pt x="181472" y="99393"/>
                </a:lnTo>
                <a:lnTo>
                  <a:pt x="181425" y="98577"/>
                </a:lnTo>
                <a:lnTo>
                  <a:pt x="181386" y="97750"/>
                </a:lnTo>
                <a:lnTo>
                  <a:pt x="181356" y="96913"/>
                </a:lnTo>
                <a:lnTo>
                  <a:pt x="181335" y="96065"/>
                </a:lnTo>
                <a:lnTo>
                  <a:pt x="181322" y="95207"/>
                </a:lnTo>
                <a:lnTo>
                  <a:pt x="181318" y="94337"/>
                </a:lnTo>
                <a:lnTo>
                  <a:pt x="181328" y="92995"/>
                </a:lnTo>
                <a:lnTo>
                  <a:pt x="181357" y="91679"/>
                </a:lnTo>
                <a:lnTo>
                  <a:pt x="181406" y="90388"/>
                </a:lnTo>
                <a:lnTo>
                  <a:pt x="181475" y="89122"/>
                </a:lnTo>
                <a:lnTo>
                  <a:pt x="181563" y="87882"/>
                </a:lnTo>
                <a:lnTo>
                  <a:pt x="181672" y="86667"/>
                </a:lnTo>
                <a:lnTo>
                  <a:pt x="181799" y="85478"/>
                </a:lnTo>
                <a:lnTo>
                  <a:pt x="181947" y="84315"/>
                </a:lnTo>
                <a:lnTo>
                  <a:pt x="182114" y="83177"/>
                </a:lnTo>
                <a:lnTo>
                  <a:pt x="182301" y="82064"/>
                </a:lnTo>
                <a:lnTo>
                  <a:pt x="182507" y="80977"/>
                </a:lnTo>
                <a:lnTo>
                  <a:pt x="182733" y="79915"/>
                </a:lnTo>
                <a:lnTo>
                  <a:pt x="182979" y="78879"/>
                </a:lnTo>
                <a:lnTo>
                  <a:pt x="183244" y="77868"/>
                </a:lnTo>
                <a:lnTo>
                  <a:pt x="183529" y="76883"/>
                </a:lnTo>
                <a:lnTo>
                  <a:pt x="183834" y="75923"/>
                </a:lnTo>
                <a:lnTo>
                  <a:pt x="184158" y="74989"/>
                </a:lnTo>
                <a:lnTo>
                  <a:pt x="184502" y="74080"/>
                </a:lnTo>
                <a:lnTo>
                  <a:pt x="184866" y="73197"/>
                </a:lnTo>
                <a:lnTo>
                  <a:pt x="185249" y="72339"/>
                </a:lnTo>
                <a:lnTo>
                  <a:pt x="185652" y="71506"/>
                </a:lnTo>
                <a:lnTo>
                  <a:pt x="186075" y="70700"/>
                </a:lnTo>
                <a:lnTo>
                  <a:pt x="186517" y="69918"/>
                </a:lnTo>
                <a:lnTo>
                  <a:pt x="186979" y="69162"/>
                </a:lnTo>
                <a:lnTo>
                  <a:pt x="187463" y="68434"/>
                </a:lnTo>
                <a:lnTo>
                  <a:pt x="187971" y="67738"/>
                </a:lnTo>
                <a:lnTo>
                  <a:pt x="188504" y="67072"/>
                </a:lnTo>
                <a:lnTo>
                  <a:pt x="189060" y="66437"/>
                </a:lnTo>
                <a:lnTo>
                  <a:pt x="189641" y="65833"/>
                </a:lnTo>
                <a:lnTo>
                  <a:pt x="190246" y="65260"/>
                </a:lnTo>
                <a:lnTo>
                  <a:pt x="190876" y="64718"/>
                </a:lnTo>
                <a:lnTo>
                  <a:pt x="191529" y="64208"/>
                </a:lnTo>
                <a:lnTo>
                  <a:pt x="192207" y="63728"/>
                </a:lnTo>
                <a:lnTo>
                  <a:pt x="192909" y="63279"/>
                </a:lnTo>
                <a:lnTo>
                  <a:pt x="193636" y="62860"/>
                </a:lnTo>
                <a:lnTo>
                  <a:pt x="194386" y="62473"/>
                </a:lnTo>
                <a:lnTo>
                  <a:pt x="195161" y="62117"/>
                </a:lnTo>
                <a:lnTo>
                  <a:pt x="195960" y="61792"/>
                </a:lnTo>
                <a:lnTo>
                  <a:pt x="196783" y="61498"/>
                </a:lnTo>
                <a:lnTo>
                  <a:pt x="197631" y="61235"/>
                </a:lnTo>
                <a:lnTo>
                  <a:pt x="198502" y="61002"/>
                </a:lnTo>
                <a:lnTo>
                  <a:pt x="199398" y="60801"/>
                </a:lnTo>
                <a:lnTo>
                  <a:pt x="200319" y="60631"/>
                </a:lnTo>
                <a:lnTo>
                  <a:pt x="201263" y="60492"/>
                </a:lnTo>
                <a:lnTo>
                  <a:pt x="202232" y="60383"/>
                </a:lnTo>
                <a:lnTo>
                  <a:pt x="203225" y="60306"/>
                </a:lnTo>
                <a:lnTo>
                  <a:pt x="204242" y="60259"/>
                </a:lnTo>
                <a:lnTo>
                  <a:pt x="205283" y="60244"/>
                </a:lnTo>
                <a:lnTo>
                  <a:pt x="206073" y="60253"/>
                </a:lnTo>
                <a:lnTo>
                  <a:pt x="206848" y="60279"/>
                </a:lnTo>
                <a:lnTo>
                  <a:pt x="207607" y="60323"/>
                </a:lnTo>
                <a:lnTo>
                  <a:pt x="208352" y="60385"/>
                </a:lnTo>
                <a:lnTo>
                  <a:pt x="209082" y="60464"/>
                </a:lnTo>
                <a:lnTo>
                  <a:pt x="209798" y="60561"/>
                </a:lnTo>
                <a:lnTo>
                  <a:pt x="210498" y="60675"/>
                </a:lnTo>
                <a:lnTo>
                  <a:pt x="211183" y="60807"/>
                </a:lnTo>
                <a:lnTo>
                  <a:pt x="211854" y="60957"/>
                </a:lnTo>
                <a:lnTo>
                  <a:pt x="212509" y="61124"/>
                </a:lnTo>
                <a:lnTo>
                  <a:pt x="213150" y="61309"/>
                </a:lnTo>
                <a:lnTo>
                  <a:pt x="213776" y="61511"/>
                </a:lnTo>
                <a:lnTo>
                  <a:pt x="214387" y="61732"/>
                </a:lnTo>
                <a:lnTo>
                  <a:pt x="214983" y="61969"/>
                </a:lnTo>
                <a:lnTo>
                  <a:pt x="215564" y="62225"/>
                </a:lnTo>
                <a:lnTo>
                  <a:pt x="216130" y="62497"/>
                </a:lnTo>
                <a:lnTo>
                  <a:pt x="216682" y="62788"/>
                </a:lnTo>
                <a:lnTo>
                  <a:pt x="217218" y="63096"/>
                </a:lnTo>
                <a:lnTo>
                  <a:pt x="217740" y="63422"/>
                </a:lnTo>
                <a:lnTo>
                  <a:pt x="218246" y="63765"/>
                </a:lnTo>
                <a:lnTo>
                  <a:pt x="218738" y="64126"/>
                </a:lnTo>
                <a:lnTo>
                  <a:pt x="219215" y="64505"/>
                </a:lnTo>
                <a:lnTo>
                  <a:pt x="219677" y="64901"/>
                </a:lnTo>
                <a:lnTo>
                  <a:pt x="220124" y="65315"/>
                </a:lnTo>
                <a:lnTo>
                  <a:pt x="220555" y="65743"/>
                </a:lnTo>
                <a:lnTo>
                  <a:pt x="220969" y="66184"/>
                </a:lnTo>
                <a:lnTo>
                  <a:pt x="221365" y="66637"/>
                </a:lnTo>
                <a:lnTo>
                  <a:pt x="221743" y="67101"/>
                </a:lnTo>
                <a:lnTo>
                  <a:pt x="222104" y="67578"/>
                </a:lnTo>
                <a:lnTo>
                  <a:pt x="222447" y="68067"/>
                </a:lnTo>
                <a:lnTo>
                  <a:pt x="222772" y="68568"/>
                </a:lnTo>
                <a:lnTo>
                  <a:pt x="223080" y="69081"/>
                </a:lnTo>
                <a:lnTo>
                  <a:pt x="223371" y="69606"/>
                </a:lnTo>
                <a:lnTo>
                  <a:pt x="223644" y="70144"/>
                </a:lnTo>
                <a:lnTo>
                  <a:pt x="223899" y="70693"/>
                </a:lnTo>
                <a:lnTo>
                  <a:pt x="224137" y="71254"/>
                </a:lnTo>
                <a:lnTo>
                  <a:pt x="224357" y="71828"/>
                </a:lnTo>
                <a:lnTo>
                  <a:pt x="224560" y="72413"/>
                </a:lnTo>
                <a:lnTo>
                  <a:pt x="224745" y="73011"/>
                </a:lnTo>
                <a:lnTo>
                  <a:pt x="224913" y="73621"/>
                </a:lnTo>
                <a:lnTo>
                  <a:pt x="225063" y="74242"/>
                </a:lnTo>
                <a:lnTo>
                  <a:pt x="225195" y="74876"/>
                </a:lnTo>
                <a:lnTo>
                  <a:pt x="225310" y="75522"/>
                </a:lnTo>
                <a:lnTo>
                  <a:pt x="225407" y="76180"/>
                </a:lnTo>
                <a:lnTo>
                  <a:pt x="225487" y="76850"/>
                </a:lnTo>
                <a:lnTo>
                  <a:pt x="225549" y="77532"/>
                </a:lnTo>
                <a:lnTo>
                  <a:pt x="225594" y="78226"/>
                </a:lnTo>
                <a:lnTo>
                  <a:pt x="225621" y="78933"/>
                </a:lnTo>
                <a:lnTo>
                  <a:pt x="253874" y="78933"/>
                </a:lnTo>
                <a:lnTo>
                  <a:pt x="253854" y="77786"/>
                </a:lnTo>
                <a:lnTo>
                  <a:pt x="253812" y="76656"/>
                </a:lnTo>
                <a:lnTo>
                  <a:pt x="253747" y="75543"/>
                </a:lnTo>
                <a:lnTo>
                  <a:pt x="253660" y="74446"/>
                </a:lnTo>
                <a:lnTo>
                  <a:pt x="253552" y="73366"/>
                </a:lnTo>
                <a:lnTo>
                  <a:pt x="253421" y="72302"/>
                </a:lnTo>
                <a:lnTo>
                  <a:pt x="253268" y="71255"/>
                </a:lnTo>
                <a:lnTo>
                  <a:pt x="253092" y="70224"/>
                </a:lnTo>
                <a:lnTo>
                  <a:pt x="252895" y="69209"/>
                </a:lnTo>
                <a:lnTo>
                  <a:pt x="252676" y="68212"/>
                </a:lnTo>
                <a:lnTo>
                  <a:pt x="252434" y="67230"/>
                </a:lnTo>
                <a:lnTo>
                  <a:pt x="252170" y="66265"/>
                </a:lnTo>
                <a:lnTo>
                  <a:pt x="251884" y="65317"/>
                </a:lnTo>
                <a:lnTo>
                  <a:pt x="251576" y="64385"/>
                </a:lnTo>
                <a:lnTo>
                  <a:pt x="251246" y="63470"/>
                </a:lnTo>
                <a:lnTo>
                  <a:pt x="250894" y="62571"/>
                </a:lnTo>
                <a:lnTo>
                  <a:pt x="250519" y="61688"/>
                </a:lnTo>
                <a:lnTo>
                  <a:pt x="250123" y="60822"/>
                </a:lnTo>
                <a:lnTo>
                  <a:pt x="249704" y="59973"/>
                </a:lnTo>
                <a:lnTo>
                  <a:pt x="249263" y="59140"/>
                </a:lnTo>
                <a:lnTo>
                  <a:pt x="248800" y="58324"/>
                </a:lnTo>
                <a:lnTo>
                  <a:pt x="248315" y="57524"/>
                </a:lnTo>
                <a:lnTo>
                  <a:pt x="247808" y="56740"/>
                </a:lnTo>
                <a:lnTo>
                  <a:pt x="247278" y="55974"/>
                </a:lnTo>
                <a:lnTo>
                  <a:pt x="246730" y="55223"/>
                </a:lnTo>
                <a:lnTo>
                  <a:pt x="246166" y="54488"/>
                </a:lnTo>
                <a:lnTo>
                  <a:pt x="245586" y="53768"/>
                </a:lnTo>
                <a:lnTo>
                  <a:pt x="244991" y="53065"/>
                </a:lnTo>
                <a:lnTo>
                  <a:pt x="244380" y="52377"/>
                </a:lnTo>
                <a:lnTo>
                  <a:pt x="243753" y="51704"/>
                </a:lnTo>
                <a:lnTo>
                  <a:pt x="243111" y="51048"/>
                </a:lnTo>
                <a:lnTo>
                  <a:pt x="242453" y="50407"/>
                </a:lnTo>
                <a:lnTo>
                  <a:pt x="241780" y="49782"/>
                </a:lnTo>
                <a:lnTo>
                  <a:pt x="241091" y="49172"/>
                </a:lnTo>
                <a:lnTo>
                  <a:pt x="240386" y="48579"/>
                </a:lnTo>
                <a:lnTo>
                  <a:pt x="239665" y="48001"/>
                </a:lnTo>
                <a:lnTo>
                  <a:pt x="238929" y="47438"/>
                </a:lnTo>
                <a:lnTo>
                  <a:pt x="238177" y="46892"/>
                </a:lnTo>
                <a:lnTo>
                  <a:pt x="237410" y="46361"/>
                </a:lnTo>
                <a:lnTo>
                  <a:pt x="236627" y="45846"/>
                </a:lnTo>
                <a:lnTo>
                  <a:pt x="235828" y="45346"/>
                </a:lnTo>
                <a:lnTo>
                  <a:pt x="235014" y="44863"/>
                </a:lnTo>
                <a:lnTo>
                  <a:pt x="234184" y="44395"/>
                </a:lnTo>
                <a:lnTo>
                  <a:pt x="233338" y="43942"/>
                </a:lnTo>
                <a:lnTo>
                  <a:pt x="232477" y="43506"/>
                </a:lnTo>
                <a:lnTo>
                  <a:pt x="231600" y="43085"/>
                </a:lnTo>
                <a:lnTo>
                  <a:pt x="230707" y="42680"/>
                </a:lnTo>
                <a:lnTo>
                  <a:pt x="229799" y="42290"/>
                </a:lnTo>
                <a:lnTo>
                  <a:pt x="228878" y="41916"/>
                </a:lnTo>
                <a:lnTo>
                  <a:pt x="227948" y="41558"/>
                </a:lnTo>
                <a:lnTo>
                  <a:pt x="227009" y="41216"/>
                </a:lnTo>
                <a:lnTo>
                  <a:pt x="226061" y="40890"/>
                </a:lnTo>
                <a:lnTo>
                  <a:pt x="225104" y="40580"/>
                </a:lnTo>
                <a:lnTo>
                  <a:pt x="224137" y="40285"/>
                </a:lnTo>
                <a:lnTo>
                  <a:pt x="223161" y="40007"/>
                </a:lnTo>
                <a:lnTo>
                  <a:pt x="222177" y="39744"/>
                </a:lnTo>
                <a:lnTo>
                  <a:pt x="221183" y="39498"/>
                </a:lnTo>
                <a:lnTo>
                  <a:pt x="220179" y="39267"/>
                </a:lnTo>
                <a:lnTo>
                  <a:pt x="219167" y="39052"/>
                </a:lnTo>
                <a:lnTo>
                  <a:pt x="218146" y="38853"/>
                </a:lnTo>
                <a:lnTo>
                  <a:pt x="217115" y="38670"/>
                </a:lnTo>
                <a:lnTo>
                  <a:pt x="216075" y="38503"/>
                </a:lnTo>
                <a:lnTo>
                  <a:pt x="215026" y="38352"/>
                </a:lnTo>
                <a:lnTo>
                  <a:pt x="213968" y="38217"/>
                </a:lnTo>
                <a:lnTo>
                  <a:pt x="212901" y="38097"/>
                </a:lnTo>
                <a:lnTo>
                  <a:pt x="211824" y="37994"/>
                </a:lnTo>
                <a:lnTo>
                  <a:pt x="210739" y="37906"/>
                </a:lnTo>
                <a:lnTo>
                  <a:pt x="209644" y="37835"/>
                </a:lnTo>
                <a:lnTo>
                  <a:pt x="208540" y="37779"/>
                </a:lnTo>
                <a:lnTo>
                  <a:pt x="207427" y="37739"/>
                </a:lnTo>
                <a:lnTo>
                  <a:pt x="206305" y="37715"/>
                </a:lnTo>
                <a:lnTo>
                  <a:pt x="205173" y="37707"/>
                </a:lnTo>
                <a:lnTo>
                  <a:pt x="203870" y="37718"/>
                </a:lnTo>
                <a:lnTo>
                  <a:pt x="202578" y="37750"/>
                </a:lnTo>
                <a:lnTo>
                  <a:pt x="201299" y="37802"/>
                </a:lnTo>
                <a:lnTo>
                  <a:pt x="200032" y="37876"/>
                </a:lnTo>
                <a:lnTo>
                  <a:pt x="198778" y="37972"/>
                </a:lnTo>
                <a:lnTo>
                  <a:pt x="197536" y="38088"/>
                </a:lnTo>
                <a:lnTo>
                  <a:pt x="196307" y="38225"/>
                </a:lnTo>
                <a:lnTo>
                  <a:pt x="195090" y="38384"/>
                </a:lnTo>
                <a:lnTo>
                  <a:pt x="193885" y="38563"/>
                </a:lnTo>
                <a:lnTo>
                  <a:pt x="192693" y="38764"/>
                </a:lnTo>
                <a:lnTo>
                  <a:pt x="191513" y="38986"/>
                </a:lnTo>
                <a:lnTo>
                  <a:pt x="190346" y="39229"/>
                </a:lnTo>
                <a:lnTo>
                  <a:pt x="189191" y="39493"/>
                </a:lnTo>
                <a:lnTo>
                  <a:pt x="188049" y="39779"/>
                </a:lnTo>
                <a:lnTo>
                  <a:pt x="186918" y="40085"/>
                </a:lnTo>
                <a:lnTo>
                  <a:pt x="185801" y="40413"/>
                </a:lnTo>
                <a:lnTo>
                  <a:pt x="184695" y="40762"/>
                </a:lnTo>
                <a:lnTo>
                  <a:pt x="183602" y="41132"/>
                </a:lnTo>
                <a:lnTo>
                  <a:pt x="182522" y="41523"/>
                </a:lnTo>
                <a:lnTo>
                  <a:pt x="181454" y="41935"/>
                </a:lnTo>
                <a:lnTo>
                  <a:pt x="180398" y="42368"/>
                </a:lnTo>
                <a:lnTo>
                  <a:pt x="179355" y="42823"/>
                </a:lnTo>
                <a:lnTo>
                  <a:pt x="178324" y="43298"/>
                </a:lnTo>
                <a:lnTo>
                  <a:pt x="177305" y="43795"/>
                </a:lnTo>
                <a:lnTo>
                  <a:pt x="176302" y="44313"/>
                </a:lnTo>
                <a:lnTo>
                  <a:pt x="175318" y="44854"/>
                </a:lnTo>
                <a:lnTo>
                  <a:pt x="174352" y="45417"/>
                </a:lnTo>
                <a:lnTo>
                  <a:pt x="173404" y="46002"/>
                </a:lnTo>
                <a:lnTo>
                  <a:pt x="172475" y="46610"/>
                </a:lnTo>
                <a:lnTo>
                  <a:pt x="171565" y="47240"/>
                </a:lnTo>
                <a:lnTo>
                  <a:pt x="170673" y="47892"/>
                </a:lnTo>
                <a:lnTo>
                  <a:pt x="169799" y="48567"/>
                </a:lnTo>
                <a:lnTo>
                  <a:pt x="168944" y="49264"/>
                </a:lnTo>
                <a:lnTo>
                  <a:pt x="168108" y="49983"/>
                </a:lnTo>
                <a:lnTo>
                  <a:pt x="167290" y="50724"/>
                </a:lnTo>
                <a:lnTo>
                  <a:pt x="166490" y="51488"/>
                </a:lnTo>
                <a:lnTo>
                  <a:pt x="165710" y="52274"/>
                </a:lnTo>
                <a:lnTo>
                  <a:pt x="164947" y="53082"/>
                </a:lnTo>
                <a:lnTo>
                  <a:pt x="164203" y="53913"/>
                </a:lnTo>
                <a:lnTo>
                  <a:pt x="163478" y="54765"/>
                </a:lnTo>
                <a:lnTo>
                  <a:pt x="162771" y="55641"/>
                </a:lnTo>
                <a:lnTo>
                  <a:pt x="162083" y="56538"/>
                </a:lnTo>
                <a:lnTo>
                  <a:pt x="161413" y="57458"/>
                </a:lnTo>
                <a:lnTo>
                  <a:pt x="160762" y="58400"/>
                </a:lnTo>
                <a:lnTo>
                  <a:pt x="160129" y="59364"/>
                </a:lnTo>
                <a:lnTo>
                  <a:pt x="159515" y="60351"/>
                </a:lnTo>
                <a:lnTo>
                  <a:pt x="158919" y="61360"/>
                </a:lnTo>
                <a:lnTo>
                  <a:pt x="158342" y="62391"/>
                </a:lnTo>
                <a:lnTo>
                  <a:pt x="157785" y="63445"/>
                </a:lnTo>
                <a:lnTo>
                  <a:pt x="157253" y="64524"/>
                </a:lnTo>
                <a:lnTo>
                  <a:pt x="156744" y="65626"/>
                </a:lnTo>
                <a:lnTo>
                  <a:pt x="156259" y="66753"/>
                </a:lnTo>
                <a:lnTo>
                  <a:pt x="155797" y="67903"/>
                </a:lnTo>
                <a:lnTo>
                  <a:pt x="155360" y="69078"/>
                </a:lnTo>
                <a:lnTo>
                  <a:pt x="154945" y="70276"/>
                </a:lnTo>
                <a:lnTo>
                  <a:pt x="154555" y="71499"/>
                </a:lnTo>
                <a:lnTo>
                  <a:pt x="154188" y="72746"/>
                </a:lnTo>
                <a:lnTo>
                  <a:pt x="153845" y="74016"/>
                </a:lnTo>
                <a:lnTo>
                  <a:pt x="153525" y="75311"/>
                </a:lnTo>
                <a:lnTo>
                  <a:pt x="153230" y="76630"/>
                </a:lnTo>
                <a:lnTo>
                  <a:pt x="152957" y="77973"/>
                </a:lnTo>
                <a:lnTo>
                  <a:pt x="152709" y="79340"/>
                </a:lnTo>
                <a:lnTo>
                  <a:pt x="152484" y="80731"/>
                </a:lnTo>
                <a:lnTo>
                  <a:pt x="152283" y="82145"/>
                </a:lnTo>
                <a:lnTo>
                  <a:pt x="152105" y="83584"/>
                </a:lnTo>
                <a:lnTo>
                  <a:pt x="151952" y="85047"/>
                </a:lnTo>
                <a:lnTo>
                  <a:pt x="151821" y="86534"/>
                </a:lnTo>
                <a:lnTo>
                  <a:pt x="151715" y="88046"/>
                </a:lnTo>
                <a:lnTo>
                  <a:pt x="151632" y="89581"/>
                </a:lnTo>
                <a:lnTo>
                  <a:pt x="151573" y="91140"/>
                </a:lnTo>
                <a:lnTo>
                  <a:pt x="151537" y="92723"/>
                </a:lnTo>
                <a:lnTo>
                  <a:pt x="151526" y="94330"/>
                </a:lnTo>
                <a:lnTo>
                  <a:pt x="151538" y="95937"/>
                </a:lnTo>
                <a:lnTo>
                  <a:pt x="151575" y="97520"/>
                </a:lnTo>
                <a:lnTo>
                  <a:pt x="151637" y="99077"/>
                </a:lnTo>
                <a:lnTo>
                  <a:pt x="151724" y="100610"/>
                </a:lnTo>
                <a:lnTo>
                  <a:pt x="151836" y="102118"/>
                </a:lnTo>
                <a:lnTo>
                  <a:pt x="151972" y="103601"/>
                </a:lnTo>
                <a:lnTo>
                  <a:pt x="152134" y="105059"/>
                </a:lnTo>
                <a:lnTo>
                  <a:pt x="152320" y="106492"/>
                </a:lnTo>
                <a:lnTo>
                  <a:pt x="152531" y="107901"/>
                </a:lnTo>
                <a:lnTo>
                  <a:pt x="152766" y="109284"/>
                </a:lnTo>
                <a:lnTo>
                  <a:pt x="153027" y="110643"/>
                </a:lnTo>
                <a:lnTo>
                  <a:pt x="153312" y="111977"/>
                </a:lnTo>
                <a:lnTo>
                  <a:pt x="153622" y="113286"/>
                </a:lnTo>
                <a:lnTo>
                  <a:pt x="153957" y="114571"/>
                </a:lnTo>
                <a:lnTo>
                  <a:pt x="154317" y="115830"/>
                </a:lnTo>
                <a:lnTo>
                  <a:pt x="154702" y="117065"/>
                </a:lnTo>
                <a:lnTo>
                  <a:pt x="155111" y="118275"/>
                </a:lnTo>
                <a:lnTo>
                  <a:pt x="155545" y="119460"/>
                </a:lnTo>
                <a:lnTo>
                  <a:pt x="156004" y="120620"/>
                </a:lnTo>
                <a:lnTo>
                  <a:pt x="156488" y="121756"/>
                </a:lnTo>
                <a:lnTo>
                  <a:pt x="156997" y="122867"/>
                </a:lnTo>
                <a:lnTo>
                  <a:pt x="157530" y="123952"/>
                </a:lnTo>
                <a:lnTo>
                  <a:pt x="158088" y="125013"/>
                </a:lnTo>
                <a:lnTo>
                  <a:pt x="158671" y="126050"/>
                </a:lnTo>
                <a:lnTo>
                  <a:pt x="159276" y="127062"/>
                </a:lnTo>
                <a:lnTo>
                  <a:pt x="159897" y="128052"/>
                </a:lnTo>
                <a:lnTo>
                  <a:pt x="160537" y="129020"/>
                </a:lnTo>
                <a:lnTo>
                  <a:pt x="161194" y="129965"/>
                </a:lnTo>
                <a:lnTo>
                  <a:pt x="161868" y="130887"/>
                </a:lnTo>
                <a:lnTo>
                  <a:pt x="162560" y="131787"/>
                </a:lnTo>
                <a:lnTo>
                  <a:pt x="163270" y="132665"/>
                </a:lnTo>
                <a:lnTo>
                  <a:pt x="163997" y="133520"/>
                </a:lnTo>
                <a:lnTo>
                  <a:pt x="164742" y="134353"/>
                </a:lnTo>
                <a:lnTo>
                  <a:pt x="165504" y="135163"/>
                </a:lnTo>
                <a:lnTo>
                  <a:pt x="166284" y="135951"/>
                </a:lnTo>
                <a:lnTo>
                  <a:pt x="167081" y="136716"/>
                </a:lnTo>
                <a:lnTo>
                  <a:pt x="167896" y="137458"/>
                </a:lnTo>
                <a:lnTo>
                  <a:pt x="168729" y="138179"/>
                </a:lnTo>
                <a:lnTo>
                  <a:pt x="169579" y="138876"/>
                </a:lnTo>
                <a:lnTo>
                  <a:pt x="170447" y="139552"/>
                </a:lnTo>
                <a:lnTo>
                  <a:pt x="171332" y="140204"/>
                </a:lnTo>
                <a:lnTo>
                  <a:pt x="172234" y="140835"/>
                </a:lnTo>
                <a:lnTo>
                  <a:pt x="173155" y="141442"/>
                </a:lnTo>
                <a:lnTo>
                  <a:pt x="174093" y="142028"/>
                </a:lnTo>
                <a:lnTo>
                  <a:pt x="175048" y="142591"/>
                </a:lnTo>
                <a:lnTo>
                  <a:pt x="176021" y="143131"/>
                </a:lnTo>
                <a:lnTo>
                  <a:pt x="177012" y="143649"/>
                </a:lnTo>
                <a:lnTo>
                  <a:pt x="178020" y="144144"/>
                </a:lnTo>
                <a:lnTo>
                  <a:pt x="179041" y="144618"/>
                </a:lnTo>
                <a:lnTo>
                  <a:pt x="180073" y="145071"/>
                </a:lnTo>
                <a:lnTo>
                  <a:pt x="181113" y="145505"/>
                </a:lnTo>
                <a:lnTo>
                  <a:pt x="182164" y="145918"/>
                </a:lnTo>
                <a:lnTo>
                  <a:pt x="183223" y="146311"/>
                </a:lnTo>
                <a:lnTo>
                  <a:pt x="184293" y="146684"/>
                </a:lnTo>
                <a:lnTo>
                  <a:pt x="185372" y="147037"/>
                </a:lnTo>
                <a:lnTo>
                  <a:pt x="186460" y="147370"/>
                </a:lnTo>
                <a:lnTo>
                  <a:pt x="187558" y="147682"/>
                </a:lnTo>
                <a:lnTo>
                  <a:pt x="188666" y="147974"/>
                </a:lnTo>
                <a:lnTo>
                  <a:pt x="189783" y="148246"/>
                </a:lnTo>
                <a:lnTo>
                  <a:pt x="190909" y="148498"/>
                </a:lnTo>
                <a:lnTo>
                  <a:pt x="192046" y="148730"/>
                </a:lnTo>
                <a:lnTo>
                  <a:pt x="193191" y="148942"/>
                </a:lnTo>
                <a:lnTo>
                  <a:pt x="194347" y="149133"/>
                </a:lnTo>
                <a:lnTo>
                  <a:pt x="195511" y="149305"/>
                </a:lnTo>
                <a:lnTo>
                  <a:pt x="196686" y="149456"/>
                </a:lnTo>
                <a:lnTo>
                  <a:pt x="197870" y="149587"/>
                </a:lnTo>
                <a:lnTo>
                  <a:pt x="199063" y="149698"/>
                </a:lnTo>
                <a:lnTo>
                  <a:pt x="200266" y="149789"/>
                </a:lnTo>
                <a:lnTo>
                  <a:pt x="201479" y="149859"/>
                </a:lnTo>
                <a:lnTo>
                  <a:pt x="202701" y="149910"/>
                </a:lnTo>
                <a:lnTo>
                  <a:pt x="203932" y="149940"/>
                </a:lnTo>
                <a:lnTo>
                  <a:pt x="205173" y="149950"/>
                </a:lnTo>
                <a:lnTo>
                  <a:pt x="206359" y="149941"/>
                </a:lnTo>
                <a:lnTo>
                  <a:pt x="207533" y="149915"/>
                </a:lnTo>
                <a:lnTo>
                  <a:pt x="208696" y="149871"/>
                </a:lnTo>
                <a:lnTo>
                  <a:pt x="209849" y="149810"/>
                </a:lnTo>
                <a:close/>
                <a:moveTo>
                  <a:pt x="335404" y="149768"/>
                </a:moveTo>
                <a:lnTo>
                  <a:pt x="336712" y="149665"/>
                </a:lnTo>
                <a:lnTo>
                  <a:pt x="338006" y="149540"/>
                </a:lnTo>
                <a:lnTo>
                  <a:pt x="339284" y="149392"/>
                </a:lnTo>
                <a:lnTo>
                  <a:pt x="340548" y="149221"/>
                </a:lnTo>
                <a:lnTo>
                  <a:pt x="341798" y="149027"/>
                </a:lnTo>
                <a:lnTo>
                  <a:pt x="343032" y="148811"/>
                </a:lnTo>
                <a:lnTo>
                  <a:pt x="344252" y="148571"/>
                </a:lnTo>
                <a:lnTo>
                  <a:pt x="345457" y="148309"/>
                </a:lnTo>
                <a:lnTo>
                  <a:pt x="346648" y="148025"/>
                </a:lnTo>
                <a:lnTo>
                  <a:pt x="347823" y="147717"/>
                </a:lnTo>
                <a:lnTo>
                  <a:pt x="348985" y="147387"/>
                </a:lnTo>
                <a:lnTo>
                  <a:pt x="350131" y="147034"/>
                </a:lnTo>
                <a:lnTo>
                  <a:pt x="351263" y="146658"/>
                </a:lnTo>
                <a:lnTo>
                  <a:pt x="352380" y="146259"/>
                </a:lnTo>
                <a:lnTo>
                  <a:pt x="353482" y="145837"/>
                </a:lnTo>
                <a:lnTo>
                  <a:pt x="354569" y="145393"/>
                </a:lnTo>
                <a:lnTo>
                  <a:pt x="355642" y="144926"/>
                </a:lnTo>
                <a:lnTo>
                  <a:pt x="356701" y="144436"/>
                </a:lnTo>
                <a:lnTo>
                  <a:pt x="357744" y="143924"/>
                </a:lnTo>
                <a:lnTo>
                  <a:pt x="358773" y="143388"/>
                </a:lnTo>
                <a:lnTo>
                  <a:pt x="359785" y="142831"/>
                </a:lnTo>
                <a:lnTo>
                  <a:pt x="360778" y="142253"/>
                </a:lnTo>
                <a:lnTo>
                  <a:pt x="361752" y="141655"/>
                </a:lnTo>
                <a:lnTo>
                  <a:pt x="362708" y="141036"/>
                </a:lnTo>
                <a:lnTo>
                  <a:pt x="363644" y="140397"/>
                </a:lnTo>
                <a:lnTo>
                  <a:pt x="364562" y="139737"/>
                </a:lnTo>
                <a:lnTo>
                  <a:pt x="365460" y="139057"/>
                </a:lnTo>
                <a:lnTo>
                  <a:pt x="366340" y="138357"/>
                </a:lnTo>
                <a:lnTo>
                  <a:pt x="367201" y="137636"/>
                </a:lnTo>
                <a:lnTo>
                  <a:pt x="368043" y="136894"/>
                </a:lnTo>
                <a:lnTo>
                  <a:pt x="368866" y="136133"/>
                </a:lnTo>
                <a:lnTo>
                  <a:pt x="369670" y="135350"/>
                </a:lnTo>
                <a:lnTo>
                  <a:pt x="370455" y="134547"/>
                </a:lnTo>
                <a:lnTo>
                  <a:pt x="371222" y="133724"/>
                </a:lnTo>
                <a:lnTo>
                  <a:pt x="371969" y="132880"/>
                </a:lnTo>
                <a:lnTo>
                  <a:pt x="372698" y="132016"/>
                </a:lnTo>
                <a:lnTo>
                  <a:pt x="373408" y="131132"/>
                </a:lnTo>
                <a:lnTo>
                  <a:pt x="374098" y="130226"/>
                </a:lnTo>
                <a:lnTo>
                  <a:pt x="374770" y="129301"/>
                </a:lnTo>
                <a:lnTo>
                  <a:pt x="375423" y="128355"/>
                </a:lnTo>
                <a:lnTo>
                  <a:pt x="376057" y="127388"/>
                </a:lnTo>
                <a:lnTo>
                  <a:pt x="376673" y="126401"/>
                </a:lnTo>
                <a:lnTo>
                  <a:pt x="377269" y="125394"/>
                </a:lnTo>
                <a:lnTo>
                  <a:pt x="377846" y="124366"/>
                </a:lnTo>
                <a:lnTo>
                  <a:pt x="378403" y="123319"/>
                </a:lnTo>
                <a:lnTo>
                  <a:pt x="378935" y="122253"/>
                </a:lnTo>
                <a:lnTo>
                  <a:pt x="379444" y="121169"/>
                </a:lnTo>
                <a:lnTo>
                  <a:pt x="379929" y="120068"/>
                </a:lnTo>
                <a:lnTo>
                  <a:pt x="380391" y="118947"/>
                </a:lnTo>
                <a:lnTo>
                  <a:pt x="380828" y="117809"/>
                </a:lnTo>
                <a:lnTo>
                  <a:pt x="381243" y="116653"/>
                </a:lnTo>
                <a:lnTo>
                  <a:pt x="381633" y="115478"/>
                </a:lnTo>
                <a:lnTo>
                  <a:pt x="382000" y="114286"/>
                </a:lnTo>
                <a:lnTo>
                  <a:pt x="382343" y="113075"/>
                </a:lnTo>
                <a:lnTo>
                  <a:pt x="382663" y="111846"/>
                </a:lnTo>
                <a:lnTo>
                  <a:pt x="382958" y="110599"/>
                </a:lnTo>
                <a:lnTo>
                  <a:pt x="383231" y="109333"/>
                </a:lnTo>
                <a:lnTo>
                  <a:pt x="383479" y="108050"/>
                </a:lnTo>
                <a:lnTo>
                  <a:pt x="383704" y="106748"/>
                </a:lnTo>
                <a:lnTo>
                  <a:pt x="383905" y="105429"/>
                </a:lnTo>
                <a:lnTo>
                  <a:pt x="384083" y="104091"/>
                </a:lnTo>
                <a:lnTo>
                  <a:pt x="384236" y="102735"/>
                </a:lnTo>
                <a:lnTo>
                  <a:pt x="384367" y="101360"/>
                </a:lnTo>
                <a:lnTo>
                  <a:pt x="384473" y="99968"/>
                </a:lnTo>
                <a:lnTo>
                  <a:pt x="384556" y="98557"/>
                </a:lnTo>
                <a:lnTo>
                  <a:pt x="384615" y="97129"/>
                </a:lnTo>
                <a:lnTo>
                  <a:pt x="384651" y="95682"/>
                </a:lnTo>
                <a:lnTo>
                  <a:pt x="384662" y="94217"/>
                </a:lnTo>
                <a:lnTo>
                  <a:pt x="384651" y="92725"/>
                </a:lnTo>
                <a:lnTo>
                  <a:pt x="384615" y="91251"/>
                </a:lnTo>
                <a:lnTo>
                  <a:pt x="384556" y="89796"/>
                </a:lnTo>
                <a:lnTo>
                  <a:pt x="384473" y="88360"/>
                </a:lnTo>
                <a:lnTo>
                  <a:pt x="384367" y="86943"/>
                </a:lnTo>
                <a:lnTo>
                  <a:pt x="384236" y="85545"/>
                </a:lnTo>
                <a:lnTo>
                  <a:pt x="384083" y="84165"/>
                </a:lnTo>
                <a:lnTo>
                  <a:pt x="383905" y="82804"/>
                </a:lnTo>
                <a:lnTo>
                  <a:pt x="383704" y="81461"/>
                </a:lnTo>
                <a:lnTo>
                  <a:pt x="383479" y="80138"/>
                </a:lnTo>
                <a:lnTo>
                  <a:pt x="383231" y="78833"/>
                </a:lnTo>
                <a:lnTo>
                  <a:pt x="382958" y="77546"/>
                </a:lnTo>
                <a:lnTo>
                  <a:pt x="382663" y="76279"/>
                </a:lnTo>
                <a:lnTo>
                  <a:pt x="382343" y="75030"/>
                </a:lnTo>
                <a:lnTo>
                  <a:pt x="382000" y="73800"/>
                </a:lnTo>
                <a:lnTo>
                  <a:pt x="381633" y="72589"/>
                </a:lnTo>
                <a:lnTo>
                  <a:pt x="381243" y="71396"/>
                </a:lnTo>
                <a:lnTo>
                  <a:pt x="380828" y="70222"/>
                </a:lnTo>
                <a:lnTo>
                  <a:pt x="380391" y="69067"/>
                </a:lnTo>
                <a:lnTo>
                  <a:pt x="379929" y="67931"/>
                </a:lnTo>
                <a:lnTo>
                  <a:pt x="379444" y="66813"/>
                </a:lnTo>
                <a:lnTo>
                  <a:pt x="378935" y="65714"/>
                </a:lnTo>
                <a:lnTo>
                  <a:pt x="378403" y="64634"/>
                </a:lnTo>
                <a:lnTo>
                  <a:pt x="377846" y="63573"/>
                </a:lnTo>
                <a:lnTo>
                  <a:pt x="377269" y="62531"/>
                </a:lnTo>
                <a:lnTo>
                  <a:pt x="376673" y="61510"/>
                </a:lnTo>
                <a:lnTo>
                  <a:pt x="376057" y="60510"/>
                </a:lnTo>
                <a:lnTo>
                  <a:pt x="375423" y="59530"/>
                </a:lnTo>
                <a:lnTo>
                  <a:pt x="374770" y="58572"/>
                </a:lnTo>
                <a:lnTo>
                  <a:pt x="374098" y="57634"/>
                </a:lnTo>
                <a:lnTo>
                  <a:pt x="373408" y="56717"/>
                </a:lnTo>
                <a:lnTo>
                  <a:pt x="372698" y="55822"/>
                </a:lnTo>
                <a:lnTo>
                  <a:pt x="371969" y="54947"/>
                </a:lnTo>
                <a:lnTo>
                  <a:pt x="371222" y="54093"/>
                </a:lnTo>
                <a:lnTo>
                  <a:pt x="370455" y="53259"/>
                </a:lnTo>
                <a:lnTo>
                  <a:pt x="369670" y="52447"/>
                </a:lnTo>
                <a:lnTo>
                  <a:pt x="368866" y="51656"/>
                </a:lnTo>
                <a:lnTo>
                  <a:pt x="368043" y="50885"/>
                </a:lnTo>
                <a:lnTo>
                  <a:pt x="367201" y="50135"/>
                </a:lnTo>
                <a:lnTo>
                  <a:pt x="366340" y="49407"/>
                </a:lnTo>
                <a:lnTo>
                  <a:pt x="365460" y="48699"/>
                </a:lnTo>
                <a:lnTo>
                  <a:pt x="364562" y="48012"/>
                </a:lnTo>
                <a:lnTo>
                  <a:pt x="363644" y="47345"/>
                </a:lnTo>
                <a:lnTo>
                  <a:pt x="362708" y="46700"/>
                </a:lnTo>
                <a:lnTo>
                  <a:pt x="361752" y="46076"/>
                </a:lnTo>
                <a:lnTo>
                  <a:pt x="360778" y="45472"/>
                </a:lnTo>
                <a:lnTo>
                  <a:pt x="359785" y="44889"/>
                </a:lnTo>
                <a:lnTo>
                  <a:pt x="358773" y="44327"/>
                </a:lnTo>
                <a:lnTo>
                  <a:pt x="357744" y="43787"/>
                </a:lnTo>
                <a:lnTo>
                  <a:pt x="356701" y="43270"/>
                </a:lnTo>
                <a:lnTo>
                  <a:pt x="355642" y="42776"/>
                </a:lnTo>
                <a:lnTo>
                  <a:pt x="354569" y="42305"/>
                </a:lnTo>
                <a:lnTo>
                  <a:pt x="353482" y="41856"/>
                </a:lnTo>
                <a:lnTo>
                  <a:pt x="352380" y="41431"/>
                </a:lnTo>
                <a:lnTo>
                  <a:pt x="351263" y="41029"/>
                </a:lnTo>
                <a:lnTo>
                  <a:pt x="350131" y="40650"/>
                </a:lnTo>
                <a:lnTo>
                  <a:pt x="348985" y="40293"/>
                </a:lnTo>
                <a:lnTo>
                  <a:pt x="347823" y="39960"/>
                </a:lnTo>
                <a:lnTo>
                  <a:pt x="346648" y="39650"/>
                </a:lnTo>
                <a:lnTo>
                  <a:pt x="345457" y="39362"/>
                </a:lnTo>
                <a:lnTo>
                  <a:pt x="344252" y="39098"/>
                </a:lnTo>
                <a:lnTo>
                  <a:pt x="343032" y="38857"/>
                </a:lnTo>
                <a:lnTo>
                  <a:pt x="341798" y="38638"/>
                </a:lnTo>
                <a:lnTo>
                  <a:pt x="340548" y="38443"/>
                </a:lnTo>
                <a:lnTo>
                  <a:pt x="339284" y="38271"/>
                </a:lnTo>
                <a:lnTo>
                  <a:pt x="338006" y="38121"/>
                </a:lnTo>
                <a:lnTo>
                  <a:pt x="336712" y="37995"/>
                </a:lnTo>
                <a:lnTo>
                  <a:pt x="335404" y="37891"/>
                </a:lnTo>
                <a:lnTo>
                  <a:pt x="334082" y="37811"/>
                </a:lnTo>
                <a:lnTo>
                  <a:pt x="332744" y="37753"/>
                </a:lnTo>
                <a:lnTo>
                  <a:pt x="331392" y="37719"/>
                </a:lnTo>
                <a:lnTo>
                  <a:pt x="330025" y="37707"/>
                </a:lnTo>
                <a:lnTo>
                  <a:pt x="328676" y="37719"/>
                </a:lnTo>
                <a:lnTo>
                  <a:pt x="327341" y="37753"/>
                </a:lnTo>
                <a:lnTo>
                  <a:pt x="326020" y="37811"/>
                </a:lnTo>
                <a:lnTo>
                  <a:pt x="324713" y="37891"/>
                </a:lnTo>
                <a:lnTo>
                  <a:pt x="323420" y="37995"/>
                </a:lnTo>
                <a:lnTo>
                  <a:pt x="322141" y="38121"/>
                </a:lnTo>
                <a:lnTo>
                  <a:pt x="320876" y="38271"/>
                </a:lnTo>
                <a:lnTo>
                  <a:pt x="319624" y="38443"/>
                </a:lnTo>
                <a:lnTo>
                  <a:pt x="318387" y="38638"/>
                </a:lnTo>
                <a:lnTo>
                  <a:pt x="317163" y="38857"/>
                </a:lnTo>
                <a:lnTo>
                  <a:pt x="315954" y="39098"/>
                </a:lnTo>
                <a:lnTo>
                  <a:pt x="314758" y="39362"/>
                </a:lnTo>
                <a:lnTo>
                  <a:pt x="313576" y="39650"/>
                </a:lnTo>
                <a:lnTo>
                  <a:pt x="312409" y="39960"/>
                </a:lnTo>
                <a:lnTo>
                  <a:pt x="311255" y="40293"/>
                </a:lnTo>
                <a:lnTo>
                  <a:pt x="310115" y="40650"/>
                </a:lnTo>
                <a:lnTo>
                  <a:pt x="308989" y="41029"/>
                </a:lnTo>
                <a:lnTo>
                  <a:pt x="307877" y="41431"/>
                </a:lnTo>
                <a:lnTo>
                  <a:pt x="306779" y="41856"/>
                </a:lnTo>
                <a:lnTo>
                  <a:pt x="305695" y="42305"/>
                </a:lnTo>
                <a:lnTo>
                  <a:pt x="304624" y="42776"/>
                </a:lnTo>
                <a:lnTo>
                  <a:pt x="303568" y="43270"/>
                </a:lnTo>
                <a:lnTo>
                  <a:pt x="302526" y="43787"/>
                </a:lnTo>
                <a:lnTo>
                  <a:pt x="301497" y="44327"/>
                </a:lnTo>
                <a:lnTo>
                  <a:pt x="300486" y="44889"/>
                </a:lnTo>
                <a:lnTo>
                  <a:pt x="299493" y="45472"/>
                </a:lnTo>
                <a:lnTo>
                  <a:pt x="298520" y="46076"/>
                </a:lnTo>
                <a:lnTo>
                  <a:pt x="297566" y="46700"/>
                </a:lnTo>
                <a:lnTo>
                  <a:pt x="296631" y="47345"/>
                </a:lnTo>
                <a:lnTo>
                  <a:pt x="295715" y="48012"/>
                </a:lnTo>
                <a:lnTo>
                  <a:pt x="294819" y="48699"/>
                </a:lnTo>
                <a:lnTo>
                  <a:pt x="293942" y="49407"/>
                </a:lnTo>
                <a:lnTo>
                  <a:pt x="293085" y="50135"/>
                </a:lnTo>
                <a:lnTo>
                  <a:pt x="292246" y="50885"/>
                </a:lnTo>
                <a:lnTo>
                  <a:pt x="291427" y="51656"/>
                </a:lnTo>
                <a:lnTo>
                  <a:pt x="290628" y="52447"/>
                </a:lnTo>
                <a:lnTo>
                  <a:pt x="289847" y="53259"/>
                </a:lnTo>
                <a:lnTo>
                  <a:pt x="289086" y="54093"/>
                </a:lnTo>
                <a:lnTo>
                  <a:pt x="288344" y="54947"/>
                </a:lnTo>
                <a:lnTo>
                  <a:pt x="287621" y="55822"/>
                </a:lnTo>
                <a:lnTo>
                  <a:pt x="286918" y="56717"/>
                </a:lnTo>
                <a:lnTo>
                  <a:pt x="286234" y="57634"/>
                </a:lnTo>
                <a:lnTo>
                  <a:pt x="285569" y="58572"/>
                </a:lnTo>
                <a:lnTo>
                  <a:pt x="284923" y="59530"/>
                </a:lnTo>
                <a:lnTo>
                  <a:pt x="284297" y="60510"/>
                </a:lnTo>
                <a:lnTo>
                  <a:pt x="283690" y="61510"/>
                </a:lnTo>
                <a:lnTo>
                  <a:pt x="283102" y="62531"/>
                </a:lnTo>
                <a:lnTo>
                  <a:pt x="282534" y="63573"/>
                </a:lnTo>
                <a:lnTo>
                  <a:pt x="281987" y="64634"/>
                </a:lnTo>
                <a:lnTo>
                  <a:pt x="281463" y="65714"/>
                </a:lnTo>
                <a:lnTo>
                  <a:pt x="280962" y="66813"/>
                </a:lnTo>
                <a:lnTo>
                  <a:pt x="280485" y="67931"/>
                </a:lnTo>
                <a:lnTo>
                  <a:pt x="280031" y="69067"/>
                </a:lnTo>
                <a:lnTo>
                  <a:pt x="279600" y="70222"/>
                </a:lnTo>
                <a:lnTo>
                  <a:pt x="279192" y="71396"/>
                </a:lnTo>
                <a:lnTo>
                  <a:pt x="278808" y="72589"/>
                </a:lnTo>
                <a:lnTo>
                  <a:pt x="278447" y="73800"/>
                </a:lnTo>
                <a:lnTo>
                  <a:pt x="278110" y="75030"/>
                </a:lnTo>
                <a:lnTo>
                  <a:pt x="277795" y="76279"/>
                </a:lnTo>
                <a:lnTo>
                  <a:pt x="277504" y="77546"/>
                </a:lnTo>
                <a:lnTo>
                  <a:pt x="277236" y="78833"/>
                </a:lnTo>
                <a:lnTo>
                  <a:pt x="276992" y="80138"/>
                </a:lnTo>
                <a:lnTo>
                  <a:pt x="276771" y="81461"/>
                </a:lnTo>
                <a:lnTo>
                  <a:pt x="276573" y="82804"/>
                </a:lnTo>
                <a:lnTo>
                  <a:pt x="276398" y="84165"/>
                </a:lnTo>
                <a:lnTo>
                  <a:pt x="276247" y="85545"/>
                </a:lnTo>
                <a:lnTo>
                  <a:pt x="276119" y="86943"/>
                </a:lnTo>
                <a:lnTo>
                  <a:pt x="276014" y="88360"/>
                </a:lnTo>
                <a:lnTo>
                  <a:pt x="275933" y="89796"/>
                </a:lnTo>
                <a:lnTo>
                  <a:pt x="275874" y="91251"/>
                </a:lnTo>
                <a:lnTo>
                  <a:pt x="275839" y="92725"/>
                </a:lnTo>
                <a:lnTo>
                  <a:pt x="275828" y="94217"/>
                </a:lnTo>
                <a:lnTo>
                  <a:pt x="275839" y="95682"/>
                </a:lnTo>
                <a:lnTo>
                  <a:pt x="275874" y="97129"/>
                </a:lnTo>
                <a:lnTo>
                  <a:pt x="275933" y="98557"/>
                </a:lnTo>
                <a:lnTo>
                  <a:pt x="276014" y="99968"/>
                </a:lnTo>
                <a:lnTo>
                  <a:pt x="276119" y="101360"/>
                </a:lnTo>
                <a:lnTo>
                  <a:pt x="276247" y="102735"/>
                </a:lnTo>
                <a:lnTo>
                  <a:pt x="276398" y="104091"/>
                </a:lnTo>
                <a:lnTo>
                  <a:pt x="276573" y="105429"/>
                </a:lnTo>
                <a:lnTo>
                  <a:pt x="276771" y="106748"/>
                </a:lnTo>
                <a:lnTo>
                  <a:pt x="276992" y="108050"/>
                </a:lnTo>
                <a:lnTo>
                  <a:pt x="277236" y="109333"/>
                </a:lnTo>
                <a:lnTo>
                  <a:pt x="277504" y="110599"/>
                </a:lnTo>
                <a:lnTo>
                  <a:pt x="277795" y="111846"/>
                </a:lnTo>
                <a:lnTo>
                  <a:pt x="278110" y="113075"/>
                </a:lnTo>
                <a:lnTo>
                  <a:pt x="278447" y="114286"/>
                </a:lnTo>
                <a:lnTo>
                  <a:pt x="278808" y="115478"/>
                </a:lnTo>
                <a:lnTo>
                  <a:pt x="279192" y="116653"/>
                </a:lnTo>
                <a:lnTo>
                  <a:pt x="279600" y="117809"/>
                </a:lnTo>
                <a:lnTo>
                  <a:pt x="280031" y="118947"/>
                </a:lnTo>
                <a:lnTo>
                  <a:pt x="280485" y="120068"/>
                </a:lnTo>
                <a:lnTo>
                  <a:pt x="280962" y="121169"/>
                </a:lnTo>
                <a:lnTo>
                  <a:pt x="281463" y="122253"/>
                </a:lnTo>
                <a:lnTo>
                  <a:pt x="281987" y="123319"/>
                </a:lnTo>
                <a:lnTo>
                  <a:pt x="282534" y="124366"/>
                </a:lnTo>
                <a:lnTo>
                  <a:pt x="283102" y="125394"/>
                </a:lnTo>
                <a:lnTo>
                  <a:pt x="283690" y="126401"/>
                </a:lnTo>
                <a:lnTo>
                  <a:pt x="284297" y="127388"/>
                </a:lnTo>
                <a:lnTo>
                  <a:pt x="284923" y="128355"/>
                </a:lnTo>
                <a:lnTo>
                  <a:pt x="285569" y="129301"/>
                </a:lnTo>
                <a:lnTo>
                  <a:pt x="286234" y="130226"/>
                </a:lnTo>
                <a:lnTo>
                  <a:pt x="286918" y="131132"/>
                </a:lnTo>
                <a:lnTo>
                  <a:pt x="287621" y="132016"/>
                </a:lnTo>
                <a:lnTo>
                  <a:pt x="288344" y="132880"/>
                </a:lnTo>
                <a:lnTo>
                  <a:pt x="289086" y="133724"/>
                </a:lnTo>
                <a:lnTo>
                  <a:pt x="289847" y="134547"/>
                </a:lnTo>
                <a:lnTo>
                  <a:pt x="290628" y="135350"/>
                </a:lnTo>
                <a:lnTo>
                  <a:pt x="291427" y="136133"/>
                </a:lnTo>
                <a:lnTo>
                  <a:pt x="292246" y="136894"/>
                </a:lnTo>
                <a:lnTo>
                  <a:pt x="293085" y="137636"/>
                </a:lnTo>
                <a:lnTo>
                  <a:pt x="293942" y="138357"/>
                </a:lnTo>
                <a:lnTo>
                  <a:pt x="294819" y="139057"/>
                </a:lnTo>
                <a:lnTo>
                  <a:pt x="295715" y="139737"/>
                </a:lnTo>
                <a:lnTo>
                  <a:pt x="296631" y="140397"/>
                </a:lnTo>
                <a:lnTo>
                  <a:pt x="297566" y="141036"/>
                </a:lnTo>
                <a:lnTo>
                  <a:pt x="298520" y="141655"/>
                </a:lnTo>
                <a:lnTo>
                  <a:pt x="299493" y="142253"/>
                </a:lnTo>
                <a:lnTo>
                  <a:pt x="300486" y="142831"/>
                </a:lnTo>
                <a:lnTo>
                  <a:pt x="301497" y="143388"/>
                </a:lnTo>
                <a:lnTo>
                  <a:pt x="302526" y="143924"/>
                </a:lnTo>
                <a:lnTo>
                  <a:pt x="303568" y="144436"/>
                </a:lnTo>
                <a:lnTo>
                  <a:pt x="304624" y="144926"/>
                </a:lnTo>
                <a:lnTo>
                  <a:pt x="305695" y="145393"/>
                </a:lnTo>
                <a:lnTo>
                  <a:pt x="306779" y="145837"/>
                </a:lnTo>
                <a:lnTo>
                  <a:pt x="307877" y="146259"/>
                </a:lnTo>
                <a:lnTo>
                  <a:pt x="308989" y="146658"/>
                </a:lnTo>
                <a:lnTo>
                  <a:pt x="310115" y="147034"/>
                </a:lnTo>
                <a:lnTo>
                  <a:pt x="311255" y="147387"/>
                </a:lnTo>
                <a:lnTo>
                  <a:pt x="312409" y="147717"/>
                </a:lnTo>
                <a:lnTo>
                  <a:pt x="313576" y="148025"/>
                </a:lnTo>
                <a:lnTo>
                  <a:pt x="314758" y="148309"/>
                </a:lnTo>
                <a:lnTo>
                  <a:pt x="315954" y="148571"/>
                </a:lnTo>
                <a:lnTo>
                  <a:pt x="317163" y="148811"/>
                </a:lnTo>
                <a:lnTo>
                  <a:pt x="318387" y="149027"/>
                </a:lnTo>
                <a:lnTo>
                  <a:pt x="319624" y="149221"/>
                </a:lnTo>
                <a:lnTo>
                  <a:pt x="320876" y="149392"/>
                </a:lnTo>
                <a:lnTo>
                  <a:pt x="322141" y="149540"/>
                </a:lnTo>
                <a:lnTo>
                  <a:pt x="323420" y="149665"/>
                </a:lnTo>
                <a:lnTo>
                  <a:pt x="324713" y="149768"/>
                </a:lnTo>
                <a:lnTo>
                  <a:pt x="326020" y="149847"/>
                </a:lnTo>
                <a:lnTo>
                  <a:pt x="327341" y="149904"/>
                </a:lnTo>
                <a:lnTo>
                  <a:pt x="328676" y="149939"/>
                </a:lnTo>
                <a:lnTo>
                  <a:pt x="330025" y="149950"/>
                </a:lnTo>
                <a:lnTo>
                  <a:pt x="331392" y="149939"/>
                </a:lnTo>
                <a:lnTo>
                  <a:pt x="332744" y="149904"/>
                </a:lnTo>
                <a:lnTo>
                  <a:pt x="334082" y="149847"/>
                </a:lnTo>
                <a:lnTo>
                  <a:pt x="335404" y="149768"/>
                </a:lnTo>
                <a:close/>
                <a:moveTo>
                  <a:pt x="327022" y="127617"/>
                </a:moveTo>
                <a:lnTo>
                  <a:pt x="326306" y="127546"/>
                </a:lnTo>
                <a:lnTo>
                  <a:pt x="325604" y="127459"/>
                </a:lnTo>
                <a:lnTo>
                  <a:pt x="324916" y="127357"/>
                </a:lnTo>
                <a:lnTo>
                  <a:pt x="324241" y="127239"/>
                </a:lnTo>
                <a:lnTo>
                  <a:pt x="323581" y="127105"/>
                </a:lnTo>
                <a:lnTo>
                  <a:pt x="322935" y="126955"/>
                </a:lnTo>
                <a:lnTo>
                  <a:pt x="322302" y="126789"/>
                </a:lnTo>
                <a:lnTo>
                  <a:pt x="321684" y="126608"/>
                </a:lnTo>
                <a:lnTo>
                  <a:pt x="321079" y="126411"/>
                </a:lnTo>
                <a:lnTo>
                  <a:pt x="320489" y="126198"/>
                </a:lnTo>
                <a:lnTo>
                  <a:pt x="319912" y="125969"/>
                </a:lnTo>
                <a:lnTo>
                  <a:pt x="319349" y="125725"/>
                </a:lnTo>
                <a:lnTo>
                  <a:pt x="318801" y="125465"/>
                </a:lnTo>
                <a:lnTo>
                  <a:pt x="318266" y="125189"/>
                </a:lnTo>
                <a:lnTo>
                  <a:pt x="317745" y="124897"/>
                </a:lnTo>
                <a:lnTo>
                  <a:pt x="317238" y="124589"/>
                </a:lnTo>
                <a:lnTo>
                  <a:pt x="316745" y="124266"/>
                </a:lnTo>
                <a:lnTo>
                  <a:pt x="316266" y="123927"/>
                </a:lnTo>
                <a:lnTo>
                  <a:pt x="315800" y="123572"/>
                </a:lnTo>
                <a:lnTo>
                  <a:pt x="315349" y="123202"/>
                </a:lnTo>
                <a:lnTo>
                  <a:pt x="314910" y="122818"/>
                </a:lnTo>
                <a:lnTo>
                  <a:pt x="314482" y="122423"/>
                </a:lnTo>
                <a:lnTo>
                  <a:pt x="314065" y="122018"/>
                </a:lnTo>
                <a:lnTo>
                  <a:pt x="313659" y="121602"/>
                </a:lnTo>
                <a:lnTo>
                  <a:pt x="313263" y="121175"/>
                </a:lnTo>
                <a:lnTo>
                  <a:pt x="312879" y="120738"/>
                </a:lnTo>
                <a:lnTo>
                  <a:pt x="312505" y="120290"/>
                </a:lnTo>
                <a:lnTo>
                  <a:pt x="312143" y="119831"/>
                </a:lnTo>
                <a:lnTo>
                  <a:pt x="311791" y="119362"/>
                </a:lnTo>
                <a:lnTo>
                  <a:pt x="311450" y="118882"/>
                </a:lnTo>
                <a:lnTo>
                  <a:pt x="311120" y="118391"/>
                </a:lnTo>
                <a:lnTo>
                  <a:pt x="310800" y="117890"/>
                </a:lnTo>
                <a:lnTo>
                  <a:pt x="310492" y="117377"/>
                </a:lnTo>
                <a:lnTo>
                  <a:pt x="310195" y="116854"/>
                </a:lnTo>
                <a:lnTo>
                  <a:pt x="309908" y="116321"/>
                </a:lnTo>
                <a:lnTo>
                  <a:pt x="309632" y="115776"/>
                </a:lnTo>
                <a:lnTo>
                  <a:pt x="309368" y="115221"/>
                </a:lnTo>
                <a:lnTo>
                  <a:pt x="309114" y="114656"/>
                </a:lnTo>
                <a:lnTo>
                  <a:pt x="308871" y="114079"/>
                </a:lnTo>
                <a:lnTo>
                  <a:pt x="308638" y="113492"/>
                </a:lnTo>
                <a:lnTo>
                  <a:pt x="308417" y="112894"/>
                </a:lnTo>
                <a:lnTo>
                  <a:pt x="308207" y="112286"/>
                </a:lnTo>
                <a:lnTo>
                  <a:pt x="308007" y="111667"/>
                </a:lnTo>
                <a:lnTo>
                  <a:pt x="307819" y="111037"/>
                </a:lnTo>
                <a:lnTo>
                  <a:pt x="307639" y="110399"/>
                </a:lnTo>
                <a:lnTo>
                  <a:pt x="307467" y="109755"/>
                </a:lnTo>
                <a:lnTo>
                  <a:pt x="307303" y="109106"/>
                </a:lnTo>
                <a:lnTo>
                  <a:pt x="307147" y="108452"/>
                </a:lnTo>
                <a:lnTo>
                  <a:pt x="306998" y="107792"/>
                </a:lnTo>
                <a:lnTo>
                  <a:pt x="306857" y="107127"/>
                </a:lnTo>
                <a:lnTo>
                  <a:pt x="306723" y="106456"/>
                </a:lnTo>
                <a:lnTo>
                  <a:pt x="306597" y="105780"/>
                </a:lnTo>
                <a:lnTo>
                  <a:pt x="306479" y="105099"/>
                </a:lnTo>
                <a:lnTo>
                  <a:pt x="306368" y="104411"/>
                </a:lnTo>
                <a:lnTo>
                  <a:pt x="306265" y="103719"/>
                </a:lnTo>
                <a:lnTo>
                  <a:pt x="306170" y="103021"/>
                </a:lnTo>
                <a:lnTo>
                  <a:pt x="306082" y="102318"/>
                </a:lnTo>
                <a:lnTo>
                  <a:pt x="306002" y="101609"/>
                </a:lnTo>
                <a:lnTo>
                  <a:pt x="305929" y="100894"/>
                </a:lnTo>
                <a:lnTo>
                  <a:pt x="305864" y="100175"/>
                </a:lnTo>
                <a:lnTo>
                  <a:pt x="305807" y="99449"/>
                </a:lnTo>
                <a:lnTo>
                  <a:pt x="305757" y="98719"/>
                </a:lnTo>
                <a:lnTo>
                  <a:pt x="305715" y="97983"/>
                </a:lnTo>
                <a:lnTo>
                  <a:pt x="305681" y="97241"/>
                </a:lnTo>
                <a:lnTo>
                  <a:pt x="305654" y="96494"/>
                </a:lnTo>
                <a:lnTo>
                  <a:pt x="305635" y="95742"/>
                </a:lnTo>
                <a:lnTo>
                  <a:pt x="305624" y="94984"/>
                </a:lnTo>
                <a:lnTo>
                  <a:pt x="305620" y="94220"/>
                </a:lnTo>
                <a:lnTo>
                  <a:pt x="305624" y="93438"/>
                </a:lnTo>
                <a:lnTo>
                  <a:pt x="305635" y="92662"/>
                </a:lnTo>
                <a:lnTo>
                  <a:pt x="305654" y="91892"/>
                </a:lnTo>
                <a:lnTo>
                  <a:pt x="305681" y="91127"/>
                </a:lnTo>
                <a:lnTo>
                  <a:pt x="305715" y="90368"/>
                </a:lnTo>
                <a:lnTo>
                  <a:pt x="305757" y="89615"/>
                </a:lnTo>
                <a:lnTo>
                  <a:pt x="305807" y="88868"/>
                </a:lnTo>
                <a:lnTo>
                  <a:pt x="305864" y="88127"/>
                </a:lnTo>
                <a:lnTo>
                  <a:pt x="305929" y="87392"/>
                </a:lnTo>
                <a:lnTo>
                  <a:pt x="306002" y="86663"/>
                </a:lnTo>
                <a:lnTo>
                  <a:pt x="306082" y="85939"/>
                </a:lnTo>
                <a:lnTo>
                  <a:pt x="306170" y="85221"/>
                </a:lnTo>
                <a:lnTo>
                  <a:pt x="306265" y="84509"/>
                </a:lnTo>
                <a:lnTo>
                  <a:pt x="306368" y="83803"/>
                </a:lnTo>
                <a:lnTo>
                  <a:pt x="306479" y="83103"/>
                </a:lnTo>
                <a:lnTo>
                  <a:pt x="306597" y="82408"/>
                </a:lnTo>
                <a:lnTo>
                  <a:pt x="306723" y="81720"/>
                </a:lnTo>
                <a:lnTo>
                  <a:pt x="306857" y="81037"/>
                </a:lnTo>
                <a:lnTo>
                  <a:pt x="306998" y="80360"/>
                </a:lnTo>
                <a:lnTo>
                  <a:pt x="307147" y="79689"/>
                </a:lnTo>
                <a:lnTo>
                  <a:pt x="307303" y="79024"/>
                </a:lnTo>
                <a:lnTo>
                  <a:pt x="307467" y="78365"/>
                </a:lnTo>
                <a:lnTo>
                  <a:pt x="307639" y="77711"/>
                </a:lnTo>
                <a:lnTo>
                  <a:pt x="307819" y="77064"/>
                </a:lnTo>
                <a:lnTo>
                  <a:pt x="308007" y="76424"/>
                </a:lnTo>
                <a:lnTo>
                  <a:pt x="308207" y="75796"/>
                </a:lnTo>
                <a:lnTo>
                  <a:pt x="308417" y="75179"/>
                </a:lnTo>
                <a:lnTo>
                  <a:pt x="308638" y="74572"/>
                </a:lnTo>
                <a:lnTo>
                  <a:pt x="308871" y="73976"/>
                </a:lnTo>
                <a:lnTo>
                  <a:pt x="309114" y="73392"/>
                </a:lnTo>
                <a:lnTo>
                  <a:pt x="309368" y="72818"/>
                </a:lnTo>
                <a:lnTo>
                  <a:pt x="309632" y="72255"/>
                </a:lnTo>
                <a:lnTo>
                  <a:pt x="309908" y="71703"/>
                </a:lnTo>
                <a:lnTo>
                  <a:pt x="310195" y="71162"/>
                </a:lnTo>
                <a:lnTo>
                  <a:pt x="310492" y="70631"/>
                </a:lnTo>
                <a:lnTo>
                  <a:pt x="310800" y="70112"/>
                </a:lnTo>
                <a:lnTo>
                  <a:pt x="311120" y="69604"/>
                </a:lnTo>
                <a:lnTo>
                  <a:pt x="311450" y="69106"/>
                </a:lnTo>
                <a:lnTo>
                  <a:pt x="311791" y="68620"/>
                </a:lnTo>
                <a:lnTo>
                  <a:pt x="312143" y="68144"/>
                </a:lnTo>
                <a:lnTo>
                  <a:pt x="312505" y="67679"/>
                </a:lnTo>
                <a:lnTo>
                  <a:pt x="312879" y="67225"/>
                </a:lnTo>
                <a:lnTo>
                  <a:pt x="313263" y="66782"/>
                </a:lnTo>
                <a:lnTo>
                  <a:pt x="313659" y="66350"/>
                </a:lnTo>
                <a:lnTo>
                  <a:pt x="314065" y="65929"/>
                </a:lnTo>
                <a:lnTo>
                  <a:pt x="314482" y="65518"/>
                </a:lnTo>
                <a:lnTo>
                  <a:pt x="314910" y="65119"/>
                </a:lnTo>
                <a:lnTo>
                  <a:pt x="315349" y="64730"/>
                </a:lnTo>
                <a:lnTo>
                  <a:pt x="315800" y="64355"/>
                </a:lnTo>
                <a:lnTo>
                  <a:pt x="316266" y="63996"/>
                </a:lnTo>
                <a:lnTo>
                  <a:pt x="316745" y="63653"/>
                </a:lnTo>
                <a:lnTo>
                  <a:pt x="317238" y="63326"/>
                </a:lnTo>
                <a:lnTo>
                  <a:pt x="317745" y="63015"/>
                </a:lnTo>
                <a:lnTo>
                  <a:pt x="318266" y="62719"/>
                </a:lnTo>
                <a:lnTo>
                  <a:pt x="318801" y="62440"/>
                </a:lnTo>
                <a:lnTo>
                  <a:pt x="319349" y="62177"/>
                </a:lnTo>
                <a:lnTo>
                  <a:pt x="319912" y="61929"/>
                </a:lnTo>
                <a:lnTo>
                  <a:pt x="320489" y="61698"/>
                </a:lnTo>
                <a:lnTo>
                  <a:pt x="321079" y="61483"/>
                </a:lnTo>
                <a:lnTo>
                  <a:pt x="321684" y="61283"/>
                </a:lnTo>
                <a:lnTo>
                  <a:pt x="322302" y="61099"/>
                </a:lnTo>
                <a:lnTo>
                  <a:pt x="322935" y="60932"/>
                </a:lnTo>
                <a:lnTo>
                  <a:pt x="323581" y="60780"/>
                </a:lnTo>
                <a:lnTo>
                  <a:pt x="324241" y="60645"/>
                </a:lnTo>
                <a:lnTo>
                  <a:pt x="324916" y="60525"/>
                </a:lnTo>
                <a:lnTo>
                  <a:pt x="325604" y="60421"/>
                </a:lnTo>
                <a:lnTo>
                  <a:pt x="326306" y="60333"/>
                </a:lnTo>
                <a:lnTo>
                  <a:pt x="327022" y="60262"/>
                </a:lnTo>
                <a:lnTo>
                  <a:pt x="327752" y="60206"/>
                </a:lnTo>
                <a:lnTo>
                  <a:pt x="328496" y="60166"/>
                </a:lnTo>
                <a:lnTo>
                  <a:pt x="329253" y="60142"/>
                </a:lnTo>
                <a:lnTo>
                  <a:pt x="330025" y="60134"/>
                </a:lnTo>
                <a:lnTo>
                  <a:pt x="330815" y="60142"/>
                </a:lnTo>
                <a:lnTo>
                  <a:pt x="331591" y="60166"/>
                </a:lnTo>
                <a:lnTo>
                  <a:pt x="332352" y="60206"/>
                </a:lnTo>
                <a:lnTo>
                  <a:pt x="333099" y="60262"/>
                </a:lnTo>
                <a:lnTo>
                  <a:pt x="333831" y="60333"/>
                </a:lnTo>
                <a:lnTo>
                  <a:pt x="334550" y="60421"/>
                </a:lnTo>
                <a:lnTo>
                  <a:pt x="335254" y="60525"/>
                </a:lnTo>
                <a:lnTo>
                  <a:pt x="335943" y="60645"/>
                </a:lnTo>
                <a:lnTo>
                  <a:pt x="336619" y="60780"/>
                </a:lnTo>
                <a:lnTo>
                  <a:pt x="337280" y="60932"/>
                </a:lnTo>
                <a:lnTo>
                  <a:pt x="337926" y="61099"/>
                </a:lnTo>
                <a:lnTo>
                  <a:pt x="338559" y="61283"/>
                </a:lnTo>
                <a:lnTo>
                  <a:pt x="339177" y="61483"/>
                </a:lnTo>
                <a:lnTo>
                  <a:pt x="339781" y="61698"/>
                </a:lnTo>
                <a:lnTo>
                  <a:pt x="340370" y="61929"/>
                </a:lnTo>
                <a:lnTo>
                  <a:pt x="340945" y="62177"/>
                </a:lnTo>
                <a:lnTo>
                  <a:pt x="341506" y="62440"/>
                </a:lnTo>
                <a:lnTo>
                  <a:pt x="342053" y="62719"/>
                </a:lnTo>
                <a:lnTo>
                  <a:pt x="342585" y="63015"/>
                </a:lnTo>
                <a:lnTo>
                  <a:pt x="343103" y="63326"/>
                </a:lnTo>
                <a:lnTo>
                  <a:pt x="343606" y="63653"/>
                </a:lnTo>
                <a:lnTo>
                  <a:pt x="344096" y="63996"/>
                </a:lnTo>
                <a:lnTo>
                  <a:pt x="344571" y="64355"/>
                </a:lnTo>
                <a:lnTo>
                  <a:pt x="345031" y="64730"/>
                </a:lnTo>
                <a:lnTo>
                  <a:pt x="345479" y="65119"/>
                </a:lnTo>
                <a:lnTo>
                  <a:pt x="345916" y="65518"/>
                </a:lnTo>
                <a:lnTo>
                  <a:pt x="346342" y="65929"/>
                </a:lnTo>
                <a:lnTo>
                  <a:pt x="346757" y="66350"/>
                </a:lnTo>
                <a:lnTo>
                  <a:pt x="347160" y="66782"/>
                </a:lnTo>
                <a:lnTo>
                  <a:pt x="347553" y="67225"/>
                </a:lnTo>
                <a:lnTo>
                  <a:pt x="347934" y="67679"/>
                </a:lnTo>
                <a:lnTo>
                  <a:pt x="348305" y="68144"/>
                </a:lnTo>
                <a:lnTo>
                  <a:pt x="348664" y="68620"/>
                </a:lnTo>
                <a:lnTo>
                  <a:pt x="349012" y="69106"/>
                </a:lnTo>
                <a:lnTo>
                  <a:pt x="349350" y="69604"/>
                </a:lnTo>
                <a:lnTo>
                  <a:pt x="349676" y="70112"/>
                </a:lnTo>
                <a:lnTo>
                  <a:pt x="349991" y="70631"/>
                </a:lnTo>
                <a:lnTo>
                  <a:pt x="350295" y="71162"/>
                </a:lnTo>
                <a:lnTo>
                  <a:pt x="350588" y="71703"/>
                </a:lnTo>
                <a:lnTo>
                  <a:pt x="350870" y="72255"/>
                </a:lnTo>
                <a:lnTo>
                  <a:pt x="351141" y="72818"/>
                </a:lnTo>
                <a:lnTo>
                  <a:pt x="351400" y="73392"/>
                </a:lnTo>
                <a:lnTo>
                  <a:pt x="351649" y="73976"/>
                </a:lnTo>
                <a:lnTo>
                  <a:pt x="351887" y="74572"/>
                </a:lnTo>
                <a:lnTo>
                  <a:pt x="352113" y="75179"/>
                </a:lnTo>
                <a:lnTo>
                  <a:pt x="352329" y="75796"/>
                </a:lnTo>
                <a:lnTo>
                  <a:pt x="352533" y="76424"/>
                </a:lnTo>
                <a:lnTo>
                  <a:pt x="352727" y="77064"/>
                </a:lnTo>
                <a:lnTo>
                  <a:pt x="352910" y="77711"/>
                </a:lnTo>
                <a:lnTo>
                  <a:pt x="353087" y="78365"/>
                </a:lnTo>
                <a:lnTo>
                  <a:pt x="353255" y="79024"/>
                </a:lnTo>
                <a:lnTo>
                  <a:pt x="353415" y="79689"/>
                </a:lnTo>
                <a:lnTo>
                  <a:pt x="353568" y="80360"/>
                </a:lnTo>
                <a:lnTo>
                  <a:pt x="353713" y="81037"/>
                </a:lnTo>
                <a:lnTo>
                  <a:pt x="353849" y="81720"/>
                </a:lnTo>
                <a:lnTo>
                  <a:pt x="353979" y="82408"/>
                </a:lnTo>
                <a:lnTo>
                  <a:pt x="354100" y="83103"/>
                </a:lnTo>
                <a:lnTo>
                  <a:pt x="354213" y="83803"/>
                </a:lnTo>
                <a:lnTo>
                  <a:pt x="354319" y="84509"/>
                </a:lnTo>
                <a:lnTo>
                  <a:pt x="354417" y="85221"/>
                </a:lnTo>
                <a:lnTo>
                  <a:pt x="354507" y="85939"/>
                </a:lnTo>
                <a:lnTo>
                  <a:pt x="354589" y="86663"/>
                </a:lnTo>
                <a:lnTo>
                  <a:pt x="354663" y="87392"/>
                </a:lnTo>
                <a:lnTo>
                  <a:pt x="354730" y="88127"/>
                </a:lnTo>
                <a:lnTo>
                  <a:pt x="354788" y="88868"/>
                </a:lnTo>
                <a:lnTo>
                  <a:pt x="354839" y="89615"/>
                </a:lnTo>
                <a:lnTo>
                  <a:pt x="354882" y="90368"/>
                </a:lnTo>
                <a:lnTo>
                  <a:pt x="354918" y="91127"/>
                </a:lnTo>
                <a:lnTo>
                  <a:pt x="354945" y="91892"/>
                </a:lnTo>
                <a:lnTo>
                  <a:pt x="354965" y="92662"/>
                </a:lnTo>
                <a:lnTo>
                  <a:pt x="354976" y="93438"/>
                </a:lnTo>
                <a:lnTo>
                  <a:pt x="354980" y="94220"/>
                </a:lnTo>
                <a:lnTo>
                  <a:pt x="354976" y="94984"/>
                </a:lnTo>
                <a:lnTo>
                  <a:pt x="354965" y="95742"/>
                </a:lnTo>
                <a:lnTo>
                  <a:pt x="354945" y="96494"/>
                </a:lnTo>
                <a:lnTo>
                  <a:pt x="354918" y="97241"/>
                </a:lnTo>
                <a:lnTo>
                  <a:pt x="354882" y="97983"/>
                </a:lnTo>
                <a:lnTo>
                  <a:pt x="354839" y="98719"/>
                </a:lnTo>
                <a:lnTo>
                  <a:pt x="354788" y="99449"/>
                </a:lnTo>
                <a:lnTo>
                  <a:pt x="354730" y="100175"/>
                </a:lnTo>
                <a:lnTo>
                  <a:pt x="354663" y="100894"/>
                </a:lnTo>
                <a:lnTo>
                  <a:pt x="354589" y="101609"/>
                </a:lnTo>
                <a:lnTo>
                  <a:pt x="354507" y="102318"/>
                </a:lnTo>
                <a:lnTo>
                  <a:pt x="354417" y="103021"/>
                </a:lnTo>
                <a:lnTo>
                  <a:pt x="354319" y="103719"/>
                </a:lnTo>
                <a:lnTo>
                  <a:pt x="354213" y="104411"/>
                </a:lnTo>
                <a:lnTo>
                  <a:pt x="354100" y="105099"/>
                </a:lnTo>
                <a:lnTo>
                  <a:pt x="353979" y="105780"/>
                </a:lnTo>
                <a:lnTo>
                  <a:pt x="353849" y="106456"/>
                </a:lnTo>
                <a:lnTo>
                  <a:pt x="353713" y="107127"/>
                </a:lnTo>
                <a:lnTo>
                  <a:pt x="353568" y="107792"/>
                </a:lnTo>
                <a:lnTo>
                  <a:pt x="353415" y="108452"/>
                </a:lnTo>
                <a:lnTo>
                  <a:pt x="353255" y="109106"/>
                </a:lnTo>
                <a:lnTo>
                  <a:pt x="353087" y="109755"/>
                </a:lnTo>
                <a:lnTo>
                  <a:pt x="352910" y="110399"/>
                </a:lnTo>
                <a:lnTo>
                  <a:pt x="352727" y="111037"/>
                </a:lnTo>
                <a:lnTo>
                  <a:pt x="352533" y="111667"/>
                </a:lnTo>
                <a:lnTo>
                  <a:pt x="352329" y="112286"/>
                </a:lnTo>
                <a:lnTo>
                  <a:pt x="352113" y="112894"/>
                </a:lnTo>
                <a:lnTo>
                  <a:pt x="351887" y="113492"/>
                </a:lnTo>
                <a:lnTo>
                  <a:pt x="351649" y="114079"/>
                </a:lnTo>
                <a:lnTo>
                  <a:pt x="351400" y="114656"/>
                </a:lnTo>
                <a:lnTo>
                  <a:pt x="351141" y="115221"/>
                </a:lnTo>
                <a:lnTo>
                  <a:pt x="350870" y="115776"/>
                </a:lnTo>
                <a:lnTo>
                  <a:pt x="350588" y="116321"/>
                </a:lnTo>
                <a:lnTo>
                  <a:pt x="350295" y="116854"/>
                </a:lnTo>
                <a:lnTo>
                  <a:pt x="349991" y="117377"/>
                </a:lnTo>
                <a:lnTo>
                  <a:pt x="349676" y="117890"/>
                </a:lnTo>
                <a:lnTo>
                  <a:pt x="349350" y="118391"/>
                </a:lnTo>
                <a:lnTo>
                  <a:pt x="349012" y="118882"/>
                </a:lnTo>
                <a:lnTo>
                  <a:pt x="348664" y="119362"/>
                </a:lnTo>
                <a:lnTo>
                  <a:pt x="348305" y="119831"/>
                </a:lnTo>
                <a:lnTo>
                  <a:pt x="347934" y="120290"/>
                </a:lnTo>
                <a:lnTo>
                  <a:pt x="347553" y="120738"/>
                </a:lnTo>
                <a:lnTo>
                  <a:pt x="347160" y="121175"/>
                </a:lnTo>
                <a:lnTo>
                  <a:pt x="346757" y="121602"/>
                </a:lnTo>
                <a:lnTo>
                  <a:pt x="346342" y="122018"/>
                </a:lnTo>
                <a:lnTo>
                  <a:pt x="345916" y="122423"/>
                </a:lnTo>
                <a:lnTo>
                  <a:pt x="345479" y="122818"/>
                </a:lnTo>
                <a:lnTo>
                  <a:pt x="345031" y="123202"/>
                </a:lnTo>
                <a:lnTo>
                  <a:pt x="344571" y="123572"/>
                </a:lnTo>
                <a:lnTo>
                  <a:pt x="344096" y="123927"/>
                </a:lnTo>
                <a:lnTo>
                  <a:pt x="343606" y="124266"/>
                </a:lnTo>
                <a:lnTo>
                  <a:pt x="343103" y="124589"/>
                </a:lnTo>
                <a:lnTo>
                  <a:pt x="342585" y="124897"/>
                </a:lnTo>
                <a:lnTo>
                  <a:pt x="342053" y="125189"/>
                </a:lnTo>
                <a:lnTo>
                  <a:pt x="341506" y="125465"/>
                </a:lnTo>
                <a:lnTo>
                  <a:pt x="340945" y="125725"/>
                </a:lnTo>
                <a:lnTo>
                  <a:pt x="340370" y="125969"/>
                </a:lnTo>
                <a:lnTo>
                  <a:pt x="339781" y="126198"/>
                </a:lnTo>
                <a:lnTo>
                  <a:pt x="339177" y="126411"/>
                </a:lnTo>
                <a:lnTo>
                  <a:pt x="338559" y="126608"/>
                </a:lnTo>
                <a:lnTo>
                  <a:pt x="337926" y="126789"/>
                </a:lnTo>
                <a:lnTo>
                  <a:pt x="337280" y="126955"/>
                </a:lnTo>
                <a:lnTo>
                  <a:pt x="336619" y="127105"/>
                </a:lnTo>
                <a:lnTo>
                  <a:pt x="335943" y="127239"/>
                </a:lnTo>
                <a:lnTo>
                  <a:pt x="335254" y="127357"/>
                </a:lnTo>
                <a:lnTo>
                  <a:pt x="334550" y="127459"/>
                </a:lnTo>
                <a:lnTo>
                  <a:pt x="333831" y="127546"/>
                </a:lnTo>
                <a:lnTo>
                  <a:pt x="333099" y="127617"/>
                </a:lnTo>
                <a:lnTo>
                  <a:pt x="332352" y="127672"/>
                </a:lnTo>
                <a:lnTo>
                  <a:pt x="331591" y="127712"/>
                </a:lnTo>
                <a:lnTo>
                  <a:pt x="330815" y="127735"/>
                </a:lnTo>
                <a:lnTo>
                  <a:pt x="330025" y="127743"/>
                </a:lnTo>
                <a:lnTo>
                  <a:pt x="329253" y="127735"/>
                </a:lnTo>
                <a:lnTo>
                  <a:pt x="328496" y="127712"/>
                </a:lnTo>
                <a:lnTo>
                  <a:pt x="327752" y="127672"/>
                </a:lnTo>
                <a:lnTo>
                  <a:pt x="327022" y="127617"/>
                </a:lnTo>
                <a:close/>
                <a:moveTo>
                  <a:pt x="595769" y="149834"/>
                </a:moveTo>
                <a:lnTo>
                  <a:pt x="596930" y="149769"/>
                </a:lnTo>
                <a:lnTo>
                  <a:pt x="598078" y="149689"/>
                </a:lnTo>
                <a:lnTo>
                  <a:pt x="599213" y="149595"/>
                </a:lnTo>
                <a:lnTo>
                  <a:pt x="600336" y="149486"/>
                </a:lnTo>
                <a:lnTo>
                  <a:pt x="601445" y="149362"/>
                </a:lnTo>
                <a:lnTo>
                  <a:pt x="602542" y="149225"/>
                </a:lnTo>
                <a:lnTo>
                  <a:pt x="603626" y="149072"/>
                </a:lnTo>
                <a:lnTo>
                  <a:pt x="604698" y="148906"/>
                </a:lnTo>
                <a:lnTo>
                  <a:pt x="605756" y="148724"/>
                </a:lnTo>
                <a:lnTo>
                  <a:pt x="606802" y="148528"/>
                </a:lnTo>
                <a:lnTo>
                  <a:pt x="607835" y="148318"/>
                </a:lnTo>
                <a:lnTo>
                  <a:pt x="608855" y="148093"/>
                </a:lnTo>
                <a:lnTo>
                  <a:pt x="609863" y="147854"/>
                </a:lnTo>
                <a:lnTo>
                  <a:pt x="610858" y="147600"/>
                </a:lnTo>
                <a:lnTo>
                  <a:pt x="611839" y="147332"/>
                </a:lnTo>
                <a:lnTo>
                  <a:pt x="612809" y="147049"/>
                </a:lnTo>
                <a:lnTo>
                  <a:pt x="613765" y="146752"/>
                </a:lnTo>
                <a:lnTo>
                  <a:pt x="614708" y="146440"/>
                </a:lnTo>
                <a:lnTo>
                  <a:pt x="615639" y="146113"/>
                </a:lnTo>
                <a:lnTo>
                  <a:pt x="616557" y="145772"/>
                </a:lnTo>
                <a:lnTo>
                  <a:pt x="617460" y="145417"/>
                </a:lnTo>
                <a:lnTo>
                  <a:pt x="618348" y="145046"/>
                </a:lnTo>
                <a:lnTo>
                  <a:pt x="619219" y="144661"/>
                </a:lnTo>
                <a:lnTo>
                  <a:pt x="620075" y="144261"/>
                </a:lnTo>
                <a:lnTo>
                  <a:pt x="620914" y="143846"/>
                </a:lnTo>
                <a:lnTo>
                  <a:pt x="621738" y="143416"/>
                </a:lnTo>
                <a:lnTo>
                  <a:pt x="622545" y="142971"/>
                </a:lnTo>
                <a:lnTo>
                  <a:pt x="623336" y="142511"/>
                </a:lnTo>
                <a:lnTo>
                  <a:pt x="624111" y="142036"/>
                </a:lnTo>
                <a:lnTo>
                  <a:pt x="624871" y="141547"/>
                </a:lnTo>
                <a:lnTo>
                  <a:pt x="625614" y="141042"/>
                </a:lnTo>
                <a:lnTo>
                  <a:pt x="626341" y="140523"/>
                </a:lnTo>
                <a:lnTo>
                  <a:pt x="627052" y="139989"/>
                </a:lnTo>
                <a:lnTo>
                  <a:pt x="627747" y="139440"/>
                </a:lnTo>
                <a:lnTo>
                  <a:pt x="628426" y="138876"/>
                </a:lnTo>
                <a:lnTo>
                  <a:pt x="629089" y="138297"/>
                </a:lnTo>
                <a:lnTo>
                  <a:pt x="629736" y="137703"/>
                </a:lnTo>
                <a:lnTo>
                  <a:pt x="630367" y="137095"/>
                </a:lnTo>
                <a:lnTo>
                  <a:pt x="630982" y="136471"/>
                </a:lnTo>
                <a:lnTo>
                  <a:pt x="631581" y="135833"/>
                </a:lnTo>
                <a:lnTo>
                  <a:pt x="632164" y="135179"/>
                </a:lnTo>
                <a:lnTo>
                  <a:pt x="632731" y="134511"/>
                </a:lnTo>
                <a:lnTo>
                  <a:pt x="633282" y="133828"/>
                </a:lnTo>
                <a:lnTo>
                  <a:pt x="633817" y="133130"/>
                </a:lnTo>
                <a:lnTo>
                  <a:pt x="634333" y="132417"/>
                </a:lnTo>
                <a:lnTo>
                  <a:pt x="634830" y="131690"/>
                </a:lnTo>
                <a:lnTo>
                  <a:pt x="635307" y="130948"/>
                </a:lnTo>
                <a:lnTo>
                  <a:pt x="635763" y="130191"/>
                </a:lnTo>
                <a:lnTo>
                  <a:pt x="636200" y="129419"/>
                </a:lnTo>
                <a:lnTo>
                  <a:pt x="636616" y="128633"/>
                </a:lnTo>
                <a:lnTo>
                  <a:pt x="637013" y="127832"/>
                </a:lnTo>
                <a:lnTo>
                  <a:pt x="637389" y="127016"/>
                </a:lnTo>
                <a:lnTo>
                  <a:pt x="637746" y="126186"/>
                </a:lnTo>
                <a:lnTo>
                  <a:pt x="638082" y="125341"/>
                </a:lnTo>
                <a:lnTo>
                  <a:pt x="638399" y="124481"/>
                </a:lnTo>
                <a:lnTo>
                  <a:pt x="638695" y="123607"/>
                </a:lnTo>
                <a:lnTo>
                  <a:pt x="638971" y="122718"/>
                </a:lnTo>
                <a:lnTo>
                  <a:pt x="639227" y="121814"/>
                </a:lnTo>
                <a:lnTo>
                  <a:pt x="639464" y="120896"/>
                </a:lnTo>
                <a:lnTo>
                  <a:pt x="639680" y="119962"/>
                </a:lnTo>
                <a:lnTo>
                  <a:pt x="639876" y="119014"/>
                </a:lnTo>
                <a:lnTo>
                  <a:pt x="640052" y="118052"/>
                </a:lnTo>
                <a:lnTo>
                  <a:pt x="640208" y="117075"/>
                </a:lnTo>
                <a:lnTo>
                  <a:pt x="640344" y="116083"/>
                </a:lnTo>
                <a:lnTo>
                  <a:pt x="640460" y="115076"/>
                </a:lnTo>
                <a:lnTo>
                  <a:pt x="640556" y="114055"/>
                </a:lnTo>
                <a:lnTo>
                  <a:pt x="640632" y="113018"/>
                </a:lnTo>
                <a:lnTo>
                  <a:pt x="640687" y="111968"/>
                </a:lnTo>
                <a:lnTo>
                  <a:pt x="611995" y="111968"/>
                </a:lnTo>
                <a:lnTo>
                  <a:pt x="611976" y="112659"/>
                </a:lnTo>
                <a:lnTo>
                  <a:pt x="611937" y="113336"/>
                </a:lnTo>
                <a:lnTo>
                  <a:pt x="611880" y="113999"/>
                </a:lnTo>
                <a:lnTo>
                  <a:pt x="611802" y="114647"/>
                </a:lnTo>
                <a:lnTo>
                  <a:pt x="611706" y="115281"/>
                </a:lnTo>
                <a:lnTo>
                  <a:pt x="611589" y="115900"/>
                </a:lnTo>
                <a:lnTo>
                  <a:pt x="611454" y="116506"/>
                </a:lnTo>
                <a:lnTo>
                  <a:pt x="611298" y="117096"/>
                </a:lnTo>
                <a:lnTo>
                  <a:pt x="611124" y="117673"/>
                </a:lnTo>
                <a:lnTo>
                  <a:pt x="610930" y="118235"/>
                </a:lnTo>
                <a:lnTo>
                  <a:pt x="610716" y="118783"/>
                </a:lnTo>
                <a:lnTo>
                  <a:pt x="610483" y="119316"/>
                </a:lnTo>
                <a:lnTo>
                  <a:pt x="610231" y="119835"/>
                </a:lnTo>
                <a:lnTo>
                  <a:pt x="609959" y="120340"/>
                </a:lnTo>
                <a:lnTo>
                  <a:pt x="609667" y="120830"/>
                </a:lnTo>
                <a:lnTo>
                  <a:pt x="609356" y="121306"/>
                </a:lnTo>
                <a:lnTo>
                  <a:pt x="609026" y="121768"/>
                </a:lnTo>
                <a:lnTo>
                  <a:pt x="608676" y="122215"/>
                </a:lnTo>
                <a:lnTo>
                  <a:pt x="608307" y="122648"/>
                </a:lnTo>
                <a:lnTo>
                  <a:pt x="607918" y="123066"/>
                </a:lnTo>
                <a:lnTo>
                  <a:pt x="607510" y="123470"/>
                </a:lnTo>
                <a:lnTo>
                  <a:pt x="607082" y="123860"/>
                </a:lnTo>
                <a:lnTo>
                  <a:pt x="606635" y="124235"/>
                </a:lnTo>
                <a:lnTo>
                  <a:pt x="606168" y="124596"/>
                </a:lnTo>
                <a:lnTo>
                  <a:pt x="605685" y="124943"/>
                </a:lnTo>
                <a:lnTo>
                  <a:pt x="605189" y="125275"/>
                </a:lnTo>
                <a:lnTo>
                  <a:pt x="604681" y="125592"/>
                </a:lnTo>
                <a:lnTo>
                  <a:pt x="604159" y="125894"/>
                </a:lnTo>
                <a:lnTo>
                  <a:pt x="603624" y="126181"/>
                </a:lnTo>
                <a:lnTo>
                  <a:pt x="603076" y="126454"/>
                </a:lnTo>
                <a:lnTo>
                  <a:pt x="602516" y="126712"/>
                </a:lnTo>
                <a:lnTo>
                  <a:pt x="601942" y="126955"/>
                </a:lnTo>
                <a:lnTo>
                  <a:pt x="601355" y="127184"/>
                </a:lnTo>
                <a:lnTo>
                  <a:pt x="600755" y="127398"/>
                </a:lnTo>
                <a:lnTo>
                  <a:pt x="600143" y="127597"/>
                </a:lnTo>
                <a:lnTo>
                  <a:pt x="599517" y="127781"/>
                </a:lnTo>
                <a:lnTo>
                  <a:pt x="598879" y="127951"/>
                </a:lnTo>
                <a:lnTo>
                  <a:pt x="598227" y="128105"/>
                </a:lnTo>
                <a:lnTo>
                  <a:pt x="597562" y="128245"/>
                </a:lnTo>
                <a:lnTo>
                  <a:pt x="596885" y="128371"/>
                </a:lnTo>
                <a:lnTo>
                  <a:pt x="596194" y="128481"/>
                </a:lnTo>
                <a:lnTo>
                  <a:pt x="595491" y="128577"/>
                </a:lnTo>
                <a:lnTo>
                  <a:pt x="594774" y="128658"/>
                </a:lnTo>
                <a:lnTo>
                  <a:pt x="594045" y="128725"/>
                </a:lnTo>
                <a:lnTo>
                  <a:pt x="593303" y="128776"/>
                </a:lnTo>
                <a:lnTo>
                  <a:pt x="592547" y="128813"/>
                </a:lnTo>
                <a:lnTo>
                  <a:pt x="591779" y="128835"/>
                </a:lnTo>
                <a:lnTo>
                  <a:pt x="590997" y="128843"/>
                </a:lnTo>
                <a:lnTo>
                  <a:pt x="590243" y="128835"/>
                </a:lnTo>
                <a:lnTo>
                  <a:pt x="589501" y="128814"/>
                </a:lnTo>
                <a:lnTo>
                  <a:pt x="588771" y="128778"/>
                </a:lnTo>
                <a:lnTo>
                  <a:pt x="588054" y="128729"/>
                </a:lnTo>
                <a:lnTo>
                  <a:pt x="587348" y="128665"/>
                </a:lnTo>
                <a:lnTo>
                  <a:pt x="586655" y="128586"/>
                </a:lnTo>
                <a:lnTo>
                  <a:pt x="585974" y="128494"/>
                </a:lnTo>
                <a:lnTo>
                  <a:pt x="585305" y="128387"/>
                </a:lnTo>
                <a:lnTo>
                  <a:pt x="584649" y="128266"/>
                </a:lnTo>
                <a:lnTo>
                  <a:pt x="584004" y="128130"/>
                </a:lnTo>
                <a:lnTo>
                  <a:pt x="583372" y="127981"/>
                </a:lnTo>
                <a:lnTo>
                  <a:pt x="582752" y="127817"/>
                </a:lnTo>
                <a:lnTo>
                  <a:pt x="582145" y="127639"/>
                </a:lnTo>
                <a:lnTo>
                  <a:pt x="581549" y="127447"/>
                </a:lnTo>
                <a:lnTo>
                  <a:pt x="580966" y="127240"/>
                </a:lnTo>
                <a:lnTo>
                  <a:pt x="580395" y="127020"/>
                </a:lnTo>
                <a:lnTo>
                  <a:pt x="579836" y="126785"/>
                </a:lnTo>
                <a:lnTo>
                  <a:pt x="579289" y="126535"/>
                </a:lnTo>
                <a:lnTo>
                  <a:pt x="578755" y="126272"/>
                </a:lnTo>
                <a:lnTo>
                  <a:pt x="578233" y="125994"/>
                </a:lnTo>
                <a:lnTo>
                  <a:pt x="577723" y="125702"/>
                </a:lnTo>
                <a:lnTo>
                  <a:pt x="577225" y="125396"/>
                </a:lnTo>
                <a:lnTo>
                  <a:pt x="576740" y="125075"/>
                </a:lnTo>
                <a:lnTo>
                  <a:pt x="576266" y="124741"/>
                </a:lnTo>
                <a:lnTo>
                  <a:pt x="575804" y="124394"/>
                </a:lnTo>
                <a:lnTo>
                  <a:pt x="575353" y="124038"/>
                </a:lnTo>
                <a:lnTo>
                  <a:pt x="574912" y="123673"/>
                </a:lnTo>
                <a:lnTo>
                  <a:pt x="574481" y="123299"/>
                </a:lnTo>
                <a:lnTo>
                  <a:pt x="574061" y="122915"/>
                </a:lnTo>
                <a:lnTo>
                  <a:pt x="573652" y="122523"/>
                </a:lnTo>
                <a:lnTo>
                  <a:pt x="573253" y="122121"/>
                </a:lnTo>
                <a:lnTo>
                  <a:pt x="572864" y="121710"/>
                </a:lnTo>
                <a:lnTo>
                  <a:pt x="572486" y="121290"/>
                </a:lnTo>
                <a:lnTo>
                  <a:pt x="572119" y="120861"/>
                </a:lnTo>
                <a:lnTo>
                  <a:pt x="571762" y="120422"/>
                </a:lnTo>
                <a:lnTo>
                  <a:pt x="571415" y="119975"/>
                </a:lnTo>
                <a:lnTo>
                  <a:pt x="571079" y="119518"/>
                </a:lnTo>
                <a:lnTo>
                  <a:pt x="570754" y="119052"/>
                </a:lnTo>
                <a:lnTo>
                  <a:pt x="570439" y="118577"/>
                </a:lnTo>
                <a:lnTo>
                  <a:pt x="570134" y="118093"/>
                </a:lnTo>
                <a:lnTo>
                  <a:pt x="569840" y="117599"/>
                </a:lnTo>
                <a:lnTo>
                  <a:pt x="569557" y="117097"/>
                </a:lnTo>
                <a:lnTo>
                  <a:pt x="569284" y="116585"/>
                </a:lnTo>
                <a:lnTo>
                  <a:pt x="569021" y="116064"/>
                </a:lnTo>
                <a:lnTo>
                  <a:pt x="568769" y="115534"/>
                </a:lnTo>
                <a:lnTo>
                  <a:pt x="568528" y="114994"/>
                </a:lnTo>
                <a:lnTo>
                  <a:pt x="568297" y="114446"/>
                </a:lnTo>
                <a:lnTo>
                  <a:pt x="568076" y="113888"/>
                </a:lnTo>
                <a:lnTo>
                  <a:pt x="567865" y="113324"/>
                </a:lnTo>
                <a:lnTo>
                  <a:pt x="567662" y="112757"/>
                </a:lnTo>
                <a:lnTo>
                  <a:pt x="567467" y="112185"/>
                </a:lnTo>
                <a:lnTo>
                  <a:pt x="567281" y="111611"/>
                </a:lnTo>
                <a:lnTo>
                  <a:pt x="567102" y="111033"/>
                </a:lnTo>
                <a:lnTo>
                  <a:pt x="566932" y="110451"/>
                </a:lnTo>
                <a:lnTo>
                  <a:pt x="566770" y="109866"/>
                </a:lnTo>
                <a:lnTo>
                  <a:pt x="566616" y="109277"/>
                </a:lnTo>
                <a:lnTo>
                  <a:pt x="566471" y="108685"/>
                </a:lnTo>
                <a:lnTo>
                  <a:pt x="566334" y="108090"/>
                </a:lnTo>
                <a:lnTo>
                  <a:pt x="566204" y="107490"/>
                </a:lnTo>
                <a:lnTo>
                  <a:pt x="566084" y="106888"/>
                </a:lnTo>
                <a:lnTo>
                  <a:pt x="565971" y="106281"/>
                </a:lnTo>
                <a:lnTo>
                  <a:pt x="565866" y="105672"/>
                </a:lnTo>
                <a:lnTo>
                  <a:pt x="565770" y="105058"/>
                </a:lnTo>
                <a:lnTo>
                  <a:pt x="565682" y="104441"/>
                </a:lnTo>
                <a:lnTo>
                  <a:pt x="565602" y="103821"/>
                </a:lnTo>
                <a:lnTo>
                  <a:pt x="565530" y="103197"/>
                </a:lnTo>
                <a:lnTo>
                  <a:pt x="565467" y="102570"/>
                </a:lnTo>
                <a:lnTo>
                  <a:pt x="565412" y="101939"/>
                </a:lnTo>
                <a:lnTo>
                  <a:pt x="565365" y="101305"/>
                </a:lnTo>
                <a:lnTo>
                  <a:pt x="565326" y="100667"/>
                </a:lnTo>
                <a:lnTo>
                  <a:pt x="565295" y="100025"/>
                </a:lnTo>
                <a:lnTo>
                  <a:pt x="565273" y="99380"/>
                </a:lnTo>
                <a:lnTo>
                  <a:pt x="640578" y="99380"/>
                </a:lnTo>
                <a:lnTo>
                  <a:pt x="640596" y="99277"/>
                </a:lnTo>
                <a:lnTo>
                  <a:pt x="640613" y="99169"/>
                </a:lnTo>
                <a:lnTo>
                  <a:pt x="640631" y="99058"/>
                </a:lnTo>
                <a:lnTo>
                  <a:pt x="640648" y="98943"/>
                </a:lnTo>
                <a:lnTo>
                  <a:pt x="640664" y="98825"/>
                </a:lnTo>
                <a:lnTo>
                  <a:pt x="640681" y="98703"/>
                </a:lnTo>
                <a:lnTo>
                  <a:pt x="640696" y="98577"/>
                </a:lnTo>
                <a:lnTo>
                  <a:pt x="640712" y="98448"/>
                </a:lnTo>
                <a:lnTo>
                  <a:pt x="640727" y="98315"/>
                </a:lnTo>
                <a:lnTo>
                  <a:pt x="640742" y="98178"/>
                </a:lnTo>
                <a:lnTo>
                  <a:pt x="640756" y="98038"/>
                </a:lnTo>
                <a:lnTo>
                  <a:pt x="640770" y="97894"/>
                </a:lnTo>
                <a:lnTo>
                  <a:pt x="640783" y="97746"/>
                </a:lnTo>
                <a:lnTo>
                  <a:pt x="640797" y="97595"/>
                </a:lnTo>
                <a:lnTo>
                  <a:pt x="640809" y="97440"/>
                </a:lnTo>
                <a:lnTo>
                  <a:pt x="640822" y="97281"/>
                </a:lnTo>
                <a:lnTo>
                  <a:pt x="640834" y="97119"/>
                </a:lnTo>
                <a:lnTo>
                  <a:pt x="640846" y="96953"/>
                </a:lnTo>
                <a:lnTo>
                  <a:pt x="640857" y="96783"/>
                </a:lnTo>
                <a:lnTo>
                  <a:pt x="640868" y="96610"/>
                </a:lnTo>
                <a:lnTo>
                  <a:pt x="640878" y="96433"/>
                </a:lnTo>
                <a:lnTo>
                  <a:pt x="640888" y="96252"/>
                </a:lnTo>
                <a:lnTo>
                  <a:pt x="640898" y="96068"/>
                </a:lnTo>
                <a:lnTo>
                  <a:pt x="640907" y="95880"/>
                </a:lnTo>
                <a:lnTo>
                  <a:pt x="640916" y="95691"/>
                </a:lnTo>
                <a:lnTo>
                  <a:pt x="640925" y="95507"/>
                </a:lnTo>
                <a:lnTo>
                  <a:pt x="640933" y="95325"/>
                </a:lnTo>
                <a:lnTo>
                  <a:pt x="640941" y="95147"/>
                </a:lnTo>
                <a:lnTo>
                  <a:pt x="640948" y="94972"/>
                </a:lnTo>
                <a:lnTo>
                  <a:pt x="640955" y="94800"/>
                </a:lnTo>
                <a:lnTo>
                  <a:pt x="640962" y="94631"/>
                </a:lnTo>
                <a:lnTo>
                  <a:pt x="640968" y="94466"/>
                </a:lnTo>
                <a:lnTo>
                  <a:pt x="640974" y="94304"/>
                </a:lnTo>
                <a:lnTo>
                  <a:pt x="640980" y="94146"/>
                </a:lnTo>
                <a:lnTo>
                  <a:pt x="640985" y="93990"/>
                </a:lnTo>
                <a:lnTo>
                  <a:pt x="640990" y="93838"/>
                </a:lnTo>
                <a:lnTo>
                  <a:pt x="640994" y="93689"/>
                </a:lnTo>
                <a:lnTo>
                  <a:pt x="640998" y="93544"/>
                </a:lnTo>
                <a:lnTo>
                  <a:pt x="641002" y="93402"/>
                </a:lnTo>
                <a:lnTo>
                  <a:pt x="641005" y="93263"/>
                </a:lnTo>
                <a:lnTo>
                  <a:pt x="641008" y="93127"/>
                </a:lnTo>
                <a:lnTo>
                  <a:pt x="641010" y="92994"/>
                </a:lnTo>
                <a:lnTo>
                  <a:pt x="641013" y="92865"/>
                </a:lnTo>
                <a:lnTo>
                  <a:pt x="641014" y="92739"/>
                </a:lnTo>
                <a:lnTo>
                  <a:pt x="641016" y="92617"/>
                </a:lnTo>
                <a:lnTo>
                  <a:pt x="641017" y="92498"/>
                </a:lnTo>
                <a:lnTo>
                  <a:pt x="641017" y="92382"/>
                </a:lnTo>
                <a:lnTo>
                  <a:pt x="641017" y="92269"/>
                </a:lnTo>
                <a:lnTo>
                  <a:pt x="640993" y="90104"/>
                </a:lnTo>
                <a:lnTo>
                  <a:pt x="640921" y="87982"/>
                </a:lnTo>
                <a:lnTo>
                  <a:pt x="640800" y="85901"/>
                </a:lnTo>
                <a:lnTo>
                  <a:pt x="640631" y="83862"/>
                </a:lnTo>
                <a:lnTo>
                  <a:pt x="640414" y="81865"/>
                </a:lnTo>
                <a:lnTo>
                  <a:pt x="640148" y="79910"/>
                </a:lnTo>
                <a:lnTo>
                  <a:pt x="639834" y="77996"/>
                </a:lnTo>
                <a:lnTo>
                  <a:pt x="639472" y="76125"/>
                </a:lnTo>
                <a:lnTo>
                  <a:pt x="639062" y="74295"/>
                </a:lnTo>
                <a:lnTo>
                  <a:pt x="638603" y="72507"/>
                </a:lnTo>
                <a:lnTo>
                  <a:pt x="638096" y="70761"/>
                </a:lnTo>
                <a:lnTo>
                  <a:pt x="637541" y="69057"/>
                </a:lnTo>
                <a:lnTo>
                  <a:pt x="636937" y="67395"/>
                </a:lnTo>
                <a:lnTo>
                  <a:pt x="636285" y="65775"/>
                </a:lnTo>
                <a:lnTo>
                  <a:pt x="635585" y="64197"/>
                </a:lnTo>
                <a:lnTo>
                  <a:pt x="634837" y="62660"/>
                </a:lnTo>
                <a:lnTo>
                  <a:pt x="634040" y="61165"/>
                </a:lnTo>
                <a:lnTo>
                  <a:pt x="633195" y="59713"/>
                </a:lnTo>
                <a:lnTo>
                  <a:pt x="632301" y="58302"/>
                </a:lnTo>
                <a:lnTo>
                  <a:pt x="631360" y="56933"/>
                </a:lnTo>
                <a:lnTo>
                  <a:pt x="630370" y="55605"/>
                </a:lnTo>
                <a:lnTo>
                  <a:pt x="629332" y="54320"/>
                </a:lnTo>
                <a:lnTo>
                  <a:pt x="628245" y="53077"/>
                </a:lnTo>
                <a:lnTo>
                  <a:pt x="627111" y="51875"/>
                </a:lnTo>
                <a:lnTo>
                  <a:pt x="625934" y="50719"/>
                </a:lnTo>
                <a:lnTo>
                  <a:pt x="624723" y="49612"/>
                </a:lnTo>
                <a:lnTo>
                  <a:pt x="623477" y="48555"/>
                </a:lnTo>
                <a:lnTo>
                  <a:pt x="622196" y="47546"/>
                </a:lnTo>
                <a:lnTo>
                  <a:pt x="620880" y="46587"/>
                </a:lnTo>
                <a:lnTo>
                  <a:pt x="619529" y="45677"/>
                </a:lnTo>
                <a:lnTo>
                  <a:pt x="618143" y="44816"/>
                </a:lnTo>
                <a:lnTo>
                  <a:pt x="616722" y="44004"/>
                </a:lnTo>
                <a:lnTo>
                  <a:pt x="615266" y="43242"/>
                </a:lnTo>
                <a:lnTo>
                  <a:pt x="613775" y="42528"/>
                </a:lnTo>
                <a:lnTo>
                  <a:pt x="612250" y="41864"/>
                </a:lnTo>
                <a:lnTo>
                  <a:pt x="610689" y="41249"/>
                </a:lnTo>
                <a:lnTo>
                  <a:pt x="609094" y="40684"/>
                </a:lnTo>
                <a:lnTo>
                  <a:pt x="607463" y="40167"/>
                </a:lnTo>
                <a:lnTo>
                  <a:pt x="605798" y="39700"/>
                </a:lnTo>
                <a:lnTo>
                  <a:pt x="604098" y="39282"/>
                </a:lnTo>
                <a:lnTo>
                  <a:pt x="602363" y="38913"/>
                </a:lnTo>
                <a:lnTo>
                  <a:pt x="600593" y="38593"/>
                </a:lnTo>
                <a:lnTo>
                  <a:pt x="598787" y="38322"/>
                </a:lnTo>
                <a:lnTo>
                  <a:pt x="596948" y="38101"/>
                </a:lnTo>
                <a:lnTo>
                  <a:pt x="595073" y="37929"/>
                </a:lnTo>
                <a:lnTo>
                  <a:pt x="593163" y="37806"/>
                </a:lnTo>
                <a:lnTo>
                  <a:pt x="591218" y="37732"/>
                </a:lnTo>
                <a:lnTo>
                  <a:pt x="589238" y="37707"/>
                </a:lnTo>
                <a:lnTo>
                  <a:pt x="587810" y="37719"/>
                </a:lnTo>
                <a:lnTo>
                  <a:pt x="586400" y="37754"/>
                </a:lnTo>
                <a:lnTo>
                  <a:pt x="585009" y="37813"/>
                </a:lnTo>
                <a:lnTo>
                  <a:pt x="583636" y="37894"/>
                </a:lnTo>
                <a:lnTo>
                  <a:pt x="582283" y="37999"/>
                </a:lnTo>
                <a:lnTo>
                  <a:pt x="580949" y="38128"/>
                </a:lnTo>
                <a:lnTo>
                  <a:pt x="579633" y="38280"/>
                </a:lnTo>
                <a:lnTo>
                  <a:pt x="578337" y="38455"/>
                </a:lnTo>
                <a:lnTo>
                  <a:pt x="577059" y="38654"/>
                </a:lnTo>
                <a:lnTo>
                  <a:pt x="575800" y="38876"/>
                </a:lnTo>
                <a:lnTo>
                  <a:pt x="574560" y="39121"/>
                </a:lnTo>
                <a:lnTo>
                  <a:pt x="573339" y="39390"/>
                </a:lnTo>
                <a:lnTo>
                  <a:pt x="572137" y="39682"/>
                </a:lnTo>
                <a:lnTo>
                  <a:pt x="570954" y="39997"/>
                </a:lnTo>
                <a:lnTo>
                  <a:pt x="569790" y="40336"/>
                </a:lnTo>
                <a:lnTo>
                  <a:pt x="568644" y="40698"/>
                </a:lnTo>
                <a:lnTo>
                  <a:pt x="567518" y="41084"/>
                </a:lnTo>
                <a:lnTo>
                  <a:pt x="566410" y="41493"/>
                </a:lnTo>
                <a:lnTo>
                  <a:pt x="565321" y="41925"/>
                </a:lnTo>
                <a:lnTo>
                  <a:pt x="564251" y="42381"/>
                </a:lnTo>
                <a:lnTo>
                  <a:pt x="563200" y="42860"/>
                </a:lnTo>
                <a:lnTo>
                  <a:pt x="562168" y="43362"/>
                </a:lnTo>
                <a:lnTo>
                  <a:pt x="561155" y="43888"/>
                </a:lnTo>
                <a:lnTo>
                  <a:pt x="560161" y="44437"/>
                </a:lnTo>
                <a:lnTo>
                  <a:pt x="559186" y="45008"/>
                </a:lnTo>
                <a:lnTo>
                  <a:pt x="558231" y="45599"/>
                </a:lnTo>
                <a:lnTo>
                  <a:pt x="557296" y="46209"/>
                </a:lnTo>
                <a:lnTo>
                  <a:pt x="556380" y="46840"/>
                </a:lnTo>
                <a:lnTo>
                  <a:pt x="555485" y="47490"/>
                </a:lnTo>
                <a:lnTo>
                  <a:pt x="554609" y="48161"/>
                </a:lnTo>
                <a:lnTo>
                  <a:pt x="553753" y="48851"/>
                </a:lnTo>
                <a:lnTo>
                  <a:pt x="552917" y="49561"/>
                </a:lnTo>
                <a:lnTo>
                  <a:pt x="552101" y="50291"/>
                </a:lnTo>
                <a:lnTo>
                  <a:pt x="551305" y="51041"/>
                </a:lnTo>
                <a:lnTo>
                  <a:pt x="550529" y="51810"/>
                </a:lnTo>
                <a:lnTo>
                  <a:pt x="549772" y="52600"/>
                </a:lnTo>
                <a:lnTo>
                  <a:pt x="549035" y="53410"/>
                </a:lnTo>
                <a:lnTo>
                  <a:pt x="548319" y="54239"/>
                </a:lnTo>
                <a:lnTo>
                  <a:pt x="547622" y="55088"/>
                </a:lnTo>
                <a:lnTo>
                  <a:pt x="546944" y="55958"/>
                </a:lnTo>
                <a:lnTo>
                  <a:pt x="546287" y="56847"/>
                </a:lnTo>
                <a:lnTo>
                  <a:pt x="545650" y="57756"/>
                </a:lnTo>
                <a:lnTo>
                  <a:pt x="545032" y="58685"/>
                </a:lnTo>
                <a:lnTo>
                  <a:pt x="544434" y="59633"/>
                </a:lnTo>
                <a:lnTo>
                  <a:pt x="543856" y="60602"/>
                </a:lnTo>
                <a:lnTo>
                  <a:pt x="543298" y="61591"/>
                </a:lnTo>
                <a:lnTo>
                  <a:pt x="542760" y="62599"/>
                </a:lnTo>
                <a:lnTo>
                  <a:pt x="542242" y="63628"/>
                </a:lnTo>
                <a:lnTo>
                  <a:pt x="541744" y="64674"/>
                </a:lnTo>
                <a:lnTo>
                  <a:pt x="541267" y="65737"/>
                </a:lnTo>
                <a:lnTo>
                  <a:pt x="540812" y="66817"/>
                </a:lnTo>
                <a:lnTo>
                  <a:pt x="540377" y="67913"/>
                </a:lnTo>
                <a:lnTo>
                  <a:pt x="539964" y="69026"/>
                </a:lnTo>
                <a:lnTo>
                  <a:pt x="539572" y="70155"/>
                </a:lnTo>
                <a:lnTo>
                  <a:pt x="539202" y="71301"/>
                </a:lnTo>
                <a:lnTo>
                  <a:pt x="538852" y="72464"/>
                </a:lnTo>
                <a:lnTo>
                  <a:pt x="538524" y="73643"/>
                </a:lnTo>
                <a:lnTo>
                  <a:pt x="538216" y="74839"/>
                </a:lnTo>
                <a:lnTo>
                  <a:pt x="537930" y="76052"/>
                </a:lnTo>
                <a:lnTo>
                  <a:pt x="537666" y="77281"/>
                </a:lnTo>
                <a:lnTo>
                  <a:pt x="537422" y="78527"/>
                </a:lnTo>
                <a:lnTo>
                  <a:pt x="537200" y="79789"/>
                </a:lnTo>
                <a:lnTo>
                  <a:pt x="536998" y="81068"/>
                </a:lnTo>
                <a:lnTo>
                  <a:pt x="536818" y="82364"/>
                </a:lnTo>
                <a:lnTo>
                  <a:pt x="536659" y="83676"/>
                </a:lnTo>
                <a:lnTo>
                  <a:pt x="536522" y="85005"/>
                </a:lnTo>
                <a:lnTo>
                  <a:pt x="536405" y="86350"/>
                </a:lnTo>
                <a:lnTo>
                  <a:pt x="536310" y="87712"/>
                </a:lnTo>
                <a:lnTo>
                  <a:pt x="536236" y="89091"/>
                </a:lnTo>
                <a:lnTo>
                  <a:pt x="536183" y="90487"/>
                </a:lnTo>
                <a:lnTo>
                  <a:pt x="536151" y="91898"/>
                </a:lnTo>
                <a:lnTo>
                  <a:pt x="536140" y="93327"/>
                </a:lnTo>
                <a:lnTo>
                  <a:pt x="536151" y="94801"/>
                </a:lnTo>
                <a:lnTo>
                  <a:pt x="536184" y="96258"/>
                </a:lnTo>
                <a:lnTo>
                  <a:pt x="536238" y="97697"/>
                </a:lnTo>
                <a:lnTo>
                  <a:pt x="536314" y="99118"/>
                </a:lnTo>
                <a:lnTo>
                  <a:pt x="536412" y="100521"/>
                </a:lnTo>
                <a:lnTo>
                  <a:pt x="536532" y="101907"/>
                </a:lnTo>
                <a:lnTo>
                  <a:pt x="536673" y="103275"/>
                </a:lnTo>
                <a:lnTo>
                  <a:pt x="536837" y="104625"/>
                </a:lnTo>
                <a:lnTo>
                  <a:pt x="537021" y="105957"/>
                </a:lnTo>
                <a:lnTo>
                  <a:pt x="537228" y="107271"/>
                </a:lnTo>
                <a:lnTo>
                  <a:pt x="537457" y="108568"/>
                </a:lnTo>
                <a:lnTo>
                  <a:pt x="537707" y="109847"/>
                </a:lnTo>
                <a:lnTo>
                  <a:pt x="537979" y="111108"/>
                </a:lnTo>
                <a:lnTo>
                  <a:pt x="538273" y="112352"/>
                </a:lnTo>
                <a:lnTo>
                  <a:pt x="538588" y="113578"/>
                </a:lnTo>
                <a:lnTo>
                  <a:pt x="538925" y="114786"/>
                </a:lnTo>
                <a:lnTo>
                  <a:pt x="539284" y="115976"/>
                </a:lnTo>
                <a:lnTo>
                  <a:pt x="539665" y="117148"/>
                </a:lnTo>
                <a:lnTo>
                  <a:pt x="540068" y="118303"/>
                </a:lnTo>
                <a:lnTo>
                  <a:pt x="540492" y="119440"/>
                </a:lnTo>
                <a:lnTo>
                  <a:pt x="540938" y="120559"/>
                </a:lnTo>
                <a:lnTo>
                  <a:pt x="541406" y="121660"/>
                </a:lnTo>
                <a:lnTo>
                  <a:pt x="541895" y="122744"/>
                </a:lnTo>
                <a:lnTo>
                  <a:pt x="542407" y="123810"/>
                </a:lnTo>
                <a:lnTo>
                  <a:pt x="542939" y="124856"/>
                </a:lnTo>
                <a:lnTo>
                  <a:pt x="543492" y="125882"/>
                </a:lnTo>
                <a:lnTo>
                  <a:pt x="544066" y="126887"/>
                </a:lnTo>
                <a:lnTo>
                  <a:pt x="544660" y="127871"/>
                </a:lnTo>
                <a:lnTo>
                  <a:pt x="545275" y="128835"/>
                </a:lnTo>
                <a:lnTo>
                  <a:pt x="545911" y="129778"/>
                </a:lnTo>
                <a:lnTo>
                  <a:pt x="546567" y="130700"/>
                </a:lnTo>
                <a:lnTo>
                  <a:pt x="547244" y="131602"/>
                </a:lnTo>
                <a:lnTo>
                  <a:pt x="547941" y="132483"/>
                </a:lnTo>
                <a:lnTo>
                  <a:pt x="548659" y="133343"/>
                </a:lnTo>
                <a:lnTo>
                  <a:pt x="549398" y="134183"/>
                </a:lnTo>
                <a:lnTo>
                  <a:pt x="550157" y="135002"/>
                </a:lnTo>
                <a:lnTo>
                  <a:pt x="550937" y="135801"/>
                </a:lnTo>
                <a:lnTo>
                  <a:pt x="551737" y="136579"/>
                </a:lnTo>
                <a:lnTo>
                  <a:pt x="552558" y="137336"/>
                </a:lnTo>
                <a:lnTo>
                  <a:pt x="553400" y="138072"/>
                </a:lnTo>
                <a:lnTo>
                  <a:pt x="554262" y="138788"/>
                </a:lnTo>
                <a:lnTo>
                  <a:pt x="555145" y="139483"/>
                </a:lnTo>
                <a:lnTo>
                  <a:pt x="556049" y="140157"/>
                </a:lnTo>
                <a:lnTo>
                  <a:pt x="556973" y="140811"/>
                </a:lnTo>
                <a:lnTo>
                  <a:pt x="557918" y="141444"/>
                </a:lnTo>
                <a:lnTo>
                  <a:pt x="558883" y="142057"/>
                </a:lnTo>
                <a:lnTo>
                  <a:pt x="559869" y="142649"/>
                </a:lnTo>
                <a:lnTo>
                  <a:pt x="560875" y="143220"/>
                </a:lnTo>
                <a:lnTo>
                  <a:pt x="561902" y="143769"/>
                </a:lnTo>
                <a:lnTo>
                  <a:pt x="562949" y="144295"/>
                </a:lnTo>
                <a:lnTo>
                  <a:pt x="564015" y="144797"/>
                </a:lnTo>
                <a:lnTo>
                  <a:pt x="565102" y="145276"/>
                </a:lnTo>
                <a:lnTo>
                  <a:pt x="566208" y="145732"/>
                </a:lnTo>
                <a:lnTo>
                  <a:pt x="567334" y="146164"/>
                </a:lnTo>
                <a:lnTo>
                  <a:pt x="568480" y="146573"/>
                </a:lnTo>
                <a:lnTo>
                  <a:pt x="569646" y="146959"/>
                </a:lnTo>
                <a:lnTo>
                  <a:pt x="570831" y="147321"/>
                </a:lnTo>
                <a:lnTo>
                  <a:pt x="572037" y="147660"/>
                </a:lnTo>
                <a:lnTo>
                  <a:pt x="573262" y="147975"/>
                </a:lnTo>
                <a:lnTo>
                  <a:pt x="574507" y="148267"/>
                </a:lnTo>
                <a:lnTo>
                  <a:pt x="575772" y="148536"/>
                </a:lnTo>
                <a:lnTo>
                  <a:pt x="577057" y="148781"/>
                </a:lnTo>
                <a:lnTo>
                  <a:pt x="578362" y="149003"/>
                </a:lnTo>
                <a:lnTo>
                  <a:pt x="579686" y="149202"/>
                </a:lnTo>
                <a:lnTo>
                  <a:pt x="581031" y="149377"/>
                </a:lnTo>
                <a:lnTo>
                  <a:pt x="582395" y="149529"/>
                </a:lnTo>
                <a:lnTo>
                  <a:pt x="583779" y="149658"/>
                </a:lnTo>
                <a:lnTo>
                  <a:pt x="585183" y="149763"/>
                </a:lnTo>
                <a:lnTo>
                  <a:pt x="586607" y="149845"/>
                </a:lnTo>
                <a:lnTo>
                  <a:pt x="588050" y="149903"/>
                </a:lnTo>
                <a:lnTo>
                  <a:pt x="589514" y="149938"/>
                </a:lnTo>
                <a:lnTo>
                  <a:pt x="590997" y="149950"/>
                </a:lnTo>
                <a:lnTo>
                  <a:pt x="592209" y="149943"/>
                </a:lnTo>
                <a:lnTo>
                  <a:pt x="593409" y="149921"/>
                </a:lnTo>
                <a:lnTo>
                  <a:pt x="594595" y="149885"/>
                </a:lnTo>
                <a:lnTo>
                  <a:pt x="595769" y="149834"/>
                </a:lnTo>
                <a:close/>
                <a:moveTo>
                  <a:pt x="565983" y="77324"/>
                </a:moveTo>
                <a:lnTo>
                  <a:pt x="566128" y="76473"/>
                </a:lnTo>
                <a:lnTo>
                  <a:pt x="566293" y="75641"/>
                </a:lnTo>
                <a:lnTo>
                  <a:pt x="566478" y="74827"/>
                </a:lnTo>
                <a:lnTo>
                  <a:pt x="566684" y="74032"/>
                </a:lnTo>
                <a:lnTo>
                  <a:pt x="566909" y="73255"/>
                </a:lnTo>
                <a:lnTo>
                  <a:pt x="567154" y="72497"/>
                </a:lnTo>
                <a:lnTo>
                  <a:pt x="567420" y="71757"/>
                </a:lnTo>
                <a:lnTo>
                  <a:pt x="567705" y="71035"/>
                </a:lnTo>
                <a:lnTo>
                  <a:pt x="568011" y="70332"/>
                </a:lnTo>
                <a:lnTo>
                  <a:pt x="568336" y="69648"/>
                </a:lnTo>
                <a:lnTo>
                  <a:pt x="568682" y="68982"/>
                </a:lnTo>
                <a:lnTo>
                  <a:pt x="569047" y="68335"/>
                </a:lnTo>
                <a:lnTo>
                  <a:pt x="569433" y="67706"/>
                </a:lnTo>
                <a:lnTo>
                  <a:pt x="569838" y="67095"/>
                </a:lnTo>
                <a:lnTo>
                  <a:pt x="570264" y="66503"/>
                </a:lnTo>
                <a:lnTo>
                  <a:pt x="570710" y="65930"/>
                </a:lnTo>
                <a:lnTo>
                  <a:pt x="571176" y="65374"/>
                </a:lnTo>
                <a:lnTo>
                  <a:pt x="571662" y="64838"/>
                </a:lnTo>
                <a:lnTo>
                  <a:pt x="572167" y="64320"/>
                </a:lnTo>
                <a:lnTo>
                  <a:pt x="572693" y="63820"/>
                </a:lnTo>
                <a:lnTo>
                  <a:pt x="573236" y="63340"/>
                </a:lnTo>
                <a:lnTo>
                  <a:pt x="573791" y="62880"/>
                </a:lnTo>
                <a:lnTo>
                  <a:pt x="574359" y="62441"/>
                </a:lnTo>
                <a:lnTo>
                  <a:pt x="574939" y="62022"/>
                </a:lnTo>
                <a:lnTo>
                  <a:pt x="575533" y="61623"/>
                </a:lnTo>
                <a:lnTo>
                  <a:pt x="576139" y="61245"/>
                </a:lnTo>
                <a:lnTo>
                  <a:pt x="576758" y="60888"/>
                </a:lnTo>
                <a:lnTo>
                  <a:pt x="577390" y="60551"/>
                </a:lnTo>
                <a:lnTo>
                  <a:pt x="578035" y="60234"/>
                </a:lnTo>
                <a:lnTo>
                  <a:pt x="578692" y="59938"/>
                </a:lnTo>
                <a:lnTo>
                  <a:pt x="579362" y="59662"/>
                </a:lnTo>
                <a:lnTo>
                  <a:pt x="580045" y="59406"/>
                </a:lnTo>
                <a:lnTo>
                  <a:pt x="580741" y="59171"/>
                </a:lnTo>
                <a:lnTo>
                  <a:pt x="581449" y="58957"/>
                </a:lnTo>
                <a:lnTo>
                  <a:pt x="582171" y="58763"/>
                </a:lnTo>
                <a:lnTo>
                  <a:pt x="582905" y="58589"/>
                </a:lnTo>
                <a:lnTo>
                  <a:pt x="583652" y="58436"/>
                </a:lnTo>
                <a:lnTo>
                  <a:pt x="584412" y="58303"/>
                </a:lnTo>
                <a:lnTo>
                  <a:pt x="585184" y="58191"/>
                </a:lnTo>
                <a:lnTo>
                  <a:pt x="585969" y="58099"/>
                </a:lnTo>
                <a:lnTo>
                  <a:pt x="586767" y="58027"/>
                </a:lnTo>
                <a:lnTo>
                  <a:pt x="587578" y="57976"/>
                </a:lnTo>
                <a:lnTo>
                  <a:pt x="588402" y="57945"/>
                </a:lnTo>
                <a:lnTo>
                  <a:pt x="589238" y="57935"/>
                </a:lnTo>
                <a:lnTo>
                  <a:pt x="590057" y="57945"/>
                </a:lnTo>
                <a:lnTo>
                  <a:pt x="590863" y="57975"/>
                </a:lnTo>
                <a:lnTo>
                  <a:pt x="591656" y="58025"/>
                </a:lnTo>
                <a:lnTo>
                  <a:pt x="592437" y="58094"/>
                </a:lnTo>
                <a:lnTo>
                  <a:pt x="593206" y="58183"/>
                </a:lnTo>
                <a:lnTo>
                  <a:pt x="593962" y="58292"/>
                </a:lnTo>
                <a:lnTo>
                  <a:pt x="594706" y="58421"/>
                </a:lnTo>
                <a:lnTo>
                  <a:pt x="595437" y="58570"/>
                </a:lnTo>
                <a:lnTo>
                  <a:pt x="596156" y="58739"/>
                </a:lnTo>
                <a:lnTo>
                  <a:pt x="596863" y="58928"/>
                </a:lnTo>
                <a:lnTo>
                  <a:pt x="597557" y="59136"/>
                </a:lnTo>
                <a:lnTo>
                  <a:pt x="598239" y="59364"/>
                </a:lnTo>
                <a:lnTo>
                  <a:pt x="598909" y="59612"/>
                </a:lnTo>
                <a:lnTo>
                  <a:pt x="599566" y="59880"/>
                </a:lnTo>
                <a:lnTo>
                  <a:pt x="600210" y="60168"/>
                </a:lnTo>
                <a:lnTo>
                  <a:pt x="600843" y="60476"/>
                </a:lnTo>
                <a:lnTo>
                  <a:pt x="601462" y="60803"/>
                </a:lnTo>
                <a:lnTo>
                  <a:pt x="602070" y="61151"/>
                </a:lnTo>
                <a:lnTo>
                  <a:pt x="602665" y="61518"/>
                </a:lnTo>
                <a:lnTo>
                  <a:pt x="603247" y="61905"/>
                </a:lnTo>
                <a:lnTo>
                  <a:pt x="603818" y="62312"/>
                </a:lnTo>
                <a:lnTo>
                  <a:pt x="604375" y="62739"/>
                </a:lnTo>
                <a:lnTo>
                  <a:pt x="604921" y="63185"/>
                </a:lnTo>
                <a:lnTo>
                  <a:pt x="605454" y="63652"/>
                </a:lnTo>
                <a:lnTo>
                  <a:pt x="605970" y="64138"/>
                </a:lnTo>
                <a:lnTo>
                  <a:pt x="606466" y="64645"/>
                </a:lnTo>
                <a:lnTo>
                  <a:pt x="606940" y="65172"/>
                </a:lnTo>
                <a:lnTo>
                  <a:pt x="607394" y="65719"/>
                </a:lnTo>
                <a:lnTo>
                  <a:pt x="607827" y="66287"/>
                </a:lnTo>
                <a:lnTo>
                  <a:pt x="608240" y="66874"/>
                </a:lnTo>
                <a:lnTo>
                  <a:pt x="608631" y="67482"/>
                </a:lnTo>
                <a:lnTo>
                  <a:pt x="609002" y="68110"/>
                </a:lnTo>
                <a:lnTo>
                  <a:pt x="609352" y="68759"/>
                </a:lnTo>
                <a:lnTo>
                  <a:pt x="609681" y="69427"/>
                </a:lnTo>
                <a:lnTo>
                  <a:pt x="609989" y="70116"/>
                </a:lnTo>
                <a:lnTo>
                  <a:pt x="610277" y="70825"/>
                </a:lnTo>
                <a:lnTo>
                  <a:pt x="610544" y="71554"/>
                </a:lnTo>
                <a:lnTo>
                  <a:pt x="610790" y="72304"/>
                </a:lnTo>
                <a:lnTo>
                  <a:pt x="611015" y="73073"/>
                </a:lnTo>
                <a:lnTo>
                  <a:pt x="611219" y="73863"/>
                </a:lnTo>
                <a:lnTo>
                  <a:pt x="611403" y="74674"/>
                </a:lnTo>
                <a:lnTo>
                  <a:pt x="611565" y="75504"/>
                </a:lnTo>
                <a:lnTo>
                  <a:pt x="611707" y="76355"/>
                </a:lnTo>
                <a:lnTo>
                  <a:pt x="611828" y="77226"/>
                </a:lnTo>
                <a:lnTo>
                  <a:pt x="611929" y="78117"/>
                </a:lnTo>
                <a:lnTo>
                  <a:pt x="612008" y="79028"/>
                </a:lnTo>
                <a:lnTo>
                  <a:pt x="612067" y="79960"/>
                </a:lnTo>
                <a:lnTo>
                  <a:pt x="612105" y="80911"/>
                </a:lnTo>
                <a:lnTo>
                  <a:pt x="565603" y="80911"/>
                </a:lnTo>
                <a:lnTo>
                  <a:pt x="565668" y="79987"/>
                </a:lnTo>
                <a:lnTo>
                  <a:pt x="565753" y="79081"/>
                </a:lnTo>
                <a:lnTo>
                  <a:pt x="565858" y="78193"/>
                </a:lnTo>
                <a:lnTo>
                  <a:pt x="565983" y="77324"/>
                </a:lnTo>
                <a:close/>
                <a:moveTo>
                  <a:pt x="765619" y="149810"/>
                </a:moveTo>
                <a:lnTo>
                  <a:pt x="766760" y="149731"/>
                </a:lnTo>
                <a:lnTo>
                  <a:pt x="767890" y="149635"/>
                </a:lnTo>
                <a:lnTo>
                  <a:pt x="769009" y="149521"/>
                </a:lnTo>
                <a:lnTo>
                  <a:pt x="770117" y="149390"/>
                </a:lnTo>
                <a:lnTo>
                  <a:pt x="771214" y="149242"/>
                </a:lnTo>
                <a:lnTo>
                  <a:pt x="772299" y="149076"/>
                </a:lnTo>
                <a:lnTo>
                  <a:pt x="773374" y="148892"/>
                </a:lnTo>
                <a:lnTo>
                  <a:pt x="774438" y="148691"/>
                </a:lnTo>
                <a:lnTo>
                  <a:pt x="775490" y="148472"/>
                </a:lnTo>
                <a:lnTo>
                  <a:pt x="776532" y="148236"/>
                </a:lnTo>
                <a:lnTo>
                  <a:pt x="777562" y="147983"/>
                </a:lnTo>
                <a:lnTo>
                  <a:pt x="778582" y="147712"/>
                </a:lnTo>
                <a:lnTo>
                  <a:pt x="779590" y="147423"/>
                </a:lnTo>
                <a:lnTo>
                  <a:pt x="780587" y="147117"/>
                </a:lnTo>
                <a:lnTo>
                  <a:pt x="781573" y="146793"/>
                </a:lnTo>
                <a:lnTo>
                  <a:pt x="782549" y="146452"/>
                </a:lnTo>
                <a:lnTo>
                  <a:pt x="783513" y="146094"/>
                </a:lnTo>
                <a:lnTo>
                  <a:pt x="784465" y="145718"/>
                </a:lnTo>
                <a:lnTo>
                  <a:pt x="785407" y="145325"/>
                </a:lnTo>
                <a:lnTo>
                  <a:pt x="786338" y="144914"/>
                </a:lnTo>
                <a:lnTo>
                  <a:pt x="787255" y="144486"/>
                </a:lnTo>
                <a:lnTo>
                  <a:pt x="788156" y="144042"/>
                </a:lnTo>
                <a:lnTo>
                  <a:pt x="789041" y="143581"/>
                </a:lnTo>
                <a:lnTo>
                  <a:pt x="789910" y="143104"/>
                </a:lnTo>
                <a:lnTo>
                  <a:pt x="790762" y="142611"/>
                </a:lnTo>
                <a:lnTo>
                  <a:pt x="791598" y="142102"/>
                </a:lnTo>
                <a:lnTo>
                  <a:pt x="792418" y="141576"/>
                </a:lnTo>
                <a:lnTo>
                  <a:pt x="793221" y="141034"/>
                </a:lnTo>
                <a:lnTo>
                  <a:pt x="794009" y="140476"/>
                </a:lnTo>
                <a:lnTo>
                  <a:pt x="794780" y="139901"/>
                </a:lnTo>
                <a:lnTo>
                  <a:pt x="795535" y="139310"/>
                </a:lnTo>
                <a:lnTo>
                  <a:pt x="796273" y="138703"/>
                </a:lnTo>
                <a:lnTo>
                  <a:pt x="796996" y="138080"/>
                </a:lnTo>
                <a:lnTo>
                  <a:pt x="797702" y="137440"/>
                </a:lnTo>
                <a:lnTo>
                  <a:pt x="798392" y="136784"/>
                </a:lnTo>
                <a:lnTo>
                  <a:pt x="799066" y="136111"/>
                </a:lnTo>
                <a:lnTo>
                  <a:pt x="799724" y="135422"/>
                </a:lnTo>
                <a:lnTo>
                  <a:pt x="800365" y="134717"/>
                </a:lnTo>
                <a:lnTo>
                  <a:pt x="800990" y="133996"/>
                </a:lnTo>
                <a:lnTo>
                  <a:pt x="801599" y="133258"/>
                </a:lnTo>
                <a:lnTo>
                  <a:pt x="802192" y="132504"/>
                </a:lnTo>
                <a:lnTo>
                  <a:pt x="802768" y="131734"/>
                </a:lnTo>
                <a:lnTo>
                  <a:pt x="803329" y="130948"/>
                </a:lnTo>
                <a:lnTo>
                  <a:pt x="803873" y="130145"/>
                </a:lnTo>
                <a:lnTo>
                  <a:pt x="804398" y="129326"/>
                </a:lnTo>
                <a:lnTo>
                  <a:pt x="804902" y="128491"/>
                </a:lnTo>
                <a:lnTo>
                  <a:pt x="805385" y="127641"/>
                </a:lnTo>
                <a:lnTo>
                  <a:pt x="805847" y="126775"/>
                </a:lnTo>
                <a:lnTo>
                  <a:pt x="806287" y="125894"/>
                </a:lnTo>
                <a:lnTo>
                  <a:pt x="806707" y="124997"/>
                </a:lnTo>
                <a:lnTo>
                  <a:pt x="807105" y="124084"/>
                </a:lnTo>
                <a:lnTo>
                  <a:pt x="807482" y="123157"/>
                </a:lnTo>
                <a:lnTo>
                  <a:pt x="807838" y="122213"/>
                </a:lnTo>
                <a:lnTo>
                  <a:pt x="808173" y="121254"/>
                </a:lnTo>
                <a:lnTo>
                  <a:pt x="808486" y="120280"/>
                </a:lnTo>
                <a:lnTo>
                  <a:pt x="808778" y="119289"/>
                </a:lnTo>
                <a:lnTo>
                  <a:pt x="809050" y="118284"/>
                </a:lnTo>
                <a:lnTo>
                  <a:pt x="809299" y="117263"/>
                </a:lnTo>
                <a:lnTo>
                  <a:pt x="809528" y="116226"/>
                </a:lnTo>
                <a:lnTo>
                  <a:pt x="809736" y="115174"/>
                </a:lnTo>
                <a:lnTo>
                  <a:pt x="809922" y="114106"/>
                </a:lnTo>
                <a:lnTo>
                  <a:pt x="810087" y="113023"/>
                </a:lnTo>
                <a:lnTo>
                  <a:pt x="810231" y="111924"/>
                </a:lnTo>
                <a:lnTo>
                  <a:pt x="810354" y="110809"/>
                </a:lnTo>
                <a:lnTo>
                  <a:pt x="810456" y="109679"/>
                </a:lnTo>
                <a:lnTo>
                  <a:pt x="810536" y="108534"/>
                </a:lnTo>
                <a:lnTo>
                  <a:pt x="810596" y="107373"/>
                </a:lnTo>
                <a:lnTo>
                  <a:pt x="810634" y="106196"/>
                </a:lnTo>
                <a:lnTo>
                  <a:pt x="782381" y="106196"/>
                </a:lnTo>
                <a:lnTo>
                  <a:pt x="782353" y="107034"/>
                </a:lnTo>
                <a:lnTo>
                  <a:pt x="782306" y="107856"/>
                </a:lnTo>
                <a:lnTo>
                  <a:pt x="782241" y="108662"/>
                </a:lnTo>
                <a:lnTo>
                  <a:pt x="782156" y="109452"/>
                </a:lnTo>
                <a:lnTo>
                  <a:pt x="782053" y="110226"/>
                </a:lnTo>
                <a:lnTo>
                  <a:pt x="781931" y="110983"/>
                </a:lnTo>
                <a:lnTo>
                  <a:pt x="781789" y="111725"/>
                </a:lnTo>
                <a:lnTo>
                  <a:pt x="781629" y="112451"/>
                </a:lnTo>
                <a:lnTo>
                  <a:pt x="781450" y="113161"/>
                </a:lnTo>
                <a:lnTo>
                  <a:pt x="781253" y="113854"/>
                </a:lnTo>
                <a:lnTo>
                  <a:pt x="781036" y="114532"/>
                </a:lnTo>
                <a:lnTo>
                  <a:pt x="780800" y="115194"/>
                </a:lnTo>
                <a:lnTo>
                  <a:pt x="780546" y="115839"/>
                </a:lnTo>
                <a:lnTo>
                  <a:pt x="780272" y="116469"/>
                </a:lnTo>
                <a:lnTo>
                  <a:pt x="779980" y="117082"/>
                </a:lnTo>
                <a:lnTo>
                  <a:pt x="779669" y="117680"/>
                </a:lnTo>
                <a:lnTo>
                  <a:pt x="779339" y="118261"/>
                </a:lnTo>
                <a:lnTo>
                  <a:pt x="778990" y="118827"/>
                </a:lnTo>
                <a:lnTo>
                  <a:pt x="778622" y="119376"/>
                </a:lnTo>
                <a:lnTo>
                  <a:pt x="778235" y="119909"/>
                </a:lnTo>
                <a:lnTo>
                  <a:pt x="777829" y="120427"/>
                </a:lnTo>
                <a:lnTo>
                  <a:pt x="777405" y="120928"/>
                </a:lnTo>
                <a:lnTo>
                  <a:pt x="776961" y="121413"/>
                </a:lnTo>
                <a:lnTo>
                  <a:pt x="776499" y="121882"/>
                </a:lnTo>
                <a:lnTo>
                  <a:pt x="776020" y="122334"/>
                </a:lnTo>
                <a:lnTo>
                  <a:pt x="775527" y="122766"/>
                </a:lnTo>
                <a:lnTo>
                  <a:pt x="775019" y="123179"/>
                </a:lnTo>
                <a:lnTo>
                  <a:pt x="774497" y="123572"/>
                </a:lnTo>
                <a:lnTo>
                  <a:pt x="773961" y="123947"/>
                </a:lnTo>
                <a:lnTo>
                  <a:pt x="773411" y="124302"/>
                </a:lnTo>
                <a:lnTo>
                  <a:pt x="772846" y="124638"/>
                </a:lnTo>
                <a:lnTo>
                  <a:pt x="772267" y="124955"/>
                </a:lnTo>
                <a:lnTo>
                  <a:pt x="771673" y="125253"/>
                </a:lnTo>
                <a:lnTo>
                  <a:pt x="771065" y="125531"/>
                </a:lnTo>
                <a:lnTo>
                  <a:pt x="770443" y="125791"/>
                </a:lnTo>
                <a:lnTo>
                  <a:pt x="769807" y="126031"/>
                </a:lnTo>
                <a:lnTo>
                  <a:pt x="769156" y="126252"/>
                </a:lnTo>
                <a:lnTo>
                  <a:pt x="768491" y="126453"/>
                </a:lnTo>
                <a:lnTo>
                  <a:pt x="767812" y="126636"/>
                </a:lnTo>
                <a:lnTo>
                  <a:pt x="767118" y="126799"/>
                </a:lnTo>
                <a:lnTo>
                  <a:pt x="766410" y="126943"/>
                </a:lnTo>
                <a:lnTo>
                  <a:pt x="765688" y="127068"/>
                </a:lnTo>
                <a:lnTo>
                  <a:pt x="764951" y="127173"/>
                </a:lnTo>
                <a:lnTo>
                  <a:pt x="764200" y="127260"/>
                </a:lnTo>
                <a:lnTo>
                  <a:pt x="763435" y="127327"/>
                </a:lnTo>
                <a:lnTo>
                  <a:pt x="762655" y="127375"/>
                </a:lnTo>
                <a:lnTo>
                  <a:pt x="761862" y="127404"/>
                </a:lnTo>
                <a:lnTo>
                  <a:pt x="761053" y="127413"/>
                </a:lnTo>
                <a:lnTo>
                  <a:pt x="760362" y="127407"/>
                </a:lnTo>
                <a:lnTo>
                  <a:pt x="759682" y="127386"/>
                </a:lnTo>
                <a:lnTo>
                  <a:pt x="759012" y="127353"/>
                </a:lnTo>
                <a:lnTo>
                  <a:pt x="758352" y="127305"/>
                </a:lnTo>
                <a:lnTo>
                  <a:pt x="757703" y="127245"/>
                </a:lnTo>
                <a:lnTo>
                  <a:pt x="757065" y="127170"/>
                </a:lnTo>
                <a:lnTo>
                  <a:pt x="756437" y="127082"/>
                </a:lnTo>
                <a:lnTo>
                  <a:pt x="755819" y="126981"/>
                </a:lnTo>
                <a:lnTo>
                  <a:pt x="755212" y="126866"/>
                </a:lnTo>
                <a:lnTo>
                  <a:pt x="754616" y="126738"/>
                </a:lnTo>
                <a:lnTo>
                  <a:pt x="754030" y="126596"/>
                </a:lnTo>
                <a:lnTo>
                  <a:pt x="753454" y="126440"/>
                </a:lnTo>
                <a:lnTo>
                  <a:pt x="752889" y="126271"/>
                </a:lnTo>
                <a:lnTo>
                  <a:pt x="752335" y="126089"/>
                </a:lnTo>
                <a:lnTo>
                  <a:pt x="751791" y="125893"/>
                </a:lnTo>
                <a:lnTo>
                  <a:pt x="751257" y="125684"/>
                </a:lnTo>
                <a:lnTo>
                  <a:pt x="750734" y="125461"/>
                </a:lnTo>
                <a:lnTo>
                  <a:pt x="750221" y="125224"/>
                </a:lnTo>
                <a:lnTo>
                  <a:pt x="749719" y="124974"/>
                </a:lnTo>
                <a:lnTo>
                  <a:pt x="749228" y="124710"/>
                </a:lnTo>
                <a:lnTo>
                  <a:pt x="748747" y="124433"/>
                </a:lnTo>
                <a:lnTo>
                  <a:pt x="748276" y="124143"/>
                </a:lnTo>
                <a:lnTo>
                  <a:pt x="747816" y="123839"/>
                </a:lnTo>
                <a:lnTo>
                  <a:pt x="747367" y="123521"/>
                </a:lnTo>
                <a:lnTo>
                  <a:pt x="746927" y="123190"/>
                </a:lnTo>
                <a:lnTo>
                  <a:pt x="746498" y="122848"/>
                </a:lnTo>
                <a:lnTo>
                  <a:pt x="746078" y="122493"/>
                </a:lnTo>
                <a:lnTo>
                  <a:pt x="745669" y="122125"/>
                </a:lnTo>
                <a:lnTo>
                  <a:pt x="745269" y="121746"/>
                </a:lnTo>
                <a:lnTo>
                  <a:pt x="744879" y="121355"/>
                </a:lnTo>
                <a:lnTo>
                  <a:pt x="744500" y="120951"/>
                </a:lnTo>
                <a:lnTo>
                  <a:pt x="744130" y="120535"/>
                </a:lnTo>
                <a:lnTo>
                  <a:pt x="743770" y="120107"/>
                </a:lnTo>
                <a:lnTo>
                  <a:pt x="743420" y="119667"/>
                </a:lnTo>
                <a:lnTo>
                  <a:pt x="743080" y="119215"/>
                </a:lnTo>
                <a:lnTo>
                  <a:pt x="742749" y="118751"/>
                </a:lnTo>
                <a:lnTo>
                  <a:pt x="742429" y="118275"/>
                </a:lnTo>
                <a:lnTo>
                  <a:pt x="742119" y="117786"/>
                </a:lnTo>
                <a:lnTo>
                  <a:pt x="741818" y="117285"/>
                </a:lnTo>
                <a:lnTo>
                  <a:pt x="741528" y="116772"/>
                </a:lnTo>
                <a:lnTo>
                  <a:pt x="741247" y="116247"/>
                </a:lnTo>
                <a:lnTo>
                  <a:pt x="740977" y="115710"/>
                </a:lnTo>
                <a:lnTo>
                  <a:pt x="740716" y="115161"/>
                </a:lnTo>
                <a:lnTo>
                  <a:pt x="740465" y="114599"/>
                </a:lnTo>
                <a:lnTo>
                  <a:pt x="740224" y="114026"/>
                </a:lnTo>
                <a:lnTo>
                  <a:pt x="739993" y="113440"/>
                </a:lnTo>
                <a:lnTo>
                  <a:pt x="739772" y="112842"/>
                </a:lnTo>
                <a:lnTo>
                  <a:pt x="739561" y="112232"/>
                </a:lnTo>
                <a:lnTo>
                  <a:pt x="739359" y="111610"/>
                </a:lnTo>
                <a:lnTo>
                  <a:pt x="739166" y="110978"/>
                </a:lnTo>
                <a:lnTo>
                  <a:pt x="738982" y="110335"/>
                </a:lnTo>
                <a:lnTo>
                  <a:pt x="738806" y="109681"/>
                </a:lnTo>
                <a:lnTo>
                  <a:pt x="738638" y="109016"/>
                </a:lnTo>
                <a:lnTo>
                  <a:pt x="738479" y="108340"/>
                </a:lnTo>
                <a:lnTo>
                  <a:pt x="738329" y="107654"/>
                </a:lnTo>
                <a:lnTo>
                  <a:pt x="738187" y="106957"/>
                </a:lnTo>
                <a:lnTo>
                  <a:pt x="738054" y="106249"/>
                </a:lnTo>
                <a:lnTo>
                  <a:pt x="737929" y="105530"/>
                </a:lnTo>
                <a:lnTo>
                  <a:pt x="737814" y="104800"/>
                </a:lnTo>
                <a:lnTo>
                  <a:pt x="737706" y="104060"/>
                </a:lnTo>
                <a:lnTo>
                  <a:pt x="737607" y="103309"/>
                </a:lnTo>
                <a:lnTo>
                  <a:pt x="737517" y="102547"/>
                </a:lnTo>
                <a:lnTo>
                  <a:pt x="737436" y="101775"/>
                </a:lnTo>
                <a:lnTo>
                  <a:pt x="737363" y="100992"/>
                </a:lnTo>
                <a:lnTo>
                  <a:pt x="737298" y="100197"/>
                </a:lnTo>
                <a:lnTo>
                  <a:pt x="737242" y="99393"/>
                </a:lnTo>
                <a:lnTo>
                  <a:pt x="737195" y="98577"/>
                </a:lnTo>
                <a:lnTo>
                  <a:pt x="737156" y="97750"/>
                </a:lnTo>
                <a:lnTo>
                  <a:pt x="737126" y="96913"/>
                </a:lnTo>
                <a:lnTo>
                  <a:pt x="737105" y="96065"/>
                </a:lnTo>
                <a:lnTo>
                  <a:pt x="737092" y="95207"/>
                </a:lnTo>
                <a:lnTo>
                  <a:pt x="737088" y="94337"/>
                </a:lnTo>
                <a:lnTo>
                  <a:pt x="737098" y="92995"/>
                </a:lnTo>
                <a:lnTo>
                  <a:pt x="737127" y="91679"/>
                </a:lnTo>
                <a:lnTo>
                  <a:pt x="737176" y="90388"/>
                </a:lnTo>
                <a:lnTo>
                  <a:pt x="737245" y="89122"/>
                </a:lnTo>
                <a:lnTo>
                  <a:pt x="737334" y="87882"/>
                </a:lnTo>
                <a:lnTo>
                  <a:pt x="737442" y="86667"/>
                </a:lnTo>
                <a:lnTo>
                  <a:pt x="737569" y="85478"/>
                </a:lnTo>
                <a:lnTo>
                  <a:pt x="737717" y="84315"/>
                </a:lnTo>
                <a:lnTo>
                  <a:pt x="737884" y="83177"/>
                </a:lnTo>
                <a:lnTo>
                  <a:pt x="738071" y="82064"/>
                </a:lnTo>
                <a:lnTo>
                  <a:pt x="738277" y="80977"/>
                </a:lnTo>
                <a:lnTo>
                  <a:pt x="738503" y="79915"/>
                </a:lnTo>
                <a:lnTo>
                  <a:pt x="738749" y="78879"/>
                </a:lnTo>
                <a:lnTo>
                  <a:pt x="739014" y="77868"/>
                </a:lnTo>
                <a:lnTo>
                  <a:pt x="739299" y="76883"/>
                </a:lnTo>
                <a:lnTo>
                  <a:pt x="739604" y="75923"/>
                </a:lnTo>
                <a:lnTo>
                  <a:pt x="739928" y="74989"/>
                </a:lnTo>
                <a:lnTo>
                  <a:pt x="740272" y="74080"/>
                </a:lnTo>
                <a:lnTo>
                  <a:pt x="740636" y="73197"/>
                </a:lnTo>
                <a:lnTo>
                  <a:pt x="741019" y="72339"/>
                </a:lnTo>
                <a:lnTo>
                  <a:pt x="741422" y="71506"/>
                </a:lnTo>
                <a:lnTo>
                  <a:pt x="741845" y="70700"/>
                </a:lnTo>
                <a:lnTo>
                  <a:pt x="742287" y="69918"/>
                </a:lnTo>
                <a:lnTo>
                  <a:pt x="742749" y="69162"/>
                </a:lnTo>
                <a:lnTo>
                  <a:pt x="743233" y="68434"/>
                </a:lnTo>
                <a:lnTo>
                  <a:pt x="743741" y="67738"/>
                </a:lnTo>
                <a:lnTo>
                  <a:pt x="744274" y="67072"/>
                </a:lnTo>
                <a:lnTo>
                  <a:pt x="744830" y="66437"/>
                </a:lnTo>
                <a:lnTo>
                  <a:pt x="745411" y="65833"/>
                </a:lnTo>
                <a:lnTo>
                  <a:pt x="746016" y="65260"/>
                </a:lnTo>
                <a:lnTo>
                  <a:pt x="746646" y="64718"/>
                </a:lnTo>
                <a:lnTo>
                  <a:pt x="747299" y="64208"/>
                </a:lnTo>
                <a:lnTo>
                  <a:pt x="747977" y="63728"/>
                </a:lnTo>
                <a:lnTo>
                  <a:pt x="748679" y="63279"/>
                </a:lnTo>
                <a:lnTo>
                  <a:pt x="749406" y="62860"/>
                </a:lnTo>
                <a:lnTo>
                  <a:pt x="750156" y="62473"/>
                </a:lnTo>
                <a:lnTo>
                  <a:pt x="750931" y="62117"/>
                </a:lnTo>
                <a:lnTo>
                  <a:pt x="751730" y="61792"/>
                </a:lnTo>
                <a:lnTo>
                  <a:pt x="752553" y="61498"/>
                </a:lnTo>
                <a:lnTo>
                  <a:pt x="753401" y="61235"/>
                </a:lnTo>
                <a:lnTo>
                  <a:pt x="754273" y="61002"/>
                </a:lnTo>
                <a:lnTo>
                  <a:pt x="755168" y="60801"/>
                </a:lnTo>
                <a:lnTo>
                  <a:pt x="756089" y="60631"/>
                </a:lnTo>
                <a:lnTo>
                  <a:pt x="757033" y="60492"/>
                </a:lnTo>
                <a:lnTo>
                  <a:pt x="758002" y="60383"/>
                </a:lnTo>
                <a:lnTo>
                  <a:pt x="758995" y="60306"/>
                </a:lnTo>
                <a:lnTo>
                  <a:pt x="760012" y="60259"/>
                </a:lnTo>
                <a:lnTo>
                  <a:pt x="761053" y="60244"/>
                </a:lnTo>
                <a:lnTo>
                  <a:pt x="761843" y="60253"/>
                </a:lnTo>
                <a:lnTo>
                  <a:pt x="762618" y="60279"/>
                </a:lnTo>
                <a:lnTo>
                  <a:pt x="763377" y="60323"/>
                </a:lnTo>
                <a:lnTo>
                  <a:pt x="764122" y="60385"/>
                </a:lnTo>
                <a:lnTo>
                  <a:pt x="764852" y="60464"/>
                </a:lnTo>
                <a:lnTo>
                  <a:pt x="765568" y="60561"/>
                </a:lnTo>
                <a:lnTo>
                  <a:pt x="766268" y="60675"/>
                </a:lnTo>
                <a:lnTo>
                  <a:pt x="766953" y="60807"/>
                </a:lnTo>
                <a:lnTo>
                  <a:pt x="767624" y="60957"/>
                </a:lnTo>
                <a:lnTo>
                  <a:pt x="768279" y="61124"/>
                </a:lnTo>
                <a:lnTo>
                  <a:pt x="768920" y="61309"/>
                </a:lnTo>
                <a:lnTo>
                  <a:pt x="769546" y="61511"/>
                </a:lnTo>
                <a:lnTo>
                  <a:pt x="770157" y="61732"/>
                </a:lnTo>
                <a:lnTo>
                  <a:pt x="770753" y="61969"/>
                </a:lnTo>
                <a:lnTo>
                  <a:pt x="771334" y="62225"/>
                </a:lnTo>
                <a:lnTo>
                  <a:pt x="771900" y="62497"/>
                </a:lnTo>
                <a:lnTo>
                  <a:pt x="772452" y="62788"/>
                </a:lnTo>
                <a:lnTo>
                  <a:pt x="772988" y="63096"/>
                </a:lnTo>
                <a:lnTo>
                  <a:pt x="773510" y="63422"/>
                </a:lnTo>
                <a:lnTo>
                  <a:pt x="774016" y="63765"/>
                </a:lnTo>
                <a:lnTo>
                  <a:pt x="774508" y="64126"/>
                </a:lnTo>
                <a:lnTo>
                  <a:pt x="774985" y="64505"/>
                </a:lnTo>
                <a:lnTo>
                  <a:pt x="775447" y="64901"/>
                </a:lnTo>
                <a:lnTo>
                  <a:pt x="775894" y="65315"/>
                </a:lnTo>
                <a:lnTo>
                  <a:pt x="776325" y="65743"/>
                </a:lnTo>
                <a:lnTo>
                  <a:pt x="776739" y="66184"/>
                </a:lnTo>
                <a:lnTo>
                  <a:pt x="777135" y="66637"/>
                </a:lnTo>
                <a:lnTo>
                  <a:pt x="777513" y="67101"/>
                </a:lnTo>
                <a:lnTo>
                  <a:pt x="777874" y="67578"/>
                </a:lnTo>
                <a:lnTo>
                  <a:pt x="778217" y="68067"/>
                </a:lnTo>
                <a:lnTo>
                  <a:pt x="778542" y="68568"/>
                </a:lnTo>
                <a:lnTo>
                  <a:pt x="778850" y="69081"/>
                </a:lnTo>
                <a:lnTo>
                  <a:pt x="779141" y="69606"/>
                </a:lnTo>
                <a:lnTo>
                  <a:pt x="779414" y="70144"/>
                </a:lnTo>
                <a:lnTo>
                  <a:pt x="779669" y="70693"/>
                </a:lnTo>
                <a:lnTo>
                  <a:pt x="779907" y="71254"/>
                </a:lnTo>
                <a:lnTo>
                  <a:pt x="780127" y="71828"/>
                </a:lnTo>
                <a:lnTo>
                  <a:pt x="780330" y="72413"/>
                </a:lnTo>
                <a:lnTo>
                  <a:pt x="780515" y="73011"/>
                </a:lnTo>
                <a:lnTo>
                  <a:pt x="780683" y="73621"/>
                </a:lnTo>
                <a:lnTo>
                  <a:pt x="780833" y="74242"/>
                </a:lnTo>
                <a:lnTo>
                  <a:pt x="780965" y="74876"/>
                </a:lnTo>
                <a:lnTo>
                  <a:pt x="781080" y="75522"/>
                </a:lnTo>
                <a:lnTo>
                  <a:pt x="781177" y="76180"/>
                </a:lnTo>
                <a:lnTo>
                  <a:pt x="781257" y="76850"/>
                </a:lnTo>
                <a:lnTo>
                  <a:pt x="781319" y="77532"/>
                </a:lnTo>
                <a:lnTo>
                  <a:pt x="781364" y="78226"/>
                </a:lnTo>
                <a:lnTo>
                  <a:pt x="781391" y="78933"/>
                </a:lnTo>
                <a:lnTo>
                  <a:pt x="809644" y="78933"/>
                </a:lnTo>
                <a:lnTo>
                  <a:pt x="809624" y="77786"/>
                </a:lnTo>
                <a:lnTo>
                  <a:pt x="809582" y="76656"/>
                </a:lnTo>
                <a:lnTo>
                  <a:pt x="809517" y="75543"/>
                </a:lnTo>
                <a:lnTo>
                  <a:pt x="809430" y="74446"/>
                </a:lnTo>
                <a:lnTo>
                  <a:pt x="809322" y="73366"/>
                </a:lnTo>
                <a:lnTo>
                  <a:pt x="809191" y="72302"/>
                </a:lnTo>
                <a:lnTo>
                  <a:pt x="809038" y="71255"/>
                </a:lnTo>
                <a:lnTo>
                  <a:pt x="808862" y="70224"/>
                </a:lnTo>
                <a:lnTo>
                  <a:pt x="808665" y="69209"/>
                </a:lnTo>
                <a:lnTo>
                  <a:pt x="808446" y="68212"/>
                </a:lnTo>
                <a:lnTo>
                  <a:pt x="808204" y="67230"/>
                </a:lnTo>
                <a:lnTo>
                  <a:pt x="807940" y="66265"/>
                </a:lnTo>
                <a:lnTo>
                  <a:pt x="807654" y="65317"/>
                </a:lnTo>
                <a:lnTo>
                  <a:pt x="807346" y="64385"/>
                </a:lnTo>
                <a:lnTo>
                  <a:pt x="807016" y="63470"/>
                </a:lnTo>
                <a:lnTo>
                  <a:pt x="806664" y="62571"/>
                </a:lnTo>
                <a:lnTo>
                  <a:pt x="806289" y="61688"/>
                </a:lnTo>
                <a:lnTo>
                  <a:pt x="805893" y="60822"/>
                </a:lnTo>
                <a:lnTo>
                  <a:pt x="805474" y="59973"/>
                </a:lnTo>
                <a:lnTo>
                  <a:pt x="805033" y="59140"/>
                </a:lnTo>
                <a:lnTo>
                  <a:pt x="804570" y="58324"/>
                </a:lnTo>
                <a:lnTo>
                  <a:pt x="804085" y="57524"/>
                </a:lnTo>
                <a:lnTo>
                  <a:pt x="803578" y="56740"/>
                </a:lnTo>
                <a:lnTo>
                  <a:pt x="803048" y="55974"/>
                </a:lnTo>
                <a:lnTo>
                  <a:pt x="802500" y="55223"/>
                </a:lnTo>
                <a:lnTo>
                  <a:pt x="801936" y="54488"/>
                </a:lnTo>
                <a:lnTo>
                  <a:pt x="801356" y="53768"/>
                </a:lnTo>
                <a:lnTo>
                  <a:pt x="800761" y="53065"/>
                </a:lnTo>
                <a:lnTo>
                  <a:pt x="800150" y="52377"/>
                </a:lnTo>
                <a:lnTo>
                  <a:pt x="799523" y="51704"/>
                </a:lnTo>
                <a:lnTo>
                  <a:pt x="798881" y="51048"/>
                </a:lnTo>
                <a:lnTo>
                  <a:pt x="798223" y="50407"/>
                </a:lnTo>
                <a:lnTo>
                  <a:pt x="797550" y="49782"/>
                </a:lnTo>
                <a:lnTo>
                  <a:pt x="796861" y="49172"/>
                </a:lnTo>
                <a:lnTo>
                  <a:pt x="796156" y="48579"/>
                </a:lnTo>
                <a:lnTo>
                  <a:pt x="795435" y="48001"/>
                </a:lnTo>
                <a:lnTo>
                  <a:pt x="794699" y="47438"/>
                </a:lnTo>
                <a:lnTo>
                  <a:pt x="793947" y="46892"/>
                </a:lnTo>
                <a:lnTo>
                  <a:pt x="793180" y="46361"/>
                </a:lnTo>
                <a:lnTo>
                  <a:pt x="792397" y="45846"/>
                </a:lnTo>
                <a:lnTo>
                  <a:pt x="791598" y="45346"/>
                </a:lnTo>
                <a:lnTo>
                  <a:pt x="790784" y="44863"/>
                </a:lnTo>
                <a:lnTo>
                  <a:pt x="789954" y="44395"/>
                </a:lnTo>
                <a:lnTo>
                  <a:pt x="789108" y="43942"/>
                </a:lnTo>
                <a:lnTo>
                  <a:pt x="788247" y="43506"/>
                </a:lnTo>
                <a:lnTo>
                  <a:pt x="787370" y="43085"/>
                </a:lnTo>
                <a:lnTo>
                  <a:pt x="786477" y="42680"/>
                </a:lnTo>
                <a:lnTo>
                  <a:pt x="785569" y="42290"/>
                </a:lnTo>
                <a:lnTo>
                  <a:pt x="784648" y="41916"/>
                </a:lnTo>
                <a:lnTo>
                  <a:pt x="783718" y="41558"/>
                </a:lnTo>
                <a:lnTo>
                  <a:pt x="782779" y="41216"/>
                </a:lnTo>
                <a:lnTo>
                  <a:pt x="781831" y="40890"/>
                </a:lnTo>
                <a:lnTo>
                  <a:pt x="780874" y="40580"/>
                </a:lnTo>
                <a:lnTo>
                  <a:pt x="779907" y="40285"/>
                </a:lnTo>
                <a:lnTo>
                  <a:pt x="778931" y="40007"/>
                </a:lnTo>
                <a:lnTo>
                  <a:pt x="777947" y="39744"/>
                </a:lnTo>
                <a:lnTo>
                  <a:pt x="776953" y="39498"/>
                </a:lnTo>
                <a:lnTo>
                  <a:pt x="775949" y="39267"/>
                </a:lnTo>
                <a:lnTo>
                  <a:pt x="774937" y="39052"/>
                </a:lnTo>
                <a:lnTo>
                  <a:pt x="773916" y="38853"/>
                </a:lnTo>
                <a:lnTo>
                  <a:pt x="772885" y="38670"/>
                </a:lnTo>
                <a:lnTo>
                  <a:pt x="771845" y="38503"/>
                </a:lnTo>
                <a:lnTo>
                  <a:pt x="770796" y="38352"/>
                </a:lnTo>
                <a:lnTo>
                  <a:pt x="769738" y="38217"/>
                </a:lnTo>
                <a:lnTo>
                  <a:pt x="768671" y="38097"/>
                </a:lnTo>
                <a:lnTo>
                  <a:pt x="767594" y="37994"/>
                </a:lnTo>
                <a:lnTo>
                  <a:pt x="766509" y="37906"/>
                </a:lnTo>
                <a:lnTo>
                  <a:pt x="765414" y="37835"/>
                </a:lnTo>
                <a:lnTo>
                  <a:pt x="764310" y="37779"/>
                </a:lnTo>
                <a:lnTo>
                  <a:pt x="763197" y="37739"/>
                </a:lnTo>
                <a:lnTo>
                  <a:pt x="762075" y="37715"/>
                </a:lnTo>
                <a:lnTo>
                  <a:pt x="760943" y="37707"/>
                </a:lnTo>
                <a:lnTo>
                  <a:pt x="759640" y="37718"/>
                </a:lnTo>
                <a:lnTo>
                  <a:pt x="758348" y="37750"/>
                </a:lnTo>
                <a:lnTo>
                  <a:pt x="757069" y="37802"/>
                </a:lnTo>
                <a:lnTo>
                  <a:pt x="755803" y="37876"/>
                </a:lnTo>
                <a:lnTo>
                  <a:pt x="754548" y="37972"/>
                </a:lnTo>
                <a:lnTo>
                  <a:pt x="753306" y="38088"/>
                </a:lnTo>
                <a:lnTo>
                  <a:pt x="752077" y="38225"/>
                </a:lnTo>
                <a:lnTo>
                  <a:pt x="750860" y="38384"/>
                </a:lnTo>
                <a:lnTo>
                  <a:pt x="749655" y="38563"/>
                </a:lnTo>
                <a:lnTo>
                  <a:pt x="748463" y="38764"/>
                </a:lnTo>
                <a:lnTo>
                  <a:pt x="747283" y="38986"/>
                </a:lnTo>
                <a:lnTo>
                  <a:pt x="746116" y="39229"/>
                </a:lnTo>
                <a:lnTo>
                  <a:pt x="744961" y="39493"/>
                </a:lnTo>
                <a:lnTo>
                  <a:pt x="743819" y="39779"/>
                </a:lnTo>
                <a:lnTo>
                  <a:pt x="742688" y="40085"/>
                </a:lnTo>
                <a:lnTo>
                  <a:pt x="741571" y="40413"/>
                </a:lnTo>
                <a:lnTo>
                  <a:pt x="740465" y="40762"/>
                </a:lnTo>
                <a:lnTo>
                  <a:pt x="739372" y="41132"/>
                </a:lnTo>
                <a:lnTo>
                  <a:pt x="738292" y="41523"/>
                </a:lnTo>
                <a:lnTo>
                  <a:pt x="737224" y="41935"/>
                </a:lnTo>
                <a:lnTo>
                  <a:pt x="736168" y="42368"/>
                </a:lnTo>
                <a:lnTo>
                  <a:pt x="735125" y="42823"/>
                </a:lnTo>
                <a:lnTo>
                  <a:pt x="734094" y="43298"/>
                </a:lnTo>
                <a:lnTo>
                  <a:pt x="733075" y="43795"/>
                </a:lnTo>
                <a:lnTo>
                  <a:pt x="732072" y="44313"/>
                </a:lnTo>
                <a:lnTo>
                  <a:pt x="731088" y="44854"/>
                </a:lnTo>
                <a:lnTo>
                  <a:pt x="730122" y="45417"/>
                </a:lnTo>
                <a:lnTo>
                  <a:pt x="729174" y="46002"/>
                </a:lnTo>
                <a:lnTo>
                  <a:pt x="728245" y="46610"/>
                </a:lnTo>
                <a:lnTo>
                  <a:pt x="727335" y="47240"/>
                </a:lnTo>
                <a:lnTo>
                  <a:pt x="726443" y="47892"/>
                </a:lnTo>
                <a:lnTo>
                  <a:pt x="725569" y="48567"/>
                </a:lnTo>
                <a:lnTo>
                  <a:pt x="724714" y="49264"/>
                </a:lnTo>
                <a:lnTo>
                  <a:pt x="723878" y="49983"/>
                </a:lnTo>
                <a:lnTo>
                  <a:pt x="723060" y="50724"/>
                </a:lnTo>
                <a:lnTo>
                  <a:pt x="722260" y="51488"/>
                </a:lnTo>
                <a:lnTo>
                  <a:pt x="721480" y="52274"/>
                </a:lnTo>
                <a:lnTo>
                  <a:pt x="720717" y="53082"/>
                </a:lnTo>
                <a:lnTo>
                  <a:pt x="719973" y="53913"/>
                </a:lnTo>
                <a:lnTo>
                  <a:pt x="719248" y="54765"/>
                </a:lnTo>
                <a:lnTo>
                  <a:pt x="718541" y="55641"/>
                </a:lnTo>
                <a:lnTo>
                  <a:pt x="717853" y="56538"/>
                </a:lnTo>
                <a:lnTo>
                  <a:pt x="717183" y="57458"/>
                </a:lnTo>
                <a:lnTo>
                  <a:pt x="716532" y="58400"/>
                </a:lnTo>
                <a:lnTo>
                  <a:pt x="715899" y="59364"/>
                </a:lnTo>
                <a:lnTo>
                  <a:pt x="715285" y="60351"/>
                </a:lnTo>
                <a:lnTo>
                  <a:pt x="714689" y="61360"/>
                </a:lnTo>
                <a:lnTo>
                  <a:pt x="714112" y="62391"/>
                </a:lnTo>
                <a:lnTo>
                  <a:pt x="713555" y="63445"/>
                </a:lnTo>
                <a:lnTo>
                  <a:pt x="713023" y="64524"/>
                </a:lnTo>
                <a:lnTo>
                  <a:pt x="712514" y="65626"/>
                </a:lnTo>
                <a:lnTo>
                  <a:pt x="712029" y="66753"/>
                </a:lnTo>
                <a:lnTo>
                  <a:pt x="711567" y="67903"/>
                </a:lnTo>
                <a:lnTo>
                  <a:pt x="711130" y="69078"/>
                </a:lnTo>
                <a:lnTo>
                  <a:pt x="710715" y="70276"/>
                </a:lnTo>
                <a:lnTo>
                  <a:pt x="710325" y="71499"/>
                </a:lnTo>
                <a:lnTo>
                  <a:pt x="709958" y="72746"/>
                </a:lnTo>
                <a:lnTo>
                  <a:pt x="709615" y="74016"/>
                </a:lnTo>
                <a:lnTo>
                  <a:pt x="709295" y="75311"/>
                </a:lnTo>
                <a:lnTo>
                  <a:pt x="709000" y="76630"/>
                </a:lnTo>
                <a:lnTo>
                  <a:pt x="708727" y="77973"/>
                </a:lnTo>
                <a:lnTo>
                  <a:pt x="708479" y="79340"/>
                </a:lnTo>
                <a:lnTo>
                  <a:pt x="708254" y="80731"/>
                </a:lnTo>
                <a:lnTo>
                  <a:pt x="708053" y="82145"/>
                </a:lnTo>
                <a:lnTo>
                  <a:pt x="707876" y="83584"/>
                </a:lnTo>
                <a:lnTo>
                  <a:pt x="707722" y="85047"/>
                </a:lnTo>
                <a:lnTo>
                  <a:pt x="707592" y="86534"/>
                </a:lnTo>
                <a:lnTo>
                  <a:pt x="707485" y="88046"/>
                </a:lnTo>
                <a:lnTo>
                  <a:pt x="707402" y="89581"/>
                </a:lnTo>
                <a:lnTo>
                  <a:pt x="707343" y="91140"/>
                </a:lnTo>
                <a:lnTo>
                  <a:pt x="707308" y="92723"/>
                </a:lnTo>
                <a:lnTo>
                  <a:pt x="707296" y="94330"/>
                </a:lnTo>
                <a:lnTo>
                  <a:pt x="707308" y="95937"/>
                </a:lnTo>
                <a:lnTo>
                  <a:pt x="707345" y="97520"/>
                </a:lnTo>
                <a:lnTo>
                  <a:pt x="707407" y="99077"/>
                </a:lnTo>
                <a:lnTo>
                  <a:pt x="707494" y="100610"/>
                </a:lnTo>
                <a:lnTo>
                  <a:pt x="707606" y="102118"/>
                </a:lnTo>
                <a:lnTo>
                  <a:pt x="707742" y="103601"/>
                </a:lnTo>
                <a:lnTo>
                  <a:pt x="707904" y="105059"/>
                </a:lnTo>
                <a:lnTo>
                  <a:pt x="708090" y="106492"/>
                </a:lnTo>
                <a:lnTo>
                  <a:pt x="708301" y="107901"/>
                </a:lnTo>
                <a:lnTo>
                  <a:pt x="708536" y="109284"/>
                </a:lnTo>
                <a:lnTo>
                  <a:pt x="708797" y="110643"/>
                </a:lnTo>
                <a:lnTo>
                  <a:pt x="709082" y="111977"/>
                </a:lnTo>
                <a:lnTo>
                  <a:pt x="709392" y="113286"/>
                </a:lnTo>
                <a:lnTo>
                  <a:pt x="709727" y="114571"/>
                </a:lnTo>
                <a:lnTo>
                  <a:pt x="710087" y="115830"/>
                </a:lnTo>
                <a:lnTo>
                  <a:pt x="710472" y="117065"/>
                </a:lnTo>
                <a:lnTo>
                  <a:pt x="710881" y="118275"/>
                </a:lnTo>
                <a:lnTo>
                  <a:pt x="711315" y="119460"/>
                </a:lnTo>
                <a:lnTo>
                  <a:pt x="711774" y="120620"/>
                </a:lnTo>
                <a:lnTo>
                  <a:pt x="712258" y="121756"/>
                </a:lnTo>
                <a:lnTo>
                  <a:pt x="712767" y="122867"/>
                </a:lnTo>
                <a:lnTo>
                  <a:pt x="713300" y="123952"/>
                </a:lnTo>
                <a:lnTo>
                  <a:pt x="713858" y="125013"/>
                </a:lnTo>
                <a:lnTo>
                  <a:pt x="714441" y="126050"/>
                </a:lnTo>
                <a:lnTo>
                  <a:pt x="715046" y="127062"/>
                </a:lnTo>
                <a:lnTo>
                  <a:pt x="715667" y="128052"/>
                </a:lnTo>
                <a:lnTo>
                  <a:pt x="716307" y="129020"/>
                </a:lnTo>
                <a:lnTo>
                  <a:pt x="716964" y="129965"/>
                </a:lnTo>
                <a:lnTo>
                  <a:pt x="717638" y="130887"/>
                </a:lnTo>
                <a:lnTo>
                  <a:pt x="718330" y="131787"/>
                </a:lnTo>
                <a:lnTo>
                  <a:pt x="719040" y="132665"/>
                </a:lnTo>
                <a:lnTo>
                  <a:pt x="719767" y="133520"/>
                </a:lnTo>
                <a:lnTo>
                  <a:pt x="720512" y="134353"/>
                </a:lnTo>
                <a:lnTo>
                  <a:pt x="721274" y="135163"/>
                </a:lnTo>
                <a:lnTo>
                  <a:pt x="722054" y="135951"/>
                </a:lnTo>
                <a:lnTo>
                  <a:pt x="722851" y="136716"/>
                </a:lnTo>
                <a:lnTo>
                  <a:pt x="723666" y="137458"/>
                </a:lnTo>
                <a:lnTo>
                  <a:pt x="724499" y="138179"/>
                </a:lnTo>
                <a:lnTo>
                  <a:pt x="725349" y="138876"/>
                </a:lnTo>
                <a:lnTo>
                  <a:pt x="726217" y="139552"/>
                </a:lnTo>
                <a:lnTo>
                  <a:pt x="727102" y="140204"/>
                </a:lnTo>
                <a:lnTo>
                  <a:pt x="728004" y="140835"/>
                </a:lnTo>
                <a:lnTo>
                  <a:pt x="728925" y="141442"/>
                </a:lnTo>
                <a:lnTo>
                  <a:pt x="729863" y="142028"/>
                </a:lnTo>
                <a:lnTo>
                  <a:pt x="730818" y="142591"/>
                </a:lnTo>
                <a:lnTo>
                  <a:pt x="731791" y="143131"/>
                </a:lnTo>
                <a:lnTo>
                  <a:pt x="732782" y="143649"/>
                </a:lnTo>
                <a:lnTo>
                  <a:pt x="733790" y="144144"/>
                </a:lnTo>
                <a:lnTo>
                  <a:pt x="734811" y="144618"/>
                </a:lnTo>
                <a:lnTo>
                  <a:pt x="735843" y="145071"/>
                </a:lnTo>
                <a:lnTo>
                  <a:pt x="736883" y="145505"/>
                </a:lnTo>
                <a:lnTo>
                  <a:pt x="737934" y="145918"/>
                </a:lnTo>
                <a:lnTo>
                  <a:pt x="738993" y="146311"/>
                </a:lnTo>
                <a:lnTo>
                  <a:pt x="740063" y="146684"/>
                </a:lnTo>
                <a:lnTo>
                  <a:pt x="741142" y="147037"/>
                </a:lnTo>
                <a:lnTo>
                  <a:pt x="742230" y="147370"/>
                </a:lnTo>
                <a:lnTo>
                  <a:pt x="743328" y="147682"/>
                </a:lnTo>
                <a:lnTo>
                  <a:pt x="744436" y="147974"/>
                </a:lnTo>
                <a:lnTo>
                  <a:pt x="745553" y="148246"/>
                </a:lnTo>
                <a:lnTo>
                  <a:pt x="746680" y="148498"/>
                </a:lnTo>
                <a:lnTo>
                  <a:pt x="747816" y="148730"/>
                </a:lnTo>
                <a:lnTo>
                  <a:pt x="748961" y="148942"/>
                </a:lnTo>
                <a:lnTo>
                  <a:pt x="750117" y="149133"/>
                </a:lnTo>
                <a:lnTo>
                  <a:pt x="751281" y="149305"/>
                </a:lnTo>
                <a:lnTo>
                  <a:pt x="752456" y="149456"/>
                </a:lnTo>
                <a:lnTo>
                  <a:pt x="753640" y="149587"/>
                </a:lnTo>
                <a:lnTo>
                  <a:pt x="754833" y="149698"/>
                </a:lnTo>
                <a:lnTo>
                  <a:pt x="756036" y="149789"/>
                </a:lnTo>
                <a:lnTo>
                  <a:pt x="757249" y="149859"/>
                </a:lnTo>
                <a:lnTo>
                  <a:pt x="758471" y="149910"/>
                </a:lnTo>
                <a:lnTo>
                  <a:pt x="759702" y="149940"/>
                </a:lnTo>
                <a:lnTo>
                  <a:pt x="760943" y="149950"/>
                </a:lnTo>
                <a:lnTo>
                  <a:pt x="762129" y="149941"/>
                </a:lnTo>
                <a:lnTo>
                  <a:pt x="763303" y="149915"/>
                </a:lnTo>
                <a:lnTo>
                  <a:pt x="764466" y="149871"/>
                </a:lnTo>
                <a:lnTo>
                  <a:pt x="765619" y="149810"/>
                </a:lnTo>
                <a:close/>
                <a:moveTo>
                  <a:pt x="892483" y="149665"/>
                </a:moveTo>
                <a:lnTo>
                  <a:pt x="893776" y="149540"/>
                </a:lnTo>
                <a:lnTo>
                  <a:pt x="895055" y="149392"/>
                </a:lnTo>
                <a:lnTo>
                  <a:pt x="896319" y="149221"/>
                </a:lnTo>
                <a:lnTo>
                  <a:pt x="897568" y="149027"/>
                </a:lnTo>
                <a:lnTo>
                  <a:pt x="898802" y="148811"/>
                </a:lnTo>
                <a:lnTo>
                  <a:pt x="900022" y="148571"/>
                </a:lnTo>
                <a:lnTo>
                  <a:pt x="901227" y="148309"/>
                </a:lnTo>
                <a:lnTo>
                  <a:pt x="902418" y="148025"/>
                </a:lnTo>
                <a:lnTo>
                  <a:pt x="903594" y="147717"/>
                </a:lnTo>
                <a:lnTo>
                  <a:pt x="904755" y="147387"/>
                </a:lnTo>
                <a:lnTo>
                  <a:pt x="905901" y="147034"/>
                </a:lnTo>
                <a:lnTo>
                  <a:pt x="907033" y="146658"/>
                </a:lnTo>
                <a:lnTo>
                  <a:pt x="908150" y="146259"/>
                </a:lnTo>
                <a:lnTo>
                  <a:pt x="909252" y="145837"/>
                </a:lnTo>
                <a:lnTo>
                  <a:pt x="910340" y="145393"/>
                </a:lnTo>
                <a:lnTo>
                  <a:pt x="911413" y="144926"/>
                </a:lnTo>
                <a:lnTo>
                  <a:pt x="912471" y="144436"/>
                </a:lnTo>
                <a:lnTo>
                  <a:pt x="913514" y="143924"/>
                </a:lnTo>
                <a:lnTo>
                  <a:pt x="914543" y="143388"/>
                </a:lnTo>
                <a:lnTo>
                  <a:pt x="915555" y="142831"/>
                </a:lnTo>
                <a:lnTo>
                  <a:pt x="916548" y="142253"/>
                </a:lnTo>
                <a:lnTo>
                  <a:pt x="917523" y="141655"/>
                </a:lnTo>
                <a:lnTo>
                  <a:pt x="918478" y="141036"/>
                </a:lnTo>
                <a:lnTo>
                  <a:pt x="919414" y="140397"/>
                </a:lnTo>
                <a:lnTo>
                  <a:pt x="920332" y="139737"/>
                </a:lnTo>
                <a:lnTo>
                  <a:pt x="921231" y="139057"/>
                </a:lnTo>
                <a:lnTo>
                  <a:pt x="922110" y="138357"/>
                </a:lnTo>
                <a:lnTo>
                  <a:pt x="922971" y="137636"/>
                </a:lnTo>
                <a:lnTo>
                  <a:pt x="923813" y="136894"/>
                </a:lnTo>
                <a:lnTo>
                  <a:pt x="924636" y="136133"/>
                </a:lnTo>
                <a:lnTo>
                  <a:pt x="925440" y="135350"/>
                </a:lnTo>
                <a:lnTo>
                  <a:pt x="926226" y="134547"/>
                </a:lnTo>
                <a:lnTo>
                  <a:pt x="926992" y="133724"/>
                </a:lnTo>
                <a:lnTo>
                  <a:pt x="927740" y="132880"/>
                </a:lnTo>
                <a:lnTo>
                  <a:pt x="928468" y="132016"/>
                </a:lnTo>
                <a:lnTo>
                  <a:pt x="929178" y="131132"/>
                </a:lnTo>
                <a:lnTo>
                  <a:pt x="929869" y="130226"/>
                </a:lnTo>
                <a:lnTo>
                  <a:pt x="930541" y="129301"/>
                </a:lnTo>
                <a:lnTo>
                  <a:pt x="931194" y="128355"/>
                </a:lnTo>
                <a:lnTo>
                  <a:pt x="931828" y="127388"/>
                </a:lnTo>
                <a:lnTo>
                  <a:pt x="932443" y="126401"/>
                </a:lnTo>
                <a:lnTo>
                  <a:pt x="933039" y="125394"/>
                </a:lnTo>
                <a:lnTo>
                  <a:pt x="933617" y="124366"/>
                </a:lnTo>
                <a:lnTo>
                  <a:pt x="934173" y="123319"/>
                </a:lnTo>
                <a:lnTo>
                  <a:pt x="934705" y="122253"/>
                </a:lnTo>
                <a:lnTo>
                  <a:pt x="935214" y="121169"/>
                </a:lnTo>
                <a:lnTo>
                  <a:pt x="935699" y="120068"/>
                </a:lnTo>
                <a:lnTo>
                  <a:pt x="936161" y="118947"/>
                </a:lnTo>
                <a:lnTo>
                  <a:pt x="936599" y="117809"/>
                </a:lnTo>
                <a:lnTo>
                  <a:pt x="937013" y="116653"/>
                </a:lnTo>
                <a:lnTo>
                  <a:pt x="937403" y="115478"/>
                </a:lnTo>
                <a:lnTo>
                  <a:pt x="937770" y="114286"/>
                </a:lnTo>
                <a:lnTo>
                  <a:pt x="938113" y="113075"/>
                </a:lnTo>
                <a:lnTo>
                  <a:pt x="938433" y="111846"/>
                </a:lnTo>
                <a:lnTo>
                  <a:pt x="938729" y="110599"/>
                </a:lnTo>
                <a:lnTo>
                  <a:pt x="939001" y="109333"/>
                </a:lnTo>
                <a:lnTo>
                  <a:pt x="939249" y="108050"/>
                </a:lnTo>
                <a:lnTo>
                  <a:pt x="939474" y="106748"/>
                </a:lnTo>
                <a:lnTo>
                  <a:pt x="939675" y="105429"/>
                </a:lnTo>
                <a:lnTo>
                  <a:pt x="939853" y="104091"/>
                </a:lnTo>
                <a:lnTo>
                  <a:pt x="940007" y="102735"/>
                </a:lnTo>
                <a:lnTo>
                  <a:pt x="940137" y="101360"/>
                </a:lnTo>
                <a:lnTo>
                  <a:pt x="940243" y="99968"/>
                </a:lnTo>
                <a:lnTo>
                  <a:pt x="940326" y="98557"/>
                </a:lnTo>
                <a:lnTo>
                  <a:pt x="940385" y="97129"/>
                </a:lnTo>
                <a:lnTo>
                  <a:pt x="940421" y="95682"/>
                </a:lnTo>
                <a:lnTo>
                  <a:pt x="940433" y="94217"/>
                </a:lnTo>
                <a:lnTo>
                  <a:pt x="940421" y="92725"/>
                </a:lnTo>
                <a:lnTo>
                  <a:pt x="940385" y="91251"/>
                </a:lnTo>
                <a:lnTo>
                  <a:pt x="940326" y="89796"/>
                </a:lnTo>
                <a:lnTo>
                  <a:pt x="940243" y="88360"/>
                </a:lnTo>
                <a:lnTo>
                  <a:pt x="940137" y="86943"/>
                </a:lnTo>
                <a:lnTo>
                  <a:pt x="940007" y="85545"/>
                </a:lnTo>
                <a:lnTo>
                  <a:pt x="939853" y="84165"/>
                </a:lnTo>
                <a:lnTo>
                  <a:pt x="939675" y="82804"/>
                </a:lnTo>
                <a:lnTo>
                  <a:pt x="939474" y="81461"/>
                </a:lnTo>
                <a:lnTo>
                  <a:pt x="939249" y="80138"/>
                </a:lnTo>
                <a:lnTo>
                  <a:pt x="939001" y="78833"/>
                </a:lnTo>
                <a:lnTo>
                  <a:pt x="938729" y="77546"/>
                </a:lnTo>
                <a:lnTo>
                  <a:pt x="938433" y="76279"/>
                </a:lnTo>
                <a:lnTo>
                  <a:pt x="938113" y="75030"/>
                </a:lnTo>
                <a:lnTo>
                  <a:pt x="937770" y="73800"/>
                </a:lnTo>
                <a:lnTo>
                  <a:pt x="937403" y="72589"/>
                </a:lnTo>
                <a:lnTo>
                  <a:pt x="937013" y="71396"/>
                </a:lnTo>
                <a:lnTo>
                  <a:pt x="936599" y="70222"/>
                </a:lnTo>
                <a:lnTo>
                  <a:pt x="936161" y="69067"/>
                </a:lnTo>
                <a:lnTo>
                  <a:pt x="935699" y="67931"/>
                </a:lnTo>
                <a:lnTo>
                  <a:pt x="935214" y="66813"/>
                </a:lnTo>
                <a:lnTo>
                  <a:pt x="934705" y="65714"/>
                </a:lnTo>
                <a:lnTo>
                  <a:pt x="934173" y="64634"/>
                </a:lnTo>
                <a:lnTo>
                  <a:pt x="933617" y="63573"/>
                </a:lnTo>
                <a:lnTo>
                  <a:pt x="933039" y="62531"/>
                </a:lnTo>
                <a:lnTo>
                  <a:pt x="932443" y="61510"/>
                </a:lnTo>
                <a:lnTo>
                  <a:pt x="931828" y="60510"/>
                </a:lnTo>
                <a:lnTo>
                  <a:pt x="931194" y="59530"/>
                </a:lnTo>
                <a:lnTo>
                  <a:pt x="930541" y="58572"/>
                </a:lnTo>
                <a:lnTo>
                  <a:pt x="929869" y="57634"/>
                </a:lnTo>
                <a:lnTo>
                  <a:pt x="929178" y="56717"/>
                </a:lnTo>
                <a:lnTo>
                  <a:pt x="928468" y="55822"/>
                </a:lnTo>
                <a:lnTo>
                  <a:pt x="927740" y="54947"/>
                </a:lnTo>
                <a:lnTo>
                  <a:pt x="926992" y="54093"/>
                </a:lnTo>
                <a:lnTo>
                  <a:pt x="926226" y="53259"/>
                </a:lnTo>
                <a:lnTo>
                  <a:pt x="925440" y="52447"/>
                </a:lnTo>
                <a:lnTo>
                  <a:pt x="924636" y="51656"/>
                </a:lnTo>
                <a:lnTo>
                  <a:pt x="923813" y="50885"/>
                </a:lnTo>
                <a:lnTo>
                  <a:pt x="922971" y="50135"/>
                </a:lnTo>
                <a:lnTo>
                  <a:pt x="922110" y="49407"/>
                </a:lnTo>
                <a:lnTo>
                  <a:pt x="921231" y="48699"/>
                </a:lnTo>
                <a:lnTo>
                  <a:pt x="920332" y="48012"/>
                </a:lnTo>
                <a:lnTo>
                  <a:pt x="919414" y="47345"/>
                </a:lnTo>
                <a:lnTo>
                  <a:pt x="918478" y="46700"/>
                </a:lnTo>
                <a:lnTo>
                  <a:pt x="917523" y="46076"/>
                </a:lnTo>
                <a:lnTo>
                  <a:pt x="916548" y="45472"/>
                </a:lnTo>
                <a:lnTo>
                  <a:pt x="915555" y="44889"/>
                </a:lnTo>
                <a:lnTo>
                  <a:pt x="914543" y="44327"/>
                </a:lnTo>
                <a:lnTo>
                  <a:pt x="913514" y="43787"/>
                </a:lnTo>
                <a:lnTo>
                  <a:pt x="912471" y="43270"/>
                </a:lnTo>
                <a:lnTo>
                  <a:pt x="911413" y="42776"/>
                </a:lnTo>
                <a:lnTo>
                  <a:pt x="910340" y="42305"/>
                </a:lnTo>
                <a:lnTo>
                  <a:pt x="909252" y="41856"/>
                </a:lnTo>
                <a:lnTo>
                  <a:pt x="908150" y="41431"/>
                </a:lnTo>
                <a:lnTo>
                  <a:pt x="907033" y="41029"/>
                </a:lnTo>
                <a:lnTo>
                  <a:pt x="905901" y="40650"/>
                </a:lnTo>
                <a:lnTo>
                  <a:pt x="904755" y="40293"/>
                </a:lnTo>
                <a:lnTo>
                  <a:pt x="903594" y="39960"/>
                </a:lnTo>
                <a:lnTo>
                  <a:pt x="902418" y="39650"/>
                </a:lnTo>
                <a:lnTo>
                  <a:pt x="901227" y="39362"/>
                </a:lnTo>
                <a:lnTo>
                  <a:pt x="900022" y="39098"/>
                </a:lnTo>
                <a:lnTo>
                  <a:pt x="898802" y="38857"/>
                </a:lnTo>
                <a:lnTo>
                  <a:pt x="897568" y="38638"/>
                </a:lnTo>
                <a:lnTo>
                  <a:pt x="896319" y="38443"/>
                </a:lnTo>
                <a:lnTo>
                  <a:pt x="895055" y="38271"/>
                </a:lnTo>
                <a:lnTo>
                  <a:pt x="893776" y="38121"/>
                </a:lnTo>
                <a:lnTo>
                  <a:pt x="892483" y="37995"/>
                </a:lnTo>
                <a:lnTo>
                  <a:pt x="891175" y="37891"/>
                </a:lnTo>
                <a:lnTo>
                  <a:pt x="889852" y="37811"/>
                </a:lnTo>
                <a:lnTo>
                  <a:pt x="888514" y="37753"/>
                </a:lnTo>
                <a:lnTo>
                  <a:pt x="887162" y="37719"/>
                </a:lnTo>
                <a:lnTo>
                  <a:pt x="885796" y="37707"/>
                </a:lnTo>
                <a:lnTo>
                  <a:pt x="884447" y="37719"/>
                </a:lnTo>
                <a:lnTo>
                  <a:pt x="883112" y="37753"/>
                </a:lnTo>
                <a:lnTo>
                  <a:pt x="881791" y="37811"/>
                </a:lnTo>
                <a:lnTo>
                  <a:pt x="880484" y="37891"/>
                </a:lnTo>
                <a:lnTo>
                  <a:pt x="879190" y="37995"/>
                </a:lnTo>
                <a:lnTo>
                  <a:pt x="877911" y="38121"/>
                </a:lnTo>
                <a:lnTo>
                  <a:pt x="876646" y="38271"/>
                </a:lnTo>
                <a:lnTo>
                  <a:pt x="875395" y="38443"/>
                </a:lnTo>
                <a:lnTo>
                  <a:pt x="874157" y="38638"/>
                </a:lnTo>
                <a:lnTo>
                  <a:pt x="872934" y="38857"/>
                </a:lnTo>
                <a:lnTo>
                  <a:pt x="871724" y="39098"/>
                </a:lnTo>
                <a:lnTo>
                  <a:pt x="870528" y="39362"/>
                </a:lnTo>
                <a:lnTo>
                  <a:pt x="869347" y="39650"/>
                </a:lnTo>
                <a:lnTo>
                  <a:pt x="868179" y="39960"/>
                </a:lnTo>
                <a:lnTo>
                  <a:pt x="867025" y="40293"/>
                </a:lnTo>
                <a:lnTo>
                  <a:pt x="865885" y="40650"/>
                </a:lnTo>
                <a:lnTo>
                  <a:pt x="864759" y="41029"/>
                </a:lnTo>
                <a:lnTo>
                  <a:pt x="863647" y="41431"/>
                </a:lnTo>
                <a:lnTo>
                  <a:pt x="862549" y="41856"/>
                </a:lnTo>
                <a:lnTo>
                  <a:pt x="861465" y="42305"/>
                </a:lnTo>
                <a:lnTo>
                  <a:pt x="860395" y="42776"/>
                </a:lnTo>
                <a:lnTo>
                  <a:pt x="859338" y="43270"/>
                </a:lnTo>
                <a:lnTo>
                  <a:pt x="858296" y="43787"/>
                </a:lnTo>
                <a:lnTo>
                  <a:pt x="857268" y="44327"/>
                </a:lnTo>
                <a:lnTo>
                  <a:pt x="856256" y="44889"/>
                </a:lnTo>
                <a:lnTo>
                  <a:pt x="855263" y="45472"/>
                </a:lnTo>
                <a:lnTo>
                  <a:pt x="854290" y="46076"/>
                </a:lnTo>
                <a:lnTo>
                  <a:pt x="853336" y="46700"/>
                </a:lnTo>
                <a:lnTo>
                  <a:pt x="852401" y="47345"/>
                </a:lnTo>
                <a:lnTo>
                  <a:pt x="851486" y="48012"/>
                </a:lnTo>
                <a:lnTo>
                  <a:pt x="850590" y="48699"/>
                </a:lnTo>
                <a:lnTo>
                  <a:pt x="849713" y="49407"/>
                </a:lnTo>
                <a:lnTo>
                  <a:pt x="848855" y="50135"/>
                </a:lnTo>
                <a:lnTo>
                  <a:pt x="848017" y="50885"/>
                </a:lnTo>
                <a:lnTo>
                  <a:pt x="847198" y="51656"/>
                </a:lnTo>
                <a:lnTo>
                  <a:pt x="846398" y="52447"/>
                </a:lnTo>
                <a:lnTo>
                  <a:pt x="845617" y="53259"/>
                </a:lnTo>
                <a:lnTo>
                  <a:pt x="844856" y="54093"/>
                </a:lnTo>
                <a:lnTo>
                  <a:pt x="844114" y="54947"/>
                </a:lnTo>
                <a:lnTo>
                  <a:pt x="843392" y="55822"/>
                </a:lnTo>
                <a:lnTo>
                  <a:pt x="842688" y="56717"/>
                </a:lnTo>
                <a:lnTo>
                  <a:pt x="842004" y="57634"/>
                </a:lnTo>
                <a:lnTo>
                  <a:pt x="841339" y="58572"/>
                </a:lnTo>
                <a:lnTo>
                  <a:pt x="840694" y="59530"/>
                </a:lnTo>
                <a:lnTo>
                  <a:pt x="840067" y="60510"/>
                </a:lnTo>
                <a:lnTo>
                  <a:pt x="839460" y="61510"/>
                </a:lnTo>
                <a:lnTo>
                  <a:pt x="838873" y="62531"/>
                </a:lnTo>
                <a:lnTo>
                  <a:pt x="838304" y="63573"/>
                </a:lnTo>
                <a:lnTo>
                  <a:pt x="837757" y="64634"/>
                </a:lnTo>
                <a:lnTo>
                  <a:pt x="837233" y="65714"/>
                </a:lnTo>
                <a:lnTo>
                  <a:pt x="836732" y="66813"/>
                </a:lnTo>
                <a:lnTo>
                  <a:pt x="836255" y="67931"/>
                </a:lnTo>
                <a:lnTo>
                  <a:pt x="835801" y="69067"/>
                </a:lnTo>
                <a:lnTo>
                  <a:pt x="835370" y="70222"/>
                </a:lnTo>
                <a:lnTo>
                  <a:pt x="834963" y="71396"/>
                </a:lnTo>
                <a:lnTo>
                  <a:pt x="834579" y="72589"/>
                </a:lnTo>
                <a:lnTo>
                  <a:pt x="834218" y="73800"/>
                </a:lnTo>
                <a:lnTo>
                  <a:pt x="833880" y="75030"/>
                </a:lnTo>
                <a:lnTo>
                  <a:pt x="833566" y="76279"/>
                </a:lnTo>
                <a:lnTo>
                  <a:pt x="833275" y="77546"/>
                </a:lnTo>
                <a:lnTo>
                  <a:pt x="833007" y="78833"/>
                </a:lnTo>
                <a:lnTo>
                  <a:pt x="832762" y="80138"/>
                </a:lnTo>
                <a:lnTo>
                  <a:pt x="832541" y="81461"/>
                </a:lnTo>
                <a:lnTo>
                  <a:pt x="832343" y="82804"/>
                </a:lnTo>
                <a:lnTo>
                  <a:pt x="832169" y="84165"/>
                </a:lnTo>
                <a:lnTo>
                  <a:pt x="832017" y="85545"/>
                </a:lnTo>
                <a:lnTo>
                  <a:pt x="831889" y="86943"/>
                </a:lnTo>
                <a:lnTo>
                  <a:pt x="831784" y="88360"/>
                </a:lnTo>
                <a:lnTo>
                  <a:pt x="831703" y="89796"/>
                </a:lnTo>
                <a:lnTo>
                  <a:pt x="831645" y="91251"/>
                </a:lnTo>
                <a:lnTo>
                  <a:pt x="831610" y="92725"/>
                </a:lnTo>
                <a:lnTo>
                  <a:pt x="831598" y="94217"/>
                </a:lnTo>
                <a:lnTo>
                  <a:pt x="831610" y="95682"/>
                </a:lnTo>
                <a:lnTo>
                  <a:pt x="831645" y="97129"/>
                </a:lnTo>
                <a:lnTo>
                  <a:pt x="831703" y="98557"/>
                </a:lnTo>
                <a:lnTo>
                  <a:pt x="831784" y="99968"/>
                </a:lnTo>
                <a:lnTo>
                  <a:pt x="831889" y="101360"/>
                </a:lnTo>
                <a:lnTo>
                  <a:pt x="832017" y="102735"/>
                </a:lnTo>
                <a:lnTo>
                  <a:pt x="832169" y="104091"/>
                </a:lnTo>
                <a:lnTo>
                  <a:pt x="832343" y="105429"/>
                </a:lnTo>
                <a:lnTo>
                  <a:pt x="832541" y="106748"/>
                </a:lnTo>
                <a:lnTo>
                  <a:pt x="832762" y="108050"/>
                </a:lnTo>
                <a:lnTo>
                  <a:pt x="833007" y="109333"/>
                </a:lnTo>
                <a:lnTo>
                  <a:pt x="833275" y="110599"/>
                </a:lnTo>
                <a:lnTo>
                  <a:pt x="833566" y="111846"/>
                </a:lnTo>
                <a:lnTo>
                  <a:pt x="833880" y="113075"/>
                </a:lnTo>
                <a:lnTo>
                  <a:pt x="834218" y="114286"/>
                </a:lnTo>
                <a:lnTo>
                  <a:pt x="834579" y="115478"/>
                </a:lnTo>
                <a:lnTo>
                  <a:pt x="834963" y="116653"/>
                </a:lnTo>
                <a:lnTo>
                  <a:pt x="835370" y="117809"/>
                </a:lnTo>
                <a:lnTo>
                  <a:pt x="835801" y="118947"/>
                </a:lnTo>
                <a:lnTo>
                  <a:pt x="836255" y="120068"/>
                </a:lnTo>
                <a:lnTo>
                  <a:pt x="836732" y="121169"/>
                </a:lnTo>
                <a:lnTo>
                  <a:pt x="837233" y="122253"/>
                </a:lnTo>
                <a:lnTo>
                  <a:pt x="837757" y="123319"/>
                </a:lnTo>
                <a:lnTo>
                  <a:pt x="838304" y="124366"/>
                </a:lnTo>
                <a:lnTo>
                  <a:pt x="838873" y="125394"/>
                </a:lnTo>
                <a:lnTo>
                  <a:pt x="839460" y="126401"/>
                </a:lnTo>
                <a:lnTo>
                  <a:pt x="840067" y="127388"/>
                </a:lnTo>
                <a:lnTo>
                  <a:pt x="840694" y="128355"/>
                </a:lnTo>
                <a:lnTo>
                  <a:pt x="841339" y="129301"/>
                </a:lnTo>
                <a:lnTo>
                  <a:pt x="842004" y="130226"/>
                </a:lnTo>
                <a:lnTo>
                  <a:pt x="842688" y="131132"/>
                </a:lnTo>
                <a:lnTo>
                  <a:pt x="843392" y="132016"/>
                </a:lnTo>
                <a:lnTo>
                  <a:pt x="844114" y="132880"/>
                </a:lnTo>
                <a:lnTo>
                  <a:pt x="844856" y="133724"/>
                </a:lnTo>
                <a:lnTo>
                  <a:pt x="845617" y="134547"/>
                </a:lnTo>
                <a:lnTo>
                  <a:pt x="846398" y="135350"/>
                </a:lnTo>
                <a:lnTo>
                  <a:pt x="847198" y="136133"/>
                </a:lnTo>
                <a:lnTo>
                  <a:pt x="848017" y="136894"/>
                </a:lnTo>
                <a:lnTo>
                  <a:pt x="848855" y="137636"/>
                </a:lnTo>
                <a:lnTo>
                  <a:pt x="849713" y="138357"/>
                </a:lnTo>
                <a:lnTo>
                  <a:pt x="850590" y="139057"/>
                </a:lnTo>
                <a:lnTo>
                  <a:pt x="851486" y="139737"/>
                </a:lnTo>
                <a:lnTo>
                  <a:pt x="852401" y="140397"/>
                </a:lnTo>
                <a:lnTo>
                  <a:pt x="853336" y="141036"/>
                </a:lnTo>
                <a:lnTo>
                  <a:pt x="854290" y="141655"/>
                </a:lnTo>
                <a:lnTo>
                  <a:pt x="855263" y="142253"/>
                </a:lnTo>
                <a:lnTo>
                  <a:pt x="856256" y="142831"/>
                </a:lnTo>
                <a:lnTo>
                  <a:pt x="857268" y="143388"/>
                </a:lnTo>
                <a:lnTo>
                  <a:pt x="858296" y="143924"/>
                </a:lnTo>
                <a:lnTo>
                  <a:pt x="859338" y="144436"/>
                </a:lnTo>
                <a:lnTo>
                  <a:pt x="860395" y="144926"/>
                </a:lnTo>
                <a:lnTo>
                  <a:pt x="861465" y="145393"/>
                </a:lnTo>
                <a:lnTo>
                  <a:pt x="862549" y="145837"/>
                </a:lnTo>
                <a:lnTo>
                  <a:pt x="863647" y="146259"/>
                </a:lnTo>
                <a:lnTo>
                  <a:pt x="864759" y="146658"/>
                </a:lnTo>
                <a:lnTo>
                  <a:pt x="865885" y="147034"/>
                </a:lnTo>
                <a:lnTo>
                  <a:pt x="867025" y="147387"/>
                </a:lnTo>
                <a:lnTo>
                  <a:pt x="868179" y="147717"/>
                </a:lnTo>
                <a:lnTo>
                  <a:pt x="869347" y="148025"/>
                </a:lnTo>
                <a:lnTo>
                  <a:pt x="870528" y="148309"/>
                </a:lnTo>
                <a:lnTo>
                  <a:pt x="871724" y="148571"/>
                </a:lnTo>
                <a:lnTo>
                  <a:pt x="872934" y="148811"/>
                </a:lnTo>
                <a:lnTo>
                  <a:pt x="874157" y="149027"/>
                </a:lnTo>
                <a:lnTo>
                  <a:pt x="875395" y="149221"/>
                </a:lnTo>
                <a:lnTo>
                  <a:pt x="876646" y="149392"/>
                </a:lnTo>
                <a:lnTo>
                  <a:pt x="877911" y="149540"/>
                </a:lnTo>
                <a:lnTo>
                  <a:pt x="879190" y="149665"/>
                </a:lnTo>
                <a:lnTo>
                  <a:pt x="880484" y="149768"/>
                </a:lnTo>
                <a:lnTo>
                  <a:pt x="881791" y="149847"/>
                </a:lnTo>
                <a:lnTo>
                  <a:pt x="883112" y="149904"/>
                </a:lnTo>
                <a:lnTo>
                  <a:pt x="884447" y="149939"/>
                </a:lnTo>
                <a:lnTo>
                  <a:pt x="885796" y="149950"/>
                </a:lnTo>
                <a:lnTo>
                  <a:pt x="887162" y="149939"/>
                </a:lnTo>
                <a:lnTo>
                  <a:pt x="888514" y="149904"/>
                </a:lnTo>
                <a:lnTo>
                  <a:pt x="889852" y="149847"/>
                </a:lnTo>
                <a:lnTo>
                  <a:pt x="891175" y="149768"/>
                </a:lnTo>
                <a:lnTo>
                  <a:pt x="892483" y="149665"/>
                </a:lnTo>
                <a:close/>
                <a:moveTo>
                  <a:pt x="882076" y="127546"/>
                </a:moveTo>
                <a:lnTo>
                  <a:pt x="881374" y="127459"/>
                </a:lnTo>
                <a:lnTo>
                  <a:pt x="880686" y="127357"/>
                </a:lnTo>
                <a:lnTo>
                  <a:pt x="880012" y="127239"/>
                </a:lnTo>
                <a:lnTo>
                  <a:pt x="879351" y="127105"/>
                </a:lnTo>
                <a:lnTo>
                  <a:pt x="878705" y="126955"/>
                </a:lnTo>
                <a:lnTo>
                  <a:pt x="878073" y="126789"/>
                </a:lnTo>
                <a:lnTo>
                  <a:pt x="877454" y="126608"/>
                </a:lnTo>
                <a:lnTo>
                  <a:pt x="876850" y="126411"/>
                </a:lnTo>
                <a:lnTo>
                  <a:pt x="876259" y="126198"/>
                </a:lnTo>
                <a:lnTo>
                  <a:pt x="875682" y="125969"/>
                </a:lnTo>
                <a:lnTo>
                  <a:pt x="875120" y="125725"/>
                </a:lnTo>
                <a:lnTo>
                  <a:pt x="874571" y="125465"/>
                </a:lnTo>
                <a:lnTo>
                  <a:pt x="874036" y="125189"/>
                </a:lnTo>
                <a:lnTo>
                  <a:pt x="873515" y="124897"/>
                </a:lnTo>
                <a:lnTo>
                  <a:pt x="873008" y="124589"/>
                </a:lnTo>
                <a:lnTo>
                  <a:pt x="872515" y="124266"/>
                </a:lnTo>
                <a:lnTo>
                  <a:pt x="872036" y="123927"/>
                </a:lnTo>
                <a:lnTo>
                  <a:pt x="871571" y="123572"/>
                </a:lnTo>
                <a:lnTo>
                  <a:pt x="871119" y="123202"/>
                </a:lnTo>
                <a:lnTo>
                  <a:pt x="870680" y="122818"/>
                </a:lnTo>
                <a:lnTo>
                  <a:pt x="870252" y="122423"/>
                </a:lnTo>
                <a:lnTo>
                  <a:pt x="869835" y="122018"/>
                </a:lnTo>
                <a:lnTo>
                  <a:pt x="869429" y="121602"/>
                </a:lnTo>
                <a:lnTo>
                  <a:pt x="869034" y="121175"/>
                </a:lnTo>
                <a:lnTo>
                  <a:pt x="868649" y="120738"/>
                </a:lnTo>
                <a:lnTo>
                  <a:pt x="868276" y="120290"/>
                </a:lnTo>
                <a:lnTo>
                  <a:pt x="867913" y="119831"/>
                </a:lnTo>
                <a:lnTo>
                  <a:pt x="867561" y="119362"/>
                </a:lnTo>
                <a:lnTo>
                  <a:pt x="867220" y="118882"/>
                </a:lnTo>
                <a:lnTo>
                  <a:pt x="866890" y="118391"/>
                </a:lnTo>
                <a:lnTo>
                  <a:pt x="866571" y="117890"/>
                </a:lnTo>
                <a:lnTo>
                  <a:pt x="866262" y="117377"/>
                </a:lnTo>
                <a:lnTo>
                  <a:pt x="865965" y="116854"/>
                </a:lnTo>
                <a:lnTo>
                  <a:pt x="865678" y="116321"/>
                </a:lnTo>
                <a:lnTo>
                  <a:pt x="865403" y="115776"/>
                </a:lnTo>
                <a:lnTo>
                  <a:pt x="865138" y="115221"/>
                </a:lnTo>
                <a:lnTo>
                  <a:pt x="864884" y="114656"/>
                </a:lnTo>
                <a:lnTo>
                  <a:pt x="864641" y="114079"/>
                </a:lnTo>
                <a:lnTo>
                  <a:pt x="864409" y="113492"/>
                </a:lnTo>
                <a:lnTo>
                  <a:pt x="864187" y="112894"/>
                </a:lnTo>
                <a:lnTo>
                  <a:pt x="863977" y="112286"/>
                </a:lnTo>
                <a:lnTo>
                  <a:pt x="863778" y="111667"/>
                </a:lnTo>
                <a:lnTo>
                  <a:pt x="863589" y="111037"/>
                </a:lnTo>
                <a:lnTo>
                  <a:pt x="863409" y="110399"/>
                </a:lnTo>
                <a:lnTo>
                  <a:pt x="863238" y="109755"/>
                </a:lnTo>
                <a:lnTo>
                  <a:pt x="863074" y="109106"/>
                </a:lnTo>
                <a:lnTo>
                  <a:pt x="862917" y="108452"/>
                </a:lnTo>
                <a:lnTo>
                  <a:pt x="862768" y="107792"/>
                </a:lnTo>
                <a:lnTo>
                  <a:pt x="862627" y="107127"/>
                </a:lnTo>
                <a:lnTo>
                  <a:pt x="862493" y="106456"/>
                </a:lnTo>
                <a:lnTo>
                  <a:pt x="862367" y="105780"/>
                </a:lnTo>
                <a:lnTo>
                  <a:pt x="862249" y="105099"/>
                </a:lnTo>
                <a:lnTo>
                  <a:pt x="862138" y="104411"/>
                </a:lnTo>
                <a:lnTo>
                  <a:pt x="862035" y="103719"/>
                </a:lnTo>
                <a:lnTo>
                  <a:pt x="861940" y="103021"/>
                </a:lnTo>
                <a:lnTo>
                  <a:pt x="861852" y="102318"/>
                </a:lnTo>
                <a:lnTo>
                  <a:pt x="861772" y="101609"/>
                </a:lnTo>
                <a:lnTo>
                  <a:pt x="861699" y="100894"/>
                </a:lnTo>
                <a:lnTo>
                  <a:pt x="861634" y="100175"/>
                </a:lnTo>
                <a:lnTo>
                  <a:pt x="861577" y="99449"/>
                </a:lnTo>
                <a:lnTo>
                  <a:pt x="861528" y="98719"/>
                </a:lnTo>
                <a:lnTo>
                  <a:pt x="861486" y="97983"/>
                </a:lnTo>
                <a:lnTo>
                  <a:pt x="861451" y="97241"/>
                </a:lnTo>
                <a:lnTo>
                  <a:pt x="861425" y="96494"/>
                </a:lnTo>
                <a:lnTo>
                  <a:pt x="861405" y="95742"/>
                </a:lnTo>
                <a:lnTo>
                  <a:pt x="861394" y="94984"/>
                </a:lnTo>
                <a:lnTo>
                  <a:pt x="861390" y="94220"/>
                </a:lnTo>
                <a:lnTo>
                  <a:pt x="861394" y="93438"/>
                </a:lnTo>
                <a:lnTo>
                  <a:pt x="861405" y="92662"/>
                </a:lnTo>
                <a:lnTo>
                  <a:pt x="861425" y="91892"/>
                </a:lnTo>
                <a:lnTo>
                  <a:pt x="861451" y="91127"/>
                </a:lnTo>
                <a:lnTo>
                  <a:pt x="861486" y="90368"/>
                </a:lnTo>
                <a:lnTo>
                  <a:pt x="861528" y="89615"/>
                </a:lnTo>
                <a:lnTo>
                  <a:pt x="861577" y="88868"/>
                </a:lnTo>
                <a:lnTo>
                  <a:pt x="861634" y="88127"/>
                </a:lnTo>
                <a:lnTo>
                  <a:pt x="861699" y="87392"/>
                </a:lnTo>
                <a:lnTo>
                  <a:pt x="861772" y="86663"/>
                </a:lnTo>
                <a:lnTo>
                  <a:pt x="861852" y="85939"/>
                </a:lnTo>
                <a:lnTo>
                  <a:pt x="861940" y="85221"/>
                </a:lnTo>
                <a:lnTo>
                  <a:pt x="862035" y="84509"/>
                </a:lnTo>
                <a:lnTo>
                  <a:pt x="862138" y="83803"/>
                </a:lnTo>
                <a:lnTo>
                  <a:pt x="862249" y="83103"/>
                </a:lnTo>
                <a:lnTo>
                  <a:pt x="862367" y="82408"/>
                </a:lnTo>
                <a:lnTo>
                  <a:pt x="862493" y="81720"/>
                </a:lnTo>
                <a:lnTo>
                  <a:pt x="862627" y="81037"/>
                </a:lnTo>
                <a:lnTo>
                  <a:pt x="862768" y="80360"/>
                </a:lnTo>
                <a:lnTo>
                  <a:pt x="862917" y="79689"/>
                </a:lnTo>
                <a:lnTo>
                  <a:pt x="863074" y="79024"/>
                </a:lnTo>
                <a:lnTo>
                  <a:pt x="863238" y="78365"/>
                </a:lnTo>
                <a:lnTo>
                  <a:pt x="863409" y="77711"/>
                </a:lnTo>
                <a:lnTo>
                  <a:pt x="863589" y="77064"/>
                </a:lnTo>
                <a:lnTo>
                  <a:pt x="863778" y="76424"/>
                </a:lnTo>
                <a:lnTo>
                  <a:pt x="863977" y="75796"/>
                </a:lnTo>
                <a:lnTo>
                  <a:pt x="864187" y="75179"/>
                </a:lnTo>
                <a:lnTo>
                  <a:pt x="864409" y="74572"/>
                </a:lnTo>
                <a:lnTo>
                  <a:pt x="864641" y="73976"/>
                </a:lnTo>
                <a:lnTo>
                  <a:pt x="864884" y="73392"/>
                </a:lnTo>
                <a:lnTo>
                  <a:pt x="865138" y="72818"/>
                </a:lnTo>
                <a:lnTo>
                  <a:pt x="865403" y="72255"/>
                </a:lnTo>
                <a:lnTo>
                  <a:pt x="865678" y="71703"/>
                </a:lnTo>
                <a:lnTo>
                  <a:pt x="865965" y="71162"/>
                </a:lnTo>
                <a:lnTo>
                  <a:pt x="866262" y="70631"/>
                </a:lnTo>
                <a:lnTo>
                  <a:pt x="866571" y="70112"/>
                </a:lnTo>
                <a:lnTo>
                  <a:pt x="866890" y="69604"/>
                </a:lnTo>
                <a:lnTo>
                  <a:pt x="867220" y="69106"/>
                </a:lnTo>
                <a:lnTo>
                  <a:pt x="867561" y="68620"/>
                </a:lnTo>
                <a:lnTo>
                  <a:pt x="867913" y="68144"/>
                </a:lnTo>
                <a:lnTo>
                  <a:pt x="868276" y="67679"/>
                </a:lnTo>
                <a:lnTo>
                  <a:pt x="868649" y="67225"/>
                </a:lnTo>
                <a:lnTo>
                  <a:pt x="869034" y="66782"/>
                </a:lnTo>
                <a:lnTo>
                  <a:pt x="869429" y="66350"/>
                </a:lnTo>
                <a:lnTo>
                  <a:pt x="869835" y="65929"/>
                </a:lnTo>
                <a:lnTo>
                  <a:pt x="870252" y="65518"/>
                </a:lnTo>
                <a:lnTo>
                  <a:pt x="870680" y="65119"/>
                </a:lnTo>
                <a:lnTo>
                  <a:pt x="871119" y="64730"/>
                </a:lnTo>
                <a:lnTo>
                  <a:pt x="871571" y="64355"/>
                </a:lnTo>
                <a:lnTo>
                  <a:pt x="872036" y="63996"/>
                </a:lnTo>
                <a:lnTo>
                  <a:pt x="872515" y="63653"/>
                </a:lnTo>
                <a:lnTo>
                  <a:pt x="873008" y="63326"/>
                </a:lnTo>
                <a:lnTo>
                  <a:pt x="873515" y="63015"/>
                </a:lnTo>
                <a:lnTo>
                  <a:pt x="874036" y="62719"/>
                </a:lnTo>
                <a:lnTo>
                  <a:pt x="874571" y="62440"/>
                </a:lnTo>
                <a:lnTo>
                  <a:pt x="875120" y="62177"/>
                </a:lnTo>
                <a:lnTo>
                  <a:pt x="875682" y="61929"/>
                </a:lnTo>
                <a:lnTo>
                  <a:pt x="876259" y="61698"/>
                </a:lnTo>
                <a:lnTo>
                  <a:pt x="876850" y="61483"/>
                </a:lnTo>
                <a:lnTo>
                  <a:pt x="877454" y="61283"/>
                </a:lnTo>
                <a:lnTo>
                  <a:pt x="878073" y="61099"/>
                </a:lnTo>
                <a:lnTo>
                  <a:pt x="878705" y="60932"/>
                </a:lnTo>
                <a:lnTo>
                  <a:pt x="879351" y="60780"/>
                </a:lnTo>
                <a:lnTo>
                  <a:pt x="880012" y="60645"/>
                </a:lnTo>
                <a:lnTo>
                  <a:pt x="880686" y="60525"/>
                </a:lnTo>
                <a:lnTo>
                  <a:pt x="881374" y="60421"/>
                </a:lnTo>
                <a:lnTo>
                  <a:pt x="882076" y="60333"/>
                </a:lnTo>
                <a:lnTo>
                  <a:pt x="882792" y="60262"/>
                </a:lnTo>
                <a:lnTo>
                  <a:pt x="883522" y="60206"/>
                </a:lnTo>
                <a:lnTo>
                  <a:pt x="884266" y="60166"/>
                </a:lnTo>
                <a:lnTo>
                  <a:pt x="885024" y="60142"/>
                </a:lnTo>
                <a:lnTo>
                  <a:pt x="885796" y="60134"/>
                </a:lnTo>
                <a:lnTo>
                  <a:pt x="886585" y="60142"/>
                </a:lnTo>
                <a:lnTo>
                  <a:pt x="887361" y="60166"/>
                </a:lnTo>
                <a:lnTo>
                  <a:pt x="888122" y="60206"/>
                </a:lnTo>
                <a:lnTo>
                  <a:pt x="888869" y="60262"/>
                </a:lnTo>
                <a:lnTo>
                  <a:pt x="889602" y="60333"/>
                </a:lnTo>
                <a:lnTo>
                  <a:pt x="890320" y="60421"/>
                </a:lnTo>
                <a:lnTo>
                  <a:pt x="891024" y="60525"/>
                </a:lnTo>
                <a:lnTo>
                  <a:pt x="891714" y="60645"/>
                </a:lnTo>
                <a:lnTo>
                  <a:pt x="892389" y="60780"/>
                </a:lnTo>
                <a:lnTo>
                  <a:pt x="893050" y="60932"/>
                </a:lnTo>
                <a:lnTo>
                  <a:pt x="893697" y="61099"/>
                </a:lnTo>
                <a:lnTo>
                  <a:pt x="894329" y="61283"/>
                </a:lnTo>
                <a:lnTo>
                  <a:pt x="894947" y="61483"/>
                </a:lnTo>
                <a:lnTo>
                  <a:pt x="895551" y="61698"/>
                </a:lnTo>
                <a:lnTo>
                  <a:pt x="896140" y="61929"/>
                </a:lnTo>
                <a:lnTo>
                  <a:pt x="896716" y="62177"/>
                </a:lnTo>
                <a:lnTo>
                  <a:pt x="897276" y="62440"/>
                </a:lnTo>
                <a:lnTo>
                  <a:pt x="897823" y="62719"/>
                </a:lnTo>
                <a:lnTo>
                  <a:pt x="898355" y="63015"/>
                </a:lnTo>
                <a:lnTo>
                  <a:pt x="898873" y="63326"/>
                </a:lnTo>
                <a:lnTo>
                  <a:pt x="899377" y="63653"/>
                </a:lnTo>
                <a:lnTo>
                  <a:pt x="899866" y="63996"/>
                </a:lnTo>
                <a:lnTo>
                  <a:pt x="900341" y="64355"/>
                </a:lnTo>
                <a:lnTo>
                  <a:pt x="900801" y="64730"/>
                </a:lnTo>
                <a:lnTo>
                  <a:pt x="901249" y="65119"/>
                </a:lnTo>
                <a:lnTo>
                  <a:pt x="901686" y="65518"/>
                </a:lnTo>
                <a:lnTo>
                  <a:pt x="902112" y="65929"/>
                </a:lnTo>
                <a:lnTo>
                  <a:pt x="902527" y="66350"/>
                </a:lnTo>
                <a:lnTo>
                  <a:pt x="902931" y="66782"/>
                </a:lnTo>
                <a:lnTo>
                  <a:pt x="903323" y="67225"/>
                </a:lnTo>
                <a:lnTo>
                  <a:pt x="903705" y="67679"/>
                </a:lnTo>
                <a:lnTo>
                  <a:pt x="904075" y="68144"/>
                </a:lnTo>
                <a:lnTo>
                  <a:pt x="904434" y="68620"/>
                </a:lnTo>
                <a:lnTo>
                  <a:pt x="904783" y="69106"/>
                </a:lnTo>
                <a:lnTo>
                  <a:pt x="905120" y="69604"/>
                </a:lnTo>
                <a:lnTo>
                  <a:pt x="905446" y="70112"/>
                </a:lnTo>
                <a:lnTo>
                  <a:pt x="905761" y="70631"/>
                </a:lnTo>
                <a:lnTo>
                  <a:pt x="906065" y="71162"/>
                </a:lnTo>
                <a:lnTo>
                  <a:pt x="906358" y="71703"/>
                </a:lnTo>
                <a:lnTo>
                  <a:pt x="906640" y="72255"/>
                </a:lnTo>
                <a:lnTo>
                  <a:pt x="906911" y="72818"/>
                </a:lnTo>
                <a:lnTo>
                  <a:pt x="907171" y="73392"/>
                </a:lnTo>
                <a:lnTo>
                  <a:pt x="907419" y="73976"/>
                </a:lnTo>
                <a:lnTo>
                  <a:pt x="907657" y="74572"/>
                </a:lnTo>
                <a:lnTo>
                  <a:pt x="907884" y="75179"/>
                </a:lnTo>
                <a:lnTo>
                  <a:pt x="908099" y="75796"/>
                </a:lnTo>
                <a:lnTo>
                  <a:pt x="908304" y="76424"/>
                </a:lnTo>
                <a:lnTo>
                  <a:pt x="908497" y="77064"/>
                </a:lnTo>
                <a:lnTo>
                  <a:pt x="908681" y="77711"/>
                </a:lnTo>
                <a:lnTo>
                  <a:pt x="908857" y="78365"/>
                </a:lnTo>
                <a:lnTo>
                  <a:pt x="909025" y="79024"/>
                </a:lnTo>
                <a:lnTo>
                  <a:pt x="909185" y="79689"/>
                </a:lnTo>
                <a:lnTo>
                  <a:pt x="909338" y="80360"/>
                </a:lnTo>
                <a:lnTo>
                  <a:pt x="909483" y="81037"/>
                </a:lnTo>
                <a:lnTo>
                  <a:pt x="909620" y="81720"/>
                </a:lnTo>
                <a:lnTo>
                  <a:pt x="909749" y="82408"/>
                </a:lnTo>
                <a:lnTo>
                  <a:pt x="909870" y="83103"/>
                </a:lnTo>
                <a:lnTo>
                  <a:pt x="909984" y="83803"/>
                </a:lnTo>
                <a:lnTo>
                  <a:pt x="910089" y="84509"/>
                </a:lnTo>
                <a:lnTo>
                  <a:pt x="910187" y="85221"/>
                </a:lnTo>
                <a:lnTo>
                  <a:pt x="910277" y="85939"/>
                </a:lnTo>
                <a:lnTo>
                  <a:pt x="910359" y="86663"/>
                </a:lnTo>
                <a:lnTo>
                  <a:pt x="910434" y="87392"/>
                </a:lnTo>
                <a:lnTo>
                  <a:pt x="910500" y="88127"/>
                </a:lnTo>
                <a:lnTo>
                  <a:pt x="910559" y="88868"/>
                </a:lnTo>
                <a:lnTo>
                  <a:pt x="910610" y="89615"/>
                </a:lnTo>
                <a:lnTo>
                  <a:pt x="910653" y="90368"/>
                </a:lnTo>
                <a:lnTo>
                  <a:pt x="910688" y="91127"/>
                </a:lnTo>
                <a:lnTo>
                  <a:pt x="910715" y="91892"/>
                </a:lnTo>
                <a:lnTo>
                  <a:pt x="910735" y="92662"/>
                </a:lnTo>
                <a:lnTo>
                  <a:pt x="910747" y="93438"/>
                </a:lnTo>
                <a:lnTo>
                  <a:pt x="910751" y="94220"/>
                </a:lnTo>
                <a:lnTo>
                  <a:pt x="910747" y="94984"/>
                </a:lnTo>
                <a:lnTo>
                  <a:pt x="910735" y="95742"/>
                </a:lnTo>
                <a:lnTo>
                  <a:pt x="910715" y="96494"/>
                </a:lnTo>
                <a:lnTo>
                  <a:pt x="910688" y="97241"/>
                </a:lnTo>
                <a:lnTo>
                  <a:pt x="910653" y="97983"/>
                </a:lnTo>
                <a:lnTo>
                  <a:pt x="910610" y="98719"/>
                </a:lnTo>
                <a:lnTo>
                  <a:pt x="910559" y="99449"/>
                </a:lnTo>
                <a:lnTo>
                  <a:pt x="910500" y="100175"/>
                </a:lnTo>
                <a:lnTo>
                  <a:pt x="910434" y="100894"/>
                </a:lnTo>
                <a:lnTo>
                  <a:pt x="910359" y="101609"/>
                </a:lnTo>
                <a:lnTo>
                  <a:pt x="910277" y="102318"/>
                </a:lnTo>
                <a:lnTo>
                  <a:pt x="910187" y="103021"/>
                </a:lnTo>
                <a:lnTo>
                  <a:pt x="910089" y="103719"/>
                </a:lnTo>
                <a:lnTo>
                  <a:pt x="909984" y="104411"/>
                </a:lnTo>
                <a:lnTo>
                  <a:pt x="909870" y="105099"/>
                </a:lnTo>
                <a:lnTo>
                  <a:pt x="909749" y="105780"/>
                </a:lnTo>
                <a:lnTo>
                  <a:pt x="909620" y="106456"/>
                </a:lnTo>
                <a:lnTo>
                  <a:pt x="909483" y="107127"/>
                </a:lnTo>
                <a:lnTo>
                  <a:pt x="909338" y="107792"/>
                </a:lnTo>
                <a:lnTo>
                  <a:pt x="909185" y="108452"/>
                </a:lnTo>
                <a:lnTo>
                  <a:pt x="909025" y="109106"/>
                </a:lnTo>
                <a:lnTo>
                  <a:pt x="908857" y="109755"/>
                </a:lnTo>
                <a:lnTo>
                  <a:pt x="908681" y="110399"/>
                </a:lnTo>
                <a:lnTo>
                  <a:pt x="908497" y="111037"/>
                </a:lnTo>
                <a:lnTo>
                  <a:pt x="908304" y="111667"/>
                </a:lnTo>
                <a:lnTo>
                  <a:pt x="908099" y="112286"/>
                </a:lnTo>
                <a:lnTo>
                  <a:pt x="907884" y="112894"/>
                </a:lnTo>
                <a:lnTo>
                  <a:pt x="907657" y="113492"/>
                </a:lnTo>
                <a:lnTo>
                  <a:pt x="907419" y="114079"/>
                </a:lnTo>
                <a:lnTo>
                  <a:pt x="907171" y="114656"/>
                </a:lnTo>
                <a:lnTo>
                  <a:pt x="906911" y="115221"/>
                </a:lnTo>
                <a:lnTo>
                  <a:pt x="906640" y="115776"/>
                </a:lnTo>
                <a:lnTo>
                  <a:pt x="906358" y="116321"/>
                </a:lnTo>
                <a:lnTo>
                  <a:pt x="906065" y="116854"/>
                </a:lnTo>
                <a:lnTo>
                  <a:pt x="905761" y="117377"/>
                </a:lnTo>
                <a:lnTo>
                  <a:pt x="905446" y="117890"/>
                </a:lnTo>
                <a:lnTo>
                  <a:pt x="905120" y="118391"/>
                </a:lnTo>
                <a:lnTo>
                  <a:pt x="904783" y="118882"/>
                </a:lnTo>
                <a:lnTo>
                  <a:pt x="904434" y="119362"/>
                </a:lnTo>
                <a:lnTo>
                  <a:pt x="904075" y="119831"/>
                </a:lnTo>
                <a:lnTo>
                  <a:pt x="903705" y="120290"/>
                </a:lnTo>
                <a:lnTo>
                  <a:pt x="903323" y="120738"/>
                </a:lnTo>
                <a:lnTo>
                  <a:pt x="902931" y="121175"/>
                </a:lnTo>
                <a:lnTo>
                  <a:pt x="902527" y="121602"/>
                </a:lnTo>
                <a:lnTo>
                  <a:pt x="902112" y="122018"/>
                </a:lnTo>
                <a:lnTo>
                  <a:pt x="901686" y="122423"/>
                </a:lnTo>
                <a:lnTo>
                  <a:pt x="901249" y="122818"/>
                </a:lnTo>
                <a:lnTo>
                  <a:pt x="900801" y="123202"/>
                </a:lnTo>
                <a:lnTo>
                  <a:pt x="900341" y="123572"/>
                </a:lnTo>
                <a:lnTo>
                  <a:pt x="899866" y="123927"/>
                </a:lnTo>
                <a:lnTo>
                  <a:pt x="899377" y="124266"/>
                </a:lnTo>
                <a:lnTo>
                  <a:pt x="898873" y="124589"/>
                </a:lnTo>
                <a:lnTo>
                  <a:pt x="898355" y="124897"/>
                </a:lnTo>
                <a:lnTo>
                  <a:pt x="897823" y="125189"/>
                </a:lnTo>
                <a:lnTo>
                  <a:pt x="897276" y="125465"/>
                </a:lnTo>
                <a:lnTo>
                  <a:pt x="896716" y="125725"/>
                </a:lnTo>
                <a:lnTo>
                  <a:pt x="896140" y="125969"/>
                </a:lnTo>
                <a:lnTo>
                  <a:pt x="895551" y="126198"/>
                </a:lnTo>
                <a:lnTo>
                  <a:pt x="894947" y="126411"/>
                </a:lnTo>
                <a:lnTo>
                  <a:pt x="894329" y="126608"/>
                </a:lnTo>
                <a:lnTo>
                  <a:pt x="893697" y="126789"/>
                </a:lnTo>
                <a:lnTo>
                  <a:pt x="893050" y="126955"/>
                </a:lnTo>
                <a:lnTo>
                  <a:pt x="892389" y="127105"/>
                </a:lnTo>
                <a:lnTo>
                  <a:pt x="891714" y="127239"/>
                </a:lnTo>
                <a:lnTo>
                  <a:pt x="891024" y="127357"/>
                </a:lnTo>
                <a:lnTo>
                  <a:pt x="890320" y="127459"/>
                </a:lnTo>
                <a:lnTo>
                  <a:pt x="889602" y="127546"/>
                </a:lnTo>
                <a:lnTo>
                  <a:pt x="888869" y="127617"/>
                </a:lnTo>
                <a:lnTo>
                  <a:pt x="888122" y="127672"/>
                </a:lnTo>
                <a:lnTo>
                  <a:pt x="887361" y="127712"/>
                </a:lnTo>
                <a:lnTo>
                  <a:pt x="886585" y="127735"/>
                </a:lnTo>
                <a:lnTo>
                  <a:pt x="885796" y="127743"/>
                </a:lnTo>
                <a:lnTo>
                  <a:pt x="885024" y="127735"/>
                </a:lnTo>
                <a:lnTo>
                  <a:pt x="884266" y="127712"/>
                </a:lnTo>
                <a:lnTo>
                  <a:pt x="883522" y="127672"/>
                </a:lnTo>
                <a:lnTo>
                  <a:pt x="882792" y="127617"/>
                </a:lnTo>
                <a:lnTo>
                  <a:pt x="882076" y="127546"/>
                </a:lnTo>
                <a:close/>
                <a:moveTo>
                  <a:pt x="1127258" y="149769"/>
                </a:moveTo>
                <a:lnTo>
                  <a:pt x="1128406" y="149689"/>
                </a:lnTo>
                <a:lnTo>
                  <a:pt x="1129542" y="149595"/>
                </a:lnTo>
                <a:lnTo>
                  <a:pt x="1130664" y="149486"/>
                </a:lnTo>
                <a:lnTo>
                  <a:pt x="1131774" y="149362"/>
                </a:lnTo>
                <a:lnTo>
                  <a:pt x="1132871" y="149225"/>
                </a:lnTo>
                <a:lnTo>
                  <a:pt x="1133955" y="149072"/>
                </a:lnTo>
                <a:lnTo>
                  <a:pt x="1135026" y="148906"/>
                </a:lnTo>
                <a:lnTo>
                  <a:pt x="1136085" y="148724"/>
                </a:lnTo>
                <a:lnTo>
                  <a:pt x="1137131" y="148528"/>
                </a:lnTo>
                <a:lnTo>
                  <a:pt x="1138164" y="148318"/>
                </a:lnTo>
                <a:lnTo>
                  <a:pt x="1139184" y="148093"/>
                </a:lnTo>
                <a:lnTo>
                  <a:pt x="1140191" y="147854"/>
                </a:lnTo>
                <a:lnTo>
                  <a:pt x="1141186" y="147600"/>
                </a:lnTo>
                <a:lnTo>
                  <a:pt x="1142168" y="147332"/>
                </a:lnTo>
                <a:lnTo>
                  <a:pt x="1143137" y="147049"/>
                </a:lnTo>
                <a:lnTo>
                  <a:pt x="1144093" y="146752"/>
                </a:lnTo>
                <a:lnTo>
                  <a:pt x="1145037" y="146440"/>
                </a:lnTo>
                <a:lnTo>
                  <a:pt x="1145968" y="146113"/>
                </a:lnTo>
                <a:lnTo>
                  <a:pt x="1146886" y="145772"/>
                </a:lnTo>
                <a:lnTo>
                  <a:pt x="1147789" y="145417"/>
                </a:lnTo>
                <a:lnTo>
                  <a:pt x="1148677" y="145046"/>
                </a:lnTo>
                <a:lnTo>
                  <a:pt x="1149548" y="144661"/>
                </a:lnTo>
                <a:lnTo>
                  <a:pt x="1150403" y="144261"/>
                </a:lnTo>
                <a:lnTo>
                  <a:pt x="1151243" y="143846"/>
                </a:lnTo>
                <a:lnTo>
                  <a:pt x="1152066" y="143416"/>
                </a:lnTo>
                <a:lnTo>
                  <a:pt x="1152874" y="142971"/>
                </a:lnTo>
                <a:lnTo>
                  <a:pt x="1153665" y="142511"/>
                </a:lnTo>
                <a:lnTo>
                  <a:pt x="1154440" y="142036"/>
                </a:lnTo>
                <a:lnTo>
                  <a:pt x="1155199" y="141547"/>
                </a:lnTo>
                <a:lnTo>
                  <a:pt x="1155942" y="141042"/>
                </a:lnTo>
                <a:lnTo>
                  <a:pt x="1156670" y="140523"/>
                </a:lnTo>
                <a:lnTo>
                  <a:pt x="1157381" y="139989"/>
                </a:lnTo>
                <a:lnTo>
                  <a:pt x="1158076" y="139440"/>
                </a:lnTo>
                <a:lnTo>
                  <a:pt x="1158755" y="138876"/>
                </a:lnTo>
                <a:lnTo>
                  <a:pt x="1159418" y="138297"/>
                </a:lnTo>
                <a:lnTo>
                  <a:pt x="1160065" y="137703"/>
                </a:lnTo>
                <a:lnTo>
                  <a:pt x="1160696" y="137095"/>
                </a:lnTo>
                <a:lnTo>
                  <a:pt x="1161311" y="136471"/>
                </a:lnTo>
                <a:lnTo>
                  <a:pt x="1161910" y="135833"/>
                </a:lnTo>
                <a:lnTo>
                  <a:pt x="1162493" y="135179"/>
                </a:lnTo>
                <a:lnTo>
                  <a:pt x="1163060" y="134511"/>
                </a:lnTo>
                <a:lnTo>
                  <a:pt x="1163610" y="133828"/>
                </a:lnTo>
                <a:lnTo>
                  <a:pt x="1164145" y="133130"/>
                </a:lnTo>
                <a:lnTo>
                  <a:pt x="1164662" y="132417"/>
                </a:lnTo>
                <a:lnTo>
                  <a:pt x="1165159" y="131690"/>
                </a:lnTo>
                <a:lnTo>
                  <a:pt x="1165635" y="130948"/>
                </a:lnTo>
                <a:lnTo>
                  <a:pt x="1166092" y="130191"/>
                </a:lnTo>
                <a:lnTo>
                  <a:pt x="1166529" y="129419"/>
                </a:lnTo>
                <a:lnTo>
                  <a:pt x="1166945" y="128633"/>
                </a:lnTo>
                <a:lnTo>
                  <a:pt x="1167342" y="127832"/>
                </a:lnTo>
                <a:lnTo>
                  <a:pt x="1167718" y="127016"/>
                </a:lnTo>
                <a:lnTo>
                  <a:pt x="1168074" y="126186"/>
                </a:lnTo>
                <a:lnTo>
                  <a:pt x="1168411" y="125341"/>
                </a:lnTo>
                <a:lnTo>
                  <a:pt x="1168727" y="124481"/>
                </a:lnTo>
                <a:lnTo>
                  <a:pt x="1169023" y="123607"/>
                </a:lnTo>
                <a:lnTo>
                  <a:pt x="1169300" y="122718"/>
                </a:lnTo>
                <a:lnTo>
                  <a:pt x="1169556" y="121814"/>
                </a:lnTo>
                <a:lnTo>
                  <a:pt x="1169792" y="120896"/>
                </a:lnTo>
                <a:lnTo>
                  <a:pt x="1170008" y="119962"/>
                </a:lnTo>
                <a:lnTo>
                  <a:pt x="1170204" y="119014"/>
                </a:lnTo>
                <a:lnTo>
                  <a:pt x="1170380" y="118052"/>
                </a:lnTo>
                <a:lnTo>
                  <a:pt x="1170537" y="117075"/>
                </a:lnTo>
                <a:lnTo>
                  <a:pt x="1170672" y="116083"/>
                </a:lnTo>
                <a:lnTo>
                  <a:pt x="1170788" y="115076"/>
                </a:lnTo>
                <a:lnTo>
                  <a:pt x="1170884" y="114055"/>
                </a:lnTo>
                <a:lnTo>
                  <a:pt x="1170960" y="113018"/>
                </a:lnTo>
                <a:lnTo>
                  <a:pt x="1171016" y="111968"/>
                </a:lnTo>
                <a:lnTo>
                  <a:pt x="1142323" y="111968"/>
                </a:lnTo>
                <a:lnTo>
                  <a:pt x="1142304" y="112659"/>
                </a:lnTo>
                <a:lnTo>
                  <a:pt x="1142266" y="113336"/>
                </a:lnTo>
                <a:lnTo>
                  <a:pt x="1142208" y="113999"/>
                </a:lnTo>
                <a:lnTo>
                  <a:pt x="1142131" y="114647"/>
                </a:lnTo>
                <a:lnTo>
                  <a:pt x="1142034" y="115281"/>
                </a:lnTo>
                <a:lnTo>
                  <a:pt x="1141918" y="115900"/>
                </a:lnTo>
                <a:lnTo>
                  <a:pt x="1141782" y="116506"/>
                </a:lnTo>
                <a:lnTo>
                  <a:pt x="1141627" y="117096"/>
                </a:lnTo>
                <a:lnTo>
                  <a:pt x="1141452" y="117673"/>
                </a:lnTo>
                <a:lnTo>
                  <a:pt x="1141258" y="118235"/>
                </a:lnTo>
                <a:lnTo>
                  <a:pt x="1141045" y="118783"/>
                </a:lnTo>
                <a:lnTo>
                  <a:pt x="1140812" y="119316"/>
                </a:lnTo>
                <a:lnTo>
                  <a:pt x="1140559" y="119835"/>
                </a:lnTo>
                <a:lnTo>
                  <a:pt x="1140287" y="120340"/>
                </a:lnTo>
                <a:lnTo>
                  <a:pt x="1139996" y="120830"/>
                </a:lnTo>
                <a:lnTo>
                  <a:pt x="1139685" y="121306"/>
                </a:lnTo>
                <a:lnTo>
                  <a:pt x="1139354" y="121768"/>
                </a:lnTo>
                <a:lnTo>
                  <a:pt x="1139005" y="122215"/>
                </a:lnTo>
                <a:lnTo>
                  <a:pt x="1138635" y="122648"/>
                </a:lnTo>
                <a:lnTo>
                  <a:pt x="1138247" y="123066"/>
                </a:lnTo>
                <a:lnTo>
                  <a:pt x="1137838" y="123470"/>
                </a:lnTo>
                <a:lnTo>
                  <a:pt x="1137411" y="123860"/>
                </a:lnTo>
                <a:lnTo>
                  <a:pt x="1136963" y="124235"/>
                </a:lnTo>
                <a:lnTo>
                  <a:pt x="1136497" y="124596"/>
                </a:lnTo>
                <a:lnTo>
                  <a:pt x="1136014" y="124943"/>
                </a:lnTo>
                <a:lnTo>
                  <a:pt x="1135518" y="125275"/>
                </a:lnTo>
                <a:lnTo>
                  <a:pt x="1135009" y="125592"/>
                </a:lnTo>
                <a:lnTo>
                  <a:pt x="1134487" y="125894"/>
                </a:lnTo>
                <a:lnTo>
                  <a:pt x="1133953" y="126181"/>
                </a:lnTo>
                <a:lnTo>
                  <a:pt x="1133405" y="126454"/>
                </a:lnTo>
                <a:lnTo>
                  <a:pt x="1132844" y="126712"/>
                </a:lnTo>
                <a:lnTo>
                  <a:pt x="1132270" y="126955"/>
                </a:lnTo>
                <a:lnTo>
                  <a:pt x="1131684" y="127184"/>
                </a:lnTo>
                <a:lnTo>
                  <a:pt x="1131084" y="127398"/>
                </a:lnTo>
                <a:lnTo>
                  <a:pt x="1130471" y="127597"/>
                </a:lnTo>
                <a:lnTo>
                  <a:pt x="1129846" y="127781"/>
                </a:lnTo>
                <a:lnTo>
                  <a:pt x="1129207" y="127951"/>
                </a:lnTo>
                <a:lnTo>
                  <a:pt x="1128556" y="128105"/>
                </a:lnTo>
                <a:lnTo>
                  <a:pt x="1127891" y="128245"/>
                </a:lnTo>
                <a:lnTo>
                  <a:pt x="1127213" y="128371"/>
                </a:lnTo>
                <a:lnTo>
                  <a:pt x="1126523" y="128481"/>
                </a:lnTo>
                <a:lnTo>
                  <a:pt x="1125819" y="128577"/>
                </a:lnTo>
                <a:lnTo>
                  <a:pt x="1125103" y="128658"/>
                </a:lnTo>
                <a:lnTo>
                  <a:pt x="1124374" y="128725"/>
                </a:lnTo>
                <a:lnTo>
                  <a:pt x="1123631" y="128776"/>
                </a:lnTo>
                <a:lnTo>
                  <a:pt x="1122876" y="128813"/>
                </a:lnTo>
                <a:lnTo>
                  <a:pt x="1122107" y="128835"/>
                </a:lnTo>
                <a:lnTo>
                  <a:pt x="1121326" y="128843"/>
                </a:lnTo>
                <a:lnTo>
                  <a:pt x="1120572" y="128835"/>
                </a:lnTo>
                <a:lnTo>
                  <a:pt x="1119830" y="128814"/>
                </a:lnTo>
                <a:lnTo>
                  <a:pt x="1119100" y="128778"/>
                </a:lnTo>
                <a:lnTo>
                  <a:pt x="1118382" y="128729"/>
                </a:lnTo>
                <a:lnTo>
                  <a:pt x="1117677" y="128665"/>
                </a:lnTo>
                <a:lnTo>
                  <a:pt x="1116984" y="128586"/>
                </a:lnTo>
                <a:lnTo>
                  <a:pt x="1116303" y="128494"/>
                </a:lnTo>
                <a:lnTo>
                  <a:pt x="1115634" y="128387"/>
                </a:lnTo>
                <a:lnTo>
                  <a:pt x="1114977" y="128266"/>
                </a:lnTo>
                <a:lnTo>
                  <a:pt x="1114333" y="128130"/>
                </a:lnTo>
                <a:lnTo>
                  <a:pt x="1113701" y="127981"/>
                </a:lnTo>
                <a:lnTo>
                  <a:pt x="1113081" y="127817"/>
                </a:lnTo>
                <a:lnTo>
                  <a:pt x="1112473" y="127639"/>
                </a:lnTo>
                <a:lnTo>
                  <a:pt x="1111878" y="127447"/>
                </a:lnTo>
                <a:lnTo>
                  <a:pt x="1111294" y="127240"/>
                </a:lnTo>
                <a:lnTo>
                  <a:pt x="1110723" y="127020"/>
                </a:lnTo>
                <a:lnTo>
                  <a:pt x="1110165" y="126785"/>
                </a:lnTo>
                <a:lnTo>
                  <a:pt x="1109618" y="126535"/>
                </a:lnTo>
                <a:lnTo>
                  <a:pt x="1109084" y="126272"/>
                </a:lnTo>
                <a:lnTo>
                  <a:pt x="1108561" y="125994"/>
                </a:lnTo>
                <a:lnTo>
                  <a:pt x="1108051" y="125702"/>
                </a:lnTo>
                <a:lnTo>
                  <a:pt x="1107554" y="125396"/>
                </a:lnTo>
                <a:lnTo>
                  <a:pt x="1107068" y="125075"/>
                </a:lnTo>
                <a:lnTo>
                  <a:pt x="1106595" y="124741"/>
                </a:lnTo>
                <a:lnTo>
                  <a:pt x="1106133" y="124394"/>
                </a:lnTo>
                <a:lnTo>
                  <a:pt x="1105681" y="124038"/>
                </a:lnTo>
                <a:lnTo>
                  <a:pt x="1105240" y="123673"/>
                </a:lnTo>
                <a:lnTo>
                  <a:pt x="1104810" y="123299"/>
                </a:lnTo>
                <a:lnTo>
                  <a:pt x="1104390" y="122915"/>
                </a:lnTo>
                <a:lnTo>
                  <a:pt x="1103980" y="122523"/>
                </a:lnTo>
                <a:lnTo>
                  <a:pt x="1103581" y="122121"/>
                </a:lnTo>
                <a:lnTo>
                  <a:pt x="1103193" y="121710"/>
                </a:lnTo>
                <a:lnTo>
                  <a:pt x="1102815" y="121290"/>
                </a:lnTo>
                <a:lnTo>
                  <a:pt x="1102447" y="120861"/>
                </a:lnTo>
                <a:lnTo>
                  <a:pt x="1102090" y="120422"/>
                </a:lnTo>
                <a:lnTo>
                  <a:pt x="1101744" y="119975"/>
                </a:lnTo>
                <a:lnTo>
                  <a:pt x="1101408" y="119518"/>
                </a:lnTo>
                <a:lnTo>
                  <a:pt x="1101082" y="119052"/>
                </a:lnTo>
                <a:lnTo>
                  <a:pt x="1100767" y="118577"/>
                </a:lnTo>
                <a:lnTo>
                  <a:pt x="1100463" y="118093"/>
                </a:lnTo>
                <a:lnTo>
                  <a:pt x="1100169" y="117599"/>
                </a:lnTo>
                <a:lnTo>
                  <a:pt x="1099885" y="117097"/>
                </a:lnTo>
                <a:lnTo>
                  <a:pt x="1099612" y="116585"/>
                </a:lnTo>
                <a:lnTo>
                  <a:pt x="1099350" y="116064"/>
                </a:lnTo>
                <a:lnTo>
                  <a:pt x="1099098" y="115534"/>
                </a:lnTo>
                <a:lnTo>
                  <a:pt x="1098856" y="114994"/>
                </a:lnTo>
                <a:lnTo>
                  <a:pt x="1098625" y="114446"/>
                </a:lnTo>
                <a:lnTo>
                  <a:pt x="1098405" y="113888"/>
                </a:lnTo>
                <a:lnTo>
                  <a:pt x="1098193" y="113324"/>
                </a:lnTo>
                <a:lnTo>
                  <a:pt x="1097991" y="112757"/>
                </a:lnTo>
                <a:lnTo>
                  <a:pt x="1097796" y="112185"/>
                </a:lnTo>
                <a:lnTo>
                  <a:pt x="1097609" y="111611"/>
                </a:lnTo>
                <a:lnTo>
                  <a:pt x="1097431" y="111033"/>
                </a:lnTo>
                <a:lnTo>
                  <a:pt x="1097261" y="110451"/>
                </a:lnTo>
                <a:lnTo>
                  <a:pt x="1097099" y="109866"/>
                </a:lnTo>
                <a:lnTo>
                  <a:pt x="1096945" y="109277"/>
                </a:lnTo>
                <a:lnTo>
                  <a:pt x="1096799" y="108685"/>
                </a:lnTo>
                <a:lnTo>
                  <a:pt x="1096662" y="108090"/>
                </a:lnTo>
                <a:lnTo>
                  <a:pt x="1096533" y="107490"/>
                </a:lnTo>
                <a:lnTo>
                  <a:pt x="1096412" y="106888"/>
                </a:lnTo>
                <a:lnTo>
                  <a:pt x="1096299" y="106281"/>
                </a:lnTo>
                <a:lnTo>
                  <a:pt x="1096195" y="105672"/>
                </a:lnTo>
                <a:lnTo>
                  <a:pt x="1096099" y="105058"/>
                </a:lnTo>
                <a:lnTo>
                  <a:pt x="1096011" y="104441"/>
                </a:lnTo>
                <a:lnTo>
                  <a:pt x="1095931" y="103821"/>
                </a:lnTo>
                <a:lnTo>
                  <a:pt x="1095859" y="103197"/>
                </a:lnTo>
                <a:lnTo>
                  <a:pt x="1095796" y="102570"/>
                </a:lnTo>
                <a:lnTo>
                  <a:pt x="1095740" y="101939"/>
                </a:lnTo>
                <a:lnTo>
                  <a:pt x="1095693" y="101305"/>
                </a:lnTo>
                <a:lnTo>
                  <a:pt x="1095654" y="100667"/>
                </a:lnTo>
                <a:lnTo>
                  <a:pt x="1095624" y="100025"/>
                </a:lnTo>
                <a:lnTo>
                  <a:pt x="1095601" y="99380"/>
                </a:lnTo>
                <a:lnTo>
                  <a:pt x="1170906" y="99380"/>
                </a:lnTo>
                <a:lnTo>
                  <a:pt x="1170924" y="99277"/>
                </a:lnTo>
                <a:lnTo>
                  <a:pt x="1170942" y="99169"/>
                </a:lnTo>
                <a:lnTo>
                  <a:pt x="1170959" y="99058"/>
                </a:lnTo>
                <a:lnTo>
                  <a:pt x="1170976" y="98943"/>
                </a:lnTo>
                <a:lnTo>
                  <a:pt x="1170993" y="98825"/>
                </a:lnTo>
                <a:lnTo>
                  <a:pt x="1171009" y="98703"/>
                </a:lnTo>
                <a:lnTo>
                  <a:pt x="1171025" y="98577"/>
                </a:lnTo>
                <a:lnTo>
                  <a:pt x="1171040" y="98448"/>
                </a:lnTo>
                <a:lnTo>
                  <a:pt x="1171056" y="98315"/>
                </a:lnTo>
                <a:lnTo>
                  <a:pt x="1171070" y="98178"/>
                </a:lnTo>
                <a:lnTo>
                  <a:pt x="1171085" y="98038"/>
                </a:lnTo>
                <a:lnTo>
                  <a:pt x="1171098" y="97894"/>
                </a:lnTo>
                <a:lnTo>
                  <a:pt x="1171112" y="97746"/>
                </a:lnTo>
                <a:lnTo>
                  <a:pt x="1171125" y="97595"/>
                </a:lnTo>
                <a:lnTo>
                  <a:pt x="1171138" y="97440"/>
                </a:lnTo>
                <a:lnTo>
                  <a:pt x="1171150" y="97281"/>
                </a:lnTo>
                <a:lnTo>
                  <a:pt x="1171162" y="97119"/>
                </a:lnTo>
                <a:lnTo>
                  <a:pt x="1171174" y="96953"/>
                </a:lnTo>
                <a:lnTo>
                  <a:pt x="1171185" y="96783"/>
                </a:lnTo>
                <a:lnTo>
                  <a:pt x="1171196" y="96610"/>
                </a:lnTo>
                <a:lnTo>
                  <a:pt x="1171207" y="96433"/>
                </a:lnTo>
                <a:lnTo>
                  <a:pt x="1171217" y="96252"/>
                </a:lnTo>
                <a:lnTo>
                  <a:pt x="1171227" y="96068"/>
                </a:lnTo>
                <a:lnTo>
                  <a:pt x="1171236" y="95880"/>
                </a:lnTo>
                <a:lnTo>
                  <a:pt x="1171245" y="95691"/>
                </a:lnTo>
                <a:lnTo>
                  <a:pt x="1171253" y="95507"/>
                </a:lnTo>
                <a:lnTo>
                  <a:pt x="1171262" y="95325"/>
                </a:lnTo>
                <a:lnTo>
                  <a:pt x="1171269" y="95147"/>
                </a:lnTo>
                <a:lnTo>
                  <a:pt x="1171277" y="94972"/>
                </a:lnTo>
                <a:lnTo>
                  <a:pt x="1171284" y="94800"/>
                </a:lnTo>
                <a:lnTo>
                  <a:pt x="1171291" y="94631"/>
                </a:lnTo>
                <a:lnTo>
                  <a:pt x="1171297" y="94466"/>
                </a:lnTo>
                <a:lnTo>
                  <a:pt x="1171303" y="94304"/>
                </a:lnTo>
                <a:lnTo>
                  <a:pt x="1171308" y="94146"/>
                </a:lnTo>
                <a:lnTo>
                  <a:pt x="1171314" y="93990"/>
                </a:lnTo>
                <a:lnTo>
                  <a:pt x="1171318" y="93838"/>
                </a:lnTo>
                <a:lnTo>
                  <a:pt x="1171323" y="93689"/>
                </a:lnTo>
                <a:lnTo>
                  <a:pt x="1171327" y="93544"/>
                </a:lnTo>
                <a:lnTo>
                  <a:pt x="1171330" y="93402"/>
                </a:lnTo>
                <a:lnTo>
                  <a:pt x="1171334" y="93263"/>
                </a:lnTo>
                <a:lnTo>
                  <a:pt x="1171336" y="93127"/>
                </a:lnTo>
                <a:lnTo>
                  <a:pt x="1171339" y="92994"/>
                </a:lnTo>
                <a:lnTo>
                  <a:pt x="1171341" y="92865"/>
                </a:lnTo>
                <a:lnTo>
                  <a:pt x="1171343" y="92739"/>
                </a:lnTo>
                <a:lnTo>
                  <a:pt x="1171344" y="92617"/>
                </a:lnTo>
                <a:lnTo>
                  <a:pt x="1171345" y="92498"/>
                </a:lnTo>
                <a:lnTo>
                  <a:pt x="1171346" y="92382"/>
                </a:lnTo>
                <a:lnTo>
                  <a:pt x="1171346" y="92269"/>
                </a:lnTo>
                <a:lnTo>
                  <a:pt x="1171322" y="90104"/>
                </a:lnTo>
                <a:lnTo>
                  <a:pt x="1171249" y="87982"/>
                </a:lnTo>
                <a:lnTo>
                  <a:pt x="1171129" y="85901"/>
                </a:lnTo>
                <a:lnTo>
                  <a:pt x="1170960" y="83862"/>
                </a:lnTo>
                <a:lnTo>
                  <a:pt x="1170742" y="81865"/>
                </a:lnTo>
                <a:lnTo>
                  <a:pt x="1170477" y="79910"/>
                </a:lnTo>
                <a:lnTo>
                  <a:pt x="1170163" y="77996"/>
                </a:lnTo>
                <a:lnTo>
                  <a:pt x="1169801" y="76125"/>
                </a:lnTo>
                <a:lnTo>
                  <a:pt x="1169390" y="74295"/>
                </a:lnTo>
                <a:lnTo>
                  <a:pt x="1168931" y="72507"/>
                </a:lnTo>
                <a:lnTo>
                  <a:pt x="1168424" y="70761"/>
                </a:lnTo>
                <a:lnTo>
                  <a:pt x="1167869" y="69057"/>
                </a:lnTo>
                <a:lnTo>
                  <a:pt x="1167266" y="67395"/>
                </a:lnTo>
                <a:lnTo>
                  <a:pt x="1166614" y="65775"/>
                </a:lnTo>
                <a:lnTo>
                  <a:pt x="1165914" y="64197"/>
                </a:lnTo>
                <a:lnTo>
                  <a:pt x="1165165" y="62660"/>
                </a:lnTo>
                <a:lnTo>
                  <a:pt x="1164368" y="61165"/>
                </a:lnTo>
                <a:lnTo>
                  <a:pt x="1163523" y="59713"/>
                </a:lnTo>
                <a:lnTo>
                  <a:pt x="1162630" y="58302"/>
                </a:lnTo>
                <a:lnTo>
                  <a:pt x="1161688" y="56933"/>
                </a:lnTo>
                <a:lnTo>
                  <a:pt x="1160699" y="55605"/>
                </a:lnTo>
                <a:lnTo>
                  <a:pt x="1159660" y="54320"/>
                </a:lnTo>
                <a:lnTo>
                  <a:pt x="1158574" y="53077"/>
                </a:lnTo>
                <a:lnTo>
                  <a:pt x="1157439" y="51875"/>
                </a:lnTo>
                <a:lnTo>
                  <a:pt x="1156263" y="50719"/>
                </a:lnTo>
                <a:lnTo>
                  <a:pt x="1155052" y="49612"/>
                </a:lnTo>
                <a:lnTo>
                  <a:pt x="1153805" y="48555"/>
                </a:lnTo>
                <a:lnTo>
                  <a:pt x="1152524" y="47546"/>
                </a:lnTo>
                <a:lnTo>
                  <a:pt x="1151208" y="46587"/>
                </a:lnTo>
                <a:lnTo>
                  <a:pt x="1149857" y="45677"/>
                </a:lnTo>
                <a:lnTo>
                  <a:pt x="1148471" y="44816"/>
                </a:lnTo>
                <a:lnTo>
                  <a:pt x="1147050" y="44004"/>
                </a:lnTo>
                <a:lnTo>
                  <a:pt x="1145595" y="43242"/>
                </a:lnTo>
                <a:lnTo>
                  <a:pt x="1144104" y="42528"/>
                </a:lnTo>
                <a:lnTo>
                  <a:pt x="1142578" y="41864"/>
                </a:lnTo>
                <a:lnTo>
                  <a:pt x="1141018" y="41249"/>
                </a:lnTo>
                <a:lnTo>
                  <a:pt x="1139422" y="40684"/>
                </a:lnTo>
                <a:lnTo>
                  <a:pt x="1137792" y="40167"/>
                </a:lnTo>
                <a:lnTo>
                  <a:pt x="1136127" y="39700"/>
                </a:lnTo>
                <a:lnTo>
                  <a:pt x="1134426" y="39282"/>
                </a:lnTo>
                <a:lnTo>
                  <a:pt x="1132691" y="38913"/>
                </a:lnTo>
                <a:lnTo>
                  <a:pt x="1130921" y="38593"/>
                </a:lnTo>
                <a:lnTo>
                  <a:pt x="1129116" y="38322"/>
                </a:lnTo>
                <a:lnTo>
                  <a:pt x="1127276" y="38101"/>
                </a:lnTo>
                <a:lnTo>
                  <a:pt x="1125401" y="37929"/>
                </a:lnTo>
                <a:lnTo>
                  <a:pt x="1123491" y="37806"/>
                </a:lnTo>
                <a:lnTo>
                  <a:pt x="1121547" y="37732"/>
                </a:lnTo>
                <a:lnTo>
                  <a:pt x="1119567" y="37707"/>
                </a:lnTo>
                <a:lnTo>
                  <a:pt x="1118138" y="37719"/>
                </a:lnTo>
                <a:lnTo>
                  <a:pt x="1116728" y="37754"/>
                </a:lnTo>
                <a:lnTo>
                  <a:pt x="1115337" y="37813"/>
                </a:lnTo>
                <a:lnTo>
                  <a:pt x="1113965" y="37894"/>
                </a:lnTo>
                <a:lnTo>
                  <a:pt x="1112612" y="37999"/>
                </a:lnTo>
                <a:lnTo>
                  <a:pt x="1111277" y="38128"/>
                </a:lnTo>
                <a:lnTo>
                  <a:pt x="1109962" y="38280"/>
                </a:lnTo>
                <a:lnTo>
                  <a:pt x="1108665" y="38455"/>
                </a:lnTo>
                <a:lnTo>
                  <a:pt x="1107387" y="38654"/>
                </a:lnTo>
                <a:lnTo>
                  <a:pt x="1106129" y="38876"/>
                </a:lnTo>
                <a:lnTo>
                  <a:pt x="1104889" y="39121"/>
                </a:lnTo>
                <a:lnTo>
                  <a:pt x="1103668" y="39390"/>
                </a:lnTo>
                <a:lnTo>
                  <a:pt x="1102466" y="39682"/>
                </a:lnTo>
                <a:lnTo>
                  <a:pt x="1101282" y="39997"/>
                </a:lnTo>
                <a:lnTo>
                  <a:pt x="1100118" y="40336"/>
                </a:lnTo>
                <a:lnTo>
                  <a:pt x="1098973" y="40698"/>
                </a:lnTo>
                <a:lnTo>
                  <a:pt x="1097846" y="41084"/>
                </a:lnTo>
                <a:lnTo>
                  <a:pt x="1096738" y="41493"/>
                </a:lnTo>
                <a:lnTo>
                  <a:pt x="1095650" y="41925"/>
                </a:lnTo>
                <a:lnTo>
                  <a:pt x="1094580" y="42381"/>
                </a:lnTo>
                <a:lnTo>
                  <a:pt x="1093529" y="42860"/>
                </a:lnTo>
                <a:lnTo>
                  <a:pt x="1092497" y="43362"/>
                </a:lnTo>
                <a:lnTo>
                  <a:pt x="1091484" y="43888"/>
                </a:lnTo>
                <a:lnTo>
                  <a:pt x="1090489" y="44437"/>
                </a:lnTo>
                <a:lnTo>
                  <a:pt x="1089515" y="45008"/>
                </a:lnTo>
                <a:lnTo>
                  <a:pt x="1088559" y="45599"/>
                </a:lnTo>
                <a:lnTo>
                  <a:pt x="1087624" y="46209"/>
                </a:lnTo>
                <a:lnTo>
                  <a:pt x="1086709" y="46840"/>
                </a:lnTo>
                <a:lnTo>
                  <a:pt x="1085813" y="47490"/>
                </a:lnTo>
                <a:lnTo>
                  <a:pt x="1084938" y="48161"/>
                </a:lnTo>
                <a:lnTo>
                  <a:pt x="1084082" y="48851"/>
                </a:lnTo>
                <a:lnTo>
                  <a:pt x="1083246" y="49561"/>
                </a:lnTo>
                <a:lnTo>
                  <a:pt x="1082430" y="50291"/>
                </a:lnTo>
                <a:lnTo>
                  <a:pt x="1081634" y="51041"/>
                </a:lnTo>
                <a:lnTo>
                  <a:pt x="1080857" y="51810"/>
                </a:lnTo>
                <a:lnTo>
                  <a:pt x="1080101" y="52600"/>
                </a:lnTo>
                <a:lnTo>
                  <a:pt x="1079364" y="53410"/>
                </a:lnTo>
                <a:lnTo>
                  <a:pt x="1078647" y="54239"/>
                </a:lnTo>
                <a:lnTo>
                  <a:pt x="1077950" y="55088"/>
                </a:lnTo>
                <a:lnTo>
                  <a:pt x="1077273" y="55958"/>
                </a:lnTo>
                <a:lnTo>
                  <a:pt x="1076616" y="56847"/>
                </a:lnTo>
                <a:lnTo>
                  <a:pt x="1075978" y="57756"/>
                </a:lnTo>
                <a:lnTo>
                  <a:pt x="1075361" y="58685"/>
                </a:lnTo>
                <a:lnTo>
                  <a:pt x="1074763" y="59633"/>
                </a:lnTo>
                <a:lnTo>
                  <a:pt x="1074185" y="60602"/>
                </a:lnTo>
                <a:lnTo>
                  <a:pt x="1073627" y="61591"/>
                </a:lnTo>
                <a:lnTo>
                  <a:pt x="1073089" y="62599"/>
                </a:lnTo>
                <a:lnTo>
                  <a:pt x="1072570" y="63628"/>
                </a:lnTo>
                <a:lnTo>
                  <a:pt x="1072072" y="64674"/>
                </a:lnTo>
                <a:lnTo>
                  <a:pt x="1071596" y="65737"/>
                </a:lnTo>
                <a:lnTo>
                  <a:pt x="1071140" y="66817"/>
                </a:lnTo>
                <a:lnTo>
                  <a:pt x="1070706" y="67913"/>
                </a:lnTo>
                <a:lnTo>
                  <a:pt x="1070293" y="69026"/>
                </a:lnTo>
                <a:lnTo>
                  <a:pt x="1069901" y="70155"/>
                </a:lnTo>
                <a:lnTo>
                  <a:pt x="1069530" y="71301"/>
                </a:lnTo>
                <a:lnTo>
                  <a:pt x="1069181" y="72464"/>
                </a:lnTo>
                <a:lnTo>
                  <a:pt x="1068852" y="73643"/>
                </a:lnTo>
                <a:lnTo>
                  <a:pt x="1068545" y="74839"/>
                </a:lnTo>
                <a:lnTo>
                  <a:pt x="1068259" y="76052"/>
                </a:lnTo>
                <a:lnTo>
                  <a:pt x="1067994" y="77281"/>
                </a:lnTo>
                <a:lnTo>
                  <a:pt x="1067751" y="78527"/>
                </a:lnTo>
                <a:lnTo>
                  <a:pt x="1067528" y="79789"/>
                </a:lnTo>
                <a:lnTo>
                  <a:pt x="1067327" y="81068"/>
                </a:lnTo>
                <a:lnTo>
                  <a:pt x="1067147" y="82364"/>
                </a:lnTo>
                <a:lnTo>
                  <a:pt x="1066988" y="83676"/>
                </a:lnTo>
                <a:lnTo>
                  <a:pt x="1066850" y="85005"/>
                </a:lnTo>
                <a:lnTo>
                  <a:pt x="1066734" y="86350"/>
                </a:lnTo>
                <a:lnTo>
                  <a:pt x="1066638" y="87712"/>
                </a:lnTo>
                <a:lnTo>
                  <a:pt x="1066564" y="89091"/>
                </a:lnTo>
                <a:lnTo>
                  <a:pt x="1066511" y="90487"/>
                </a:lnTo>
                <a:lnTo>
                  <a:pt x="1066479" y="91898"/>
                </a:lnTo>
                <a:lnTo>
                  <a:pt x="1066469" y="93327"/>
                </a:lnTo>
                <a:lnTo>
                  <a:pt x="1066480" y="94801"/>
                </a:lnTo>
                <a:lnTo>
                  <a:pt x="1066512" y="96258"/>
                </a:lnTo>
                <a:lnTo>
                  <a:pt x="1066567" y="97697"/>
                </a:lnTo>
                <a:lnTo>
                  <a:pt x="1066643" y="99118"/>
                </a:lnTo>
                <a:lnTo>
                  <a:pt x="1066741" y="100521"/>
                </a:lnTo>
                <a:lnTo>
                  <a:pt x="1066861" y="101907"/>
                </a:lnTo>
                <a:lnTo>
                  <a:pt x="1067002" y="103275"/>
                </a:lnTo>
                <a:lnTo>
                  <a:pt x="1067165" y="104625"/>
                </a:lnTo>
                <a:lnTo>
                  <a:pt x="1067350" y="105957"/>
                </a:lnTo>
                <a:lnTo>
                  <a:pt x="1067557" y="107271"/>
                </a:lnTo>
                <a:lnTo>
                  <a:pt x="1067785" y="108568"/>
                </a:lnTo>
                <a:lnTo>
                  <a:pt x="1068035" y="109847"/>
                </a:lnTo>
                <a:lnTo>
                  <a:pt x="1068307" y="111108"/>
                </a:lnTo>
                <a:lnTo>
                  <a:pt x="1068601" y="112352"/>
                </a:lnTo>
                <a:lnTo>
                  <a:pt x="1068917" y="113578"/>
                </a:lnTo>
                <a:lnTo>
                  <a:pt x="1069254" y="114786"/>
                </a:lnTo>
                <a:lnTo>
                  <a:pt x="1069613" y="115976"/>
                </a:lnTo>
                <a:lnTo>
                  <a:pt x="1069994" y="117148"/>
                </a:lnTo>
                <a:lnTo>
                  <a:pt x="1070396" y="118303"/>
                </a:lnTo>
                <a:lnTo>
                  <a:pt x="1070820" y="119440"/>
                </a:lnTo>
                <a:lnTo>
                  <a:pt x="1071266" y="120559"/>
                </a:lnTo>
                <a:lnTo>
                  <a:pt x="1071734" y="121660"/>
                </a:lnTo>
                <a:lnTo>
                  <a:pt x="1072224" y="122744"/>
                </a:lnTo>
                <a:lnTo>
                  <a:pt x="1072735" y="123810"/>
                </a:lnTo>
                <a:lnTo>
                  <a:pt x="1073268" y="124856"/>
                </a:lnTo>
                <a:lnTo>
                  <a:pt x="1073821" y="125882"/>
                </a:lnTo>
                <a:lnTo>
                  <a:pt x="1074394" y="126887"/>
                </a:lnTo>
                <a:lnTo>
                  <a:pt x="1074989" y="127871"/>
                </a:lnTo>
                <a:lnTo>
                  <a:pt x="1075604" y="128835"/>
                </a:lnTo>
                <a:lnTo>
                  <a:pt x="1076239" y="129778"/>
                </a:lnTo>
                <a:lnTo>
                  <a:pt x="1076895" y="130700"/>
                </a:lnTo>
                <a:lnTo>
                  <a:pt x="1077572" y="131602"/>
                </a:lnTo>
                <a:lnTo>
                  <a:pt x="1078270" y="132483"/>
                </a:lnTo>
                <a:lnTo>
                  <a:pt x="1078988" y="133343"/>
                </a:lnTo>
                <a:lnTo>
                  <a:pt x="1079726" y="134183"/>
                </a:lnTo>
                <a:lnTo>
                  <a:pt x="1080485" y="135002"/>
                </a:lnTo>
                <a:lnTo>
                  <a:pt x="1081265" y="135801"/>
                </a:lnTo>
                <a:lnTo>
                  <a:pt x="1082066" y="136579"/>
                </a:lnTo>
                <a:lnTo>
                  <a:pt x="1082887" y="137336"/>
                </a:lnTo>
                <a:lnTo>
                  <a:pt x="1083728" y="138072"/>
                </a:lnTo>
                <a:lnTo>
                  <a:pt x="1084591" y="138788"/>
                </a:lnTo>
                <a:lnTo>
                  <a:pt x="1085474" y="139483"/>
                </a:lnTo>
                <a:lnTo>
                  <a:pt x="1086377" y="140157"/>
                </a:lnTo>
                <a:lnTo>
                  <a:pt x="1087301" y="140811"/>
                </a:lnTo>
                <a:lnTo>
                  <a:pt x="1088246" y="141444"/>
                </a:lnTo>
                <a:lnTo>
                  <a:pt x="1089211" y="142057"/>
                </a:lnTo>
                <a:lnTo>
                  <a:pt x="1090197" y="142649"/>
                </a:lnTo>
                <a:lnTo>
                  <a:pt x="1091204" y="143220"/>
                </a:lnTo>
                <a:lnTo>
                  <a:pt x="1092231" y="143769"/>
                </a:lnTo>
                <a:lnTo>
                  <a:pt x="1093277" y="144295"/>
                </a:lnTo>
                <a:lnTo>
                  <a:pt x="1094344" y="144797"/>
                </a:lnTo>
                <a:lnTo>
                  <a:pt x="1095430" y="145276"/>
                </a:lnTo>
                <a:lnTo>
                  <a:pt x="1096537" y="145732"/>
                </a:lnTo>
                <a:lnTo>
                  <a:pt x="1097663" y="146164"/>
                </a:lnTo>
                <a:lnTo>
                  <a:pt x="1098809" y="146573"/>
                </a:lnTo>
                <a:lnTo>
                  <a:pt x="1099974" y="146959"/>
                </a:lnTo>
                <a:lnTo>
                  <a:pt x="1101160" y="147321"/>
                </a:lnTo>
                <a:lnTo>
                  <a:pt x="1102365" y="147660"/>
                </a:lnTo>
                <a:lnTo>
                  <a:pt x="1103591" y="147975"/>
                </a:lnTo>
                <a:lnTo>
                  <a:pt x="1104836" y="148267"/>
                </a:lnTo>
                <a:lnTo>
                  <a:pt x="1106101" y="148536"/>
                </a:lnTo>
                <a:lnTo>
                  <a:pt x="1107386" y="148781"/>
                </a:lnTo>
                <a:lnTo>
                  <a:pt x="1108690" y="149003"/>
                </a:lnTo>
                <a:lnTo>
                  <a:pt x="1110015" y="149202"/>
                </a:lnTo>
                <a:lnTo>
                  <a:pt x="1111359" y="149377"/>
                </a:lnTo>
                <a:lnTo>
                  <a:pt x="1112724" y="149529"/>
                </a:lnTo>
                <a:lnTo>
                  <a:pt x="1114108" y="149658"/>
                </a:lnTo>
                <a:lnTo>
                  <a:pt x="1115512" y="149763"/>
                </a:lnTo>
                <a:lnTo>
                  <a:pt x="1116935" y="149845"/>
                </a:lnTo>
                <a:lnTo>
                  <a:pt x="1118379" y="149903"/>
                </a:lnTo>
                <a:lnTo>
                  <a:pt x="1119843" y="149938"/>
                </a:lnTo>
                <a:lnTo>
                  <a:pt x="1121326" y="149950"/>
                </a:lnTo>
                <a:lnTo>
                  <a:pt x="1122538" y="149943"/>
                </a:lnTo>
                <a:lnTo>
                  <a:pt x="1123737" y="149921"/>
                </a:lnTo>
                <a:lnTo>
                  <a:pt x="1124924" y="149885"/>
                </a:lnTo>
                <a:lnTo>
                  <a:pt x="1126097" y="149834"/>
                </a:lnTo>
                <a:lnTo>
                  <a:pt x="1127258" y="149769"/>
                </a:lnTo>
                <a:close/>
                <a:moveTo>
                  <a:pt x="1096456" y="76473"/>
                </a:moveTo>
                <a:lnTo>
                  <a:pt x="1096622" y="75641"/>
                </a:lnTo>
                <a:lnTo>
                  <a:pt x="1096807" y="74827"/>
                </a:lnTo>
                <a:lnTo>
                  <a:pt x="1097012" y="74032"/>
                </a:lnTo>
                <a:lnTo>
                  <a:pt x="1097237" y="73255"/>
                </a:lnTo>
                <a:lnTo>
                  <a:pt x="1097483" y="72497"/>
                </a:lnTo>
                <a:lnTo>
                  <a:pt x="1097748" y="71757"/>
                </a:lnTo>
                <a:lnTo>
                  <a:pt x="1098034" y="71035"/>
                </a:lnTo>
                <a:lnTo>
                  <a:pt x="1098339" y="70332"/>
                </a:lnTo>
                <a:lnTo>
                  <a:pt x="1098665" y="69648"/>
                </a:lnTo>
                <a:lnTo>
                  <a:pt x="1099010" y="68982"/>
                </a:lnTo>
                <a:lnTo>
                  <a:pt x="1099376" y="68335"/>
                </a:lnTo>
                <a:lnTo>
                  <a:pt x="1099761" y="67706"/>
                </a:lnTo>
                <a:lnTo>
                  <a:pt x="1100167" y="67095"/>
                </a:lnTo>
                <a:lnTo>
                  <a:pt x="1100593" y="66503"/>
                </a:lnTo>
                <a:lnTo>
                  <a:pt x="1101039" y="65930"/>
                </a:lnTo>
                <a:lnTo>
                  <a:pt x="1101504" y="65374"/>
                </a:lnTo>
                <a:lnTo>
                  <a:pt x="1101990" y="64838"/>
                </a:lnTo>
                <a:lnTo>
                  <a:pt x="1102496" y="64320"/>
                </a:lnTo>
                <a:lnTo>
                  <a:pt x="1103022" y="63820"/>
                </a:lnTo>
                <a:lnTo>
                  <a:pt x="1103564" y="63340"/>
                </a:lnTo>
                <a:lnTo>
                  <a:pt x="1104119" y="62880"/>
                </a:lnTo>
                <a:lnTo>
                  <a:pt x="1104687" y="62441"/>
                </a:lnTo>
                <a:lnTo>
                  <a:pt x="1105268" y="62022"/>
                </a:lnTo>
                <a:lnTo>
                  <a:pt x="1105861" y="61623"/>
                </a:lnTo>
                <a:lnTo>
                  <a:pt x="1106468" y="61245"/>
                </a:lnTo>
                <a:lnTo>
                  <a:pt x="1107087" y="60888"/>
                </a:lnTo>
                <a:lnTo>
                  <a:pt x="1107719" y="60551"/>
                </a:lnTo>
                <a:lnTo>
                  <a:pt x="1108363" y="60234"/>
                </a:lnTo>
                <a:lnTo>
                  <a:pt x="1109021" y="59938"/>
                </a:lnTo>
                <a:lnTo>
                  <a:pt x="1109691" y="59662"/>
                </a:lnTo>
                <a:lnTo>
                  <a:pt x="1110374" y="59406"/>
                </a:lnTo>
                <a:lnTo>
                  <a:pt x="1111070" y="59171"/>
                </a:lnTo>
                <a:lnTo>
                  <a:pt x="1111778" y="58957"/>
                </a:lnTo>
                <a:lnTo>
                  <a:pt x="1112499" y="58763"/>
                </a:lnTo>
                <a:lnTo>
                  <a:pt x="1113234" y="58589"/>
                </a:lnTo>
                <a:lnTo>
                  <a:pt x="1113980" y="58436"/>
                </a:lnTo>
                <a:lnTo>
                  <a:pt x="1114740" y="58303"/>
                </a:lnTo>
                <a:lnTo>
                  <a:pt x="1115513" y="58191"/>
                </a:lnTo>
                <a:lnTo>
                  <a:pt x="1116298" y="58099"/>
                </a:lnTo>
                <a:lnTo>
                  <a:pt x="1117096" y="58027"/>
                </a:lnTo>
                <a:lnTo>
                  <a:pt x="1117907" y="57976"/>
                </a:lnTo>
                <a:lnTo>
                  <a:pt x="1118731" y="57945"/>
                </a:lnTo>
                <a:lnTo>
                  <a:pt x="1119567" y="57935"/>
                </a:lnTo>
                <a:lnTo>
                  <a:pt x="1120385" y="57945"/>
                </a:lnTo>
                <a:lnTo>
                  <a:pt x="1121191" y="57975"/>
                </a:lnTo>
                <a:lnTo>
                  <a:pt x="1121985" y="58025"/>
                </a:lnTo>
                <a:lnTo>
                  <a:pt x="1122766" y="58094"/>
                </a:lnTo>
                <a:lnTo>
                  <a:pt x="1123534" y="58183"/>
                </a:lnTo>
                <a:lnTo>
                  <a:pt x="1124291" y="58292"/>
                </a:lnTo>
                <a:lnTo>
                  <a:pt x="1125035" y="58421"/>
                </a:lnTo>
                <a:lnTo>
                  <a:pt x="1125766" y="58570"/>
                </a:lnTo>
                <a:lnTo>
                  <a:pt x="1126485" y="58739"/>
                </a:lnTo>
                <a:lnTo>
                  <a:pt x="1127192" y="58928"/>
                </a:lnTo>
                <a:lnTo>
                  <a:pt x="1127886" y="59136"/>
                </a:lnTo>
                <a:lnTo>
                  <a:pt x="1128568" y="59364"/>
                </a:lnTo>
                <a:lnTo>
                  <a:pt x="1129237" y="59612"/>
                </a:lnTo>
                <a:lnTo>
                  <a:pt x="1129894" y="59880"/>
                </a:lnTo>
                <a:lnTo>
                  <a:pt x="1130539" y="60168"/>
                </a:lnTo>
                <a:lnTo>
                  <a:pt x="1131171" y="60476"/>
                </a:lnTo>
                <a:lnTo>
                  <a:pt x="1131791" y="60803"/>
                </a:lnTo>
                <a:lnTo>
                  <a:pt x="1132398" y="61151"/>
                </a:lnTo>
                <a:lnTo>
                  <a:pt x="1132993" y="61518"/>
                </a:lnTo>
                <a:lnTo>
                  <a:pt x="1133576" y="61905"/>
                </a:lnTo>
                <a:lnTo>
                  <a:pt x="1134146" y="62312"/>
                </a:lnTo>
                <a:lnTo>
                  <a:pt x="1134704" y="62739"/>
                </a:lnTo>
                <a:lnTo>
                  <a:pt x="1135249" y="63185"/>
                </a:lnTo>
                <a:lnTo>
                  <a:pt x="1135782" y="63652"/>
                </a:lnTo>
                <a:lnTo>
                  <a:pt x="1136299" y="64138"/>
                </a:lnTo>
                <a:lnTo>
                  <a:pt x="1136794" y="64645"/>
                </a:lnTo>
                <a:lnTo>
                  <a:pt x="1137269" y="65172"/>
                </a:lnTo>
                <a:lnTo>
                  <a:pt x="1137723" y="65719"/>
                </a:lnTo>
                <a:lnTo>
                  <a:pt x="1138156" y="66287"/>
                </a:lnTo>
                <a:lnTo>
                  <a:pt x="1138568" y="66874"/>
                </a:lnTo>
                <a:lnTo>
                  <a:pt x="1138960" y="67482"/>
                </a:lnTo>
                <a:lnTo>
                  <a:pt x="1139331" y="68110"/>
                </a:lnTo>
                <a:lnTo>
                  <a:pt x="1139681" y="68759"/>
                </a:lnTo>
                <a:lnTo>
                  <a:pt x="1140010" y="69427"/>
                </a:lnTo>
                <a:lnTo>
                  <a:pt x="1140318" y="70116"/>
                </a:lnTo>
                <a:lnTo>
                  <a:pt x="1140606" y="70825"/>
                </a:lnTo>
                <a:lnTo>
                  <a:pt x="1140872" y="71554"/>
                </a:lnTo>
                <a:lnTo>
                  <a:pt x="1141118" y="72304"/>
                </a:lnTo>
                <a:lnTo>
                  <a:pt x="1141343" y="73073"/>
                </a:lnTo>
                <a:lnTo>
                  <a:pt x="1141548" y="73863"/>
                </a:lnTo>
                <a:lnTo>
                  <a:pt x="1141731" y="74674"/>
                </a:lnTo>
                <a:lnTo>
                  <a:pt x="1141894" y="75504"/>
                </a:lnTo>
                <a:lnTo>
                  <a:pt x="1142036" y="76355"/>
                </a:lnTo>
                <a:lnTo>
                  <a:pt x="1142157" y="77226"/>
                </a:lnTo>
                <a:lnTo>
                  <a:pt x="1142257" y="78117"/>
                </a:lnTo>
                <a:lnTo>
                  <a:pt x="1142337" y="79028"/>
                </a:lnTo>
                <a:lnTo>
                  <a:pt x="1142395" y="79960"/>
                </a:lnTo>
                <a:lnTo>
                  <a:pt x="1142433" y="80911"/>
                </a:lnTo>
                <a:lnTo>
                  <a:pt x="1095931" y="80911"/>
                </a:lnTo>
                <a:lnTo>
                  <a:pt x="1095996" y="79987"/>
                </a:lnTo>
                <a:lnTo>
                  <a:pt x="1096081" y="79081"/>
                </a:lnTo>
                <a:lnTo>
                  <a:pt x="1096186" y="78193"/>
                </a:lnTo>
                <a:lnTo>
                  <a:pt x="1096311" y="77324"/>
                </a:lnTo>
                <a:lnTo>
                  <a:pt x="1096456" y="76473"/>
                </a:lnTo>
                <a:close/>
                <a:moveTo>
                  <a:pt x="82846" y="126342"/>
                </a:moveTo>
                <a:lnTo>
                  <a:pt x="82799" y="126510"/>
                </a:lnTo>
                <a:lnTo>
                  <a:pt x="82754" y="126684"/>
                </a:lnTo>
                <a:lnTo>
                  <a:pt x="82712" y="126864"/>
                </a:lnTo>
                <a:lnTo>
                  <a:pt x="82671" y="127050"/>
                </a:lnTo>
                <a:lnTo>
                  <a:pt x="82634" y="127242"/>
                </a:lnTo>
                <a:lnTo>
                  <a:pt x="82598" y="127441"/>
                </a:lnTo>
                <a:lnTo>
                  <a:pt x="82565" y="127646"/>
                </a:lnTo>
                <a:lnTo>
                  <a:pt x="82534" y="127856"/>
                </a:lnTo>
                <a:lnTo>
                  <a:pt x="82505" y="128073"/>
                </a:lnTo>
                <a:lnTo>
                  <a:pt x="82479" y="128296"/>
                </a:lnTo>
                <a:lnTo>
                  <a:pt x="82455" y="128525"/>
                </a:lnTo>
                <a:lnTo>
                  <a:pt x="82433" y="128760"/>
                </a:lnTo>
                <a:lnTo>
                  <a:pt x="82414" y="129001"/>
                </a:lnTo>
                <a:lnTo>
                  <a:pt x="82397" y="129249"/>
                </a:lnTo>
                <a:lnTo>
                  <a:pt x="82382" y="129502"/>
                </a:lnTo>
                <a:lnTo>
                  <a:pt x="82369" y="129762"/>
                </a:lnTo>
                <a:lnTo>
                  <a:pt x="82359" y="130027"/>
                </a:lnTo>
                <a:lnTo>
                  <a:pt x="82351" y="130299"/>
                </a:lnTo>
                <a:lnTo>
                  <a:pt x="82345" y="130577"/>
                </a:lnTo>
                <a:lnTo>
                  <a:pt x="82342" y="130861"/>
                </a:lnTo>
                <a:lnTo>
                  <a:pt x="82341" y="131151"/>
                </a:lnTo>
                <a:lnTo>
                  <a:pt x="82350" y="131851"/>
                </a:lnTo>
                <a:lnTo>
                  <a:pt x="82379" y="132538"/>
                </a:lnTo>
                <a:lnTo>
                  <a:pt x="82426" y="133214"/>
                </a:lnTo>
                <a:lnTo>
                  <a:pt x="82493" y="133878"/>
                </a:lnTo>
                <a:lnTo>
                  <a:pt x="82579" y="134530"/>
                </a:lnTo>
                <a:lnTo>
                  <a:pt x="82684" y="135171"/>
                </a:lnTo>
                <a:lnTo>
                  <a:pt x="82808" y="135799"/>
                </a:lnTo>
                <a:lnTo>
                  <a:pt x="82951" y="136416"/>
                </a:lnTo>
                <a:lnTo>
                  <a:pt x="83113" y="137021"/>
                </a:lnTo>
                <a:lnTo>
                  <a:pt x="83295" y="137614"/>
                </a:lnTo>
                <a:lnTo>
                  <a:pt x="83495" y="138195"/>
                </a:lnTo>
                <a:lnTo>
                  <a:pt x="83715" y="138764"/>
                </a:lnTo>
                <a:lnTo>
                  <a:pt x="83953" y="139322"/>
                </a:lnTo>
                <a:lnTo>
                  <a:pt x="84211" y="139867"/>
                </a:lnTo>
                <a:lnTo>
                  <a:pt x="84488" y="140401"/>
                </a:lnTo>
                <a:lnTo>
                  <a:pt x="84783" y="140923"/>
                </a:lnTo>
                <a:lnTo>
                  <a:pt x="85098" y="141433"/>
                </a:lnTo>
                <a:lnTo>
                  <a:pt x="85432" y="141932"/>
                </a:lnTo>
                <a:lnTo>
                  <a:pt x="85786" y="142418"/>
                </a:lnTo>
                <a:lnTo>
                  <a:pt x="86158" y="142893"/>
                </a:lnTo>
                <a:lnTo>
                  <a:pt x="86549" y="143356"/>
                </a:lnTo>
                <a:lnTo>
                  <a:pt x="86959" y="143807"/>
                </a:lnTo>
                <a:lnTo>
                  <a:pt x="87389" y="144246"/>
                </a:lnTo>
                <a:lnTo>
                  <a:pt x="87837" y="144673"/>
                </a:lnTo>
                <a:lnTo>
                  <a:pt x="88302" y="145086"/>
                </a:lnTo>
                <a:lnTo>
                  <a:pt x="88782" y="145481"/>
                </a:lnTo>
                <a:lnTo>
                  <a:pt x="89275" y="145858"/>
                </a:lnTo>
                <a:lnTo>
                  <a:pt x="89782" y="146218"/>
                </a:lnTo>
                <a:lnTo>
                  <a:pt x="90304" y="146561"/>
                </a:lnTo>
                <a:lnTo>
                  <a:pt x="90840" y="146885"/>
                </a:lnTo>
                <a:lnTo>
                  <a:pt x="91390" y="147193"/>
                </a:lnTo>
                <a:lnTo>
                  <a:pt x="91954" y="147482"/>
                </a:lnTo>
                <a:lnTo>
                  <a:pt x="92532" y="147755"/>
                </a:lnTo>
                <a:lnTo>
                  <a:pt x="93124" y="148009"/>
                </a:lnTo>
                <a:lnTo>
                  <a:pt x="93730" y="148246"/>
                </a:lnTo>
                <a:lnTo>
                  <a:pt x="94351" y="148466"/>
                </a:lnTo>
                <a:lnTo>
                  <a:pt x="94985" y="148668"/>
                </a:lnTo>
                <a:lnTo>
                  <a:pt x="95634" y="148852"/>
                </a:lnTo>
                <a:lnTo>
                  <a:pt x="96297" y="149019"/>
                </a:lnTo>
                <a:lnTo>
                  <a:pt x="96974" y="149168"/>
                </a:lnTo>
                <a:lnTo>
                  <a:pt x="97665" y="149300"/>
                </a:lnTo>
                <a:lnTo>
                  <a:pt x="98370" y="149414"/>
                </a:lnTo>
                <a:lnTo>
                  <a:pt x="99090" y="149511"/>
                </a:lnTo>
                <a:lnTo>
                  <a:pt x="99823" y="149590"/>
                </a:lnTo>
                <a:lnTo>
                  <a:pt x="100571" y="149651"/>
                </a:lnTo>
                <a:lnTo>
                  <a:pt x="101332" y="149695"/>
                </a:lnTo>
                <a:lnTo>
                  <a:pt x="102108" y="149721"/>
                </a:lnTo>
                <a:lnTo>
                  <a:pt x="102898" y="149730"/>
                </a:lnTo>
                <a:lnTo>
                  <a:pt x="103630" y="149722"/>
                </a:lnTo>
                <a:lnTo>
                  <a:pt x="104362" y="149699"/>
                </a:lnTo>
                <a:lnTo>
                  <a:pt x="105092" y="149660"/>
                </a:lnTo>
                <a:lnTo>
                  <a:pt x="105821" y="149606"/>
                </a:lnTo>
                <a:lnTo>
                  <a:pt x="106548" y="149537"/>
                </a:lnTo>
                <a:lnTo>
                  <a:pt x="107275" y="149452"/>
                </a:lnTo>
                <a:lnTo>
                  <a:pt x="108000" y="149351"/>
                </a:lnTo>
                <a:lnTo>
                  <a:pt x="108725" y="149235"/>
                </a:lnTo>
                <a:lnTo>
                  <a:pt x="109448" y="149104"/>
                </a:lnTo>
                <a:lnTo>
                  <a:pt x="110170" y="148957"/>
                </a:lnTo>
                <a:lnTo>
                  <a:pt x="110891" y="148795"/>
                </a:lnTo>
                <a:lnTo>
                  <a:pt x="111610" y="148617"/>
                </a:lnTo>
                <a:lnTo>
                  <a:pt x="112329" y="148424"/>
                </a:lnTo>
                <a:lnTo>
                  <a:pt x="113046" y="148215"/>
                </a:lnTo>
                <a:lnTo>
                  <a:pt x="113763" y="147991"/>
                </a:lnTo>
                <a:lnTo>
                  <a:pt x="114478" y="147751"/>
                </a:lnTo>
                <a:lnTo>
                  <a:pt x="115192" y="147496"/>
                </a:lnTo>
                <a:lnTo>
                  <a:pt x="115905" y="147226"/>
                </a:lnTo>
                <a:lnTo>
                  <a:pt x="116616" y="146940"/>
                </a:lnTo>
                <a:lnTo>
                  <a:pt x="117327" y="146638"/>
                </a:lnTo>
                <a:lnTo>
                  <a:pt x="118036" y="146321"/>
                </a:lnTo>
                <a:lnTo>
                  <a:pt x="118745" y="145989"/>
                </a:lnTo>
                <a:lnTo>
                  <a:pt x="119452" y="145641"/>
                </a:lnTo>
                <a:lnTo>
                  <a:pt x="120158" y="145278"/>
                </a:lnTo>
                <a:lnTo>
                  <a:pt x="120866" y="144897"/>
                </a:lnTo>
                <a:lnTo>
                  <a:pt x="121581" y="144496"/>
                </a:lnTo>
                <a:lnTo>
                  <a:pt x="122302" y="144074"/>
                </a:lnTo>
                <a:lnTo>
                  <a:pt x="123028" y="143633"/>
                </a:lnTo>
                <a:lnTo>
                  <a:pt x="123761" y="143172"/>
                </a:lnTo>
                <a:lnTo>
                  <a:pt x="124500" y="142691"/>
                </a:lnTo>
                <a:lnTo>
                  <a:pt x="125245" y="142190"/>
                </a:lnTo>
                <a:lnTo>
                  <a:pt x="125997" y="141668"/>
                </a:lnTo>
                <a:lnTo>
                  <a:pt x="126754" y="141127"/>
                </a:lnTo>
                <a:lnTo>
                  <a:pt x="127517" y="140565"/>
                </a:lnTo>
                <a:lnTo>
                  <a:pt x="128287" y="139984"/>
                </a:lnTo>
                <a:lnTo>
                  <a:pt x="129062" y="139383"/>
                </a:lnTo>
                <a:lnTo>
                  <a:pt x="129844" y="138761"/>
                </a:lnTo>
                <a:lnTo>
                  <a:pt x="130632" y="138119"/>
                </a:lnTo>
                <a:lnTo>
                  <a:pt x="131426" y="137458"/>
                </a:lnTo>
                <a:lnTo>
                  <a:pt x="132226" y="136776"/>
                </a:lnTo>
                <a:lnTo>
                  <a:pt x="133032" y="136074"/>
                </a:lnTo>
                <a:lnTo>
                  <a:pt x="133845" y="135353"/>
                </a:lnTo>
                <a:lnTo>
                  <a:pt x="134663" y="134611"/>
                </a:lnTo>
                <a:lnTo>
                  <a:pt x="135487" y="133849"/>
                </a:lnTo>
                <a:lnTo>
                  <a:pt x="136318" y="133067"/>
                </a:lnTo>
                <a:lnTo>
                  <a:pt x="137155" y="132265"/>
                </a:lnTo>
                <a:lnTo>
                  <a:pt x="137998" y="131443"/>
                </a:lnTo>
                <a:lnTo>
                  <a:pt x="138847" y="130602"/>
                </a:lnTo>
                <a:lnTo>
                  <a:pt x="130931" y="122686"/>
                </a:lnTo>
                <a:lnTo>
                  <a:pt x="130512" y="123149"/>
                </a:lnTo>
                <a:lnTo>
                  <a:pt x="130098" y="123601"/>
                </a:lnTo>
                <a:lnTo>
                  <a:pt x="129688" y="124043"/>
                </a:lnTo>
                <a:lnTo>
                  <a:pt x="129282" y="124476"/>
                </a:lnTo>
                <a:lnTo>
                  <a:pt x="128882" y="124898"/>
                </a:lnTo>
                <a:lnTo>
                  <a:pt x="128485" y="125311"/>
                </a:lnTo>
                <a:lnTo>
                  <a:pt x="128094" y="125714"/>
                </a:lnTo>
                <a:lnTo>
                  <a:pt x="127707" y="126106"/>
                </a:lnTo>
                <a:lnTo>
                  <a:pt x="127324" y="126489"/>
                </a:lnTo>
                <a:lnTo>
                  <a:pt x="126946" y="126862"/>
                </a:lnTo>
                <a:lnTo>
                  <a:pt x="126573" y="127225"/>
                </a:lnTo>
                <a:lnTo>
                  <a:pt x="126204" y="127578"/>
                </a:lnTo>
                <a:lnTo>
                  <a:pt x="125840" y="127922"/>
                </a:lnTo>
                <a:lnTo>
                  <a:pt x="125480" y="128255"/>
                </a:lnTo>
                <a:lnTo>
                  <a:pt x="125125" y="128578"/>
                </a:lnTo>
                <a:lnTo>
                  <a:pt x="124775" y="128891"/>
                </a:lnTo>
                <a:lnTo>
                  <a:pt x="124429" y="129195"/>
                </a:lnTo>
                <a:lnTo>
                  <a:pt x="124088" y="129488"/>
                </a:lnTo>
                <a:lnTo>
                  <a:pt x="123751" y="129772"/>
                </a:lnTo>
                <a:lnTo>
                  <a:pt x="123419" y="130046"/>
                </a:lnTo>
                <a:lnTo>
                  <a:pt x="123092" y="130310"/>
                </a:lnTo>
                <a:lnTo>
                  <a:pt x="122769" y="130563"/>
                </a:lnTo>
                <a:lnTo>
                  <a:pt x="122450" y="130807"/>
                </a:lnTo>
                <a:lnTo>
                  <a:pt x="122137" y="131041"/>
                </a:lnTo>
                <a:lnTo>
                  <a:pt x="121826" y="131266"/>
                </a:lnTo>
                <a:lnTo>
                  <a:pt x="121518" y="131480"/>
                </a:lnTo>
                <a:lnTo>
                  <a:pt x="121212" y="131685"/>
                </a:lnTo>
                <a:lnTo>
                  <a:pt x="120909" y="131881"/>
                </a:lnTo>
                <a:lnTo>
                  <a:pt x="120608" y="132067"/>
                </a:lnTo>
                <a:lnTo>
                  <a:pt x="120309" y="132244"/>
                </a:lnTo>
                <a:lnTo>
                  <a:pt x="120012" y="132411"/>
                </a:lnTo>
                <a:lnTo>
                  <a:pt x="119718" y="132568"/>
                </a:lnTo>
                <a:lnTo>
                  <a:pt x="119426" y="132716"/>
                </a:lnTo>
                <a:lnTo>
                  <a:pt x="119136" y="132854"/>
                </a:lnTo>
                <a:lnTo>
                  <a:pt x="118849" y="132983"/>
                </a:lnTo>
                <a:lnTo>
                  <a:pt x="118564" y="133103"/>
                </a:lnTo>
                <a:lnTo>
                  <a:pt x="118281" y="133212"/>
                </a:lnTo>
                <a:lnTo>
                  <a:pt x="118000" y="133312"/>
                </a:lnTo>
                <a:lnTo>
                  <a:pt x="117722" y="133403"/>
                </a:lnTo>
                <a:lnTo>
                  <a:pt x="117446" y="133484"/>
                </a:lnTo>
                <a:lnTo>
                  <a:pt x="117172" y="133556"/>
                </a:lnTo>
                <a:lnTo>
                  <a:pt x="116901" y="133618"/>
                </a:lnTo>
                <a:lnTo>
                  <a:pt x="116632" y="133670"/>
                </a:lnTo>
                <a:lnTo>
                  <a:pt x="116365" y="133713"/>
                </a:lnTo>
                <a:lnTo>
                  <a:pt x="116101" y="133747"/>
                </a:lnTo>
                <a:lnTo>
                  <a:pt x="115838" y="133771"/>
                </a:lnTo>
                <a:lnTo>
                  <a:pt x="115578" y="133785"/>
                </a:lnTo>
                <a:lnTo>
                  <a:pt x="115321" y="133790"/>
                </a:lnTo>
                <a:lnTo>
                  <a:pt x="115076" y="133786"/>
                </a:lnTo>
                <a:lnTo>
                  <a:pt x="114838" y="133776"/>
                </a:lnTo>
                <a:lnTo>
                  <a:pt x="114606" y="133759"/>
                </a:lnTo>
                <a:lnTo>
                  <a:pt x="114380" y="133735"/>
                </a:lnTo>
                <a:lnTo>
                  <a:pt x="114160" y="133704"/>
                </a:lnTo>
                <a:lnTo>
                  <a:pt x="113947" y="133666"/>
                </a:lnTo>
                <a:lnTo>
                  <a:pt x="113739" y="133621"/>
                </a:lnTo>
                <a:lnTo>
                  <a:pt x="113537" y="133570"/>
                </a:lnTo>
                <a:lnTo>
                  <a:pt x="113342" y="133511"/>
                </a:lnTo>
                <a:lnTo>
                  <a:pt x="113153" y="133446"/>
                </a:lnTo>
                <a:lnTo>
                  <a:pt x="112969" y="133374"/>
                </a:lnTo>
                <a:lnTo>
                  <a:pt x="112792" y="133295"/>
                </a:lnTo>
                <a:lnTo>
                  <a:pt x="112621" y="133209"/>
                </a:lnTo>
                <a:lnTo>
                  <a:pt x="112456" y="133116"/>
                </a:lnTo>
                <a:lnTo>
                  <a:pt x="112298" y="133017"/>
                </a:lnTo>
                <a:lnTo>
                  <a:pt x="112145" y="132910"/>
                </a:lnTo>
                <a:lnTo>
                  <a:pt x="111998" y="132797"/>
                </a:lnTo>
                <a:lnTo>
                  <a:pt x="111858" y="132677"/>
                </a:lnTo>
                <a:lnTo>
                  <a:pt x="111723" y="132549"/>
                </a:lnTo>
                <a:lnTo>
                  <a:pt x="111595" y="132415"/>
                </a:lnTo>
                <a:lnTo>
                  <a:pt x="111473" y="132275"/>
                </a:lnTo>
                <a:lnTo>
                  <a:pt x="111357" y="132127"/>
                </a:lnTo>
                <a:lnTo>
                  <a:pt x="111247" y="131972"/>
                </a:lnTo>
                <a:lnTo>
                  <a:pt x="111143" y="131811"/>
                </a:lnTo>
                <a:lnTo>
                  <a:pt x="111045" y="131643"/>
                </a:lnTo>
                <a:lnTo>
                  <a:pt x="110950" y="131470"/>
                </a:lnTo>
                <a:lnTo>
                  <a:pt x="110860" y="131290"/>
                </a:lnTo>
                <a:lnTo>
                  <a:pt x="110774" y="131105"/>
                </a:lnTo>
                <a:lnTo>
                  <a:pt x="110692" y="130915"/>
                </a:lnTo>
                <a:lnTo>
                  <a:pt x="110614" y="130718"/>
                </a:lnTo>
                <a:lnTo>
                  <a:pt x="110541" y="130516"/>
                </a:lnTo>
                <a:lnTo>
                  <a:pt x="110471" y="130308"/>
                </a:lnTo>
                <a:lnTo>
                  <a:pt x="110406" y="130095"/>
                </a:lnTo>
                <a:lnTo>
                  <a:pt x="110345" y="129876"/>
                </a:lnTo>
                <a:lnTo>
                  <a:pt x="110289" y="129650"/>
                </a:lnTo>
                <a:lnTo>
                  <a:pt x="110236" y="129420"/>
                </a:lnTo>
                <a:lnTo>
                  <a:pt x="110188" y="129183"/>
                </a:lnTo>
                <a:lnTo>
                  <a:pt x="110144" y="128941"/>
                </a:lnTo>
                <a:lnTo>
                  <a:pt x="110104" y="128693"/>
                </a:lnTo>
                <a:lnTo>
                  <a:pt x="110068" y="128439"/>
                </a:lnTo>
                <a:lnTo>
                  <a:pt x="110037" y="128180"/>
                </a:lnTo>
                <a:lnTo>
                  <a:pt x="110010" y="127915"/>
                </a:lnTo>
                <a:lnTo>
                  <a:pt x="109986" y="127644"/>
                </a:lnTo>
                <a:lnTo>
                  <a:pt x="109968" y="127368"/>
                </a:lnTo>
                <a:lnTo>
                  <a:pt x="109953" y="127085"/>
                </a:lnTo>
                <a:lnTo>
                  <a:pt x="109942" y="126797"/>
                </a:lnTo>
                <a:lnTo>
                  <a:pt x="109936" y="126504"/>
                </a:lnTo>
                <a:lnTo>
                  <a:pt x="109934" y="126204"/>
                </a:lnTo>
                <a:lnTo>
                  <a:pt x="109937" y="125735"/>
                </a:lnTo>
                <a:lnTo>
                  <a:pt x="109945" y="125261"/>
                </a:lnTo>
                <a:lnTo>
                  <a:pt x="109960" y="124782"/>
                </a:lnTo>
                <a:lnTo>
                  <a:pt x="109980" y="124299"/>
                </a:lnTo>
                <a:lnTo>
                  <a:pt x="110006" y="123811"/>
                </a:lnTo>
                <a:lnTo>
                  <a:pt x="110037" y="123318"/>
                </a:lnTo>
                <a:lnTo>
                  <a:pt x="110074" y="122821"/>
                </a:lnTo>
                <a:lnTo>
                  <a:pt x="110117" y="122320"/>
                </a:lnTo>
                <a:lnTo>
                  <a:pt x="110166" y="121814"/>
                </a:lnTo>
                <a:lnTo>
                  <a:pt x="110220" y="121303"/>
                </a:lnTo>
                <a:lnTo>
                  <a:pt x="110280" y="120788"/>
                </a:lnTo>
                <a:lnTo>
                  <a:pt x="110346" y="120268"/>
                </a:lnTo>
                <a:lnTo>
                  <a:pt x="110418" y="119743"/>
                </a:lnTo>
                <a:lnTo>
                  <a:pt x="110495" y="119214"/>
                </a:lnTo>
                <a:lnTo>
                  <a:pt x="110578" y="118681"/>
                </a:lnTo>
                <a:lnTo>
                  <a:pt x="110667" y="118142"/>
                </a:lnTo>
                <a:lnTo>
                  <a:pt x="110761" y="117600"/>
                </a:lnTo>
                <a:lnTo>
                  <a:pt x="110862" y="117052"/>
                </a:lnTo>
                <a:lnTo>
                  <a:pt x="110967" y="116500"/>
                </a:lnTo>
                <a:lnTo>
                  <a:pt x="111079" y="115944"/>
                </a:lnTo>
                <a:lnTo>
                  <a:pt x="111196" y="115383"/>
                </a:lnTo>
                <a:lnTo>
                  <a:pt x="111320" y="114817"/>
                </a:lnTo>
                <a:lnTo>
                  <a:pt x="111448" y="114247"/>
                </a:lnTo>
                <a:lnTo>
                  <a:pt x="111583" y="113672"/>
                </a:lnTo>
                <a:lnTo>
                  <a:pt x="129392" y="38917"/>
                </a:lnTo>
                <a:lnTo>
                  <a:pt x="97621" y="38917"/>
                </a:lnTo>
                <a:lnTo>
                  <a:pt x="84429" y="98501"/>
                </a:lnTo>
                <a:lnTo>
                  <a:pt x="84260" y="99267"/>
                </a:lnTo>
                <a:lnTo>
                  <a:pt x="84082" y="100026"/>
                </a:lnTo>
                <a:lnTo>
                  <a:pt x="83894" y="100778"/>
                </a:lnTo>
                <a:lnTo>
                  <a:pt x="83698" y="101522"/>
                </a:lnTo>
                <a:lnTo>
                  <a:pt x="83493" y="102260"/>
                </a:lnTo>
                <a:lnTo>
                  <a:pt x="83278" y="102991"/>
                </a:lnTo>
                <a:lnTo>
                  <a:pt x="83055" y="103715"/>
                </a:lnTo>
                <a:lnTo>
                  <a:pt x="82823" y="104431"/>
                </a:lnTo>
                <a:lnTo>
                  <a:pt x="82582" y="105141"/>
                </a:lnTo>
                <a:lnTo>
                  <a:pt x="82332" y="105843"/>
                </a:lnTo>
                <a:lnTo>
                  <a:pt x="82073" y="106538"/>
                </a:lnTo>
                <a:lnTo>
                  <a:pt x="81805" y="107227"/>
                </a:lnTo>
                <a:lnTo>
                  <a:pt x="81528" y="107908"/>
                </a:lnTo>
                <a:lnTo>
                  <a:pt x="81242" y="108582"/>
                </a:lnTo>
                <a:lnTo>
                  <a:pt x="80947" y="109249"/>
                </a:lnTo>
                <a:lnTo>
                  <a:pt x="80643" y="109910"/>
                </a:lnTo>
                <a:lnTo>
                  <a:pt x="80330" y="110563"/>
                </a:lnTo>
                <a:lnTo>
                  <a:pt x="80008" y="111208"/>
                </a:lnTo>
                <a:lnTo>
                  <a:pt x="79677" y="111847"/>
                </a:lnTo>
                <a:lnTo>
                  <a:pt x="79337" y="112479"/>
                </a:lnTo>
                <a:lnTo>
                  <a:pt x="78988" y="113104"/>
                </a:lnTo>
                <a:lnTo>
                  <a:pt x="78631" y="113722"/>
                </a:lnTo>
                <a:lnTo>
                  <a:pt x="78264" y="114332"/>
                </a:lnTo>
                <a:lnTo>
                  <a:pt x="77888" y="114936"/>
                </a:lnTo>
                <a:lnTo>
                  <a:pt x="77505" y="115533"/>
                </a:lnTo>
                <a:lnTo>
                  <a:pt x="77116" y="116124"/>
                </a:lnTo>
                <a:lnTo>
                  <a:pt x="76722" y="116709"/>
                </a:lnTo>
                <a:lnTo>
                  <a:pt x="76322" y="117289"/>
                </a:lnTo>
                <a:lnTo>
                  <a:pt x="75916" y="117862"/>
                </a:lnTo>
                <a:lnTo>
                  <a:pt x="75504" y="118430"/>
                </a:lnTo>
                <a:lnTo>
                  <a:pt x="75087" y="118991"/>
                </a:lnTo>
                <a:lnTo>
                  <a:pt x="74663" y="119547"/>
                </a:lnTo>
                <a:lnTo>
                  <a:pt x="74235" y="120097"/>
                </a:lnTo>
                <a:lnTo>
                  <a:pt x="73800" y="120641"/>
                </a:lnTo>
                <a:lnTo>
                  <a:pt x="73360" y="121179"/>
                </a:lnTo>
                <a:lnTo>
                  <a:pt x="72914" y="121711"/>
                </a:lnTo>
                <a:lnTo>
                  <a:pt x="72462" y="122237"/>
                </a:lnTo>
                <a:lnTo>
                  <a:pt x="72004" y="122757"/>
                </a:lnTo>
                <a:lnTo>
                  <a:pt x="71541" y="123271"/>
                </a:lnTo>
                <a:lnTo>
                  <a:pt x="71072" y="123780"/>
                </a:lnTo>
                <a:lnTo>
                  <a:pt x="70598" y="124282"/>
                </a:lnTo>
                <a:lnTo>
                  <a:pt x="70117" y="124778"/>
                </a:lnTo>
                <a:lnTo>
                  <a:pt x="69631" y="125269"/>
                </a:lnTo>
                <a:lnTo>
                  <a:pt x="69139" y="125754"/>
                </a:lnTo>
                <a:lnTo>
                  <a:pt x="68642" y="126233"/>
                </a:lnTo>
                <a:lnTo>
                  <a:pt x="68138" y="126705"/>
                </a:lnTo>
                <a:lnTo>
                  <a:pt x="67629" y="127172"/>
                </a:lnTo>
                <a:lnTo>
                  <a:pt x="67115" y="127633"/>
                </a:lnTo>
                <a:lnTo>
                  <a:pt x="66598" y="128082"/>
                </a:lnTo>
                <a:lnTo>
                  <a:pt x="66082" y="128511"/>
                </a:lnTo>
                <a:lnTo>
                  <a:pt x="65568" y="128922"/>
                </a:lnTo>
                <a:lnTo>
                  <a:pt x="65055" y="129313"/>
                </a:lnTo>
                <a:lnTo>
                  <a:pt x="64543" y="129685"/>
                </a:lnTo>
                <a:lnTo>
                  <a:pt x="64033" y="130038"/>
                </a:lnTo>
                <a:lnTo>
                  <a:pt x="63524" y="130372"/>
                </a:lnTo>
                <a:lnTo>
                  <a:pt x="63017" y="130687"/>
                </a:lnTo>
                <a:lnTo>
                  <a:pt x="62510" y="130983"/>
                </a:lnTo>
                <a:lnTo>
                  <a:pt x="62005" y="131260"/>
                </a:lnTo>
                <a:lnTo>
                  <a:pt x="61502" y="131517"/>
                </a:lnTo>
                <a:lnTo>
                  <a:pt x="61000" y="131756"/>
                </a:lnTo>
                <a:lnTo>
                  <a:pt x="60499" y="131975"/>
                </a:lnTo>
                <a:lnTo>
                  <a:pt x="59999" y="132176"/>
                </a:lnTo>
                <a:lnTo>
                  <a:pt x="59501" y="132357"/>
                </a:lnTo>
                <a:lnTo>
                  <a:pt x="59004" y="132519"/>
                </a:lnTo>
                <a:lnTo>
                  <a:pt x="58508" y="132662"/>
                </a:lnTo>
                <a:lnTo>
                  <a:pt x="58014" y="132786"/>
                </a:lnTo>
                <a:lnTo>
                  <a:pt x="57521" y="132891"/>
                </a:lnTo>
                <a:lnTo>
                  <a:pt x="57030" y="132977"/>
                </a:lnTo>
                <a:lnTo>
                  <a:pt x="56540" y="133044"/>
                </a:lnTo>
                <a:lnTo>
                  <a:pt x="56051" y="133092"/>
                </a:lnTo>
                <a:lnTo>
                  <a:pt x="55563" y="133120"/>
                </a:lnTo>
                <a:lnTo>
                  <a:pt x="55077" y="133130"/>
                </a:lnTo>
                <a:lnTo>
                  <a:pt x="54715" y="133126"/>
                </a:lnTo>
                <a:lnTo>
                  <a:pt x="54362" y="133112"/>
                </a:lnTo>
                <a:lnTo>
                  <a:pt x="54017" y="133091"/>
                </a:lnTo>
                <a:lnTo>
                  <a:pt x="53681" y="133060"/>
                </a:lnTo>
                <a:lnTo>
                  <a:pt x="53354" y="133020"/>
                </a:lnTo>
                <a:lnTo>
                  <a:pt x="53036" y="132972"/>
                </a:lnTo>
                <a:lnTo>
                  <a:pt x="52727" y="132915"/>
                </a:lnTo>
                <a:lnTo>
                  <a:pt x="52426" y="132849"/>
                </a:lnTo>
                <a:lnTo>
                  <a:pt x="52134" y="132774"/>
                </a:lnTo>
                <a:lnTo>
                  <a:pt x="51851" y="132691"/>
                </a:lnTo>
                <a:lnTo>
                  <a:pt x="51577" y="132599"/>
                </a:lnTo>
                <a:lnTo>
                  <a:pt x="51312" y="132498"/>
                </a:lnTo>
                <a:lnTo>
                  <a:pt x="51055" y="132388"/>
                </a:lnTo>
                <a:lnTo>
                  <a:pt x="50807" y="132270"/>
                </a:lnTo>
                <a:lnTo>
                  <a:pt x="50568" y="132142"/>
                </a:lnTo>
                <a:lnTo>
                  <a:pt x="50338" y="132006"/>
                </a:lnTo>
                <a:lnTo>
                  <a:pt x="50116" y="131861"/>
                </a:lnTo>
                <a:lnTo>
                  <a:pt x="49903" y="131708"/>
                </a:lnTo>
                <a:lnTo>
                  <a:pt x="49699" y="131545"/>
                </a:lnTo>
                <a:lnTo>
                  <a:pt x="49504" y="131374"/>
                </a:lnTo>
                <a:lnTo>
                  <a:pt x="49317" y="131194"/>
                </a:lnTo>
                <a:lnTo>
                  <a:pt x="49140" y="131005"/>
                </a:lnTo>
                <a:lnTo>
                  <a:pt x="48971" y="130808"/>
                </a:lnTo>
                <a:lnTo>
                  <a:pt x="48811" y="130602"/>
                </a:lnTo>
                <a:lnTo>
                  <a:pt x="48658" y="130387"/>
                </a:lnTo>
                <a:lnTo>
                  <a:pt x="48512" y="130164"/>
                </a:lnTo>
                <a:lnTo>
                  <a:pt x="48373" y="129933"/>
                </a:lnTo>
                <a:lnTo>
                  <a:pt x="48240" y="129695"/>
                </a:lnTo>
                <a:lnTo>
                  <a:pt x="48113" y="129448"/>
                </a:lnTo>
                <a:lnTo>
                  <a:pt x="47993" y="129193"/>
                </a:lnTo>
                <a:lnTo>
                  <a:pt x="47879" y="128930"/>
                </a:lnTo>
                <a:lnTo>
                  <a:pt x="47772" y="128659"/>
                </a:lnTo>
                <a:lnTo>
                  <a:pt x="47672" y="128381"/>
                </a:lnTo>
                <a:lnTo>
                  <a:pt x="47578" y="128094"/>
                </a:lnTo>
                <a:lnTo>
                  <a:pt x="47490" y="127799"/>
                </a:lnTo>
                <a:lnTo>
                  <a:pt x="47409" y="127496"/>
                </a:lnTo>
                <a:lnTo>
                  <a:pt x="47334" y="127185"/>
                </a:lnTo>
                <a:lnTo>
                  <a:pt x="47266" y="126866"/>
                </a:lnTo>
                <a:lnTo>
                  <a:pt x="47205" y="126539"/>
                </a:lnTo>
                <a:lnTo>
                  <a:pt x="47149" y="126204"/>
                </a:lnTo>
                <a:lnTo>
                  <a:pt x="47101" y="125861"/>
                </a:lnTo>
                <a:lnTo>
                  <a:pt x="47059" y="125510"/>
                </a:lnTo>
                <a:lnTo>
                  <a:pt x="47023" y="125151"/>
                </a:lnTo>
                <a:lnTo>
                  <a:pt x="46994" y="124784"/>
                </a:lnTo>
                <a:lnTo>
                  <a:pt x="46971" y="124409"/>
                </a:lnTo>
                <a:lnTo>
                  <a:pt x="46955" y="124026"/>
                </a:lnTo>
                <a:lnTo>
                  <a:pt x="46945" y="123635"/>
                </a:lnTo>
                <a:lnTo>
                  <a:pt x="46942" y="123236"/>
                </a:lnTo>
                <a:lnTo>
                  <a:pt x="46944" y="122875"/>
                </a:lnTo>
                <a:lnTo>
                  <a:pt x="46951" y="122506"/>
                </a:lnTo>
                <a:lnTo>
                  <a:pt x="46962" y="122130"/>
                </a:lnTo>
                <a:lnTo>
                  <a:pt x="46977" y="121746"/>
                </a:lnTo>
                <a:lnTo>
                  <a:pt x="46997" y="121354"/>
                </a:lnTo>
                <a:lnTo>
                  <a:pt x="47021" y="120955"/>
                </a:lnTo>
                <a:lnTo>
                  <a:pt x="47049" y="120548"/>
                </a:lnTo>
                <a:lnTo>
                  <a:pt x="47082" y="120133"/>
                </a:lnTo>
                <a:lnTo>
                  <a:pt x="47120" y="119711"/>
                </a:lnTo>
                <a:lnTo>
                  <a:pt x="47161" y="119281"/>
                </a:lnTo>
                <a:lnTo>
                  <a:pt x="47207" y="118844"/>
                </a:lnTo>
                <a:lnTo>
                  <a:pt x="47258" y="118399"/>
                </a:lnTo>
                <a:lnTo>
                  <a:pt x="47313" y="117946"/>
                </a:lnTo>
                <a:lnTo>
                  <a:pt x="47372" y="117486"/>
                </a:lnTo>
                <a:lnTo>
                  <a:pt x="47436" y="117018"/>
                </a:lnTo>
                <a:lnTo>
                  <a:pt x="47504" y="116542"/>
                </a:lnTo>
                <a:lnTo>
                  <a:pt x="47576" y="116059"/>
                </a:lnTo>
                <a:lnTo>
                  <a:pt x="47653" y="115568"/>
                </a:lnTo>
                <a:lnTo>
                  <a:pt x="47734" y="115070"/>
                </a:lnTo>
                <a:lnTo>
                  <a:pt x="47820" y="114563"/>
                </a:lnTo>
                <a:lnTo>
                  <a:pt x="47910" y="114050"/>
                </a:lnTo>
                <a:lnTo>
                  <a:pt x="48004" y="113528"/>
                </a:lnTo>
                <a:lnTo>
                  <a:pt x="48103" y="112999"/>
                </a:lnTo>
                <a:lnTo>
                  <a:pt x="48206" y="112462"/>
                </a:lnTo>
                <a:lnTo>
                  <a:pt x="48312" y="111920"/>
                </a:lnTo>
                <a:lnTo>
                  <a:pt x="48420" y="111374"/>
                </a:lnTo>
                <a:lnTo>
                  <a:pt x="48530" y="110824"/>
                </a:lnTo>
                <a:lnTo>
                  <a:pt x="48641" y="110270"/>
                </a:lnTo>
                <a:lnTo>
                  <a:pt x="48754" y="109712"/>
                </a:lnTo>
                <a:lnTo>
                  <a:pt x="48869" y="109151"/>
                </a:lnTo>
                <a:lnTo>
                  <a:pt x="48986" y="108585"/>
                </a:lnTo>
                <a:lnTo>
                  <a:pt x="49104" y="108016"/>
                </a:lnTo>
                <a:lnTo>
                  <a:pt x="49224" y="107443"/>
                </a:lnTo>
                <a:lnTo>
                  <a:pt x="49345" y="106866"/>
                </a:lnTo>
                <a:lnTo>
                  <a:pt x="49469" y="106286"/>
                </a:lnTo>
                <a:lnTo>
                  <a:pt x="49594" y="105701"/>
                </a:lnTo>
                <a:lnTo>
                  <a:pt x="49721" y="105113"/>
                </a:lnTo>
                <a:lnTo>
                  <a:pt x="49849" y="104521"/>
                </a:lnTo>
                <a:lnTo>
                  <a:pt x="49980" y="103925"/>
                </a:lnTo>
                <a:lnTo>
                  <a:pt x="50112" y="103326"/>
                </a:lnTo>
                <a:lnTo>
                  <a:pt x="50245" y="102722"/>
                </a:lnTo>
                <a:lnTo>
                  <a:pt x="50381" y="102115"/>
                </a:lnTo>
                <a:lnTo>
                  <a:pt x="50518" y="101504"/>
                </a:lnTo>
                <a:lnTo>
                  <a:pt x="50657" y="100889"/>
                </a:lnTo>
                <a:lnTo>
                  <a:pt x="50797" y="100270"/>
                </a:lnTo>
                <a:lnTo>
                  <a:pt x="50939" y="99647"/>
                </a:lnTo>
                <a:lnTo>
                  <a:pt x="51083" y="99021"/>
                </a:lnTo>
                <a:lnTo>
                  <a:pt x="51229" y="98391"/>
                </a:lnTo>
                <a:lnTo>
                  <a:pt x="64971" y="38917"/>
                </a:lnTo>
                <a:lnTo>
                  <a:pt x="33640" y="38917"/>
                </a:lnTo>
                <a:lnTo>
                  <a:pt x="9564" y="147531"/>
                </a:lnTo>
                <a:lnTo>
                  <a:pt x="9407" y="148260"/>
                </a:lnTo>
                <a:lnTo>
                  <a:pt x="9245" y="148998"/>
                </a:lnTo>
                <a:lnTo>
                  <a:pt x="9080" y="149745"/>
                </a:lnTo>
                <a:lnTo>
                  <a:pt x="8911" y="150503"/>
                </a:lnTo>
                <a:lnTo>
                  <a:pt x="8738" y="151269"/>
                </a:lnTo>
                <a:lnTo>
                  <a:pt x="8561" y="152046"/>
                </a:lnTo>
                <a:lnTo>
                  <a:pt x="8381" y="152831"/>
                </a:lnTo>
                <a:lnTo>
                  <a:pt x="8196" y="153627"/>
                </a:lnTo>
                <a:lnTo>
                  <a:pt x="8008" y="154431"/>
                </a:lnTo>
                <a:lnTo>
                  <a:pt x="7816" y="155246"/>
                </a:lnTo>
                <a:lnTo>
                  <a:pt x="7620" y="156070"/>
                </a:lnTo>
                <a:lnTo>
                  <a:pt x="7421" y="156903"/>
                </a:lnTo>
                <a:lnTo>
                  <a:pt x="7217" y="157746"/>
                </a:lnTo>
                <a:lnTo>
                  <a:pt x="7010" y="158599"/>
                </a:lnTo>
                <a:lnTo>
                  <a:pt x="6799" y="159461"/>
                </a:lnTo>
                <a:lnTo>
                  <a:pt x="6584" y="160333"/>
                </a:lnTo>
                <a:lnTo>
                  <a:pt x="6365" y="161214"/>
                </a:lnTo>
                <a:lnTo>
                  <a:pt x="6143" y="162104"/>
                </a:lnTo>
                <a:lnTo>
                  <a:pt x="5916" y="163005"/>
                </a:lnTo>
                <a:lnTo>
                  <a:pt x="5686" y="163915"/>
                </a:lnTo>
                <a:lnTo>
                  <a:pt x="5452" y="164834"/>
                </a:lnTo>
                <a:lnTo>
                  <a:pt x="5214" y="165763"/>
                </a:lnTo>
                <a:lnTo>
                  <a:pt x="4973" y="166701"/>
                </a:lnTo>
                <a:lnTo>
                  <a:pt x="4727" y="167649"/>
                </a:lnTo>
                <a:lnTo>
                  <a:pt x="4482" y="168592"/>
                </a:lnTo>
                <a:lnTo>
                  <a:pt x="4241" y="169514"/>
                </a:lnTo>
                <a:lnTo>
                  <a:pt x="4004" y="170415"/>
                </a:lnTo>
                <a:lnTo>
                  <a:pt x="3771" y="171295"/>
                </a:lnTo>
                <a:lnTo>
                  <a:pt x="3543" y="172155"/>
                </a:lnTo>
                <a:lnTo>
                  <a:pt x="3319" y="172995"/>
                </a:lnTo>
                <a:lnTo>
                  <a:pt x="3099" y="173814"/>
                </a:lnTo>
                <a:lnTo>
                  <a:pt x="2883" y="174612"/>
                </a:lnTo>
                <a:lnTo>
                  <a:pt x="2671" y="175389"/>
                </a:lnTo>
                <a:lnTo>
                  <a:pt x="2464" y="176146"/>
                </a:lnTo>
                <a:lnTo>
                  <a:pt x="2260" y="176883"/>
                </a:lnTo>
                <a:lnTo>
                  <a:pt x="2061" y="177598"/>
                </a:lnTo>
                <a:lnTo>
                  <a:pt x="1866" y="178293"/>
                </a:lnTo>
                <a:lnTo>
                  <a:pt x="1676" y="178968"/>
                </a:lnTo>
                <a:lnTo>
                  <a:pt x="1489" y="179622"/>
                </a:lnTo>
                <a:lnTo>
                  <a:pt x="1307" y="180255"/>
                </a:lnTo>
                <a:lnTo>
                  <a:pt x="1129" y="180868"/>
                </a:lnTo>
                <a:lnTo>
                  <a:pt x="955" y="181460"/>
                </a:lnTo>
                <a:lnTo>
                  <a:pt x="785" y="182031"/>
                </a:lnTo>
                <a:lnTo>
                  <a:pt x="620" y="182582"/>
                </a:lnTo>
                <a:lnTo>
                  <a:pt x="459" y="183112"/>
                </a:lnTo>
                <a:lnTo>
                  <a:pt x="302" y="183622"/>
                </a:lnTo>
                <a:lnTo>
                  <a:pt x="149" y="184111"/>
                </a:lnTo>
                <a:lnTo>
                  <a:pt x="0" y="184579"/>
                </a:lnTo>
                <a:lnTo>
                  <a:pt x="5607" y="192055"/>
                </a:lnTo>
                <a:lnTo>
                  <a:pt x="29682" y="192055"/>
                </a:lnTo>
                <a:lnTo>
                  <a:pt x="31881" y="180951"/>
                </a:lnTo>
                <a:lnTo>
                  <a:pt x="31854" y="180518"/>
                </a:lnTo>
                <a:lnTo>
                  <a:pt x="31828" y="180080"/>
                </a:lnTo>
                <a:lnTo>
                  <a:pt x="31804" y="179637"/>
                </a:lnTo>
                <a:lnTo>
                  <a:pt x="31780" y="179189"/>
                </a:lnTo>
                <a:lnTo>
                  <a:pt x="31758" y="178736"/>
                </a:lnTo>
                <a:lnTo>
                  <a:pt x="31737" y="178279"/>
                </a:lnTo>
                <a:lnTo>
                  <a:pt x="31717" y="177816"/>
                </a:lnTo>
                <a:lnTo>
                  <a:pt x="31698" y="177348"/>
                </a:lnTo>
                <a:lnTo>
                  <a:pt x="31680" y="176875"/>
                </a:lnTo>
                <a:lnTo>
                  <a:pt x="31663" y="176397"/>
                </a:lnTo>
                <a:lnTo>
                  <a:pt x="31648" y="175915"/>
                </a:lnTo>
                <a:lnTo>
                  <a:pt x="31633" y="175427"/>
                </a:lnTo>
                <a:lnTo>
                  <a:pt x="31620" y="174934"/>
                </a:lnTo>
                <a:lnTo>
                  <a:pt x="31608" y="174437"/>
                </a:lnTo>
                <a:lnTo>
                  <a:pt x="31597" y="173934"/>
                </a:lnTo>
                <a:lnTo>
                  <a:pt x="31588" y="173427"/>
                </a:lnTo>
                <a:lnTo>
                  <a:pt x="31579" y="172914"/>
                </a:lnTo>
                <a:lnTo>
                  <a:pt x="31572" y="172397"/>
                </a:lnTo>
                <a:lnTo>
                  <a:pt x="31565" y="171875"/>
                </a:lnTo>
                <a:lnTo>
                  <a:pt x="31560" y="171347"/>
                </a:lnTo>
                <a:lnTo>
                  <a:pt x="31556" y="170815"/>
                </a:lnTo>
                <a:lnTo>
                  <a:pt x="31553" y="170278"/>
                </a:lnTo>
                <a:lnTo>
                  <a:pt x="31552" y="169736"/>
                </a:lnTo>
                <a:lnTo>
                  <a:pt x="31551" y="169188"/>
                </a:lnTo>
                <a:lnTo>
                  <a:pt x="31553" y="168126"/>
                </a:lnTo>
                <a:lnTo>
                  <a:pt x="31559" y="167064"/>
                </a:lnTo>
                <a:lnTo>
                  <a:pt x="31570" y="166004"/>
                </a:lnTo>
                <a:lnTo>
                  <a:pt x="31585" y="164944"/>
                </a:lnTo>
                <a:lnTo>
                  <a:pt x="31604" y="163884"/>
                </a:lnTo>
                <a:lnTo>
                  <a:pt x="31627" y="162826"/>
                </a:lnTo>
                <a:lnTo>
                  <a:pt x="31654" y="161768"/>
                </a:lnTo>
                <a:lnTo>
                  <a:pt x="31685" y="160711"/>
                </a:lnTo>
                <a:lnTo>
                  <a:pt x="31721" y="159655"/>
                </a:lnTo>
                <a:lnTo>
                  <a:pt x="31761" y="158600"/>
                </a:lnTo>
                <a:lnTo>
                  <a:pt x="31805" y="157545"/>
                </a:lnTo>
                <a:lnTo>
                  <a:pt x="31853" y="156491"/>
                </a:lnTo>
                <a:lnTo>
                  <a:pt x="31906" y="155438"/>
                </a:lnTo>
                <a:lnTo>
                  <a:pt x="31963" y="154385"/>
                </a:lnTo>
                <a:lnTo>
                  <a:pt x="32023" y="153334"/>
                </a:lnTo>
                <a:lnTo>
                  <a:pt x="32088" y="152283"/>
                </a:lnTo>
                <a:lnTo>
                  <a:pt x="32158" y="151233"/>
                </a:lnTo>
                <a:lnTo>
                  <a:pt x="32231" y="150184"/>
                </a:lnTo>
                <a:lnTo>
                  <a:pt x="32309" y="149135"/>
                </a:lnTo>
                <a:lnTo>
                  <a:pt x="32391" y="148087"/>
                </a:lnTo>
                <a:lnTo>
                  <a:pt x="32477" y="147040"/>
                </a:lnTo>
                <a:lnTo>
                  <a:pt x="32567" y="145994"/>
                </a:lnTo>
                <a:lnTo>
                  <a:pt x="32662" y="144948"/>
                </a:lnTo>
                <a:lnTo>
                  <a:pt x="32760" y="143904"/>
                </a:lnTo>
                <a:lnTo>
                  <a:pt x="33640" y="143574"/>
                </a:lnTo>
                <a:lnTo>
                  <a:pt x="34121" y="143968"/>
                </a:lnTo>
                <a:lnTo>
                  <a:pt x="34611" y="144346"/>
                </a:lnTo>
                <a:lnTo>
                  <a:pt x="35110" y="144707"/>
                </a:lnTo>
                <a:lnTo>
                  <a:pt x="35619" y="145052"/>
                </a:lnTo>
                <a:lnTo>
                  <a:pt x="36136" y="145379"/>
                </a:lnTo>
                <a:lnTo>
                  <a:pt x="36663" y="145690"/>
                </a:lnTo>
                <a:lnTo>
                  <a:pt x="37199" y="145984"/>
                </a:lnTo>
                <a:lnTo>
                  <a:pt x="37744" y="146261"/>
                </a:lnTo>
                <a:lnTo>
                  <a:pt x="38298" y="146521"/>
                </a:lnTo>
                <a:lnTo>
                  <a:pt x="38862" y="146765"/>
                </a:lnTo>
                <a:lnTo>
                  <a:pt x="39434" y="146992"/>
                </a:lnTo>
                <a:lnTo>
                  <a:pt x="40016" y="147202"/>
                </a:lnTo>
                <a:lnTo>
                  <a:pt x="40607" y="147395"/>
                </a:lnTo>
                <a:lnTo>
                  <a:pt x="41207" y="147571"/>
                </a:lnTo>
                <a:lnTo>
                  <a:pt x="41816" y="147731"/>
                </a:lnTo>
                <a:lnTo>
                  <a:pt x="42435" y="147873"/>
                </a:lnTo>
                <a:lnTo>
                  <a:pt x="43062" y="147999"/>
                </a:lnTo>
                <a:lnTo>
                  <a:pt x="43699" y="148109"/>
                </a:lnTo>
                <a:lnTo>
                  <a:pt x="44345" y="148201"/>
                </a:lnTo>
                <a:lnTo>
                  <a:pt x="45000" y="148276"/>
                </a:lnTo>
                <a:lnTo>
                  <a:pt x="45664" y="148335"/>
                </a:lnTo>
                <a:lnTo>
                  <a:pt x="46337" y="148377"/>
                </a:lnTo>
                <a:lnTo>
                  <a:pt x="47020" y="148402"/>
                </a:lnTo>
                <a:lnTo>
                  <a:pt x="47711" y="148411"/>
                </a:lnTo>
                <a:lnTo>
                  <a:pt x="48371" y="148401"/>
                </a:lnTo>
                <a:lnTo>
                  <a:pt x="49032" y="148372"/>
                </a:lnTo>
                <a:lnTo>
                  <a:pt x="49694" y="148323"/>
                </a:lnTo>
                <a:lnTo>
                  <a:pt x="50357" y="148255"/>
                </a:lnTo>
                <a:lnTo>
                  <a:pt x="51021" y="148167"/>
                </a:lnTo>
                <a:lnTo>
                  <a:pt x="51686" y="148060"/>
                </a:lnTo>
                <a:lnTo>
                  <a:pt x="52352" y="147934"/>
                </a:lnTo>
                <a:lnTo>
                  <a:pt x="53019" y="147788"/>
                </a:lnTo>
                <a:lnTo>
                  <a:pt x="53686" y="147622"/>
                </a:lnTo>
                <a:lnTo>
                  <a:pt x="54355" y="147437"/>
                </a:lnTo>
                <a:lnTo>
                  <a:pt x="55025" y="147233"/>
                </a:lnTo>
                <a:lnTo>
                  <a:pt x="55695" y="147009"/>
                </a:lnTo>
                <a:lnTo>
                  <a:pt x="56367" y="146766"/>
                </a:lnTo>
                <a:lnTo>
                  <a:pt x="57039" y="146503"/>
                </a:lnTo>
                <a:lnTo>
                  <a:pt x="57713" y="146221"/>
                </a:lnTo>
                <a:lnTo>
                  <a:pt x="58387" y="145919"/>
                </a:lnTo>
                <a:lnTo>
                  <a:pt x="59062" y="145598"/>
                </a:lnTo>
                <a:lnTo>
                  <a:pt x="59739" y="145257"/>
                </a:lnTo>
                <a:lnTo>
                  <a:pt x="60416" y="144897"/>
                </a:lnTo>
                <a:lnTo>
                  <a:pt x="61094" y="144517"/>
                </a:lnTo>
                <a:lnTo>
                  <a:pt x="61773" y="144118"/>
                </a:lnTo>
                <a:lnTo>
                  <a:pt x="62454" y="143700"/>
                </a:lnTo>
                <a:lnTo>
                  <a:pt x="63135" y="143262"/>
                </a:lnTo>
                <a:lnTo>
                  <a:pt x="63817" y="142804"/>
                </a:lnTo>
                <a:lnTo>
                  <a:pt x="64501" y="142327"/>
                </a:lnTo>
                <a:lnTo>
                  <a:pt x="65190" y="141829"/>
                </a:lnTo>
                <a:lnTo>
                  <a:pt x="65884" y="141310"/>
                </a:lnTo>
                <a:lnTo>
                  <a:pt x="66582" y="140770"/>
                </a:lnTo>
                <a:lnTo>
                  <a:pt x="67284" y="140210"/>
                </a:lnTo>
                <a:lnTo>
                  <a:pt x="67991" y="139630"/>
                </a:lnTo>
                <a:lnTo>
                  <a:pt x="68702" y="139029"/>
                </a:lnTo>
                <a:lnTo>
                  <a:pt x="69417" y="138407"/>
                </a:lnTo>
                <a:lnTo>
                  <a:pt x="70137" y="137764"/>
                </a:lnTo>
                <a:lnTo>
                  <a:pt x="70861" y="137101"/>
                </a:lnTo>
                <a:lnTo>
                  <a:pt x="71590" y="136418"/>
                </a:lnTo>
                <a:lnTo>
                  <a:pt x="72323" y="135713"/>
                </a:lnTo>
                <a:lnTo>
                  <a:pt x="73060" y="134989"/>
                </a:lnTo>
                <a:lnTo>
                  <a:pt x="73802" y="134243"/>
                </a:lnTo>
                <a:lnTo>
                  <a:pt x="74548" y="133477"/>
                </a:lnTo>
                <a:lnTo>
                  <a:pt x="75299" y="132690"/>
                </a:lnTo>
                <a:lnTo>
                  <a:pt x="76054" y="131883"/>
                </a:lnTo>
                <a:lnTo>
                  <a:pt x="76813" y="131055"/>
                </a:lnTo>
                <a:lnTo>
                  <a:pt x="77577" y="130206"/>
                </a:lnTo>
                <a:lnTo>
                  <a:pt x="78345" y="129337"/>
                </a:lnTo>
                <a:lnTo>
                  <a:pt x="79117" y="128448"/>
                </a:lnTo>
                <a:lnTo>
                  <a:pt x="79894" y="127537"/>
                </a:lnTo>
                <a:lnTo>
                  <a:pt x="80675" y="126606"/>
                </a:lnTo>
                <a:lnTo>
                  <a:pt x="81461" y="125654"/>
                </a:lnTo>
                <a:lnTo>
                  <a:pt x="83000" y="125874"/>
                </a:lnTo>
                <a:lnTo>
                  <a:pt x="82946" y="126024"/>
                </a:lnTo>
                <a:lnTo>
                  <a:pt x="82895" y="126180"/>
                </a:lnTo>
                <a:lnTo>
                  <a:pt x="82846" y="126342"/>
                </a:lnTo>
                <a:close/>
                <a:moveTo>
                  <a:pt x="1472244" y="49815"/>
                </a:moveTo>
                <a:lnTo>
                  <a:pt x="1472717" y="49524"/>
                </a:lnTo>
                <a:lnTo>
                  <a:pt x="1473202" y="49250"/>
                </a:lnTo>
                <a:lnTo>
                  <a:pt x="1473700" y="48993"/>
                </a:lnTo>
                <a:lnTo>
                  <a:pt x="1474210" y="48752"/>
                </a:lnTo>
                <a:lnTo>
                  <a:pt x="1474733" y="48528"/>
                </a:lnTo>
                <a:lnTo>
                  <a:pt x="1475268" y="48321"/>
                </a:lnTo>
                <a:lnTo>
                  <a:pt x="1475816" y="48130"/>
                </a:lnTo>
                <a:lnTo>
                  <a:pt x="1476375" y="47955"/>
                </a:lnTo>
                <a:lnTo>
                  <a:pt x="1476948" y="47798"/>
                </a:lnTo>
                <a:lnTo>
                  <a:pt x="1477532" y="47656"/>
                </a:lnTo>
                <a:lnTo>
                  <a:pt x="1478126" y="47526"/>
                </a:lnTo>
                <a:lnTo>
                  <a:pt x="1478724" y="47402"/>
                </a:lnTo>
                <a:lnTo>
                  <a:pt x="1479328" y="47283"/>
                </a:lnTo>
                <a:lnTo>
                  <a:pt x="1479937" y="47169"/>
                </a:lnTo>
                <a:lnTo>
                  <a:pt x="1480551" y="47061"/>
                </a:lnTo>
                <a:lnTo>
                  <a:pt x="1481170" y="46959"/>
                </a:lnTo>
                <a:lnTo>
                  <a:pt x="1481795" y="46862"/>
                </a:lnTo>
                <a:lnTo>
                  <a:pt x="1482424" y="46771"/>
                </a:lnTo>
                <a:lnTo>
                  <a:pt x="1483059" y="46685"/>
                </a:lnTo>
                <a:lnTo>
                  <a:pt x="1483699" y="46605"/>
                </a:lnTo>
                <a:lnTo>
                  <a:pt x="1484344" y="46530"/>
                </a:lnTo>
                <a:lnTo>
                  <a:pt x="1484994" y="46461"/>
                </a:lnTo>
                <a:lnTo>
                  <a:pt x="1485649" y="46397"/>
                </a:lnTo>
                <a:lnTo>
                  <a:pt x="1486310" y="46339"/>
                </a:lnTo>
                <a:lnTo>
                  <a:pt x="1486976" y="46286"/>
                </a:lnTo>
                <a:lnTo>
                  <a:pt x="1487646" y="46239"/>
                </a:lnTo>
                <a:lnTo>
                  <a:pt x="1488322" y="46198"/>
                </a:lnTo>
                <a:lnTo>
                  <a:pt x="1489003" y="46162"/>
                </a:lnTo>
                <a:lnTo>
                  <a:pt x="1489690" y="46132"/>
                </a:lnTo>
                <a:lnTo>
                  <a:pt x="1490381" y="46107"/>
                </a:lnTo>
                <a:lnTo>
                  <a:pt x="1491077" y="46087"/>
                </a:lnTo>
                <a:lnTo>
                  <a:pt x="1491779" y="46073"/>
                </a:lnTo>
                <a:lnTo>
                  <a:pt x="1492486" y="46065"/>
                </a:lnTo>
                <a:lnTo>
                  <a:pt x="1493198" y="46062"/>
                </a:lnTo>
                <a:lnTo>
                  <a:pt x="1493198" y="24845"/>
                </a:lnTo>
                <a:lnTo>
                  <a:pt x="1492151" y="24861"/>
                </a:lnTo>
                <a:lnTo>
                  <a:pt x="1491116" y="24892"/>
                </a:lnTo>
                <a:lnTo>
                  <a:pt x="1490095" y="24936"/>
                </a:lnTo>
                <a:lnTo>
                  <a:pt x="1489086" y="24995"/>
                </a:lnTo>
                <a:lnTo>
                  <a:pt x="1488090" y="25067"/>
                </a:lnTo>
                <a:lnTo>
                  <a:pt x="1487107" y="25154"/>
                </a:lnTo>
                <a:lnTo>
                  <a:pt x="1486137" y="25255"/>
                </a:lnTo>
                <a:lnTo>
                  <a:pt x="1485179" y="25370"/>
                </a:lnTo>
                <a:lnTo>
                  <a:pt x="1484234" y="25500"/>
                </a:lnTo>
                <a:lnTo>
                  <a:pt x="1483302" y="25643"/>
                </a:lnTo>
                <a:lnTo>
                  <a:pt x="1482383" y="25800"/>
                </a:lnTo>
                <a:lnTo>
                  <a:pt x="1481476" y="25972"/>
                </a:lnTo>
                <a:lnTo>
                  <a:pt x="1480583" y="26158"/>
                </a:lnTo>
                <a:lnTo>
                  <a:pt x="1479702" y="26357"/>
                </a:lnTo>
                <a:lnTo>
                  <a:pt x="1478834" y="26571"/>
                </a:lnTo>
                <a:lnTo>
                  <a:pt x="1477978" y="26799"/>
                </a:lnTo>
                <a:lnTo>
                  <a:pt x="1477136" y="27042"/>
                </a:lnTo>
                <a:lnTo>
                  <a:pt x="1476306" y="27298"/>
                </a:lnTo>
                <a:lnTo>
                  <a:pt x="1475489" y="27568"/>
                </a:lnTo>
                <a:lnTo>
                  <a:pt x="1474685" y="27853"/>
                </a:lnTo>
                <a:lnTo>
                  <a:pt x="1473893" y="28152"/>
                </a:lnTo>
                <a:lnTo>
                  <a:pt x="1473115" y="28464"/>
                </a:lnTo>
                <a:lnTo>
                  <a:pt x="1472349" y="28791"/>
                </a:lnTo>
                <a:lnTo>
                  <a:pt x="1471596" y="29132"/>
                </a:lnTo>
                <a:lnTo>
                  <a:pt x="1470857" y="29493"/>
                </a:lnTo>
                <a:lnTo>
                  <a:pt x="1470135" y="29879"/>
                </a:lnTo>
                <a:lnTo>
                  <a:pt x="1469429" y="30290"/>
                </a:lnTo>
                <a:lnTo>
                  <a:pt x="1468739" y="30727"/>
                </a:lnTo>
                <a:lnTo>
                  <a:pt x="1468066" y="31188"/>
                </a:lnTo>
                <a:lnTo>
                  <a:pt x="1467408" y="31675"/>
                </a:lnTo>
                <a:lnTo>
                  <a:pt x="1466767" y="32187"/>
                </a:lnTo>
                <a:lnTo>
                  <a:pt x="1466142" y="32724"/>
                </a:lnTo>
                <a:lnTo>
                  <a:pt x="1465533" y="33286"/>
                </a:lnTo>
                <a:lnTo>
                  <a:pt x="1464941" y="33873"/>
                </a:lnTo>
                <a:lnTo>
                  <a:pt x="1464364" y="34486"/>
                </a:lnTo>
                <a:lnTo>
                  <a:pt x="1463804" y="35124"/>
                </a:lnTo>
                <a:lnTo>
                  <a:pt x="1463261" y="35787"/>
                </a:lnTo>
                <a:lnTo>
                  <a:pt x="1462733" y="36475"/>
                </a:lnTo>
                <a:lnTo>
                  <a:pt x="1462221" y="37189"/>
                </a:lnTo>
                <a:lnTo>
                  <a:pt x="1461726" y="37927"/>
                </a:lnTo>
                <a:lnTo>
                  <a:pt x="1461247" y="38691"/>
                </a:lnTo>
                <a:lnTo>
                  <a:pt x="1460785" y="39480"/>
                </a:lnTo>
                <a:lnTo>
                  <a:pt x="1460338" y="40294"/>
                </a:lnTo>
                <a:lnTo>
                  <a:pt x="1459908" y="41134"/>
                </a:lnTo>
                <a:lnTo>
                  <a:pt x="1459494" y="41998"/>
                </a:lnTo>
                <a:lnTo>
                  <a:pt x="1459096" y="42888"/>
                </a:lnTo>
                <a:lnTo>
                  <a:pt x="1459056" y="42984"/>
                </a:lnTo>
                <a:lnTo>
                  <a:pt x="1458754" y="42863"/>
                </a:lnTo>
                <a:lnTo>
                  <a:pt x="1457834" y="42521"/>
                </a:lnTo>
                <a:lnTo>
                  <a:pt x="1456896" y="42197"/>
                </a:lnTo>
                <a:lnTo>
                  <a:pt x="1455940" y="41890"/>
                </a:lnTo>
                <a:lnTo>
                  <a:pt x="1454965" y="41601"/>
                </a:lnTo>
                <a:lnTo>
                  <a:pt x="1453973" y="41329"/>
                </a:lnTo>
                <a:lnTo>
                  <a:pt x="1452963" y="41075"/>
                </a:lnTo>
                <a:lnTo>
                  <a:pt x="1451934" y="40838"/>
                </a:lnTo>
                <a:lnTo>
                  <a:pt x="1450887" y="40619"/>
                </a:lnTo>
                <a:lnTo>
                  <a:pt x="1449822" y="40417"/>
                </a:lnTo>
                <a:lnTo>
                  <a:pt x="1448739" y="40233"/>
                </a:lnTo>
                <a:lnTo>
                  <a:pt x="1447638" y="40067"/>
                </a:lnTo>
                <a:lnTo>
                  <a:pt x="1446519" y="39917"/>
                </a:lnTo>
                <a:lnTo>
                  <a:pt x="1445381" y="39786"/>
                </a:lnTo>
                <a:lnTo>
                  <a:pt x="1444226" y="39672"/>
                </a:lnTo>
                <a:lnTo>
                  <a:pt x="1443052" y="39576"/>
                </a:lnTo>
                <a:lnTo>
                  <a:pt x="1441860" y="39497"/>
                </a:lnTo>
                <a:lnTo>
                  <a:pt x="1440650" y="39435"/>
                </a:lnTo>
                <a:lnTo>
                  <a:pt x="1439422" y="39391"/>
                </a:lnTo>
                <a:lnTo>
                  <a:pt x="1438176" y="39365"/>
                </a:lnTo>
                <a:lnTo>
                  <a:pt x="1436912" y="39356"/>
                </a:lnTo>
                <a:lnTo>
                  <a:pt x="1435683" y="39365"/>
                </a:lnTo>
                <a:lnTo>
                  <a:pt x="1434470" y="39391"/>
                </a:lnTo>
                <a:lnTo>
                  <a:pt x="1433272" y="39435"/>
                </a:lnTo>
                <a:lnTo>
                  <a:pt x="1432090" y="39497"/>
                </a:lnTo>
                <a:lnTo>
                  <a:pt x="1430924" y="39576"/>
                </a:lnTo>
                <a:lnTo>
                  <a:pt x="1429773" y="39672"/>
                </a:lnTo>
                <a:lnTo>
                  <a:pt x="1428638" y="39786"/>
                </a:lnTo>
                <a:lnTo>
                  <a:pt x="1427519" y="39917"/>
                </a:lnTo>
                <a:lnTo>
                  <a:pt x="1426415" y="40067"/>
                </a:lnTo>
                <a:lnTo>
                  <a:pt x="1425327" y="40233"/>
                </a:lnTo>
                <a:lnTo>
                  <a:pt x="1424254" y="40417"/>
                </a:lnTo>
                <a:lnTo>
                  <a:pt x="1423198" y="40619"/>
                </a:lnTo>
                <a:lnTo>
                  <a:pt x="1422156" y="40838"/>
                </a:lnTo>
                <a:lnTo>
                  <a:pt x="1421131" y="41075"/>
                </a:lnTo>
                <a:lnTo>
                  <a:pt x="1420121" y="41329"/>
                </a:lnTo>
                <a:lnTo>
                  <a:pt x="1419127" y="41601"/>
                </a:lnTo>
                <a:lnTo>
                  <a:pt x="1418148" y="41890"/>
                </a:lnTo>
                <a:lnTo>
                  <a:pt x="1417186" y="42197"/>
                </a:lnTo>
                <a:lnTo>
                  <a:pt x="1416238" y="42521"/>
                </a:lnTo>
                <a:lnTo>
                  <a:pt x="1415307" y="42863"/>
                </a:lnTo>
                <a:lnTo>
                  <a:pt x="1414391" y="43223"/>
                </a:lnTo>
                <a:lnTo>
                  <a:pt x="1413490" y="43600"/>
                </a:lnTo>
                <a:lnTo>
                  <a:pt x="1412606" y="43994"/>
                </a:lnTo>
                <a:lnTo>
                  <a:pt x="1411737" y="44406"/>
                </a:lnTo>
                <a:lnTo>
                  <a:pt x="1410884" y="44833"/>
                </a:lnTo>
                <a:lnTo>
                  <a:pt x="1410049" y="45271"/>
                </a:lnTo>
                <a:lnTo>
                  <a:pt x="1409232" y="45721"/>
                </a:lnTo>
                <a:lnTo>
                  <a:pt x="1408431" y="46183"/>
                </a:lnTo>
                <a:lnTo>
                  <a:pt x="1407648" y="46656"/>
                </a:lnTo>
                <a:lnTo>
                  <a:pt x="1406883" y="47141"/>
                </a:lnTo>
                <a:lnTo>
                  <a:pt x="1406134" y="47637"/>
                </a:lnTo>
                <a:lnTo>
                  <a:pt x="1405403" y="48145"/>
                </a:lnTo>
                <a:lnTo>
                  <a:pt x="1404690" y="48665"/>
                </a:lnTo>
                <a:lnTo>
                  <a:pt x="1403994" y="49196"/>
                </a:lnTo>
                <a:lnTo>
                  <a:pt x="1403315" y="49739"/>
                </a:lnTo>
                <a:lnTo>
                  <a:pt x="1402654" y="50293"/>
                </a:lnTo>
                <a:lnTo>
                  <a:pt x="1402010" y="50859"/>
                </a:lnTo>
                <a:lnTo>
                  <a:pt x="1401383" y="51437"/>
                </a:lnTo>
                <a:lnTo>
                  <a:pt x="1400774" y="52026"/>
                </a:lnTo>
                <a:lnTo>
                  <a:pt x="1400182" y="52627"/>
                </a:lnTo>
                <a:lnTo>
                  <a:pt x="1399607" y="53240"/>
                </a:lnTo>
                <a:lnTo>
                  <a:pt x="1399050" y="53864"/>
                </a:lnTo>
                <a:lnTo>
                  <a:pt x="1398510" y="54500"/>
                </a:lnTo>
                <a:lnTo>
                  <a:pt x="1397988" y="55147"/>
                </a:lnTo>
                <a:lnTo>
                  <a:pt x="1397482" y="55806"/>
                </a:lnTo>
                <a:lnTo>
                  <a:pt x="1396995" y="56477"/>
                </a:lnTo>
                <a:lnTo>
                  <a:pt x="1396524" y="57159"/>
                </a:lnTo>
                <a:lnTo>
                  <a:pt x="1396071" y="57853"/>
                </a:lnTo>
                <a:lnTo>
                  <a:pt x="1395636" y="58556"/>
                </a:lnTo>
                <a:lnTo>
                  <a:pt x="1395220" y="59266"/>
                </a:lnTo>
                <a:lnTo>
                  <a:pt x="1394822" y="59984"/>
                </a:lnTo>
                <a:lnTo>
                  <a:pt x="1394442" y="60708"/>
                </a:lnTo>
                <a:lnTo>
                  <a:pt x="1394081" y="61439"/>
                </a:lnTo>
                <a:lnTo>
                  <a:pt x="1393739" y="62178"/>
                </a:lnTo>
                <a:lnTo>
                  <a:pt x="1393415" y="62924"/>
                </a:lnTo>
                <a:lnTo>
                  <a:pt x="1393109" y="63676"/>
                </a:lnTo>
                <a:lnTo>
                  <a:pt x="1392822" y="64436"/>
                </a:lnTo>
                <a:lnTo>
                  <a:pt x="1392554" y="65203"/>
                </a:lnTo>
                <a:lnTo>
                  <a:pt x="1392304" y="65976"/>
                </a:lnTo>
                <a:lnTo>
                  <a:pt x="1392072" y="66757"/>
                </a:lnTo>
                <a:lnTo>
                  <a:pt x="1391860" y="67545"/>
                </a:lnTo>
                <a:lnTo>
                  <a:pt x="1391665" y="68340"/>
                </a:lnTo>
                <a:lnTo>
                  <a:pt x="1391489" y="69142"/>
                </a:lnTo>
                <a:lnTo>
                  <a:pt x="1391332" y="69952"/>
                </a:lnTo>
                <a:lnTo>
                  <a:pt x="1391193" y="70768"/>
                </a:lnTo>
                <a:lnTo>
                  <a:pt x="1391073" y="71591"/>
                </a:lnTo>
                <a:lnTo>
                  <a:pt x="1390971" y="72421"/>
                </a:lnTo>
                <a:lnTo>
                  <a:pt x="1390888" y="73259"/>
                </a:lnTo>
                <a:lnTo>
                  <a:pt x="1390823" y="74103"/>
                </a:lnTo>
                <a:lnTo>
                  <a:pt x="1390777" y="74955"/>
                </a:lnTo>
                <a:lnTo>
                  <a:pt x="1390749" y="75813"/>
                </a:lnTo>
                <a:lnTo>
                  <a:pt x="1390740" y="76679"/>
                </a:lnTo>
                <a:lnTo>
                  <a:pt x="1390749" y="77491"/>
                </a:lnTo>
                <a:lnTo>
                  <a:pt x="1390776" y="78298"/>
                </a:lnTo>
                <a:lnTo>
                  <a:pt x="1390822" y="79101"/>
                </a:lnTo>
                <a:lnTo>
                  <a:pt x="1390886" y="79899"/>
                </a:lnTo>
                <a:lnTo>
                  <a:pt x="1390969" y="80693"/>
                </a:lnTo>
                <a:lnTo>
                  <a:pt x="1391069" y="81482"/>
                </a:lnTo>
                <a:lnTo>
                  <a:pt x="1391188" y="82266"/>
                </a:lnTo>
                <a:lnTo>
                  <a:pt x="1391326" y="83046"/>
                </a:lnTo>
                <a:lnTo>
                  <a:pt x="1391482" y="83821"/>
                </a:lnTo>
                <a:lnTo>
                  <a:pt x="1391656" y="84592"/>
                </a:lnTo>
                <a:lnTo>
                  <a:pt x="1391848" y="85358"/>
                </a:lnTo>
                <a:lnTo>
                  <a:pt x="1392059" y="86120"/>
                </a:lnTo>
                <a:lnTo>
                  <a:pt x="1392288" y="86876"/>
                </a:lnTo>
                <a:lnTo>
                  <a:pt x="1392535" y="87629"/>
                </a:lnTo>
                <a:lnTo>
                  <a:pt x="1392801" y="88377"/>
                </a:lnTo>
                <a:lnTo>
                  <a:pt x="1393085" y="89120"/>
                </a:lnTo>
                <a:lnTo>
                  <a:pt x="1393387" y="89858"/>
                </a:lnTo>
                <a:lnTo>
                  <a:pt x="1393708" y="90592"/>
                </a:lnTo>
                <a:lnTo>
                  <a:pt x="1394047" y="91322"/>
                </a:lnTo>
                <a:lnTo>
                  <a:pt x="1394404" y="92047"/>
                </a:lnTo>
                <a:lnTo>
                  <a:pt x="1394780" y="92767"/>
                </a:lnTo>
                <a:lnTo>
                  <a:pt x="1395174" y="93483"/>
                </a:lnTo>
                <a:lnTo>
                  <a:pt x="1395586" y="94194"/>
                </a:lnTo>
                <a:lnTo>
                  <a:pt x="1396016" y="94900"/>
                </a:lnTo>
                <a:lnTo>
                  <a:pt x="1396465" y="95599"/>
                </a:lnTo>
                <a:lnTo>
                  <a:pt x="1396930" y="96286"/>
                </a:lnTo>
                <a:lnTo>
                  <a:pt x="1397413" y="96962"/>
                </a:lnTo>
                <a:lnTo>
                  <a:pt x="1397913" y="97626"/>
                </a:lnTo>
                <a:lnTo>
                  <a:pt x="1398430" y="98279"/>
                </a:lnTo>
                <a:lnTo>
                  <a:pt x="1398964" y="98920"/>
                </a:lnTo>
                <a:lnTo>
                  <a:pt x="1399515" y="99550"/>
                </a:lnTo>
                <a:lnTo>
                  <a:pt x="1400084" y="100169"/>
                </a:lnTo>
                <a:lnTo>
                  <a:pt x="1400670" y="100776"/>
                </a:lnTo>
                <a:lnTo>
                  <a:pt x="1401273" y="101372"/>
                </a:lnTo>
                <a:lnTo>
                  <a:pt x="1401893" y="101956"/>
                </a:lnTo>
                <a:lnTo>
                  <a:pt x="1402530" y="102529"/>
                </a:lnTo>
                <a:lnTo>
                  <a:pt x="1403184" y="103090"/>
                </a:lnTo>
                <a:lnTo>
                  <a:pt x="1403856" y="103640"/>
                </a:lnTo>
                <a:lnTo>
                  <a:pt x="1404545" y="104179"/>
                </a:lnTo>
                <a:lnTo>
                  <a:pt x="1405251" y="104706"/>
                </a:lnTo>
                <a:lnTo>
                  <a:pt x="1405974" y="105222"/>
                </a:lnTo>
                <a:lnTo>
                  <a:pt x="1406714" y="105726"/>
                </a:lnTo>
                <a:lnTo>
                  <a:pt x="1407395" y="106169"/>
                </a:lnTo>
                <a:lnTo>
                  <a:pt x="1407108" y="106283"/>
                </a:lnTo>
                <a:lnTo>
                  <a:pt x="1406347" y="106598"/>
                </a:lnTo>
                <a:lnTo>
                  <a:pt x="1405603" y="106917"/>
                </a:lnTo>
                <a:lnTo>
                  <a:pt x="1404878" y="107241"/>
                </a:lnTo>
                <a:lnTo>
                  <a:pt x="1404171" y="107568"/>
                </a:lnTo>
                <a:lnTo>
                  <a:pt x="1403482" y="107899"/>
                </a:lnTo>
                <a:lnTo>
                  <a:pt x="1402812" y="108234"/>
                </a:lnTo>
                <a:lnTo>
                  <a:pt x="1402159" y="108574"/>
                </a:lnTo>
                <a:lnTo>
                  <a:pt x="1401524" y="108917"/>
                </a:lnTo>
                <a:lnTo>
                  <a:pt x="1400908" y="109264"/>
                </a:lnTo>
                <a:lnTo>
                  <a:pt x="1400310" y="109615"/>
                </a:lnTo>
                <a:lnTo>
                  <a:pt x="1399730" y="109971"/>
                </a:lnTo>
                <a:lnTo>
                  <a:pt x="1399168" y="110330"/>
                </a:lnTo>
                <a:lnTo>
                  <a:pt x="1398624" y="110693"/>
                </a:lnTo>
                <a:lnTo>
                  <a:pt x="1398098" y="111060"/>
                </a:lnTo>
                <a:lnTo>
                  <a:pt x="1397591" y="111432"/>
                </a:lnTo>
                <a:lnTo>
                  <a:pt x="1397101" y="111807"/>
                </a:lnTo>
                <a:lnTo>
                  <a:pt x="1396630" y="112186"/>
                </a:lnTo>
                <a:lnTo>
                  <a:pt x="1396177" y="112570"/>
                </a:lnTo>
                <a:lnTo>
                  <a:pt x="1395742" y="112957"/>
                </a:lnTo>
                <a:lnTo>
                  <a:pt x="1395324" y="113350"/>
                </a:lnTo>
                <a:lnTo>
                  <a:pt x="1394925" y="113750"/>
                </a:lnTo>
                <a:lnTo>
                  <a:pt x="1394543" y="114157"/>
                </a:lnTo>
                <a:lnTo>
                  <a:pt x="1394180" y="114571"/>
                </a:lnTo>
                <a:lnTo>
                  <a:pt x="1393833" y="114992"/>
                </a:lnTo>
                <a:lnTo>
                  <a:pt x="1393505" y="115420"/>
                </a:lnTo>
                <a:lnTo>
                  <a:pt x="1393194" y="115856"/>
                </a:lnTo>
                <a:lnTo>
                  <a:pt x="1392902" y="116298"/>
                </a:lnTo>
                <a:lnTo>
                  <a:pt x="1392626" y="116747"/>
                </a:lnTo>
                <a:lnTo>
                  <a:pt x="1392369" y="117204"/>
                </a:lnTo>
                <a:lnTo>
                  <a:pt x="1392129" y="117667"/>
                </a:lnTo>
                <a:lnTo>
                  <a:pt x="1391908" y="118138"/>
                </a:lnTo>
                <a:lnTo>
                  <a:pt x="1391703" y="118615"/>
                </a:lnTo>
                <a:lnTo>
                  <a:pt x="1391517" y="119100"/>
                </a:lnTo>
                <a:lnTo>
                  <a:pt x="1391348" y="119592"/>
                </a:lnTo>
                <a:lnTo>
                  <a:pt x="1391198" y="120091"/>
                </a:lnTo>
                <a:lnTo>
                  <a:pt x="1391064" y="120596"/>
                </a:lnTo>
                <a:lnTo>
                  <a:pt x="1390949" y="121109"/>
                </a:lnTo>
                <a:lnTo>
                  <a:pt x="1390851" y="121629"/>
                </a:lnTo>
                <a:lnTo>
                  <a:pt x="1390772" y="122156"/>
                </a:lnTo>
                <a:lnTo>
                  <a:pt x="1390709" y="122691"/>
                </a:lnTo>
                <a:lnTo>
                  <a:pt x="1390665" y="123232"/>
                </a:lnTo>
                <a:lnTo>
                  <a:pt x="1390638" y="123780"/>
                </a:lnTo>
                <a:lnTo>
                  <a:pt x="1390630" y="124335"/>
                </a:lnTo>
                <a:lnTo>
                  <a:pt x="1390635" y="124693"/>
                </a:lnTo>
                <a:lnTo>
                  <a:pt x="1390652" y="125051"/>
                </a:lnTo>
                <a:lnTo>
                  <a:pt x="1390681" y="125409"/>
                </a:lnTo>
                <a:lnTo>
                  <a:pt x="1390721" y="125767"/>
                </a:lnTo>
                <a:lnTo>
                  <a:pt x="1390773" y="126126"/>
                </a:lnTo>
                <a:lnTo>
                  <a:pt x="1390836" y="126486"/>
                </a:lnTo>
                <a:lnTo>
                  <a:pt x="1390910" y="126846"/>
                </a:lnTo>
                <a:lnTo>
                  <a:pt x="1390996" y="127206"/>
                </a:lnTo>
                <a:lnTo>
                  <a:pt x="1391093" y="127566"/>
                </a:lnTo>
                <a:lnTo>
                  <a:pt x="1391202" y="127927"/>
                </a:lnTo>
                <a:lnTo>
                  <a:pt x="1391322" y="128289"/>
                </a:lnTo>
                <a:lnTo>
                  <a:pt x="1391454" y="128650"/>
                </a:lnTo>
                <a:lnTo>
                  <a:pt x="1391597" y="129012"/>
                </a:lnTo>
                <a:lnTo>
                  <a:pt x="1391752" y="129375"/>
                </a:lnTo>
                <a:lnTo>
                  <a:pt x="1391918" y="129738"/>
                </a:lnTo>
                <a:lnTo>
                  <a:pt x="1392095" y="130101"/>
                </a:lnTo>
                <a:lnTo>
                  <a:pt x="1392284" y="130464"/>
                </a:lnTo>
                <a:lnTo>
                  <a:pt x="1392485" y="130828"/>
                </a:lnTo>
                <a:lnTo>
                  <a:pt x="1392697" y="131193"/>
                </a:lnTo>
                <a:lnTo>
                  <a:pt x="1392920" y="131557"/>
                </a:lnTo>
                <a:lnTo>
                  <a:pt x="1393155" y="131922"/>
                </a:lnTo>
                <a:lnTo>
                  <a:pt x="1393401" y="132288"/>
                </a:lnTo>
                <a:lnTo>
                  <a:pt x="1393658" y="132654"/>
                </a:lnTo>
                <a:lnTo>
                  <a:pt x="1393928" y="133020"/>
                </a:lnTo>
                <a:lnTo>
                  <a:pt x="1394209" y="133385"/>
                </a:lnTo>
                <a:lnTo>
                  <a:pt x="1394504" y="133746"/>
                </a:lnTo>
                <a:lnTo>
                  <a:pt x="1394812" y="134103"/>
                </a:lnTo>
                <a:lnTo>
                  <a:pt x="1395134" y="134457"/>
                </a:lnTo>
                <a:lnTo>
                  <a:pt x="1395469" y="134807"/>
                </a:lnTo>
                <a:lnTo>
                  <a:pt x="1395817" y="135153"/>
                </a:lnTo>
                <a:lnTo>
                  <a:pt x="1396179" y="135496"/>
                </a:lnTo>
                <a:lnTo>
                  <a:pt x="1396554" y="135836"/>
                </a:lnTo>
                <a:lnTo>
                  <a:pt x="1396942" y="136171"/>
                </a:lnTo>
                <a:lnTo>
                  <a:pt x="1397344" y="136503"/>
                </a:lnTo>
                <a:lnTo>
                  <a:pt x="1397759" y="136832"/>
                </a:lnTo>
                <a:lnTo>
                  <a:pt x="1398188" y="137156"/>
                </a:lnTo>
                <a:lnTo>
                  <a:pt x="1398629" y="137477"/>
                </a:lnTo>
                <a:lnTo>
                  <a:pt x="1399085" y="137795"/>
                </a:lnTo>
                <a:lnTo>
                  <a:pt x="1399553" y="138109"/>
                </a:lnTo>
                <a:lnTo>
                  <a:pt x="1400035" y="138419"/>
                </a:lnTo>
                <a:lnTo>
                  <a:pt x="1400530" y="138726"/>
                </a:lnTo>
                <a:lnTo>
                  <a:pt x="1401039" y="139029"/>
                </a:lnTo>
                <a:lnTo>
                  <a:pt x="1401561" y="139328"/>
                </a:lnTo>
                <a:lnTo>
                  <a:pt x="1402096" y="139624"/>
                </a:lnTo>
                <a:lnTo>
                  <a:pt x="1402645" y="139916"/>
                </a:lnTo>
                <a:lnTo>
                  <a:pt x="1403207" y="140204"/>
                </a:lnTo>
                <a:lnTo>
                  <a:pt x="1403484" y="140341"/>
                </a:lnTo>
                <a:lnTo>
                  <a:pt x="1403073" y="140512"/>
                </a:lnTo>
                <a:lnTo>
                  <a:pt x="1402050" y="140963"/>
                </a:lnTo>
                <a:lnTo>
                  <a:pt x="1401063" y="141429"/>
                </a:lnTo>
                <a:lnTo>
                  <a:pt x="1400111" y="141909"/>
                </a:lnTo>
                <a:lnTo>
                  <a:pt x="1399195" y="142404"/>
                </a:lnTo>
                <a:lnTo>
                  <a:pt x="1398313" y="142913"/>
                </a:lnTo>
                <a:lnTo>
                  <a:pt x="1397466" y="143436"/>
                </a:lnTo>
                <a:lnTo>
                  <a:pt x="1396655" y="143974"/>
                </a:lnTo>
                <a:lnTo>
                  <a:pt x="1395878" y="144526"/>
                </a:lnTo>
                <a:lnTo>
                  <a:pt x="1395137" y="145092"/>
                </a:lnTo>
                <a:lnTo>
                  <a:pt x="1394428" y="145670"/>
                </a:lnTo>
                <a:lnTo>
                  <a:pt x="1393750" y="146255"/>
                </a:lnTo>
                <a:lnTo>
                  <a:pt x="1393101" y="146848"/>
                </a:lnTo>
                <a:lnTo>
                  <a:pt x="1392483" y="147449"/>
                </a:lnTo>
                <a:lnTo>
                  <a:pt x="1391895" y="148057"/>
                </a:lnTo>
                <a:lnTo>
                  <a:pt x="1391337" y="148674"/>
                </a:lnTo>
                <a:lnTo>
                  <a:pt x="1390810" y="149299"/>
                </a:lnTo>
                <a:lnTo>
                  <a:pt x="1390312" y="149931"/>
                </a:lnTo>
                <a:lnTo>
                  <a:pt x="1389845" y="150571"/>
                </a:lnTo>
                <a:lnTo>
                  <a:pt x="1389407" y="151219"/>
                </a:lnTo>
                <a:lnTo>
                  <a:pt x="1389000" y="151875"/>
                </a:lnTo>
                <a:lnTo>
                  <a:pt x="1388623" y="152539"/>
                </a:lnTo>
                <a:lnTo>
                  <a:pt x="1388277" y="153210"/>
                </a:lnTo>
                <a:lnTo>
                  <a:pt x="1387960" y="153889"/>
                </a:lnTo>
                <a:lnTo>
                  <a:pt x="1387673" y="154577"/>
                </a:lnTo>
                <a:lnTo>
                  <a:pt x="1387417" y="155272"/>
                </a:lnTo>
                <a:lnTo>
                  <a:pt x="1387191" y="155975"/>
                </a:lnTo>
                <a:lnTo>
                  <a:pt x="1386995" y="156686"/>
                </a:lnTo>
                <a:lnTo>
                  <a:pt x="1386829" y="157404"/>
                </a:lnTo>
                <a:lnTo>
                  <a:pt x="1386693" y="158131"/>
                </a:lnTo>
                <a:lnTo>
                  <a:pt x="1386588" y="158865"/>
                </a:lnTo>
                <a:lnTo>
                  <a:pt x="1386512" y="159607"/>
                </a:lnTo>
                <a:lnTo>
                  <a:pt x="1386467" y="160357"/>
                </a:lnTo>
                <a:lnTo>
                  <a:pt x="1386452" y="161115"/>
                </a:lnTo>
                <a:lnTo>
                  <a:pt x="1386461" y="161737"/>
                </a:lnTo>
                <a:lnTo>
                  <a:pt x="1386486" y="162356"/>
                </a:lnTo>
                <a:lnTo>
                  <a:pt x="1386529" y="162971"/>
                </a:lnTo>
                <a:lnTo>
                  <a:pt x="1386590" y="163582"/>
                </a:lnTo>
                <a:lnTo>
                  <a:pt x="1386667" y="164190"/>
                </a:lnTo>
                <a:lnTo>
                  <a:pt x="1386761" y="164794"/>
                </a:lnTo>
                <a:lnTo>
                  <a:pt x="1386873" y="165395"/>
                </a:lnTo>
                <a:lnTo>
                  <a:pt x="1387002" y="165991"/>
                </a:lnTo>
                <a:lnTo>
                  <a:pt x="1387148" y="166585"/>
                </a:lnTo>
                <a:lnTo>
                  <a:pt x="1387311" y="167174"/>
                </a:lnTo>
                <a:lnTo>
                  <a:pt x="1387491" y="167760"/>
                </a:lnTo>
                <a:lnTo>
                  <a:pt x="1387689" y="168342"/>
                </a:lnTo>
                <a:lnTo>
                  <a:pt x="1387904" y="168921"/>
                </a:lnTo>
                <a:lnTo>
                  <a:pt x="1388135" y="169496"/>
                </a:lnTo>
                <a:lnTo>
                  <a:pt x="1388385" y="170067"/>
                </a:lnTo>
                <a:lnTo>
                  <a:pt x="1388651" y="170635"/>
                </a:lnTo>
                <a:lnTo>
                  <a:pt x="1388934" y="171199"/>
                </a:lnTo>
                <a:lnTo>
                  <a:pt x="1389235" y="171760"/>
                </a:lnTo>
                <a:lnTo>
                  <a:pt x="1389553" y="172316"/>
                </a:lnTo>
                <a:lnTo>
                  <a:pt x="1389888" y="172870"/>
                </a:lnTo>
                <a:lnTo>
                  <a:pt x="1390240" y="173419"/>
                </a:lnTo>
                <a:lnTo>
                  <a:pt x="1390609" y="173965"/>
                </a:lnTo>
                <a:lnTo>
                  <a:pt x="1390995" y="174507"/>
                </a:lnTo>
                <a:lnTo>
                  <a:pt x="1391399" y="175046"/>
                </a:lnTo>
                <a:lnTo>
                  <a:pt x="1391822" y="175578"/>
                </a:lnTo>
                <a:lnTo>
                  <a:pt x="1392268" y="176102"/>
                </a:lnTo>
                <a:lnTo>
                  <a:pt x="1392736" y="176617"/>
                </a:lnTo>
                <a:lnTo>
                  <a:pt x="1393225" y="177124"/>
                </a:lnTo>
                <a:lnTo>
                  <a:pt x="1393737" y="177622"/>
                </a:lnTo>
                <a:lnTo>
                  <a:pt x="1394271" y="178112"/>
                </a:lnTo>
                <a:lnTo>
                  <a:pt x="1394827" y="178593"/>
                </a:lnTo>
                <a:lnTo>
                  <a:pt x="1395406" y="179065"/>
                </a:lnTo>
                <a:lnTo>
                  <a:pt x="1396006" y="179529"/>
                </a:lnTo>
                <a:lnTo>
                  <a:pt x="1396629" y="179984"/>
                </a:lnTo>
                <a:lnTo>
                  <a:pt x="1397273" y="180430"/>
                </a:lnTo>
                <a:lnTo>
                  <a:pt x="1397940" y="180868"/>
                </a:lnTo>
                <a:lnTo>
                  <a:pt x="1398629" y="181297"/>
                </a:lnTo>
                <a:lnTo>
                  <a:pt x="1399340" y="181718"/>
                </a:lnTo>
                <a:lnTo>
                  <a:pt x="1400074" y="182130"/>
                </a:lnTo>
                <a:lnTo>
                  <a:pt x="1400829" y="182533"/>
                </a:lnTo>
                <a:lnTo>
                  <a:pt x="1401607" y="182928"/>
                </a:lnTo>
                <a:lnTo>
                  <a:pt x="1402406" y="183315"/>
                </a:lnTo>
                <a:lnTo>
                  <a:pt x="1403228" y="183692"/>
                </a:lnTo>
                <a:lnTo>
                  <a:pt x="1404072" y="184061"/>
                </a:lnTo>
                <a:lnTo>
                  <a:pt x="1404938" y="184422"/>
                </a:lnTo>
                <a:lnTo>
                  <a:pt x="1405826" y="184774"/>
                </a:lnTo>
                <a:lnTo>
                  <a:pt x="1406737" y="185117"/>
                </a:lnTo>
                <a:lnTo>
                  <a:pt x="1407669" y="185452"/>
                </a:lnTo>
                <a:lnTo>
                  <a:pt x="1408627" y="185775"/>
                </a:lnTo>
                <a:lnTo>
                  <a:pt x="1409612" y="186085"/>
                </a:lnTo>
                <a:lnTo>
                  <a:pt x="1410624" y="186381"/>
                </a:lnTo>
                <a:lnTo>
                  <a:pt x="1411664" y="186663"/>
                </a:lnTo>
                <a:lnTo>
                  <a:pt x="1412731" y="186931"/>
                </a:lnTo>
                <a:lnTo>
                  <a:pt x="1413826" y="187186"/>
                </a:lnTo>
                <a:lnTo>
                  <a:pt x="1414948" y="187427"/>
                </a:lnTo>
                <a:lnTo>
                  <a:pt x="1416098" y="187654"/>
                </a:lnTo>
                <a:lnTo>
                  <a:pt x="1417275" y="187868"/>
                </a:lnTo>
                <a:lnTo>
                  <a:pt x="1418480" y="188067"/>
                </a:lnTo>
                <a:lnTo>
                  <a:pt x="1419712" y="188253"/>
                </a:lnTo>
                <a:lnTo>
                  <a:pt x="1420971" y="188425"/>
                </a:lnTo>
                <a:lnTo>
                  <a:pt x="1422258" y="188583"/>
                </a:lnTo>
                <a:lnTo>
                  <a:pt x="1423573" y="188728"/>
                </a:lnTo>
                <a:lnTo>
                  <a:pt x="1424915" y="188859"/>
                </a:lnTo>
                <a:lnTo>
                  <a:pt x="1426285" y="188976"/>
                </a:lnTo>
                <a:lnTo>
                  <a:pt x="1427682" y="189079"/>
                </a:lnTo>
                <a:lnTo>
                  <a:pt x="1429106" y="189168"/>
                </a:lnTo>
                <a:lnTo>
                  <a:pt x="1430559" y="189244"/>
                </a:lnTo>
                <a:lnTo>
                  <a:pt x="1432038" y="189306"/>
                </a:lnTo>
                <a:lnTo>
                  <a:pt x="1433545" y="189354"/>
                </a:lnTo>
                <a:lnTo>
                  <a:pt x="1435080" y="189389"/>
                </a:lnTo>
                <a:lnTo>
                  <a:pt x="1436642" y="189409"/>
                </a:lnTo>
                <a:lnTo>
                  <a:pt x="1438231" y="189416"/>
                </a:lnTo>
                <a:lnTo>
                  <a:pt x="1440444" y="189400"/>
                </a:lnTo>
                <a:lnTo>
                  <a:pt x="1442613" y="189350"/>
                </a:lnTo>
                <a:lnTo>
                  <a:pt x="1444738" y="189268"/>
                </a:lnTo>
                <a:lnTo>
                  <a:pt x="1446818" y="189153"/>
                </a:lnTo>
                <a:lnTo>
                  <a:pt x="1448854" y="189005"/>
                </a:lnTo>
                <a:lnTo>
                  <a:pt x="1450846" y="188824"/>
                </a:lnTo>
                <a:lnTo>
                  <a:pt x="1452793" y="188610"/>
                </a:lnTo>
                <a:lnTo>
                  <a:pt x="1454697" y="188364"/>
                </a:lnTo>
                <a:lnTo>
                  <a:pt x="1456556" y="188084"/>
                </a:lnTo>
                <a:lnTo>
                  <a:pt x="1458370" y="187772"/>
                </a:lnTo>
                <a:lnTo>
                  <a:pt x="1460141" y="187427"/>
                </a:lnTo>
                <a:lnTo>
                  <a:pt x="1461867" y="187048"/>
                </a:lnTo>
                <a:lnTo>
                  <a:pt x="1463549" y="186637"/>
                </a:lnTo>
                <a:lnTo>
                  <a:pt x="1465186" y="186193"/>
                </a:lnTo>
                <a:lnTo>
                  <a:pt x="1466779" y="185716"/>
                </a:lnTo>
                <a:lnTo>
                  <a:pt x="1468328" y="185207"/>
                </a:lnTo>
                <a:lnTo>
                  <a:pt x="1469833" y="184664"/>
                </a:lnTo>
                <a:lnTo>
                  <a:pt x="1471294" y="184088"/>
                </a:lnTo>
                <a:lnTo>
                  <a:pt x="1472710" y="183480"/>
                </a:lnTo>
                <a:lnTo>
                  <a:pt x="1474082" y="182839"/>
                </a:lnTo>
                <a:lnTo>
                  <a:pt x="1475409" y="182165"/>
                </a:lnTo>
                <a:lnTo>
                  <a:pt x="1476693" y="181457"/>
                </a:lnTo>
                <a:lnTo>
                  <a:pt x="1477932" y="180718"/>
                </a:lnTo>
                <a:lnTo>
                  <a:pt x="1479126" y="179945"/>
                </a:lnTo>
                <a:lnTo>
                  <a:pt x="1480275" y="179145"/>
                </a:lnTo>
                <a:lnTo>
                  <a:pt x="1481374" y="178325"/>
                </a:lnTo>
                <a:lnTo>
                  <a:pt x="1482424" y="177485"/>
                </a:lnTo>
                <a:lnTo>
                  <a:pt x="1483426" y="176623"/>
                </a:lnTo>
                <a:lnTo>
                  <a:pt x="1484379" y="175741"/>
                </a:lnTo>
                <a:lnTo>
                  <a:pt x="1485283" y="174839"/>
                </a:lnTo>
                <a:lnTo>
                  <a:pt x="1486138" y="173915"/>
                </a:lnTo>
                <a:lnTo>
                  <a:pt x="1486944" y="172972"/>
                </a:lnTo>
                <a:lnTo>
                  <a:pt x="1487701" y="172007"/>
                </a:lnTo>
                <a:lnTo>
                  <a:pt x="1488410" y="171022"/>
                </a:lnTo>
                <a:lnTo>
                  <a:pt x="1489069" y="170016"/>
                </a:lnTo>
                <a:lnTo>
                  <a:pt x="1489680" y="168989"/>
                </a:lnTo>
                <a:lnTo>
                  <a:pt x="1490242" y="167942"/>
                </a:lnTo>
                <a:lnTo>
                  <a:pt x="1490755" y="166874"/>
                </a:lnTo>
                <a:lnTo>
                  <a:pt x="1491219" y="165785"/>
                </a:lnTo>
                <a:lnTo>
                  <a:pt x="1491634" y="164676"/>
                </a:lnTo>
                <a:lnTo>
                  <a:pt x="1492001" y="163546"/>
                </a:lnTo>
                <a:lnTo>
                  <a:pt x="1492318" y="162396"/>
                </a:lnTo>
                <a:lnTo>
                  <a:pt x="1492587" y="161224"/>
                </a:lnTo>
                <a:lnTo>
                  <a:pt x="1492807" y="160033"/>
                </a:lnTo>
                <a:lnTo>
                  <a:pt x="1492978" y="158820"/>
                </a:lnTo>
                <a:lnTo>
                  <a:pt x="1493100" y="157587"/>
                </a:lnTo>
                <a:lnTo>
                  <a:pt x="1493174" y="156333"/>
                </a:lnTo>
                <a:lnTo>
                  <a:pt x="1493198" y="155058"/>
                </a:lnTo>
                <a:lnTo>
                  <a:pt x="1493177" y="153805"/>
                </a:lnTo>
                <a:lnTo>
                  <a:pt x="1493113" y="152580"/>
                </a:lnTo>
                <a:lnTo>
                  <a:pt x="1493006" y="151381"/>
                </a:lnTo>
                <a:lnTo>
                  <a:pt x="1492857" y="150210"/>
                </a:lnTo>
                <a:lnTo>
                  <a:pt x="1492666" y="149065"/>
                </a:lnTo>
                <a:lnTo>
                  <a:pt x="1492432" y="147948"/>
                </a:lnTo>
                <a:lnTo>
                  <a:pt x="1492155" y="146858"/>
                </a:lnTo>
                <a:lnTo>
                  <a:pt x="1491836" y="145795"/>
                </a:lnTo>
                <a:lnTo>
                  <a:pt x="1491474" y="144760"/>
                </a:lnTo>
                <a:lnTo>
                  <a:pt x="1491070" y="143751"/>
                </a:lnTo>
                <a:lnTo>
                  <a:pt x="1490623" y="142770"/>
                </a:lnTo>
                <a:lnTo>
                  <a:pt x="1490134" y="141816"/>
                </a:lnTo>
                <a:lnTo>
                  <a:pt x="1489602" y="140889"/>
                </a:lnTo>
                <a:lnTo>
                  <a:pt x="1489027" y="139989"/>
                </a:lnTo>
                <a:lnTo>
                  <a:pt x="1488410" y="139116"/>
                </a:lnTo>
                <a:lnTo>
                  <a:pt x="1487750" y="138271"/>
                </a:lnTo>
                <a:lnTo>
                  <a:pt x="1487048" y="137452"/>
                </a:lnTo>
                <a:lnTo>
                  <a:pt x="1486303" y="136661"/>
                </a:lnTo>
                <a:lnTo>
                  <a:pt x="1485516" y="135897"/>
                </a:lnTo>
                <a:lnTo>
                  <a:pt x="1484686" y="135160"/>
                </a:lnTo>
                <a:lnTo>
                  <a:pt x="1483813" y="134450"/>
                </a:lnTo>
                <a:lnTo>
                  <a:pt x="1482898" y="133768"/>
                </a:lnTo>
                <a:lnTo>
                  <a:pt x="1481941" y="133112"/>
                </a:lnTo>
                <a:lnTo>
                  <a:pt x="1480940" y="132484"/>
                </a:lnTo>
                <a:lnTo>
                  <a:pt x="1479894" y="131882"/>
                </a:lnTo>
                <a:lnTo>
                  <a:pt x="1478797" y="131306"/>
                </a:lnTo>
                <a:lnTo>
                  <a:pt x="1477650" y="130755"/>
                </a:lnTo>
                <a:lnTo>
                  <a:pt x="1476453" y="130229"/>
                </a:lnTo>
                <a:lnTo>
                  <a:pt x="1475206" y="129730"/>
                </a:lnTo>
                <a:lnTo>
                  <a:pt x="1473908" y="129256"/>
                </a:lnTo>
                <a:lnTo>
                  <a:pt x="1472560" y="128807"/>
                </a:lnTo>
                <a:lnTo>
                  <a:pt x="1471162" y="128385"/>
                </a:lnTo>
                <a:lnTo>
                  <a:pt x="1469714" y="127987"/>
                </a:lnTo>
                <a:lnTo>
                  <a:pt x="1468216" y="127616"/>
                </a:lnTo>
                <a:lnTo>
                  <a:pt x="1466667" y="127270"/>
                </a:lnTo>
                <a:lnTo>
                  <a:pt x="1465069" y="126950"/>
                </a:lnTo>
                <a:lnTo>
                  <a:pt x="1463420" y="126655"/>
                </a:lnTo>
                <a:lnTo>
                  <a:pt x="1461721" y="126386"/>
                </a:lnTo>
                <a:lnTo>
                  <a:pt x="1459971" y="126143"/>
                </a:lnTo>
                <a:lnTo>
                  <a:pt x="1458172" y="125925"/>
                </a:lnTo>
                <a:lnTo>
                  <a:pt x="1456322" y="125733"/>
                </a:lnTo>
                <a:lnTo>
                  <a:pt x="1454422" y="125566"/>
                </a:lnTo>
                <a:lnTo>
                  <a:pt x="1452472" y="125425"/>
                </a:lnTo>
                <a:lnTo>
                  <a:pt x="1450472" y="125310"/>
                </a:lnTo>
                <a:lnTo>
                  <a:pt x="1448421" y="125220"/>
                </a:lnTo>
                <a:lnTo>
                  <a:pt x="1446321" y="125156"/>
                </a:lnTo>
                <a:lnTo>
                  <a:pt x="1444170" y="125118"/>
                </a:lnTo>
                <a:lnTo>
                  <a:pt x="1441969" y="125105"/>
                </a:lnTo>
                <a:lnTo>
                  <a:pt x="1439330" y="125105"/>
                </a:lnTo>
                <a:lnTo>
                  <a:pt x="1438477" y="125104"/>
                </a:lnTo>
                <a:lnTo>
                  <a:pt x="1437639" y="125100"/>
                </a:lnTo>
                <a:lnTo>
                  <a:pt x="1436816" y="125094"/>
                </a:lnTo>
                <a:lnTo>
                  <a:pt x="1436009" y="125085"/>
                </a:lnTo>
                <a:lnTo>
                  <a:pt x="1435218" y="125074"/>
                </a:lnTo>
                <a:lnTo>
                  <a:pt x="1434442" y="125060"/>
                </a:lnTo>
                <a:lnTo>
                  <a:pt x="1433681" y="125044"/>
                </a:lnTo>
                <a:lnTo>
                  <a:pt x="1432936" y="125025"/>
                </a:lnTo>
                <a:lnTo>
                  <a:pt x="1432206" y="125004"/>
                </a:lnTo>
                <a:lnTo>
                  <a:pt x="1431492" y="124981"/>
                </a:lnTo>
                <a:lnTo>
                  <a:pt x="1430793" y="124955"/>
                </a:lnTo>
                <a:lnTo>
                  <a:pt x="1430110" y="124926"/>
                </a:lnTo>
                <a:lnTo>
                  <a:pt x="1429442" y="124895"/>
                </a:lnTo>
                <a:lnTo>
                  <a:pt x="1428789" y="124862"/>
                </a:lnTo>
                <a:lnTo>
                  <a:pt x="1428152" y="124826"/>
                </a:lnTo>
                <a:lnTo>
                  <a:pt x="1427531" y="124787"/>
                </a:lnTo>
                <a:lnTo>
                  <a:pt x="1426925" y="124746"/>
                </a:lnTo>
                <a:lnTo>
                  <a:pt x="1426334" y="124703"/>
                </a:lnTo>
                <a:lnTo>
                  <a:pt x="1425759" y="124657"/>
                </a:lnTo>
                <a:lnTo>
                  <a:pt x="1425199" y="124609"/>
                </a:lnTo>
                <a:lnTo>
                  <a:pt x="1424655" y="124558"/>
                </a:lnTo>
                <a:lnTo>
                  <a:pt x="1424126" y="124504"/>
                </a:lnTo>
                <a:lnTo>
                  <a:pt x="1423613" y="124449"/>
                </a:lnTo>
                <a:lnTo>
                  <a:pt x="1423115" y="124390"/>
                </a:lnTo>
                <a:lnTo>
                  <a:pt x="1422631" y="124329"/>
                </a:lnTo>
                <a:lnTo>
                  <a:pt x="1422159" y="124266"/>
                </a:lnTo>
                <a:lnTo>
                  <a:pt x="1421700" y="124200"/>
                </a:lnTo>
                <a:lnTo>
                  <a:pt x="1421252" y="124132"/>
                </a:lnTo>
                <a:lnTo>
                  <a:pt x="1420817" y="124062"/>
                </a:lnTo>
                <a:lnTo>
                  <a:pt x="1420394" y="123988"/>
                </a:lnTo>
                <a:lnTo>
                  <a:pt x="1419983" y="123913"/>
                </a:lnTo>
                <a:lnTo>
                  <a:pt x="1419585" y="123834"/>
                </a:lnTo>
                <a:lnTo>
                  <a:pt x="1419199" y="123754"/>
                </a:lnTo>
                <a:lnTo>
                  <a:pt x="1418825" y="123671"/>
                </a:lnTo>
                <a:lnTo>
                  <a:pt x="1418463" y="123585"/>
                </a:lnTo>
                <a:lnTo>
                  <a:pt x="1418113" y="123497"/>
                </a:lnTo>
                <a:lnTo>
                  <a:pt x="1417776" y="123406"/>
                </a:lnTo>
                <a:lnTo>
                  <a:pt x="1417450" y="123313"/>
                </a:lnTo>
                <a:lnTo>
                  <a:pt x="1417137" y="123218"/>
                </a:lnTo>
                <a:lnTo>
                  <a:pt x="1416837" y="123120"/>
                </a:lnTo>
                <a:lnTo>
                  <a:pt x="1416548" y="123019"/>
                </a:lnTo>
                <a:lnTo>
                  <a:pt x="1416272" y="122916"/>
                </a:lnTo>
                <a:lnTo>
                  <a:pt x="1416008" y="122811"/>
                </a:lnTo>
                <a:lnTo>
                  <a:pt x="1415756" y="122703"/>
                </a:lnTo>
                <a:lnTo>
                  <a:pt x="1415516" y="122593"/>
                </a:lnTo>
                <a:lnTo>
                  <a:pt x="1415288" y="122480"/>
                </a:lnTo>
                <a:lnTo>
                  <a:pt x="1415073" y="122364"/>
                </a:lnTo>
                <a:lnTo>
                  <a:pt x="1414870" y="122247"/>
                </a:lnTo>
                <a:lnTo>
                  <a:pt x="1414677" y="122126"/>
                </a:lnTo>
                <a:lnTo>
                  <a:pt x="1414492" y="122004"/>
                </a:lnTo>
                <a:lnTo>
                  <a:pt x="1414316" y="121879"/>
                </a:lnTo>
                <a:lnTo>
                  <a:pt x="1414148" y="121752"/>
                </a:lnTo>
                <a:lnTo>
                  <a:pt x="1413988" y="121622"/>
                </a:lnTo>
                <a:lnTo>
                  <a:pt x="1413836" y="121491"/>
                </a:lnTo>
                <a:lnTo>
                  <a:pt x="1413692" y="121357"/>
                </a:lnTo>
                <a:lnTo>
                  <a:pt x="1413557" y="121220"/>
                </a:lnTo>
                <a:lnTo>
                  <a:pt x="1413430" y="121082"/>
                </a:lnTo>
                <a:lnTo>
                  <a:pt x="1413311" y="120941"/>
                </a:lnTo>
                <a:lnTo>
                  <a:pt x="1413200" y="120798"/>
                </a:lnTo>
                <a:lnTo>
                  <a:pt x="1413097" y="120653"/>
                </a:lnTo>
                <a:lnTo>
                  <a:pt x="1413003" y="120505"/>
                </a:lnTo>
                <a:lnTo>
                  <a:pt x="1412917" y="120355"/>
                </a:lnTo>
                <a:lnTo>
                  <a:pt x="1412839" y="120202"/>
                </a:lnTo>
                <a:lnTo>
                  <a:pt x="1412769" y="120048"/>
                </a:lnTo>
                <a:lnTo>
                  <a:pt x="1412708" y="119891"/>
                </a:lnTo>
                <a:lnTo>
                  <a:pt x="1412654" y="119732"/>
                </a:lnTo>
                <a:lnTo>
                  <a:pt x="1412609" y="119570"/>
                </a:lnTo>
                <a:lnTo>
                  <a:pt x="1412572" y="119407"/>
                </a:lnTo>
                <a:lnTo>
                  <a:pt x="1412543" y="119241"/>
                </a:lnTo>
                <a:lnTo>
                  <a:pt x="1412523" y="119072"/>
                </a:lnTo>
                <a:lnTo>
                  <a:pt x="1412511" y="118902"/>
                </a:lnTo>
                <a:lnTo>
                  <a:pt x="1412506" y="118729"/>
                </a:lnTo>
                <a:lnTo>
                  <a:pt x="1412513" y="118483"/>
                </a:lnTo>
                <a:lnTo>
                  <a:pt x="1412534" y="118240"/>
                </a:lnTo>
                <a:lnTo>
                  <a:pt x="1412568" y="118001"/>
                </a:lnTo>
                <a:lnTo>
                  <a:pt x="1412616" y="117765"/>
                </a:lnTo>
                <a:lnTo>
                  <a:pt x="1412678" y="117532"/>
                </a:lnTo>
                <a:lnTo>
                  <a:pt x="1412754" y="117303"/>
                </a:lnTo>
                <a:lnTo>
                  <a:pt x="1412843" y="117077"/>
                </a:lnTo>
                <a:lnTo>
                  <a:pt x="1412946" y="116854"/>
                </a:lnTo>
                <a:lnTo>
                  <a:pt x="1413063" y="116634"/>
                </a:lnTo>
                <a:lnTo>
                  <a:pt x="1413194" y="116417"/>
                </a:lnTo>
                <a:lnTo>
                  <a:pt x="1413338" y="116204"/>
                </a:lnTo>
                <a:lnTo>
                  <a:pt x="1413496" y="115994"/>
                </a:lnTo>
                <a:lnTo>
                  <a:pt x="1413668" y="115787"/>
                </a:lnTo>
                <a:lnTo>
                  <a:pt x="1413853" y="115584"/>
                </a:lnTo>
                <a:lnTo>
                  <a:pt x="1414052" y="115383"/>
                </a:lnTo>
                <a:lnTo>
                  <a:pt x="1414265" y="115186"/>
                </a:lnTo>
                <a:lnTo>
                  <a:pt x="1414492" y="114993"/>
                </a:lnTo>
                <a:lnTo>
                  <a:pt x="1414733" y="114802"/>
                </a:lnTo>
                <a:lnTo>
                  <a:pt x="1414987" y="114615"/>
                </a:lnTo>
                <a:lnTo>
                  <a:pt x="1415255" y="114431"/>
                </a:lnTo>
                <a:lnTo>
                  <a:pt x="1415536" y="114250"/>
                </a:lnTo>
                <a:lnTo>
                  <a:pt x="1415832" y="114072"/>
                </a:lnTo>
                <a:lnTo>
                  <a:pt x="1416141" y="113898"/>
                </a:lnTo>
                <a:lnTo>
                  <a:pt x="1416464" y="113727"/>
                </a:lnTo>
                <a:lnTo>
                  <a:pt x="1416797" y="113558"/>
                </a:lnTo>
                <a:lnTo>
                  <a:pt x="1417137" y="113392"/>
                </a:lnTo>
                <a:lnTo>
                  <a:pt x="1417484" y="113228"/>
                </a:lnTo>
                <a:lnTo>
                  <a:pt x="1417838" y="113066"/>
                </a:lnTo>
                <a:lnTo>
                  <a:pt x="1418199" y="112906"/>
                </a:lnTo>
                <a:lnTo>
                  <a:pt x="1418567" y="112748"/>
                </a:lnTo>
                <a:lnTo>
                  <a:pt x="1418941" y="112592"/>
                </a:lnTo>
                <a:lnTo>
                  <a:pt x="1419322" y="112438"/>
                </a:lnTo>
                <a:lnTo>
                  <a:pt x="1419711" y="112286"/>
                </a:lnTo>
                <a:lnTo>
                  <a:pt x="1420106" y="112137"/>
                </a:lnTo>
                <a:lnTo>
                  <a:pt x="1420508" y="111989"/>
                </a:lnTo>
                <a:lnTo>
                  <a:pt x="1420743" y="111906"/>
                </a:lnTo>
                <a:lnTo>
                  <a:pt x="1420781" y="111916"/>
                </a:lnTo>
                <a:lnTo>
                  <a:pt x="1421790" y="112158"/>
                </a:lnTo>
                <a:lnTo>
                  <a:pt x="1422813" y="112382"/>
                </a:lnTo>
                <a:lnTo>
                  <a:pt x="1423851" y="112588"/>
                </a:lnTo>
                <a:lnTo>
                  <a:pt x="1424904" y="112776"/>
                </a:lnTo>
                <a:lnTo>
                  <a:pt x="1425972" y="112946"/>
                </a:lnTo>
                <a:lnTo>
                  <a:pt x="1427054" y="113098"/>
                </a:lnTo>
                <a:lnTo>
                  <a:pt x="1428152" y="113233"/>
                </a:lnTo>
                <a:lnTo>
                  <a:pt x="1429264" y="113349"/>
                </a:lnTo>
                <a:lnTo>
                  <a:pt x="1430392" y="113448"/>
                </a:lnTo>
                <a:lnTo>
                  <a:pt x="1431534" y="113528"/>
                </a:lnTo>
                <a:lnTo>
                  <a:pt x="1432691" y="113591"/>
                </a:lnTo>
                <a:lnTo>
                  <a:pt x="1433863" y="113636"/>
                </a:lnTo>
                <a:lnTo>
                  <a:pt x="1435050" y="113663"/>
                </a:lnTo>
                <a:lnTo>
                  <a:pt x="1436252" y="113672"/>
                </a:lnTo>
                <a:lnTo>
                  <a:pt x="1437535" y="113663"/>
                </a:lnTo>
                <a:lnTo>
                  <a:pt x="1438799" y="113637"/>
                </a:lnTo>
                <a:lnTo>
                  <a:pt x="1440044" y="113593"/>
                </a:lnTo>
                <a:lnTo>
                  <a:pt x="1441271" y="113531"/>
                </a:lnTo>
                <a:lnTo>
                  <a:pt x="1442479" y="113453"/>
                </a:lnTo>
                <a:lnTo>
                  <a:pt x="1443669" y="113356"/>
                </a:lnTo>
                <a:lnTo>
                  <a:pt x="1444841" y="113242"/>
                </a:lnTo>
                <a:lnTo>
                  <a:pt x="1445994" y="113111"/>
                </a:lnTo>
                <a:lnTo>
                  <a:pt x="1447128" y="112962"/>
                </a:lnTo>
                <a:lnTo>
                  <a:pt x="1448244" y="112795"/>
                </a:lnTo>
                <a:lnTo>
                  <a:pt x="1449341" y="112611"/>
                </a:lnTo>
                <a:lnTo>
                  <a:pt x="1450420" y="112409"/>
                </a:lnTo>
                <a:lnTo>
                  <a:pt x="1451480" y="112190"/>
                </a:lnTo>
                <a:lnTo>
                  <a:pt x="1452522" y="111953"/>
                </a:lnTo>
                <a:lnTo>
                  <a:pt x="1453545" y="111699"/>
                </a:lnTo>
                <a:lnTo>
                  <a:pt x="1454550" y="111427"/>
                </a:lnTo>
                <a:lnTo>
                  <a:pt x="1455536" y="111138"/>
                </a:lnTo>
                <a:lnTo>
                  <a:pt x="1456504" y="110831"/>
                </a:lnTo>
                <a:lnTo>
                  <a:pt x="1457453" y="110507"/>
                </a:lnTo>
                <a:lnTo>
                  <a:pt x="1458384" y="110165"/>
                </a:lnTo>
                <a:lnTo>
                  <a:pt x="1459296" y="109805"/>
                </a:lnTo>
                <a:lnTo>
                  <a:pt x="1460190" y="109428"/>
                </a:lnTo>
                <a:lnTo>
                  <a:pt x="1461065" y="109034"/>
                </a:lnTo>
                <a:lnTo>
                  <a:pt x="1461922" y="108622"/>
                </a:lnTo>
                <a:lnTo>
                  <a:pt x="1462760" y="108195"/>
                </a:lnTo>
                <a:lnTo>
                  <a:pt x="1463581" y="107756"/>
                </a:lnTo>
                <a:lnTo>
                  <a:pt x="1464385" y="107306"/>
                </a:lnTo>
                <a:lnTo>
                  <a:pt x="1465171" y="106844"/>
                </a:lnTo>
                <a:lnTo>
                  <a:pt x="1465939" y="106370"/>
                </a:lnTo>
                <a:lnTo>
                  <a:pt x="1466690" y="105884"/>
                </a:lnTo>
                <a:lnTo>
                  <a:pt x="1467423" y="105386"/>
                </a:lnTo>
                <a:lnTo>
                  <a:pt x="1468139" y="104877"/>
                </a:lnTo>
                <a:lnTo>
                  <a:pt x="1468837" y="104356"/>
                </a:lnTo>
                <a:lnTo>
                  <a:pt x="1469518" y="103823"/>
                </a:lnTo>
                <a:lnTo>
                  <a:pt x="1470181" y="103278"/>
                </a:lnTo>
                <a:lnTo>
                  <a:pt x="1470826" y="102721"/>
                </a:lnTo>
                <a:lnTo>
                  <a:pt x="1471454" y="102153"/>
                </a:lnTo>
                <a:lnTo>
                  <a:pt x="1472065" y="101573"/>
                </a:lnTo>
                <a:lnTo>
                  <a:pt x="1472657" y="100980"/>
                </a:lnTo>
                <a:lnTo>
                  <a:pt x="1473233" y="100377"/>
                </a:lnTo>
                <a:lnTo>
                  <a:pt x="1473790" y="99761"/>
                </a:lnTo>
                <a:lnTo>
                  <a:pt x="1474331" y="99133"/>
                </a:lnTo>
                <a:lnTo>
                  <a:pt x="1474853" y="98494"/>
                </a:lnTo>
                <a:lnTo>
                  <a:pt x="1475358" y="97843"/>
                </a:lnTo>
                <a:lnTo>
                  <a:pt x="1475846" y="97180"/>
                </a:lnTo>
                <a:lnTo>
                  <a:pt x="1476315" y="96505"/>
                </a:lnTo>
                <a:lnTo>
                  <a:pt x="1476768" y="95819"/>
                </a:lnTo>
                <a:lnTo>
                  <a:pt x="1477203" y="95120"/>
                </a:lnTo>
                <a:lnTo>
                  <a:pt x="1477620" y="94413"/>
                </a:lnTo>
                <a:lnTo>
                  <a:pt x="1478019" y="93701"/>
                </a:lnTo>
                <a:lnTo>
                  <a:pt x="1478401" y="92984"/>
                </a:lnTo>
                <a:lnTo>
                  <a:pt x="1478765" y="92261"/>
                </a:lnTo>
                <a:lnTo>
                  <a:pt x="1479111" y="91532"/>
                </a:lnTo>
                <a:lnTo>
                  <a:pt x="1479439" y="90799"/>
                </a:lnTo>
                <a:lnTo>
                  <a:pt x="1479750" y="90060"/>
                </a:lnTo>
                <a:lnTo>
                  <a:pt x="1480043" y="89315"/>
                </a:lnTo>
                <a:lnTo>
                  <a:pt x="1480318" y="88566"/>
                </a:lnTo>
                <a:lnTo>
                  <a:pt x="1480575" y="87811"/>
                </a:lnTo>
                <a:lnTo>
                  <a:pt x="1480815" y="87050"/>
                </a:lnTo>
                <a:lnTo>
                  <a:pt x="1481037" y="86284"/>
                </a:lnTo>
                <a:lnTo>
                  <a:pt x="1481241" y="85513"/>
                </a:lnTo>
                <a:lnTo>
                  <a:pt x="1481427" y="84737"/>
                </a:lnTo>
                <a:lnTo>
                  <a:pt x="1481596" y="83955"/>
                </a:lnTo>
                <a:lnTo>
                  <a:pt x="1481746" y="83168"/>
                </a:lnTo>
                <a:lnTo>
                  <a:pt x="1481880" y="82376"/>
                </a:lnTo>
                <a:lnTo>
                  <a:pt x="1481995" y="81578"/>
                </a:lnTo>
                <a:lnTo>
                  <a:pt x="1482093" y="80775"/>
                </a:lnTo>
                <a:lnTo>
                  <a:pt x="1482172" y="79966"/>
                </a:lnTo>
                <a:lnTo>
                  <a:pt x="1482235" y="79152"/>
                </a:lnTo>
                <a:lnTo>
                  <a:pt x="1482279" y="78333"/>
                </a:lnTo>
                <a:lnTo>
                  <a:pt x="1482306" y="77509"/>
                </a:lnTo>
                <a:lnTo>
                  <a:pt x="1482314" y="76679"/>
                </a:lnTo>
                <a:lnTo>
                  <a:pt x="1482306" y="75813"/>
                </a:lnTo>
                <a:lnTo>
                  <a:pt x="1482280" y="74955"/>
                </a:lnTo>
                <a:lnTo>
                  <a:pt x="1482236" y="74103"/>
                </a:lnTo>
                <a:lnTo>
                  <a:pt x="1482176" y="73259"/>
                </a:lnTo>
                <a:lnTo>
                  <a:pt x="1482097" y="72421"/>
                </a:lnTo>
                <a:lnTo>
                  <a:pt x="1482002" y="71591"/>
                </a:lnTo>
                <a:lnTo>
                  <a:pt x="1481889" y="70768"/>
                </a:lnTo>
                <a:lnTo>
                  <a:pt x="1481759" y="69952"/>
                </a:lnTo>
                <a:lnTo>
                  <a:pt x="1481611" y="69142"/>
                </a:lnTo>
                <a:lnTo>
                  <a:pt x="1481446" y="68340"/>
                </a:lnTo>
                <a:lnTo>
                  <a:pt x="1481264" y="67545"/>
                </a:lnTo>
                <a:lnTo>
                  <a:pt x="1481064" y="66757"/>
                </a:lnTo>
                <a:lnTo>
                  <a:pt x="1480847" y="65976"/>
                </a:lnTo>
                <a:lnTo>
                  <a:pt x="1480612" y="65203"/>
                </a:lnTo>
                <a:lnTo>
                  <a:pt x="1480361" y="64436"/>
                </a:lnTo>
                <a:lnTo>
                  <a:pt x="1480091" y="63676"/>
                </a:lnTo>
                <a:lnTo>
                  <a:pt x="1479805" y="62924"/>
                </a:lnTo>
                <a:lnTo>
                  <a:pt x="1479501" y="62178"/>
                </a:lnTo>
                <a:lnTo>
                  <a:pt x="1479180" y="61439"/>
                </a:lnTo>
                <a:lnTo>
                  <a:pt x="1478841" y="60708"/>
                </a:lnTo>
                <a:lnTo>
                  <a:pt x="1478485" y="59984"/>
                </a:lnTo>
                <a:lnTo>
                  <a:pt x="1478111" y="59266"/>
                </a:lnTo>
                <a:lnTo>
                  <a:pt x="1477721" y="58556"/>
                </a:lnTo>
                <a:lnTo>
                  <a:pt x="1477312" y="57853"/>
                </a:lnTo>
                <a:lnTo>
                  <a:pt x="1476887" y="57159"/>
                </a:lnTo>
                <a:lnTo>
                  <a:pt x="1476444" y="56477"/>
                </a:lnTo>
                <a:lnTo>
                  <a:pt x="1475983" y="55806"/>
                </a:lnTo>
                <a:lnTo>
                  <a:pt x="1475505" y="55147"/>
                </a:lnTo>
                <a:lnTo>
                  <a:pt x="1475009" y="54500"/>
                </a:lnTo>
                <a:lnTo>
                  <a:pt x="1474495" y="53864"/>
                </a:lnTo>
                <a:lnTo>
                  <a:pt x="1473964" y="53240"/>
                </a:lnTo>
                <a:lnTo>
                  <a:pt x="1473416" y="52627"/>
                </a:lnTo>
                <a:lnTo>
                  <a:pt x="1472850" y="52026"/>
                </a:lnTo>
                <a:lnTo>
                  <a:pt x="1472266" y="51437"/>
                </a:lnTo>
                <a:lnTo>
                  <a:pt x="1471665" y="50859"/>
                </a:lnTo>
                <a:lnTo>
                  <a:pt x="1471269" y="50497"/>
                </a:lnTo>
                <a:lnTo>
                  <a:pt x="1471335" y="50446"/>
                </a:lnTo>
                <a:lnTo>
                  <a:pt x="1471783" y="50122"/>
                </a:lnTo>
                <a:lnTo>
                  <a:pt x="1472244" y="49815"/>
                </a:lnTo>
                <a:close/>
                <a:moveTo>
                  <a:pt x="1433344" y="95978"/>
                </a:moveTo>
                <a:lnTo>
                  <a:pt x="1432779" y="95884"/>
                </a:lnTo>
                <a:lnTo>
                  <a:pt x="1432219" y="95773"/>
                </a:lnTo>
                <a:lnTo>
                  <a:pt x="1431665" y="95644"/>
                </a:lnTo>
                <a:lnTo>
                  <a:pt x="1431117" y="95498"/>
                </a:lnTo>
                <a:lnTo>
                  <a:pt x="1430574" y="95336"/>
                </a:lnTo>
                <a:lnTo>
                  <a:pt x="1430037" y="95156"/>
                </a:lnTo>
                <a:lnTo>
                  <a:pt x="1429505" y="94959"/>
                </a:lnTo>
                <a:lnTo>
                  <a:pt x="1428979" y="94745"/>
                </a:lnTo>
                <a:lnTo>
                  <a:pt x="1428458" y="94514"/>
                </a:lnTo>
                <a:lnTo>
                  <a:pt x="1427943" y="94265"/>
                </a:lnTo>
                <a:lnTo>
                  <a:pt x="1427433" y="94000"/>
                </a:lnTo>
                <a:lnTo>
                  <a:pt x="1426929" y="93717"/>
                </a:lnTo>
                <a:lnTo>
                  <a:pt x="1426430" y="93417"/>
                </a:lnTo>
                <a:lnTo>
                  <a:pt x="1425937" y="93100"/>
                </a:lnTo>
                <a:lnTo>
                  <a:pt x="1425450" y="92766"/>
                </a:lnTo>
                <a:lnTo>
                  <a:pt x="1424968" y="92415"/>
                </a:lnTo>
                <a:lnTo>
                  <a:pt x="1424491" y="92047"/>
                </a:lnTo>
                <a:lnTo>
                  <a:pt x="1424020" y="91661"/>
                </a:lnTo>
                <a:lnTo>
                  <a:pt x="1423555" y="91259"/>
                </a:lnTo>
                <a:lnTo>
                  <a:pt x="1423102" y="90840"/>
                </a:lnTo>
                <a:lnTo>
                  <a:pt x="1422668" y="90404"/>
                </a:lnTo>
                <a:lnTo>
                  <a:pt x="1422254" y="89952"/>
                </a:lnTo>
                <a:lnTo>
                  <a:pt x="1421858" y="89484"/>
                </a:lnTo>
                <a:lnTo>
                  <a:pt x="1421483" y="88999"/>
                </a:lnTo>
                <a:lnTo>
                  <a:pt x="1421126" y="88498"/>
                </a:lnTo>
                <a:lnTo>
                  <a:pt x="1420789" y="87980"/>
                </a:lnTo>
                <a:lnTo>
                  <a:pt x="1420471" y="87446"/>
                </a:lnTo>
                <a:lnTo>
                  <a:pt x="1420172" y="86896"/>
                </a:lnTo>
                <a:lnTo>
                  <a:pt x="1419892" y="86330"/>
                </a:lnTo>
                <a:lnTo>
                  <a:pt x="1419632" y="85747"/>
                </a:lnTo>
                <a:lnTo>
                  <a:pt x="1419391" y="85147"/>
                </a:lnTo>
                <a:lnTo>
                  <a:pt x="1419169" y="84532"/>
                </a:lnTo>
                <a:lnTo>
                  <a:pt x="1418967" y="83900"/>
                </a:lnTo>
                <a:lnTo>
                  <a:pt x="1418784" y="83251"/>
                </a:lnTo>
                <a:lnTo>
                  <a:pt x="1418620" y="82586"/>
                </a:lnTo>
                <a:lnTo>
                  <a:pt x="1418475" y="81905"/>
                </a:lnTo>
                <a:lnTo>
                  <a:pt x="1418350" y="81208"/>
                </a:lnTo>
                <a:lnTo>
                  <a:pt x="1418244" y="80494"/>
                </a:lnTo>
                <a:lnTo>
                  <a:pt x="1418157" y="79764"/>
                </a:lnTo>
                <a:lnTo>
                  <a:pt x="1418090" y="79017"/>
                </a:lnTo>
                <a:lnTo>
                  <a:pt x="1418042" y="78254"/>
                </a:lnTo>
                <a:lnTo>
                  <a:pt x="1418013" y="77475"/>
                </a:lnTo>
                <a:lnTo>
                  <a:pt x="1418003" y="76679"/>
                </a:lnTo>
                <a:lnTo>
                  <a:pt x="1418012" y="75874"/>
                </a:lnTo>
                <a:lnTo>
                  <a:pt x="1418041" y="75085"/>
                </a:lnTo>
                <a:lnTo>
                  <a:pt x="1418087" y="74313"/>
                </a:lnTo>
                <a:lnTo>
                  <a:pt x="1418153" y="73556"/>
                </a:lnTo>
                <a:lnTo>
                  <a:pt x="1418237" y="72816"/>
                </a:lnTo>
                <a:lnTo>
                  <a:pt x="1418340" y="72092"/>
                </a:lnTo>
                <a:lnTo>
                  <a:pt x="1418461" y="71384"/>
                </a:lnTo>
                <a:lnTo>
                  <a:pt x="1418602" y="70692"/>
                </a:lnTo>
                <a:lnTo>
                  <a:pt x="1418761" y="70017"/>
                </a:lnTo>
                <a:lnTo>
                  <a:pt x="1418938" y="69357"/>
                </a:lnTo>
                <a:lnTo>
                  <a:pt x="1419135" y="68714"/>
                </a:lnTo>
                <a:lnTo>
                  <a:pt x="1419350" y="68087"/>
                </a:lnTo>
                <a:lnTo>
                  <a:pt x="1419584" y="67476"/>
                </a:lnTo>
                <a:lnTo>
                  <a:pt x="1419836" y="66881"/>
                </a:lnTo>
                <a:lnTo>
                  <a:pt x="1420107" y="66303"/>
                </a:lnTo>
                <a:lnTo>
                  <a:pt x="1420397" y="65741"/>
                </a:lnTo>
                <a:lnTo>
                  <a:pt x="1420706" y="65194"/>
                </a:lnTo>
                <a:lnTo>
                  <a:pt x="1421033" y="64664"/>
                </a:lnTo>
                <a:lnTo>
                  <a:pt x="1421379" y="64151"/>
                </a:lnTo>
                <a:lnTo>
                  <a:pt x="1421744" y="63653"/>
                </a:lnTo>
                <a:lnTo>
                  <a:pt x="1422127" y="63171"/>
                </a:lnTo>
                <a:lnTo>
                  <a:pt x="1422530" y="62706"/>
                </a:lnTo>
                <a:lnTo>
                  <a:pt x="1422950" y="62257"/>
                </a:lnTo>
                <a:lnTo>
                  <a:pt x="1423390" y="61824"/>
                </a:lnTo>
                <a:lnTo>
                  <a:pt x="1423844" y="61408"/>
                </a:lnTo>
                <a:lnTo>
                  <a:pt x="1424308" y="61010"/>
                </a:lnTo>
                <a:lnTo>
                  <a:pt x="1424781" y="60629"/>
                </a:lnTo>
                <a:lnTo>
                  <a:pt x="1425265" y="60266"/>
                </a:lnTo>
                <a:lnTo>
                  <a:pt x="1425758" y="59921"/>
                </a:lnTo>
                <a:lnTo>
                  <a:pt x="1426262" y="59594"/>
                </a:lnTo>
                <a:lnTo>
                  <a:pt x="1426775" y="59284"/>
                </a:lnTo>
                <a:lnTo>
                  <a:pt x="1427299" y="58992"/>
                </a:lnTo>
                <a:lnTo>
                  <a:pt x="1427832" y="58717"/>
                </a:lnTo>
                <a:lnTo>
                  <a:pt x="1428375" y="58461"/>
                </a:lnTo>
                <a:lnTo>
                  <a:pt x="1428928" y="58222"/>
                </a:lnTo>
                <a:lnTo>
                  <a:pt x="1429491" y="58000"/>
                </a:lnTo>
                <a:lnTo>
                  <a:pt x="1430064" y="57797"/>
                </a:lnTo>
                <a:lnTo>
                  <a:pt x="1430647" y="57611"/>
                </a:lnTo>
                <a:lnTo>
                  <a:pt x="1431240" y="57443"/>
                </a:lnTo>
                <a:lnTo>
                  <a:pt x="1431843" y="57292"/>
                </a:lnTo>
                <a:lnTo>
                  <a:pt x="1432455" y="57160"/>
                </a:lnTo>
                <a:lnTo>
                  <a:pt x="1433078" y="57045"/>
                </a:lnTo>
                <a:lnTo>
                  <a:pt x="1433710" y="56947"/>
                </a:lnTo>
                <a:lnTo>
                  <a:pt x="1434353" y="56868"/>
                </a:lnTo>
                <a:lnTo>
                  <a:pt x="1435005" y="56806"/>
                </a:lnTo>
                <a:lnTo>
                  <a:pt x="1435667" y="56761"/>
                </a:lnTo>
                <a:lnTo>
                  <a:pt x="1436340" y="56735"/>
                </a:lnTo>
                <a:lnTo>
                  <a:pt x="1437022" y="56726"/>
                </a:lnTo>
                <a:lnTo>
                  <a:pt x="1437694" y="56734"/>
                </a:lnTo>
                <a:lnTo>
                  <a:pt x="1438356" y="56760"/>
                </a:lnTo>
                <a:lnTo>
                  <a:pt x="1439007" y="56803"/>
                </a:lnTo>
                <a:lnTo>
                  <a:pt x="1439648" y="56863"/>
                </a:lnTo>
                <a:lnTo>
                  <a:pt x="1440278" y="56940"/>
                </a:lnTo>
                <a:lnTo>
                  <a:pt x="1440897" y="57034"/>
                </a:lnTo>
                <a:lnTo>
                  <a:pt x="1441505" y="57146"/>
                </a:lnTo>
                <a:lnTo>
                  <a:pt x="1442103" y="57274"/>
                </a:lnTo>
                <a:lnTo>
                  <a:pt x="1442690" y="57420"/>
                </a:lnTo>
                <a:lnTo>
                  <a:pt x="1443267" y="57582"/>
                </a:lnTo>
                <a:lnTo>
                  <a:pt x="1443832" y="57762"/>
                </a:lnTo>
                <a:lnTo>
                  <a:pt x="1444387" y="57959"/>
                </a:lnTo>
                <a:lnTo>
                  <a:pt x="1444932" y="58173"/>
                </a:lnTo>
                <a:lnTo>
                  <a:pt x="1445465" y="58405"/>
                </a:lnTo>
                <a:lnTo>
                  <a:pt x="1445988" y="58653"/>
                </a:lnTo>
                <a:lnTo>
                  <a:pt x="1446500" y="58918"/>
                </a:lnTo>
                <a:lnTo>
                  <a:pt x="1447002" y="59201"/>
                </a:lnTo>
                <a:lnTo>
                  <a:pt x="1447493" y="59501"/>
                </a:lnTo>
                <a:lnTo>
                  <a:pt x="1447973" y="59818"/>
                </a:lnTo>
                <a:lnTo>
                  <a:pt x="1448443" y="60152"/>
                </a:lnTo>
                <a:lnTo>
                  <a:pt x="1448901" y="60503"/>
                </a:lnTo>
                <a:lnTo>
                  <a:pt x="1449350" y="60871"/>
                </a:lnTo>
                <a:lnTo>
                  <a:pt x="1449787" y="61257"/>
                </a:lnTo>
                <a:lnTo>
                  <a:pt x="1450214" y="61659"/>
                </a:lnTo>
                <a:lnTo>
                  <a:pt x="1450626" y="62079"/>
                </a:lnTo>
                <a:lnTo>
                  <a:pt x="1451021" y="62517"/>
                </a:lnTo>
                <a:lnTo>
                  <a:pt x="1451399" y="62973"/>
                </a:lnTo>
                <a:lnTo>
                  <a:pt x="1451759" y="63447"/>
                </a:lnTo>
                <a:lnTo>
                  <a:pt x="1452101" y="63938"/>
                </a:lnTo>
                <a:lnTo>
                  <a:pt x="1452426" y="64448"/>
                </a:lnTo>
                <a:lnTo>
                  <a:pt x="1452733" y="64975"/>
                </a:lnTo>
                <a:lnTo>
                  <a:pt x="1453023" y="65521"/>
                </a:lnTo>
                <a:lnTo>
                  <a:pt x="1453295" y="66084"/>
                </a:lnTo>
                <a:lnTo>
                  <a:pt x="1453550" y="66665"/>
                </a:lnTo>
                <a:lnTo>
                  <a:pt x="1453787" y="67264"/>
                </a:lnTo>
                <a:lnTo>
                  <a:pt x="1454007" y="67881"/>
                </a:lnTo>
                <a:lnTo>
                  <a:pt x="1454208" y="68516"/>
                </a:lnTo>
                <a:lnTo>
                  <a:pt x="1454393" y="69168"/>
                </a:lnTo>
                <a:lnTo>
                  <a:pt x="1454560" y="69839"/>
                </a:lnTo>
                <a:lnTo>
                  <a:pt x="1454709" y="70527"/>
                </a:lnTo>
                <a:lnTo>
                  <a:pt x="1454841" y="71234"/>
                </a:lnTo>
                <a:lnTo>
                  <a:pt x="1454955" y="71958"/>
                </a:lnTo>
                <a:lnTo>
                  <a:pt x="1455051" y="72700"/>
                </a:lnTo>
                <a:lnTo>
                  <a:pt x="1455130" y="73460"/>
                </a:lnTo>
                <a:lnTo>
                  <a:pt x="1455192" y="74238"/>
                </a:lnTo>
                <a:lnTo>
                  <a:pt x="1455236" y="75034"/>
                </a:lnTo>
                <a:lnTo>
                  <a:pt x="1455262" y="75847"/>
                </a:lnTo>
                <a:lnTo>
                  <a:pt x="1455271" y="76679"/>
                </a:lnTo>
                <a:lnTo>
                  <a:pt x="1455261" y="77466"/>
                </a:lnTo>
                <a:lnTo>
                  <a:pt x="1455233" y="78237"/>
                </a:lnTo>
                <a:lnTo>
                  <a:pt x="1455186" y="78992"/>
                </a:lnTo>
                <a:lnTo>
                  <a:pt x="1455120" y="79732"/>
                </a:lnTo>
                <a:lnTo>
                  <a:pt x="1455035" y="80455"/>
                </a:lnTo>
                <a:lnTo>
                  <a:pt x="1454931" y="81163"/>
                </a:lnTo>
                <a:lnTo>
                  <a:pt x="1454808" y="81855"/>
                </a:lnTo>
                <a:lnTo>
                  <a:pt x="1454666" y="82531"/>
                </a:lnTo>
                <a:lnTo>
                  <a:pt x="1454505" y="83192"/>
                </a:lnTo>
                <a:lnTo>
                  <a:pt x="1454326" y="83837"/>
                </a:lnTo>
                <a:lnTo>
                  <a:pt x="1454128" y="84465"/>
                </a:lnTo>
                <a:lnTo>
                  <a:pt x="1453910" y="85079"/>
                </a:lnTo>
                <a:lnTo>
                  <a:pt x="1453674" y="85676"/>
                </a:lnTo>
                <a:lnTo>
                  <a:pt x="1453419" y="86257"/>
                </a:lnTo>
                <a:lnTo>
                  <a:pt x="1453145" y="86823"/>
                </a:lnTo>
                <a:lnTo>
                  <a:pt x="1452852" y="87373"/>
                </a:lnTo>
                <a:lnTo>
                  <a:pt x="1452540" y="87907"/>
                </a:lnTo>
                <a:lnTo>
                  <a:pt x="1452210" y="88426"/>
                </a:lnTo>
                <a:lnTo>
                  <a:pt x="1451860" y="88928"/>
                </a:lnTo>
                <a:lnTo>
                  <a:pt x="1451492" y="89415"/>
                </a:lnTo>
                <a:lnTo>
                  <a:pt x="1451104" y="89886"/>
                </a:lnTo>
                <a:lnTo>
                  <a:pt x="1450698" y="90341"/>
                </a:lnTo>
                <a:lnTo>
                  <a:pt x="1450273" y="90780"/>
                </a:lnTo>
                <a:lnTo>
                  <a:pt x="1449829" y="91204"/>
                </a:lnTo>
                <a:lnTo>
                  <a:pt x="1449371" y="91611"/>
                </a:lnTo>
                <a:lnTo>
                  <a:pt x="1448903" y="92001"/>
                </a:lnTo>
                <a:lnTo>
                  <a:pt x="1448426" y="92373"/>
                </a:lnTo>
                <a:lnTo>
                  <a:pt x="1447940" y="92728"/>
                </a:lnTo>
                <a:lnTo>
                  <a:pt x="1447445" y="93066"/>
                </a:lnTo>
                <a:lnTo>
                  <a:pt x="1446940" y="93386"/>
                </a:lnTo>
                <a:lnTo>
                  <a:pt x="1446426" y="93689"/>
                </a:lnTo>
                <a:lnTo>
                  <a:pt x="1445902" y="93975"/>
                </a:lnTo>
                <a:lnTo>
                  <a:pt x="1445369" y="94244"/>
                </a:lnTo>
                <a:lnTo>
                  <a:pt x="1444827" y="94495"/>
                </a:lnTo>
                <a:lnTo>
                  <a:pt x="1444275" y="94729"/>
                </a:lnTo>
                <a:lnTo>
                  <a:pt x="1443714" y="94945"/>
                </a:lnTo>
                <a:lnTo>
                  <a:pt x="1443144" y="95144"/>
                </a:lnTo>
                <a:lnTo>
                  <a:pt x="1442564" y="95326"/>
                </a:lnTo>
                <a:lnTo>
                  <a:pt x="1441975" y="95491"/>
                </a:lnTo>
                <a:lnTo>
                  <a:pt x="1441376" y="95638"/>
                </a:lnTo>
                <a:lnTo>
                  <a:pt x="1440769" y="95768"/>
                </a:lnTo>
                <a:lnTo>
                  <a:pt x="1440151" y="95880"/>
                </a:lnTo>
                <a:lnTo>
                  <a:pt x="1439525" y="95976"/>
                </a:lnTo>
                <a:lnTo>
                  <a:pt x="1438889" y="96054"/>
                </a:lnTo>
                <a:lnTo>
                  <a:pt x="1438244" y="96114"/>
                </a:lnTo>
                <a:lnTo>
                  <a:pt x="1437589" y="96158"/>
                </a:lnTo>
                <a:lnTo>
                  <a:pt x="1436925" y="96184"/>
                </a:lnTo>
                <a:lnTo>
                  <a:pt x="1436252" y="96192"/>
                </a:lnTo>
                <a:lnTo>
                  <a:pt x="1435659" y="96184"/>
                </a:lnTo>
                <a:lnTo>
                  <a:pt x="1435072" y="96158"/>
                </a:lnTo>
                <a:lnTo>
                  <a:pt x="1434491" y="96115"/>
                </a:lnTo>
                <a:lnTo>
                  <a:pt x="1433915" y="96055"/>
                </a:lnTo>
                <a:lnTo>
                  <a:pt x="1433344" y="95978"/>
                </a:lnTo>
                <a:close/>
                <a:moveTo>
                  <a:pt x="1432742" y="170995"/>
                </a:moveTo>
                <a:lnTo>
                  <a:pt x="1431807" y="170919"/>
                </a:lnTo>
                <a:lnTo>
                  <a:pt x="1430896" y="170829"/>
                </a:lnTo>
                <a:lnTo>
                  <a:pt x="1430010" y="170726"/>
                </a:lnTo>
                <a:lnTo>
                  <a:pt x="1429149" y="170608"/>
                </a:lnTo>
                <a:lnTo>
                  <a:pt x="1428313" y="170477"/>
                </a:lnTo>
                <a:lnTo>
                  <a:pt x="1427502" y="170332"/>
                </a:lnTo>
                <a:lnTo>
                  <a:pt x="1426715" y="170173"/>
                </a:lnTo>
                <a:lnTo>
                  <a:pt x="1425954" y="170001"/>
                </a:lnTo>
                <a:lnTo>
                  <a:pt x="1425217" y="169815"/>
                </a:lnTo>
                <a:lnTo>
                  <a:pt x="1424505" y="169614"/>
                </a:lnTo>
                <a:lnTo>
                  <a:pt x="1423817" y="169401"/>
                </a:lnTo>
                <a:lnTo>
                  <a:pt x="1423155" y="169173"/>
                </a:lnTo>
                <a:lnTo>
                  <a:pt x="1422517" y="168931"/>
                </a:lnTo>
                <a:lnTo>
                  <a:pt x="1421904" y="168676"/>
                </a:lnTo>
                <a:lnTo>
                  <a:pt x="1421316" y="168407"/>
                </a:lnTo>
                <a:lnTo>
                  <a:pt x="1420753" y="168124"/>
                </a:lnTo>
                <a:lnTo>
                  <a:pt x="1420215" y="167827"/>
                </a:lnTo>
                <a:lnTo>
                  <a:pt x="1419701" y="167517"/>
                </a:lnTo>
                <a:lnTo>
                  <a:pt x="1419212" y="167192"/>
                </a:lnTo>
                <a:lnTo>
                  <a:pt x="1418746" y="166860"/>
                </a:lnTo>
                <a:lnTo>
                  <a:pt x="1418299" y="166525"/>
                </a:lnTo>
                <a:lnTo>
                  <a:pt x="1417873" y="166188"/>
                </a:lnTo>
                <a:lnTo>
                  <a:pt x="1417466" y="165849"/>
                </a:lnTo>
                <a:lnTo>
                  <a:pt x="1417079" y="165507"/>
                </a:lnTo>
                <a:lnTo>
                  <a:pt x="1416711" y="165163"/>
                </a:lnTo>
                <a:lnTo>
                  <a:pt x="1416364" y="164817"/>
                </a:lnTo>
                <a:lnTo>
                  <a:pt x="1416037" y="164468"/>
                </a:lnTo>
                <a:lnTo>
                  <a:pt x="1415729" y="164118"/>
                </a:lnTo>
                <a:lnTo>
                  <a:pt x="1415441" y="163764"/>
                </a:lnTo>
                <a:lnTo>
                  <a:pt x="1415173" y="163409"/>
                </a:lnTo>
                <a:lnTo>
                  <a:pt x="1414925" y="163051"/>
                </a:lnTo>
                <a:lnTo>
                  <a:pt x="1414697" y="162691"/>
                </a:lnTo>
                <a:lnTo>
                  <a:pt x="1414488" y="162328"/>
                </a:lnTo>
                <a:lnTo>
                  <a:pt x="1414300" y="161964"/>
                </a:lnTo>
                <a:lnTo>
                  <a:pt x="1414131" y="161596"/>
                </a:lnTo>
                <a:lnTo>
                  <a:pt x="1413982" y="161227"/>
                </a:lnTo>
                <a:lnTo>
                  <a:pt x="1413853" y="160855"/>
                </a:lnTo>
                <a:lnTo>
                  <a:pt x="1413744" y="160481"/>
                </a:lnTo>
                <a:lnTo>
                  <a:pt x="1413655" y="160105"/>
                </a:lnTo>
                <a:lnTo>
                  <a:pt x="1413585" y="159726"/>
                </a:lnTo>
                <a:lnTo>
                  <a:pt x="1413536" y="159345"/>
                </a:lnTo>
                <a:lnTo>
                  <a:pt x="1413506" y="158962"/>
                </a:lnTo>
                <a:lnTo>
                  <a:pt x="1413496" y="158576"/>
                </a:lnTo>
                <a:lnTo>
                  <a:pt x="1413501" y="158247"/>
                </a:lnTo>
                <a:lnTo>
                  <a:pt x="1413515" y="157920"/>
                </a:lnTo>
                <a:lnTo>
                  <a:pt x="1413538" y="157597"/>
                </a:lnTo>
                <a:lnTo>
                  <a:pt x="1413571" y="157277"/>
                </a:lnTo>
                <a:lnTo>
                  <a:pt x="1413613" y="156961"/>
                </a:lnTo>
                <a:lnTo>
                  <a:pt x="1413664" y="156647"/>
                </a:lnTo>
                <a:lnTo>
                  <a:pt x="1413725" y="156337"/>
                </a:lnTo>
                <a:lnTo>
                  <a:pt x="1413795" y="156031"/>
                </a:lnTo>
                <a:lnTo>
                  <a:pt x="1413875" y="155727"/>
                </a:lnTo>
                <a:lnTo>
                  <a:pt x="1413963" y="155427"/>
                </a:lnTo>
                <a:lnTo>
                  <a:pt x="1414062" y="155130"/>
                </a:lnTo>
                <a:lnTo>
                  <a:pt x="1414169" y="154836"/>
                </a:lnTo>
                <a:lnTo>
                  <a:pt x="1414286" y="154545"/>
                </a:lnTo>
                <a:lnTo>
                  <a:pt x="1414412" y="154258"/>
                </a:lnTo>
                <a:lnTo>
                  <a:pt x="1414548" y="153974"/>
                </a:lnTo>
                <a:lnTo>
                  <a:pt x="1414693" y="153693"/>
                </a:lnTo>
                <a:lnTo>
                  <a:pt x="1414847" y="153416"/>
                </a:lnTo>
                <a:lnTo>
                  <a:pt x="1415011" y="153142"/>
                </a:lnTo>
                <a:lnTo>
                  <a:pt x="1415184" y="152871"/>
                </a:lnTo>
                <a:lnTo>
                  <a:pt x="1415366" y="152603"/>
                </a:lnTo>
                <a:lnTo>
                  <a:pt x="1415558" y="152338"/>
                </a:lnTo>
                <a:lnTo>
                  <a:pt x="1415759" y="152077"/>
                </a:lnTo>
                <a:lnTo>
                  <a:pt x="1415969" y="151819"/>
                </a:lnTo>
                <a:lnTo>
                  <a:pt x="1416189" y="151565"/>
                </a:lnTo>
                <a:lnTo>
                  <a:pt x="1416416" y="151314"/>
                </a:lnTo>
                <a:lnTo>
                  <a:pt x="1416649" y="151068"/>
                </a:lnTo>
                <a:lnTo>
                  <a:pt x="1416887" y="150827"/>
                </a:lnTo>
                <a:lnTo>
                  <a:pt x="1417131" y="150591"/>
                </a:lnTo>
                <a:lnTo>
                  <a:pt x="1417381" y="150359"/>
                </a:lnTo>
                <a:lnTo>
                  <a:pt x="1417636" y="150132"/>
                </a:lnTo>
                <a:lnTo>
                  <a:pt x="1417896" y="149911"/>
                </a:lnTo>
                <a:lnTo>
                  <a:pt x="1418162" y="149693"/>
                </a:lnTo>
                <a:lnTo>
                  <a:pt x="1418433" y="149481"/>
                </a:lnTo>
                <a:lnTo>
                  <a:pt x="1418710" y="149274"/>
                </a:lnTo>
                <a:lnTo>
                  <a:pt x="1418993" y="149071"/>
                </a:lnTo>
                <a:lnTo>
                  <a:pt x="1419281" y="148873"/>
                </a:lnTo>
                <a:lnTo>
                  <a:pt x="1419575" y="148680"/>
                </a:lnTo>
                <a:lnTo>
                  <a:pt x="1419874" y="148491"/>
                </a:lnTo>
                <a:lnTo>
                  <a:pt x="1420179" y="148308"/>
                </a:lnTo>
                <a:lnTo>
                  <a:pt x="1420489" y="148129"/>
                </a:lnTo>
                <a:lnTo>
                  <a:pt x="1420805" y="147955"/>
                </a:lnTo>
                <a:lnTo>
                  <a:pt x="1421126" y="147786"/>
                </a:lnTo>
                <a:lnTo>
                  <a:pt x="1421453" y="147622"/>
                </a:lnTo>
                <a:lnTo>
                  <a:pt x="1421785" y="147462"/>
                </a:lnTo>
                <a:lnTo>
                  <a:pt x="1422123" y="147307"/>
                </a:lnTo>
                <a:lnTo>
                  <a:pt x="1422467" y="147157"/>
                </a:lnTo>
                <a:lnTo>
                  <a:pt x="1422816" y="147012"/>
                </a:lnTo>
                <a:lnTo>
                  <a:pt x="1423170" y="146872"/>
                </a:lnTo>
                <a:lnTo>
                  <a:pt x="1442738" y="146872"/>
                </a:lnTo>
                <a:lnTo>
                  <a:pt x="1443402" y="146874"/>
                </a:lnTo>
                <a:lnTo>
                  <a:pt x="1444054" y="146881"/>
                </a:lnTo>
                <a:lnTo>
                  <a:pt x="1444695" y="146892"/>
                </a:lnTo>
                <a:lnTo>
                  <a:pt x="1445325" y="146908"/>
                </a:lnTo>
                <a:lnTo>
                  <a:pt x="1445944" y="146929"/>
                </a:lnTo>
                <a:lnTo>
                  <a:pt x="1446552" y="146954"/>
                </a:lnTo>
                <a:lnTo>
                  <a:pt x="1447148" y="146984"/>
                </a:lnTo>
                <a:lnTo>
                  <a:pt x="1447734" y="147019"/>
                </a:lnTo>
                <a:lnTo>
                  <a:pt x="1448309" y="147058"/>
                </a:lnTo>
                <a:lnTo>
                  <a:pt x="1448872" y="147101"/>
                </a:lnTo>
                <a:lnTo>
                  <a:pt x="1449425" y="147150"/>
                </a:lnTo>
                <a:lnTo>
                  <a:pt x="1449966" y="147202"/>
                </a:lnTo>
                <a:lnTo>
                  <a:pt x="1450497" y="147260"/>
                </a:lnTo>
                <a:lnTo>
                  <a:pt x="1451016" y="147322"/>
                </a:lnTo>
                <a:lnTo>
                  <a:pt x="1451524" y="147388"/>
                </a:lnTo>
                <a:lnTo>
                  <a:pt x="1452022" y="147460"/>
                </a:lnTo>
                <a:lnTo>
                  <a:pt x="1452508" y="147535"/>
                </a:lnTo>
                <a:lnTo>
                  <a:pt x="1452983" y="147616"/>
                </a:lnTo>
                <a:lnTo>
                  <a:pt x="1453447" y="147701"/>
                </a:lnTo>
                <a:lnTo>
                  <a:pt x="1453900" y="147790"/>
                </a:lnTo>
                <a:lnTo>
                  <a:pt x="1454341" y="147884"/>
                </a:lnTo>
                <a:lnTo>
                  <a:pt x="1454772" y="147983"/>
                </a:lnTo>
                <a:lnTo>
                  <a:pt x="1455192" y="148086"/>
                </a:lnTo>
                <a:lnTo>
                  <a:pt x="1455601" y="148194"/>
                </a:lnTo>
                <a:lnTo>
                  <a:pt x="1455999" y="148307"/>
                </a:lnTo>
                <a:lnTo>
                  <a:pt x="1456388" y="148423"/>
                </a:lnTo>
                <a:lnTo>
                  <a:pt x="1456767" y="148543"/>
                </a:lnTo>
                <a:lnTo>
                  <a:pt x="1457137" y="148667"/>
                </a:lnTo>
                <a:lnTo>
                  <a:pt x="1457497" y="148795"/>
                </a:lnTo>
                <a:lnTo>
                  <a:pt x="1457847" y="148926"/>
                </a:lnTo>
                <a:lnTo>
                  <a:pt x="1458188" y="149062"/>
                </a:lnTo>
                <a:lnTo>
                  <a:pt x="1458520" y="149201"/>
                </a:lnTo>
                <a:lnTo>
                  <a:pt x="1458842" y="149344"/>
                </a:lnTo>
                <a:lnTo>
                  <a:pt x="1459154" y="149491"/>
                </a:lnTo>
                <a:lnTo>
                  <a:pt x="1459457" y="149642"/>
                </a:lnTo>
                <a:lnTo>
                  <a:pt x="1459751" y="149796"/>
                </a:lnTo>
                <a:lnTo>
                  <a:pt x="1460034" y="149955"/>
                </a:lnTo>
                <a:lnTo>
                  <a:pt x="1460309" y="150117"/>
                </a:lnTo>
                <a:lnTo>
                  <a:pt x="1460573" y="150283"/>
                </a:lnTo>
                <a:lnTo>
                  <a:pt x="1460829" y="150453"/>
                </a:lnTo>
                <a:lnTo>
                  <a:pt x="1461074" y="150626"/>
                </a:lnTo>
                <a:lnTo>
                  <a:pt x="1461310" y="150804"/>
                </a:lnTo>
                <a:lnTo>
                  <a:pt x="1461537" y="150985"/>
                </a:lnTo>
                <a:lnTo>
                  <a:pt x="1461754" y="151170"/>
                </a:lnTo>
                <a:lnTo>
                  <a:pt x="1461961" y="151359"/>
                </a:lnTo>
                <a:lnTo>
                  <a:pt x="1462159" y="151552"/>
                </a:lnTo>
                <a:lnTo>
                  <a:pt x="1462348" y="151749"/>
                </a:lnTo>
                <a:lnTo>
                  <a:pt x="1462526" y="151949"/>
                </a:lnTo>
                <a:lnTo>
                  <a:pt x="1462697" y="152154"/>
                </a:lnTo>
                <a:lnTo>
                  <a:pt x="1462860" y="152362"/>
                </a:lnTo>
                <a:lnTo>
                  <a:pt x="1463016" y="152575"/>
                </a:lnTo>
                <a:lnTo>
                  <a:pt x="1463165" y="152791"/>
                </a:lnTo>
                <a:lnTo>
                  <a:pt x="1463306" y="153011"/>
                </a:lnTo>
                <a:lnTo>
                  <a:pt x="1463440" y="153234"/>
                </a:lnTo>
                <a:lnTo>
                  <a:pt x="1463567" y="153462"/>
                </a:lnTo>
                <a:lnTo>
                  <a:pt x="1463687" y="153693"/>
                </a:lnTo>
                <a:lnTo>
                  <a:pt x="1463799" y="153929"/>
                </a:lnTo>
                <a:lnTo>
                  <a:pt x="1463904" y="154168"/>
                </a:lnTo>
                <a:lnTo>
                  <a:pt x="1464002" y="154411"/>
                </a:lnTo>
                <a:lnTo>
                  <a:pt x="1464093" y="154657"/>
                </a:lnTo>
                <a:lnTo>
                  <a:pt x="1464176" y="154908"/>
                </a:lnTo>
                <a:lnTo>
                  <a:pt x="1464252" y="155162"/>
                </a:lnTo>
                <a:lnTo>
                  <a:pt x="1464321" y="155420"/>
                </a:lnTo>
                <a:lnTo>
                  <a:pt x="1464383" y="155682"/>
                </a:lnTo>
                <a:lnTo>
                  <a:pt x="1464437" y="155948"/>
                </a:lnTo>
                <a:lnTo>
                  <a:pt x="1464485" y="156218"/>
                </a:lnTo>
                <a:lnTo>
                  <a:pt x="1464524" y="156492"/>
                </a:lnTo>
                <a:lnTo>
                  <a:pt x="1464557" y="156769"/>
                </a:lnTo>
                <a:lnTo>
                  <a:pt x="1464582" y="157050"/>
                </a:lnTo>
                <a:lnTo>
                  <a:pt x="1464601" y="157335"/>
                </a:lnTo>
                <a:lnTo>
                  <a:pt x="1464612" y="157624"/>
                </a:lnTo>
                <a:lnTo>
                  <a:pt x="1464615" y="157917"/>
                </a:lnTo>
                <a:lnTo>
                  <a:pt x="1464605" y="158374"/>
                </a:lnTo>
                <a:lnTo>
                  <a:pt x="1464573" y="158825"/>
                </a:lnTo>
                <a:lnTo>
                  <a:pt x="1464521" y="159271"/>
                </a:lnTo>
                <a:lnTo>
                  <a:pt x="1464447" y="159711"/>
                </a:lnTo>
                <a:lnTo>
                  <a:pt x="1464353" y="160145"/>
                </a:lnTo>
                <a:lnTo>
                  <a:pt x="1464237" y="160574"/>
                </a:lnTo>
                <a:lnTo>
                  <a:pt x="1464101" y="160996"/>
                </a:lnTo>
                <a:lnTo>
                  <a:pt x="1463943" y="161413"/>
                </a:lnTo>
                <a:lnTo>
                  <a:pt x="1463765" y="161824"/>
                </a:lnTo>
                <a:lnTo>
                  <a:pt x="1463565" y="162230"/>
                </a:lnTo>
                <a:lnTo>
                  <a:pt x="1463345" y="162630"/>
                </a:lnTo>
                <a:lnTo>
                  <a:pt x="1463104" y="163023"/>
                </a:lnTo>
                <a:lnTo>
                  <a:pt x="1462841" y="163412"/>
                </a:lnTo>
                <a:lnTo>
                  <a:pt x="1462558" y="163794"/>
                </a:lnTo>
                <a:lnTo>
                  <a:pt x="1462253" y="164171"/>
                </a:lnTo>
                <a:lnTo>
                  <a:pt x="1461928" y="164542"/>
                </a:lnTo>
                <a:lnTo>
                  <a:pt x="1461581" y="164907"/>
                </a:lnTo>
                <a:lnTo>
                  <a:pt x="1461214" y="165266"/>
                </a:lnTo>
                <a:lnTo>
                  <a:pt x="1460826" y="165620"/>
                </a:lnTo>
                <a:lnTo>
                  <a:pt x="1460416" y="165968"/>
                </a:lnTo>
                <a:lnTo>
                  <a:pt x="1459986" y="166310"/>
                </a:lnTo>
                <a:lnTo>
                  <a:pt x="1459534" y="166647"/>
                </a:lnTo>
                <a:lnTo>
                  <a:pt x="1459062" y="166977"/>
                </a:lnTo>
                <a:lnTo>
                  <a:pt x="1458569" y="167302"/>
                </a:lnTo>
                <a:lnTo>
                  <a:pt x="1458050" y="167618"/>
                </a:lnTo>
                <a:lnTo>
                  <a:pt x="1457501" y="167920"/>
                </a:lnTo>
                <a:lnTo>
                  <a:pt x="1456921" y="168208"/>
                </a:lnTo>
                <a:lnTo>
                  <a:pt x="1456312" y="168483"/>
                </a:lnTo>
                <a:lnTo>
                  <a:pt x="1455672" y="168745"/>
                </a:lnTo>
                <a:lnTo>
                  <a:pt x="1455003" y="168993"/>
                </a:lnTo>
                <a:lnTo>
                  <a:pt x="1454303" y="169228"/>
                </a:lnTo>
                <a:lnTo>
                  <a:pt x="1453573" y="169449"/>
                </a:lnTo>
                <a:lnTo>
                  <a:pt x="1452813" y="169657"/>
                </a:lnTo>
                <a:lnTo>
                  <a:pt x="1452022" y="169852"/>
                </a:lnTo>
                <a:lnTo>
                  <a:pt x="1451202" y="170033"/>
                </a:lnTo>
                <a:lnTo>
                  <a:pt x="1450351" y="170201"/>
                </a:lnTo>
                <a:lnTo>
                  <a:pt x="1449470" y="170355"/>
                </a:lnTo>
                <a:lnTo>
                  <a:pt x="1448559" y="170496"/>
                </a:lnTo>
                <a:lnTo>
                  <a:pt x="1447618" y="170624"/>
                </a:lnTo>
                <a:lnTo>
                  <a:pt x="1446647" y="170738"/>
                </a:lnTo>
                <a:lnTo>
                  <a:pt x="1445646" y="170838"/>
                </a:lnTo>
                <a:lnTo>
                  <a:pt x="1444614" y="170926"/>
                </a:lnTo>
                <a:lnTo>
                  <a:pt x="1443552" y="170999"/>
                </a:lnTo>
                <a:lnTo>
                  <a:pt x="1442460" y="171060"/>
                </a:lnTo>
                <a:lnTo>
                  <a:pt x="1441338" y="171107"/>
                </a:lnTo>
                <a:lnTo>
                  <a:pt x="1440186" y="171140"/>
                </a:lnTo>
                <a:lnTo>
                  <a:pt x="1439004" y="171160"/>
                </a:lnTo>
                <a:lnTo>
                  <a:pt x="1437791" y="171167"/>
                </a:lnTo>
                <a:lnTo>
                  <a:pt x="1436732" y="171160"/>
                </a:lnTo>
                <a:lnTo>
                  <a:pt x="1435697" y="171140"/>
                </a:lnTo>
                <a:lnTo>
                  <a:pt x="1434687" y="171105"/>
                </a:lnTo>
                <a:lnTo>
                  <a:pt x="1433702" y="171057"/>
                </a:lnTo>
                <a:lnTo>
                  <a:pt x="1432742" y="170995"/>
                </a:lnTo>
                <a:close/>
                <a:moveTo>
                  <a:pt x="1305738" y="149776"/>
                </a:moveTo>
                <a:lnTo>
                  <a:pt x="1306666" y="149699"/>
                </a:lnTo>
                <a:lnTo>
                  <a:pt x="1307584" y="149609"/>
                </a:lnTo>
                <a:lnTo>
                  <a:pt x="1308493" y="149504"/>
                </a:lnTo>
                <a:lnTo>
                  <a:pt x="1309392" y="149386"/>
                </a:lnTo>
                <a:lnTo>
                  <a:pt x="1310282" y="149253"/>
                </a:lnTo>
                <a:lnTo>
                  <a:pt x="1311162" y="149107"/>
                </a:lnTo>
                <a:lnTo>
                  <a:pt x="1312032" y="148947"/>
                </a:lnTo>
                <a:lnTo>
                  <a:pt x="1312893" y="148773"/>
                </a:lnTo>
                <a:lnTo>
                  <a:pt x="1313745" y="148585"/>
                </a:lnTo>
                <a:lnTo>
                  <a:pt x="1314586" y="148382"/>
                </a:lnTo>
                <a:lnTo>
                  <a:pt x="1315419" y="148167"/>
                </a:lnTo>
                <a:lnTo>
                  <a:pt x="1316242" y="147937"/>
                </a:lnTo>
                <a:lnTo>
                  <a:pt x="1317055" y="147693"/>
                </a:lnTo>
                <a:lnTo>
                  <a:pt x="1317859" y="147435"/>
                </a:lnTo>
                <a:lnTo>
                  <a:pt x="1318653" y="147163"/>
                </a:lnTo>
                <a:lnTo>
                  <a:pt x="1319437" y="146878"/>
                </a:lnTo>
                <a:lnTo>
                  <a:pt x="1320212" y="146578"/>
                </a:lnTo>
                <a:lnTo>
                  <a:pt x="1320978" y="146265"/>
                </a:lnTo>
                <a:lnTo>
                  <a:pt x="1321734" y="145937"/>
                </a:lnTo>
                <a:lnTo>
                  <a:pt x="1322481" y="145596"/>
                </a:lnTo>
                <a:lnTo>
                  <a:pt x="1323221" y="145242"/>
                </a:lnTo>
                <a:lnTo>
                  <a:pt x="1323953" y="144875"/>
                </a:lnTo>
                <a:lnTo>
                  <a:pt x="1324678" y="144494"/>
                </a:lnTo>
                <a:lnTo>
                  <a:pt x="1325395" y="144101"/>
                </a:lnTo>
                <a:lnTo>
                  <a:pt x="1326104" y="143694"/>
                </a:lnTo>
                <a:lnTo>
                  <a:pt x="1326805" y="143274"/>
                </a:lnTo>
                <a:lnTo>
                  <a:pt x="1327499" y="142841"/>
                </a:lnTo>
                <a:lnTo>
                  <a:pt x="1328186" y="142395"/>
                </a:lnTo>
                <a:lnTo>
                  <a:pt x="1328864" y="141935"/>
                </a:lnTo>
                <a:lnTo>
                  <a:pt x="1329535" y="141462"/>
                </a:lnTo>
                <a:lnTo>
                  <a:pt x="1330199" y="140977"/>
                </a:lnTo>
                <a:lnTo>
                  <a:pt x="1330855" y="140478"/>
                </a:lnTo>
                <a:lnTo>
                  <a:pt x="1331503" y="139965"/>
                </a:lnTo>
                <a:lnTo>
                  <a:pt x="1332143" y="139440"/>
                </a:lnTo>
                <a:lnTo>
                  <a:pt x="1332776" y="138902"/>
                </a:lnTo>
                <a:lnTo>
                  <a:pt x="1333401" y="138350"/>
                </a:lnTo>
                <a:lnTo>
                  <a:pt x="1334019" y="137785"/>
                </a:lnTo>
                <a:lnTo>
                  <a:pt x="1334629" y="137207"/>
                </a:lnTo>
                <a:lnTo>
                  <a:pt x="1335231" y="136616"/>
                </a:lnTo>
                <a:lnTo>
                  <a:pt x="1335826" y="136011"/>
                </a:lnTo>
                <a:lnTo>
                  <a:pt x="1336413" y="135394"/>
                </a:lnTo>
                <a:lnTo>
                  <a:pt x="1336993" y="134763"/>
                </a:lnTo>
                <a:lnTo>
                  <a:pt x="1337564" y="134119"/>
                </a:lnTo>
                <a:lnTo>
                  <a:pt x="1338444" y="147971"/>
                </a:lnTo>
                <a:lnTo>
                  <a:pt x="1365707" y="147971"/>
                </a:lnTo>
                <a:lnTo>
                  <a:pt x="1365707" y="75092"/>
                </a:lnTo>
                <a:lnTo>
                  <a:pt x="1365702" y="74189"/>
                </a:lnTo>
                <a:lnTo>
                  <a:pt x="1365684" y="73300"/>
                </a:lnTo>
                <a:lnTo>
                  <a:pt x="1365654" y="72422"/>
                </a:lnTo>
                <a:lnTo>
                  <a:pt x="1365613" y="71558"/>
                </a:lnTo>
                <a:lnTo>
                  <a:pt x="1365560" y="70705"/>
                </a:lnTo>
                <a:lnTo>
                  <a:pt x="1365494" y="69866"/>
                </a:lnTo>
                <a:lnTo>
                  <a:pt x="1365418" y="69039"/>
                </a:lnTo>
                <a:lnTo>
                  <a:pt x="1365329" y="68224"/>
                </a:lnTo>
                <a:lnTo>
                  <a:pt x="1365228" y="67422"/>
                </a:lnTo>
                <a:lnTo>
                  <a:pt x="1365116" y="66633"/>
                </a:lnTo>
                <a:lnTo>
                  <a:pt x="1364992" y="65856"/>
                </a:lnTo>
                <a:lnTo>
                  <a:pt x="1364855" y="65092"/>
                </a:lnTo>
                <a:lnTo>
                  <a:pt x="1364708" y="64340"/>
                </a:lnTo>
                <a:lnTo>
                  <a:pt x="1364548" y="63601"/>
                </a:lnTo>
                <a:lnTo>
                  <a:pt x="1364376" y="62875"/>
                </a:lnTo>
                <a:lnTo>
                  <a:pt x="1364193" y="62161"/>
                </a:lnTo>
                <a:lnTo>
                  <a:pt x="1363998" y="61459"/>
                </a:lnTo>
                <a:lnTo>
                  <a:pt x="1363791" y="60771"/>
                </a:lnTo>
                <a:lnTo>
                  <a:pt x="1363572" y="60094"/>
                </a:lnTo>
                <a:lnTo>
                  <a:pt x="1363341" y="59430"/>
                </a:lnTo>
                <a:lnTo>
                  <a:pt x="1363098" y="58779"/>
                </a:lnTo>
                <a:lnTo>
                  <a:pt x="1362844" y="58141"/>
                </a:lnTo>
                <a:lnTo>
                  <a:pt x="1362578" y="57515"/>
                </a:lnTo>
                <a:lnTo>
                  <a:pt x="1362300" y="56901"/>
                </a:lnTo>
                <a:lnTo>
                  <a:pt x="1362011" y="56299"/>
                </a:lnTo>
                <a:lnTo>
                  <a:pt x="1361712" y="55707"/>
                </a:lnTo>
                <a:lnTo>
                  <a:pt x="1361404" y="55127"/>
                </a:lnTo>
                <a:lnTo>
                  <a:pt x="1361086" y="54556"/>
                </a:lnTo>
                <a:lnTo>
                  <a:pt x="1360758" y="53997"/>
                </a:lnTo>
                <a:lnTo>
                  <a:pt x="1360420" y="53448"/>
                </a:lnTo>
                <a:lnTo>
                  <a:pt x="1360073" y="52909"/>
                </a:lnTo>
                <a:lnTo>
                  <a:pt x="1359716" y="52382"/>
                </a:lnTo>
                <a:lnTo>
                  <a:pt x="1359349" y="51865"/>
                </a:lnTo>
                <a:lnTo>
                  <a:pt x="1358973" y="51358"/>
                </a:lnTo>
                <a:lnTo>
                  <a:pt x="1358587" y="50862"/>
                </a:lnTo>
                <a:lnTo>
                  <a:pt x="1358191" y="50377"/>
                </a:lnTo>
                <a:lnTo>
                  <a:pt x="1357785" y="49903"/>
                </a:lnTo>
                <a:lnTo>
                  <a:pt x="1357370" y="49439"/>
                </a:lnTo>
                <a:lnTo>
                  <a:pt x="1356945" y="48986"/>
                </a:lnTo>
                <a:lnTo>
                  <a:pt x="1356510" y="48543"/>
                </a:lnTo>
                <a:lnTo>
                  <a:pt x="1356065" y="48111"/>
                </a:lnTo>
                <a:lnTo>
                  <a:pt x="1355611" y="47690"/>
                </a:lnTo>
                <a:lnTo>
                  <a:pt x="1355147" y="47279"/>
                </a:lnTo>
                <a:lnTo>
                  <a:pt x="1354673" y="46879"/>
                </a:lnTo>
                <a:lnTo>
                  <a:pt x="1354189" y="46490"/>
                </a:lnTo>
                <a:lnTo>
                  <a:pt x="1353696" y="46111"/>
                </a:lnTo>
                <a:lnTo>
                  <a:pt x="1353193" y="45743"/>
                </a:lnTo>
                <a:lnTo>
                  <a:pt x="1352680" y="45386"/>
                </a:lnTo>
                <a:lnTo>
                  <a:pt x="1352159" y="45037"/>
                </a:lnTo>
                <a:lnTo>
                  <a:pt x="1351629" y="44698"/>
                </a:lnTo>
                <a:lnTo>
                  <a:pt x="1351092" y="44367"/>
                </a:lnTo>
                <a:lnTo>
                  <a:pt x="1350547" y="44045"/>
                </a:lnTo>
                <a:lnTo>
                  <a:pt x="1349994" y="43732"/>
                </a:lnTo>
                <a:lnTo>
                  <a:pt x="1349434" y="43428"/>
                </a:lnTo>
                <a:lnTo>
                  <a:pt x="1348865" y="43132"/>
                </a:lnTo>
                <a:lnTo>
                  <a:pt x="1348289" y="42844"/>
                </a:lnTo>
                <a:lnTo>
                  <a:pt x="1347705" y="42566"/>
                </a:lnTo>
                <a:lnTo>
                  <a:pt x="1347113" y="42296"/>
                </a:lnTo>
                <a:lnTo>
                  <a:pt x="1346513" y="42035"/>
                </a:lnTo>
                <a:lnTo>
                  <a:pt x="1345906" y="41783"/>
                </a:lnTo>
                <a:lnTo>
                  <a:pt x="1345290" y="41539"/>
                </a:lnTo>
                <a:lnTo>
                  <a:pt x="1344667" y="41304"/>
                </a:lnTo>
                <a:lnTo>
                  <a:pt x="1344036" y="41078"/>
                </a:lnTo>
                <a:lnTo>
                  <a:pt x="1343397" y="40860"/>
                </a:lnTo>
                <a:lnTo>
                  <a:pt x="1342750" y="40651"/>
                </a:lnTo>
                <a:lnTo>
                  <a:pt x="1342096" y="40451"/>
                </a:lnTo>
                <a:lnTo>
                  <a:pt x="1341433" y="40259"/>
                </a:lnTo>
                <a:lnTo>
                  <a:pt x="1340763" y="40076"/>
                </a:lnTo>
                <a:lnTo>
                  <a:pt x="1340085" y="39902"/>
                </a:lnTo>
                <a:lnTo>
                  <a:pt x="1339399" y="39737"/>
                </a:lnTo>
                <a:lnTo>
                  <a:pt x="1338706" y="39580"/>
                </a:lnTo>
                <a:lnTo>
                  <a:pt x="1338004" y="39432"/>
                </a:lnTo>
                <a:lnTo>
                  <a:pt x="1337296" y="39291"/>
                </a:lnTo>
                <a:lnTo>
                  <a:pt x="1336581" y="39156"/>
                </a:lnTo>
                <a:lnTo>
                  <a:pt x="1335860" y="39028"/>
                </a:lnTo>
                <a:lnTo>
                  <a:pt x="1335134" y="38905"/>
                </a:lnTo>
                <a:lnTo>
                  <a:pt x="1334401" y="38788"/>
                </a:lnTo>
                <a:lnTo>
                  <a:pt x="1333662" y="38677"/>
                </a:lnTo>
                <a:lnTo>
                  <a:pt x="1332917" y="38573"/>
                </a:lnTo>
                <a:lnTo>
                  <a:pt x="1332165" y="38474"/>
                </a:lnTo>
                <a:lnTo>
                  <a:pt x="1331408" y="38381"/>
                </a:lnTo>
                <a:lnTo>
                  <a:pt x="1330645" y="38294"/>
                </a:lnTo>
                <a:lnTo>
                  <a:pt x="1329875" y="38213"/>
                </a:lnTo>
                <a:lnTo>
                  <a:pt x="1329099" y="38138"/>
                </a:lnTo>
                <a:lnTo>
                  <a:pt x="1328318" y="38070"/>
                </a:lnTo>
                <a:lnTo>
                  <a:pt x="1327530" y="38007"/>
                </a:lnTo>
                <a:lnTo>
                  <a:pt x="1326736" y="37950"/>
                </a:lnTo>
                <a:lnTo>
                  <a:pt x="1325936" y="37899"/>
                </a:lnTo>
                <a:lnTo>
                  <a:pt x="1325130" y="37854"/>
                </a:lnTo>
                <a:lnTo>
                  <a:pt x="1324317" y="37815"/>
                </a:lnTo>
                <a:lnTo>
                  <a:pt x="1323499" y="37782"/>
                </a:lnTo>
                <a:lnTo>
                  <a:pt x="1322674" y="37755"/>
                </a:lnTo>
                <a:lnTo>
                  <a:pt x="1321844" y="37734"/>
                </a:lnTo>
                <a:lnTo>
                  <a:pt x="1321007" y="37719"/>
                </a:lnTo>
                <a:lnTo>
                  <a:pt x="1320164" y="37710"/>
                </a:lnTo>
                <a:lnTo>
                  <a:pt x="1319315" y="37707"/>
                </a:lnTo>
                <a:lnTo>
                  <a:pt x="1318158" y="37714"/>
                </a:lnTo>
                <a:lnTo>
                  <a:pt x="1317012" y="37732"/>
                </a:lnTo>
                <a:lnTo>
                  <a:pt x="1315877" y="37763"/>
                </a:lnTo>
                <a:lnTo>
                  <a:pt x="1314755" y="37806"/>
                </a:lnTo>
                <a:lnTo>
                  <a:pt x="1313644" y="37862"/>
                </a:lnTo>
                <a:lnTo>
                  <a:pt x="1312544" y="37930"/>
                </a:lnTo>
                <a:lnTo>
                  <a:pt x="1311456" y="38010"/>
                </a:lnTo>
                <a:lnTo>
                  <a:pt x="1310380" y="38103"/>
                </a:lnTo>
                <a:lnTo>
                  <a:pt x="1309316" y="38208"/>
                </a:lnTo>
                <a:lnTo>
                  <a:pt x="1308263" y="38326"/>
                </a:lnTo>
                <a:lnTo>
                  <a:pt x="1307222" y="38456"/>
                </a:lnTo>
                <a:lnTo>
                  <a:pt x="1306192" y="38598"/>
                </a:lnTo>
                <a:lnTo>
                  <a:pt x="1305174" y="38753"/>
                </a:lnTo>
                <a:lnTo>
                  <a:pt x="1304168" y="38920"/>
                </a:lnTo>
                <a:lnTo>
                  <a:pt x="1303173" y="39099"/>
                </a:lnTo>
                <a:lnTo>
                  <a:pt x="1302190" y="39291"/>
                </a:lnTo>
                <a:lnTo>
                  <a:pt x="1301219" y="39495"/>
                </a:lnTo>
                <a:lnTo>
                  <a:pt x="1300259" y="39711"/>
                </a:lnTo>
                <a:lnTo>
                  <a:pt x="1299311" y="39940"/>
                </a:lnTo>
                <a:lnTo>
                  <a:pt x="1298374" y="40181"/>
                </a:lnTo>
                <a:lnTo>
                  <a:pt x="1297450" y="40435"/>
                </a:lnTo>
                <a:lnTo>
                  <a:pt x="1296537" y="40701"/>
                </a:lnTo>
                <a:lnTo>
                  <a:pt x="1295635" y="40979"/>
                </a:lnTo>
                <a:lnTo>
                  <a:pt x="1294745" y="41270"/>
                </a:lnTo>
                <a:lnTo>
                  <a:pt x="1293869" y="41575"/>
                </a:lnTo>
                <a:lnTo>
                  <a:pt x="1293009" y="41895"/>
                </a:lnTo>
                <a:lnTo>
                  <a:pt x="1292165" y="42232"/>
                </a:lnTo>
                <a:lnTo>
                  <a:pt x="1291337" y="42584"/>
                </a:lnTo>
                <a:lnTo>
                  <a:pt x="1290525" y="42953"/>
                </a:lnTo>
                <a:lnTo>
                  <a:pt x="1289729" y="43337"/>
                </a:lnTo>
                <a:lnTo>
                  <a:pt x="1288950" y="43737"/>
                </a:lnTo>
                <a:lnTo>
                  <a:pt x="1288186" y="44153"/>
                </a:lnTo>
                <a:lnTo>
                  <a:pt x="1287438" y="44584"/>
                </a:lnTo>
                <a:lnTo>
                  <a:pt x="1286706" y="45032"/>
                </a:lnTo>
                <a:lnTo>
                  <a:pt x="1285990" y="45495"/>
                </a:lnTo>
                <a:lnTo>
                  <a:pt x="1285291" y="45975"/>
                </a:lnTo>
                <a:lnTo>
                  <a:pt x="1284607" y="46470"/>
                </a:lnTo>
                <a:lnTo>
                  <a:pt x="1283940" y="46981"/>
                </a:lnTo>
                <a:lnTo>
                  <a:pt x="1283288" y="47508"/>
                </a:lnTo>
                <a:lnTo>
                  <a:pt x="1282652" y="48051"/>
                </a:lnTo>
                <a:lnTo>
                  <a:pt x="1282033" y="48609"/>
                </a:lnTo>
                <a:lnTo>
                  <a:pt x="1281429" y="49184"/>
                </a:lnTo>
                <a:lnTo>
                  <a:pt x="1280842" y="49774"/>
                </a:lnTo>
                <a:lnTo>
                  <a:pt x="1280270" y="50380"/>
                </a:lnTo>
                <a:lnTo>
                  <a:pt x="1279715" y="51003"/>
                </a:lnTo>
                <a:lnTo>
                  <a:pt x="1279176" y="51641"/>
                </a:lnTo>
                <a:lnTo>
                  <a:pt x="1278652" y="52294"/>
                </a:lnTo>
                <a:lnTo>
                  <a:pt x="1278145" y="52964"/>
                </a:lnTo>
                <a:lnTo>
                  <a:pt x="1277656" y="53652"/>
                </a:lnTo>
                <a:lnTo>
                  <a:pt x="1277188" y="54359"/>
                </a:lnTo>
                <a:lnTo>
                  <a:pt x="1276741" y="55087"/>
                </a:lnTo>
                <a:lnTo>
                  <a:pt x="1276314" y="55834"/>
                </a:lnTo>
                <a:lnTo>
                  <a:pt x="1275909" y="56602"/>
                </a:lnTo>
                <a:lnTo>
                  <a:pt x="1275524" y="57390"/>
                </a:lnTo>
                <a:lnTo>
                  <a:pt x="1275160" y="58198"/>
                </a:lnTo>
                <a:lnTo>
                  <a:pt x="1274817" y="59026"/>
                </a:lnTo>
                <a:lnTo>
                  <a:pt x="1274494" y="59874"/>
                </a:lnTo>
                <a:lnTo>
                  <a:pt x="1274192" y="60743"/>
                </a:lnTo>
                <a:lnTo>
                  <a:pt x="1273912" y="61631"/>
                </a:lnTo>
                <a:lnTo>
                  <a:pt x="1273652" y="62540"/>
                </a:lnTo>
                <a:lnTo>
                  <a:pt x="1273412" y="63468"/>
                </a:lnTo>
                <a:lnTo>
                  <a:pt x="1273194" y="64417"/>
                </a:lnTo>
                <a:lnTo>
                  <a:pt x="1272996" y="65386"/>
                </a:lnTo>
                <a:lnTo>
                  <a:pt x="1272819" y="66375"/>
                </a:lnTo>
                <a:lnTo>
                  <a:pt x="1272663" y="67384"/>
                </a:lnTo>
                <a:lnTo>
                  <a:pt x="1272528" y="68413"/>
                </a:lnTo>
                <a:lnTo>
                  <a:pt x="1272414" y="69462"/>
                </a:lnTo>
                <a:lnTo>
                  <a:pt x="1272320" y="70531"/>
                </a:lnTo>
                <a:lnTo>
                  <a:pt x="1272247" y="71621"/>
                </a:lnTo>
                <a:lnTo>
                  <a:pt x="1272195" y="72730"/>
                </a:lnTo>
                <a:lnTo>
                  <a:pt x="1272164" y="73860"/>
                </a:lnTo>
                <a:lnTo>
                  <a:pt x="1272154" y="75009"/>
                </a:lnTo>
                <a:lnTo>
                  <a:pt x="1299417" y="75009"/>
                </a:lnTo>
                <a:lnTo>
                  <a:pt x="1299427" y="74228"/>
                </a:lnTo>
                <a:lnTo>
                  <a:pt x="1299456" y="73465"/>
                </a:lnTo>
                <a:lnTo>
                  <a:pt x="1299505" y="72720"/>
                </a:lnTo>
                <a:lnTo>
                  <a:pt x="1299573" y="71993"/>
                </a:lnTo>
                <a:lnTo>
                  <a:pt x="1299661" y="71285"/>
                </a:lnTo>
                <a:lnTo>
                  <a:pt x="1299768" y="70595"/>
                </a:lnTo>
                <a:lnTo>
                  <a:pt x="1299894" y="69923"/>
                </a:lnTo>
                <a:lnTo>
                  <a:pt x="1300040" y="69269"/>
                </a:lnTo>
                <a:lnTo>
                  <a:pt x="1300206" y="68634"/>
                </a:lnTo>
                <a:lnTo>
                  <a:pt x="1300391" y="68017"/>
                </a:lnTo>
                <a:lnTo>
                  <a:pt x="1300595" y="67418"/>
                </a:lnTo>
                <a:lnTo>
                  <a:pt x="1300819" y="66837"/>
                </a:lnTo>
                <a:lnTo>
                  <a:pt x="1301062" y="66275"/>
                </a:lnTo>
                <a:lnTo>
                  <a:pt x="1301325" y="65731"/>
                </a:lnTo>
                <a:lnTo>
                  <a:pt x="1301607" y="65205"/>
                </a:lnTo>
                <a:lnTo>
                  <a:pt x="1301909" y="64697"/>
                </a:lnTo>
                <a:lnTo>
                  <a:pt x="1302230" y="64207"/>
                </a:lnTo>
                <a:lnTo>
                  <a:pt x="1302571" y="63736"/>
                </a:lnTo>
                <a:lnTo>
                  <a:pt x="1302931" y="63283"/>
                </a:lnTo>
                <a:lnTo>
                  <a:pt x="1303311" y="62848"/>
                </a:lnTo>
                <a:lnTo>
                  <a:pt x="1303710" y="62432"/>
                </a:lnTo>
                <a:lnTo>
                  <a:pt x="1304128" y="62034"/>
                </a:lnTo>
                <a:lnTo>
                  <a:pt x="1304566" y="61653"/>
                </a:lnTo>
                <a:lnTo>
                  <a:pt x="1305024" y="61292"/>
                </a:lnTo>
                <a:lnTo>
                  <a:pt x="1305497" y="60946"/>
                </a:lnTo>
                <a:lnTo>
                  <a:pt x="1305980" y="60615"/>
                </a:lnTo>
                <a:lnTo>
                  <a:pt x="1306474" y="60299"/>
                </a:lnTo>
                <a:lnTo>
                  <a:pt x="1306978" y="59997"/>
                </a:lnTo>
                <a:lnTo>
                  <a:pt x="1307494" y="59711"/>
                </a:lnTo>
                <a:lnTo>
                  <a:pt x="1308020" y="59438"/>
                </a:lnTo>
                <a:lnTo>
                  <a:pt x="1308556" y="59181"/>
                </a:lnTo>
                <a:lnTo>
                  <a:pt x="1309104" y="58938"/>
                </a:lnTo>
                <a:lnTo>
                  <a:pt x="1309662" y="58710"/>
                </a:lnTo>
                <a:lnTo>
                  <a:pt x="1310231" y="58497"/>
                </a:lnTo>
                <a:lnTo>
                  <a:pt x="1310810" y="58299"/>
                </a:lnTo>
                <a:lnTo>
                  <a:pt x="1311400" y="58115"/>
                </a:lnTo>
                <a:lnTo>
                  <a:pt x="1312001" y="57946"/>
                </a:lnTo>
                <a:lnTo>
                  <a:pt x="1312612" y="57791"/>
                </a:lnTo>
                <a:lnTo>
                  <a:pt x="1313235" y="57651"/>
                </a:lnTo>
                <a:lnTo>
                  <a:pt x="1313868" y="57526"/>
                </a:lnTo>
                <a:lnTo>
                  <a:pt x="1314511" y="57416"/>
                </a:lnTo>
                <a:lnTo>
                  <a:pt x="1315165" y="57320"/>
                </a:lnTo>
                <a:lnTo>
                  <a:pt x="1315830" y="57240"/>
                </a:lnTo>
                <a:lnTo>
                  <a:pt x="1316506" y="57173"/>
                </a:lnTo>
                <a:lnTo>
                  <a:pt x="1317192" y="57122"/>
                </a:lnTo>
                <a:lnTo>
                  <a:pt x="1317889" y="57085"/>
                </a:lnTo>
                <a:lnTo>
                  <a:pt x="1318597" y="57063"/>
                </a:lnTo>
                <a:lnTo>
                  <a:pt x="1319315" y="57056"/>
                </a:lnTo>
                <a:lnTo>
                  <a:pt x="1319970" y="57063"/>
                </a:lnTo>
                <a:lnTo>
                  <a:pt x="1320614" y="57083"/>
                </a:lnTo>
                <a:lnTo>
                  <a:pt x="1321249" y="57118"/>
                </a:lnTo>
                <a:lnTo>
                  <a:pt x="1321873" y="57166"/>
                </a:lnTo>
                <a:lnTo>
                  <a:pt x="1322487" y="57228"/>
                </a:lnTo>
                <a:lnTo>
                  <a:pt x="1323091" y="57304"/>
                </a:lnTo>
                <a:lnTo>
                  <a:pt x="1323685" y="57394"/>
                </a:lnTo>
                <a:lnTo>
                  <a:pt x="1324268" y="57497"/>
                </a:lnTo>
                <a:lnTo>
                  <a:pt x="1324842" y="57614"/>
                </a:lnTo>
                <a:lnTo>
                  <a:pt x="1325406" y="57745"/>
                </a:lnTo>
                <a:lnTo>
                  <a:pt x="1325959" y="57890"/>
                </a:lnTo>
                <a:lnTo>
                  <a:pt x="1326502" y="58049"/>
                </a:lnTo>
                <a:lnTo>
                  <a:pt x="1327035" y="58221"/>
                </a:lnTo>
                <a:lnTo>
                  <a:pt x="1327558" y="58407"/>
                </a:lnTo>
                <a:lnTo>
                  <a:pt x="1328071" y="58607"/>
                </a:lnTo>
                <a:lnTo>
                  <a:pt x="1328574" y="58821"/>
                </a:lnTo>
                <a:lnTo>
                  <a:pt x="1329067" y="59048"/>
                </a:lnTo>
                <a:lnTo>
                  <a:pt x="1329550" y="59290"/>
                </a:lnTo>
                <a:lnTo>
                  <a:pt x="1330022" y="59545"/>
                </a:lnTo>
                <a:lnTo>
                  <a:pt x="1330484" y="59814"/>
                </a:lnTo>
                <a:lnTo>
                  <a:pt x="1330937" y="60096"/>
                </a:lnTo>
                <a:lnTo>
                  <a:pt x="1331379" y="60393"/>
                </a:lnTo>
                <a:lnTo>
                  <a:pt x="1331811" y="60703"/>
                </a:lnTo>
                <a:lnTo>
                  <a:pt x="1332233" y="61027"/>
                </a:lnTo>
                <a:lnTo>
                  <a:pt x="1332641" y="61370"/>
                </a:lnTo>
                <a:lnTo>
                  <a:pt x="1333032" y="61736"/>
                </a:lnTo>
                <a:lnTo>
                  <a:pt x="1333405" y="62126"/>
                </a:lnTo>
                <a:lnTo>
                  <a:pt x="1333761" y="62540"/>
                </a:lnTo>
                <a:lnTo>
                  <a:pt x="1334100" y="62977"/>
                </a:lnTo>
                <a:lnTo>
                  <a:pt x="1334421" y="63438"/>
                </a:lnTo>
                <a:lnTo>
                  <a:pt x="1334725" y="63923"/>
                </a:lnTo>
                <a:lnTo>
                  <a:pt x="1335011" y="64431"/>
                </a:lnTo>
                <a:lnTo>
                  <a:pt x="1335281" y="64963"/>
                </a:lnTo>
                <a:lnTo>
                  <a:pt x="1335533" y="65519"/>
                </a:lnTo>
                <a:lnTo>
                  <a:pt x="1335767" y="66098"/>
                </a:lnTo>
                <a:lnTo>
                  <a:pt x="1335984" y="66701"/>
                </a:lnTo>
                <a:lnTo>
                  <a:pt x="1336184" y="67327"/>
                </a:lnTo>
                <a:lnTo>
                  <a:pt x="1336366" y="67977"/>
                </a:lnTo>
                <a:lnTo>
                  <a:pt x="1336531" y="68651"/>
                </a:lnTo>
                <a:lnTo>
                  <a:pt x="1336679" y="69348"/>
                </a:lnTo>
                <a:lnTo>
                  <a:pt x="1336809" y="70070"/>
                </a:lnTo>
                <a:lnTo>
                  <a:pt x="1336922" y="70814"/>
                </a:lnTo>
                <a:lnTo>
                  <a:pt x="1337017" y="71583"/>
                </a:lnTo>
                <a:lnTo>
                  <a:pt x="1337096" y="72375"/>
                </a:lnTo>
                <a:lnTo>
                  <a:pt x="1337156" y="73190"/>
                </a:lnTo>
                <a:lnTo>
                  <a:pt x="1337200" y="74029"/>
                </a:lnTo>
                <a:lnTo>
                  <a:pt x="1337226" y="74892"/>
                </a:lnTo>
                <a:lnTo>
                  <a:pt x="1337235" y="75779"/>
                </a:lnTo>
                <a:lnTo>
                  <a:pt x="1337235" y="81677"/>
                </a:lnTo>
                <a:lnTo>
                  <a:pt x="1335476" y="81718"/>
                </a:lnTo>
                <a:lnTo>
                  <a:pt x="1333735" y="81767"/>
                </a:lnTo>
                <a:lnTo>
                  <a:pt x="1332012" y="81824"/>
                </a:lnTo>
                <a:lnTo>
                  <a:pt x="1330307" y="81888"/>
                </a:lnTo>
                <a:lnTo>
                  <a:pt x="1328621" y="81961"/>
                </a:lnTo>
                <a:lnTo>
                  <a:pt x="1326952" y="82041"/>
                </a:lnTo>
                <a:lnTo>
                  <a:pt x="1325302" y="82130"/>
                </a:lnTo>
                <a:lnTo>
                  <a:pt x="1323670" y="82226"/>
                </a:lnTo>
                <a:lnTo>
                  <a:pt x="1322056" y="82330"/>
                </a:lnTo>
                <a:lnTo>
                  <a:pt x="1320460" y="82442"/>
                </a:lnTo>
                <a:lnTo>
                  <a:pt x="1318882" y="82562"/>
                </a:lnTo>
                <a:lnTo>
                  <a:pt x="1317323" y="82690"/>
                </a:lnTo>
                <a:lnTo>
                  <a:pt x="1315781" y="82826"/>
                </a:lnTo>
                <a:lnTo>
                  <a:pt x="1314258" y="82970"/>
                </a:lnTo>
                <a:lnTo>
                  <a:pt x="1312753" y="83121"/>
                </a:lnTo>
                <a:lnTo>
                  <a:pt x="1311266" y="83281"/>
                </a:lnTo>
                <a:lnTo>
                  <a:pt x="1309797" y="83448"/>
                </a:lnTo>
                <a:lnTo>
                  <a:pt x="1308346" y="83623"/>
                </a:lnTo>
                <a:lnTo>
                  <a:pt x="1306913" y="83807"/>
                </a:lnTo>
                <a:lnTo>
                  <a:pt x="1305499" y="83998"/>
                </a:lnTo>
                <a:lnTo>
                  <a:pt x="1304102" y="84197"/>
                </a:lnTo>
                <a:lnTo>
                  <a:pt x="1302724" y="84404"/>
                </a:lnTo>
                <a:lnTo>
                  <a:pt x="1301364" y="84619"/>
                </a:lnTo>
                <a:lnTo>
                  <a:pt x="1300022" y="84842"/>
                </a:lnTo>
                <a:lnTo>
                  <a:pt x="1298701" y="85077"/>
                </a:lnTo>
                <a:lnTo>
                  <a:pt x="1297405" y="85329"/>
                </a:lnTo>
                <a:lnTo>
                  <a:pt x="1296134" y="85598"/>
                </a:lnTo>
                <a:lnTo>
                  <a:pt x="1294887" y="85884"/>
                </a:lnTo>
                <a:lnTo>
                  <a:pt x="1293665" y="86187"/>
                </a:lnTo>
                <a:lnTo>
                  <a:pt x="1292467" y="86507"/>
                </a:lnTo>
                <a:lnTo>
                  <a:pt x="1291295" y="86844"/>
                </a:lnTo>
                <a:lnTo>
                  <a:pt x="1290146" y="87198"/>
                </a:lnTo>
                <a:lnTo>
                  <a:pt x="1289023" y="87569"/>
                </a:lnTo>
                <a:lnTo>
                  <a:pt x="1287923" y="87957"/>
                </a:lnTo>
                <a:lnTo>
                  <a:pt x="1286849" y="88362"/>
                </a:lnTo>
                <a:lnTo>
                  <a:pt x="1285799" y="88784"/>
                </a:lnTo>
                <a:lnTo>
                  <a:pt x="1284774" y="89222"/>
                </a:lnTo>
                <a:lnTo>
                  <a:pt x="1283773" y="89678"/>
                </a:lnTo>
                <a:lnTo>
                  <a:pt x="1282798" y="90151"/>
                </a:lnTo>
                <a:lnTo>
                  <a:pt x="1281846" y="90641"/>
                </a:lnTo>
                <a:lnTo>
                  <a:pt x="1280919" y="91147"/>
                </a:lnTo>
                <a:lnTo>
                  <a:pt x="1280017" y="91671"/>
                </a:lnTo>
                <a:lnTo>
                  <a:pt x="1279140" y="92211"/>
                </a:lnTo>
                <a:lnTo>
                  <a:pt x="1278287" y="92769"/>
                </a:lnTo>
                <a:lnTo>
                  <a:pt x="1277459" y="93343"/>
                </a:lnTo>
                <a:lnTo>
                  <a:pt x="1276655" y="93935"/>
                </a:lnTo>
                <a:lnTo>
                  <a:pt x="1275876" y="94543"/>
                </a:lnTo>
                <a:lnTo>
                  <a:pt x="1275122" y="95168"/>
                </a:lnTo>
                <a:lnTo>
                  <a:pt x="1274395" y="95815"/>
                </a:lnTo>
                <a:lnTo>
                  <a:pt x="1273700" y="96487"/>
                </a:lnTo>
                <a:lnTo>
                  <a:pt x="1273035" y="97184"/>
                </a:lnTo>
                <a:lnTo>
                  <a:pt x="1272401" y="97908"/>
                </a:lnTo>
                <a:lnTo>
                  <a:pt x="1271798" y="98657"/>
                </a:lnTo>
                <a:lnTo>
                  <a:pt x="1271226" y="99431"/>
                </a:lnTo>
                <a:lnTo>
                  <a:pt x="1270685" y="100231"/>
                </a:lnTo>
                <a:lnTo>
                  <a:pt x="1270175" y="101057"/>
                </a:lnTo>
                <a:lnTo>
                  <a:pt x="1269696" y="101909"/>
                </a:lnTo>
                <a:lnTo>
                  <a:pt x="1269247" y="102786"/>
                </a:lnTo>
                <a:lnTo>
                  <a:pt x="1268830" y="103688"/>
                </a:lnTo>
                <a:lnTo>
                  <a:pt x="1268443" y="104617"/>
                </a:lnTo>
                <a:lnTo>
                  <a:pt x="1268088" y="105571"/>
                </a:lnTo>
                <a:lnTo>
                  <a:pt x="1267763" y="106550"/>
                </a:lnTo>
                <a:lnTo>
                  <a:pt x="1267469" y="107556"/>
                </a:lnTo>
                <a:lnTo>
                  <a:pt x="1267207" y="108586"/>
                </a:lnTo>
                <a:lnTo>
                  <a:pt x="1266975" y="109643"/>
                </a:lnTo>
                <a:lnTo>
                  <a:pt x="1266774" y="110725"/>
                </a:lnTo>
                <a:lnTo>
                  <a:pt x="1266604" y="111833"/>
                </a:lnTo>
                <a:lnTo>
                  <a:pt x="1266465" y="112966"/>
                </a:lnTo>
                <a:lnTo>
                  <a:pt x="1266356" y="114125"/>
                </a:lnTo>
                <a:lnTo>
                  <a:pt x="1266279" y="115310"/>
                </a:lnTo>
                <a:lnTo>
                  <a:pt x="1266233" y="116520"/>
                </a:lnTo>
                <a:lnTo>
                  <a:pt x="1266217" y="117756"/>
                </a:lnTo>
                <a:lnTo>
                  <a:pt x="1266226" y="118647"/>
                </a:lnTo>
                <a:lnTo>
                  <a:pt x="1266251" y="119526"/>
                </a:lnTo>
                <a:lnTo>
                  <a:pt x="1266294" y="120392"/>
                </a:lnTo>
                <a:lnTo>
                  <a:pt x="1266353" y="121245"/>
                </a:lnTo>
                <a:lnTo>
                  <a:pt x="1266430" y="122086"/>
                </a:lnTo>
                <a:lnTo>
                  <a:pt x="1266523" y="122915"/>
                </a:lnTo>
                <a:lnTo>
                  <a:pt x="1266633" y="123730"/>
                </a:lnTo>
                <a:lnTo>
                  <a:pt x="1266761" y="124534"/>
                </a:lnTo>
                <a:lnTo>
                  <a:pt x="1266905" y="125325"/>
                </a:lnTo>
                <a:lnTo>
                  <a:pt x="1267067" y="126103"/>
                </a:lnTo>
                <a:lnTo>
                  <a:pt x="1267245" y="126869"/>
                </a:lnTo>
                <a:lnTo>
                  <a:pt x="1267440" y="127622"/>
                </a:lnTo>
                <a:lnTo>
                  <a:pt x="1267653" y="128363"/>
                </a:lnTo>
                <a:lnTo>
                  <a:pt x="1267882" y="129091"/>
                </a:lnTo>
                <a:lnTo>
                  <a:pt x="1268128" y="129807"/>
                </a:lnTo>
                <a:lnTo>
                  <a:pt x="1268392" y="130510"/>
                </a:lnTo>
                <a:lnTo>
                  <a:pt x="1268672" y="131201"/>
                </a:lnTo>
                <a:lnTo>
                  <a:pt x="1268969" y="131879"/>
                </a:lnTo>
                <a:lnTo>
                  <a:pt x="1269283" y="132545"/>
                </a:lnTo>
                <a:lnTo>
                  <a:pt x="1269615" y="133198"/>
                </a:lnTo>
                <a:lnTo>
                  <a:pt x="1269963" y="133839"/>
                </a:lnTo>
                <a:lnTo>
                  <a:pt x="1270328" y="134467"/>
                </a:lnTo>
                <a:lnTo>
                  <a:pt x="1270710" y="135083"/>
                </a:lnTo>
                <a:lnTo>
                  <a:pt x="1271109" y="135686"/>
                </a:lnTo>
                <a:lnTo>
                  <a:pt x="1271522" y="136276"/>
                </a:lnTo>
                <a:lnTo>
                  <a:pt x="1271946" y="136854"/>
                </a:lnTo>
                <a:lnTo>
                  <a:pt x="1272380" y="137419"/>
                </a:lnTo>
                <a:lnTo>
                  <a:pt x="1272824" y="137972"/>
                </a:lnTo>
                <a:lnTo>
                  <a:pt x="1273279" y="138513"/>
                </a:lnTo>
                <a:lnTo>
                  <a:pt x="1273744" y="139040"/>
                </a:lnTo>
                <a:lnTo>
                  <a:pt x="1274220" y="139555"/>
                </a:lnTo>
                <a:lnTo>
                  <a:pt x="1274707" y="140058"/>
                </a:lnTo>
                <a:lnTo>
                  <a:pt x="1275203" y="140548"/>
                </a:lnTo>
                <a:lnTo>
                  <a:pt x="1275711" y="141026"/>
                </a:lnTo>
                <a:lnTo>
                  <a:pt x="1276229" y="141491"/>
                </a:lnTo>
                <a:lnTo>
                  <a:pt x="1276757" y="141944"/>
                </a:lnTo>
                <a:lnTo>
                  <a:pt x="1277296" y="142384"/>
                </a:lnTo>
                <a:lnTo>
                  <a:pt x="1277845" y="142811"/>
                </a:lnTo>
                <a:lnTo>
                  <a:pt x="1278405" y="143226"/>
                </a:lnTo>
                <a:lnTo>
                  <a:pt x="1278976" y="143629"/>
                </a:lnTo>
                <a:lnTo>
                  <a:pt x="1279557" y="144019"/>
                </a:lnTo>
                <a:lnTo>
                  <a:pt x="1280148" y="144396"/>
                </a:lnTo>
                <a:lnTo>
                  <a:pt x="1280750" y="144761"/>
                </a:lnTo>
                <a:lnTo>
                  <a:pt x="1281362" y="145113"/>
                </a:lnTo>
                <a:lnTo>
                  <a:pt x="1281985" y="145453"/>
                </a:lnTo>
                <a:lnTo>
                  <a:pt x="1282618" y="145781"/>
                </a:lnTo>
                <a:lnTo>
                  <a:pt x="1283262" y="146095"/>
                </a:lnTo>
                <a:lnTo>
                  <a:pt x="1283917" y="146398"/>
                </a:lnTo>
                <a:lnTo>
                  <a:pt x="1284578" y="146688"/>
                </a:lnTo>
                <a:lnTo>
                  <a:pt x="1285244" y="146965"/>
                </a:lnTo>
                <a:lnTo>
                  <a:pt x="1285914" y="147230"/>
                </a:lnTo>
                <a:lnTo>
                  <a:pt x="1286589" y="147483"/>
                </a:lnTo>
                <a:lnTo>
                  <a:pt x="1287267" y="147724"/>
                </a:lnTo>
                <a:lnTo>
                  <a:pt x="1287950" y="147952"/>
                </a:lnTo>
                <a:lnTo>
                  <a:pt x="1288637" y="148168"/>
                </a:lnTo>
                <a:lnTo>
                  <a:pt x="1289328" y="148371"/>
                </a:lnTo>
                <a:lnTo>
                  <a:pt x="1290023" y="148562"/>
                </a:lnTo>
                <a:lnTo>
                  <a:pt x="1290723" y="148741"/>
                </a:lnTo>
                <a:lnTo>
                  <a:pt x="1291426" y="148908"/>
                </a:lnTo>
                <a:lnTo>
                  <a:pt x="1292134" y="149062"/>
                </a:lnTo>
                <a:lnTo>
                  <a:pt x="1292846" y="149204"/>
                </a:lnTo>
                <a:lnTo>
                  <a:pt x="1293563" y="149333"/>
                </a:lnTo>
                <a:lnTo>
                  <a:pt x="1294283" y="149450"/>
                </a:lnTo>
                <a:lnTo>
                  <a:pt x="1295008" y="149555"/>
                </a:lnTo>
                <a:lnTo>
                  <a:pt x="1295737" y="149648"/>
                </a:lnTo>
                <a:lnTo>
                  <a:pt x="1296470" y="149728"/>
                </a:lnTo>
                <a:lnTo>
                  <a:pt x="1297207" y="149796"/>
                </a:lnTo>
                <a:lnTo>
                  <a:pt x="1297948" y="149851"/>
                </a:lnTo>
                <a:lnTo>
                  <a:pt x="1298694" y="149894"/>
                </a:lnTo>
                <a:lnTo>
                  <a:pt x="1299444" y="149925"/>
                </a:lnTo>
                <a:lnTo>
                  <a:pt x="1300198" y="149944"/>
                </a:lnTo>
                <a:lnTo>
                  <a:pt x="1300956" y="149950"/>
                </a:lnTo>
                <a:lnTo>
                  <a:pt x="1301932" y="149943"/>
                </a:lnTo>
                <a:lnTo>
                  <a:pt x="1302898" y="149922"/>
                </a:lnTo>
                <a:lnTo>
                  <a:pt x="1303854" y="149887"/>
                </a:lnTo>
                <a:lnTo>
                  <a:pt x="1304801" y="149838"/>
                </a:lnTo>
                <a:lnTo>
                  <a:pt x="1305738" y="149776"/>
                </a:lnTo>
                <a:close/>
                <a:moveTo>
                  <a:pt x="1307834" y="129796"/>
                </a:moveTo>
                <a:lnTo>
                  <a:pt x="1307322" y="129732"/>
                </a:lnTo>
                <a:lnTo>
                  <a:pt x="1306819" y="129656"/>
                </a:lnTo>
                <a:lnTo>
                  <a:pt x="1306325" y="129568"/>
                </a:lnTo>
                <a:lnTo>
                  <a:pt x="1305839" y="129468"/>
                </a:lnTo>
                <a:lnTo>
                  <a:pt x="1305362" y="129357"/>
                </a:lnTo>
                <a:lnTo>
                  <a:pt x="1304893" y="129235"/>
                </a:lnTo>
                <a:lnTo>
                  <a:pt x="1304433" y="129100"/>
                </a:lnTo>
                <a:lnTo>
                  <a:pt x="1303982" y="128954"/>
                </a:lnTo>
                <a:lnTo>
                  <a:pt x="1303539" y="128796"/>
                </a:lnTo>
                <a:lnTo>
                  <a:pt x="1303104" y="128627"/>
                </a:lnTo>
                <a:lnTo>
                  <a:pt x="1302679" y="128446"/>
                </a:lnTo>
                <a:lnTo>
                  <a:pt x="1302262" y="128253"/>
                </a:lnTo>
                <a:lnTo>
                  <a:pt x="1301853" y="128048"/>
                </a:lnTo>
                <a:lnTo>
                  <a:pt x="1301453" y="127832"/>
                </a:lnTo>
                <a:lnTo>
                  <a:pt x="1301062" y="127604"/>
                </a:lnTo>
                <a:lnTo>
                  <a:pt x="1300679" y="127364"/>
                </a:lnTo>
                <a:lnTo>
                  <a:pt x="1300305" y="127113"/>
                </a:lnTo>
                <a:lnTo>
                  <a:pt x="1299939" y="126850"/>
                </a:lnTo>
                <a:lnTo>
                  <a:pt x="1299582" y="126575"/>
                </a:lnTo>
                <a:lnTo>
                  <a:pt x="1299237" y="126288"/>
                </a:lnTo>
                <a:lnTo>
                  <a:pt x="1298906" y="125989"/>
                </a:lnTo>
                <a:lnTo>
                  <a:pt x="1298590" y="125677"/>
                </a:lnTo>
                <a:lnTo>
                  <a:pt x="1298289" y="125353"/>
                </a:lnTo>
                <a:lnTo>
                  <a:pt x="1298002" y="125016"/>
                </a:lnTo>
                <a:lnTo>
                  <a:pt x="1297731" y="124667"/>
                </a:lnTo>
                <a:lnTo>
                  <a:pt x="1297473" y="124306"/>
                </a:lnTo>
                <a:lnTo>
                  <a:pt x="1297231" y="123931"/>
                </a:lnTo>
                <a:lnTo>
                  <a:pt x="1297003" y="123545"/>
                </a:lnTo>
                <a:lnTo>
                  <a:pt x="1296790" y="123146"/>
                </a:lnTo>
                <a:lnTo>
                  <a:pt x="1296592" y="122734"/>
                </a:lnTo>
                <a:lnTo>
                  <a:pt x="1296408" y="122310"/>
                </a:lnTo>
                <a:lnTo>
                  <a:pt x="1296239" y="121874"/>
                </a:lnTo>
                <a:lnTo>
                  <a:pt x="1296085" y="121425"/>
                </a:lnTo>
                <a:lnTo>
                  <a:pt x="1295945" y="120963"/>
                </a:lnTo>
                <a:lnTo>
                  <a:pt x="1295820" y="120489"/>
                </a:lnTo>
                <a:lnTo>
                  <a:pt x="1295710" y="120003"/>
                </a:lnTo>
                <a:lnTo>
                  <a:pt x="1295614" y="119504"/>
                </a:lnTo>
                <a:lnTo>
                  <a:pt x="1295533" y="118992"/>
                </a:lnTo>
                <a:lnTo>
                  <a:pt x="1295467" y="118469"/>
                </a:lnTo>
                <a:lnTo>
                  <a:pt x="1295416" y="117932"/>
                </a:lnTo>
                <a:lnTo>
                  <a:pt x="1295379" y="117383"/>
                </a:lnTo>
                <a:lnTo>
                  <a:pt x="1295357" y="116822"/>
                </a:lnTo>
                <a:lnTo>
                  <a:pt x="1295350" y="116248"/>
                </a:lnTo>
                <a:lnTo>
                  <a:pt x="1295366" y="115453"/>
                </a:lnTo>
                <a:lnTo>
                  <a:pt x="1295414" y="114676"/>
                </a:lnTo>
                <a:lnTo>
                  <a:pt x="1295494" y="113918"/>
                </a:lnTo>
                <a:lnTo>
                  <a:pt x="1295606" y="113179"/>
                </a:lnTo>
                <a:lnTo>
                  <a:pt x="1295751" y="112457"/>
                </a:lnTo>
                <a:lnTo>
                  <a:pt x="1295927" y="111755"/>
                </a:lnTo>
                <a:lnTo>
                  <a:pt x="1296135" y="111071"/>
                </a:lnTo>
                <a:lnTo>
                  <a:pt x="1296376" y="110405"/>
                </a:lnTo>
                <a:lnTo>
                  <a:pt x="1296648" y="109758"/>
                </a:lnTo>
                <a:lnTo>
                  <a:pt x="1296953" y="109129"/>
                </a:lnTo>
                <a:lnTo>
                  <a:pt x="1297290" y="108519"/>
                </a:lnTo>
                <a:lnTo>
                  <a:pt x="1297658" y="107928"/>
                </a:lnTo>
                <a:lnTo>
                  <a:pt x="1298059" y="107355"/>
                </a:lnTo>
                <a:lnTo>
                  <a:pt x="1298492" y="106800"/>
                </a:lnTo>
                <a:lnTo>
                  <a:pt x="1298957" y="106264"/>
                </a:lnTo>
                <a:lnTo>
                  <a:pt x="1299454" y="105747"/>
                </a:lnTo>
                <a:lnTo>
                  <a:pt x="1299983" y="105248"/>
                </a:lnTo>
                <a:lnTo>
                  <a:pt x="1300544" y="104767"/>
                </a:lnTo>
                <a:lnTo>
                  <a:pt x="1301137" y="104305"/>
                </a:lnTo>
                <a:lnTo>
                  <a:pt x="1301763" y="103862"/>
                </a:lnTo>
                <a:lnTo>
                  <a:pt x="1302420" y="103437"/>
                </a:lnTo>
                <a:lnTo>
                  <a:pt x="1303109" y="103030"/>
                </a:lnTo>
                <a:lnTo>
                  <a:pt x="1303831" y="102642"/>
                </a:lnTo>
                <a:lnTo>
                  <a:pt x="1304584" y="102273"/>
                </a:lnTo>
                <a:lnTo>
                  <a:pt x="1305378" y="101920"/>
                </a:lnTo>
                <a:lnTo>
                  <a:pt x="1306219" y="101582"/>
                </a:lnTo>
                <a:lnTo>
                  <a:pt x="1307109" y="101258"/>
                </a:lnTo>
                <a:lnTo>
                  <a:pt x="1308047" y="100949"/>
                </a:lnTo>
                <a:lnTo>
                  <a:pt x="1309033" y="100655"/>
                </a:lnTo>
                <a:lnTo>
                  <a:pt x="1310067" y="100375"/>
                </a:lnTo>
                <a:lnTo>
                  <a:pt x="1311149" y="100110"/>
                </a:lnTo>
                <a:lnTo>
                  <a:pt x="1312280" y="99859"/>
                </a:lnTo>
                <a:lnTo>
                  <a:pt x="1313458" y="99623"/>
                </a:lnTo>
                <a:lnTo>
                  <a:pt x="1314684" y="99402"/>
                </a:lnTo>
                <a:lnTo>
                  <a:pt x="1315959" y="99195"/>
                </a:lnTo>
                <a:lnTo>
                  <a:pt x="1317282" y="99003"/>
                </a:lnTo>
                <a:lnTo>
                  <a:pt x="1318652" y="98826"/>
                </a:lnTo>
                <a:lnTo>
                  <a:pt x="1320071" y="98663"/>
                </a:lnTo>
                <a:lnTo>
                  <a:pt x="1321538" y="98515"/>
                </a:lnTo>
                <a:lnTo>
                  <a:pt x="1323053" y="98381"/>
                </a:lnTo>
                <a:lnTo>
                  <a:pt x="1324616" y="98262"/>
                </a:lnTo>
                <a:lnTo>
                  <a:pt x="1326227" y="98157"/>
                </a:lnTo>
                <a:lnTo>
                  <a:pt x="1327887" y="98068"/>
                </a:lnTo>
                <a:lnTo>
                  <a:pt x="1329594" y="97992"/>
                </a:lnTo>
                <a:lnTo>
                  <a:pt x="1331350" y="97932"/>
                </a:lnTo>
                <a:lnTo>
                  <a:pt x="1333153" y="97886"/>
                </a:lnTo>
                <a:lnTo>
                  <a:pt x="1335005" y="97855"/>
                </a:lnTo>
                <a:lnTo>
                  <a:pt x="1336905" y="97838"/>
                </a:lnTo>
                <a:lnTo>
                  <a:pt x="1336905" y="115575"/>
                </a:lnTo>
                <a:lnTo>
                  <a:pt x="1336552" y="116040"/>
                </a:lnTo>
                <a:lnTo>
                  <a:pt x="1336189" y="116501"/>
                </a:lnTo>
                <a:lnTo>
                  <a:pt x="1335817" y="116958"/>
                </a:lnTo>
                <a:lnTo>
                  <a:pt x="1335434" y="117411"/>
                </a:lnTo>
                <a:lnTo>
                  <a:pt x="1335042" y="117859"/>
                </a:lnTo>
                <a:lnTo>
                  <a:pt x="1334641" y="118303"/>
                </a:lnTo>
                <a:lnTo>
                  <a:pt x="1334229" y="118743"/>
                </a:lnTo>
                <a:lnTo>
                  <a:pt x="1333808" y="119178"/>
                </a:lnTo>
                <a:lnTo>
                  <a:pt x="1333377" y="119610"/>
                </a:lnTo>
                <a:lnTo>
                  <a:pt x="1332937" y="120036"/>
                </a:lnTo>
                <a:lnTo>
                  <a:pt x="1332487" y="120459"/>
                </a:lnTo>
                <a:lnTo>
                  <a:pt x="1332026" y="120878"/>
                </a:lnTo>
                <a:lnTo>
                  <a:pt x="1331557" y="121292"/>
                </a:lnTo>
                <a:lnTo>
                  <a:pt x="1331077" y="121702"/>
                </a:lnTo>
                <a:lnTo>
                  <a:pt x="1330588" y="122107"/>
                </a:lnTo>
                <a:lnTo>
                  <a:pt x="1330089" y="122508"/>
                </a:lnTo>
                <a:lnTo>
                  <a:pt x="1329580" y="122905"/>
                </a:lnTo>
                <a:lnTo>
                  <a:pt x="1329062" y="123298"/>
                </a:lnTo>
                <a:lnTo>
                  <a:pt x="1328533" y="123687"/>
                </a:lnTo>
                <a:lnTo>
                  <a:pt x="1327996" y="124071"/>
                </a:lnTo>
                <a:lnTo>
                  <a:pt x="1327448" y="124451"/>
                </a:lnTo>
                <a:lnTo>
                  <a:pt x="1326890" y="124827"/>
                </a:lnTo>
                <a:lnTo>
                  <a:pt x="1326323" y="125198"/>
                </a:lnTo>
                <a:lnTo>
                  <a:pt x="1325746" y="125565"/>
                </a:lnTo>
                <a:lnTo>
                  <a:pt x="1325163" y="125922"/>
                </a:lnTo>
                <a:lnTo>
                  <a:pt x="1324574" y="126264"/>
                </a:lnTo>
                <a:lnTo>
                  <a:pt x="1323982" y="126591"/>
                </a:lnTo>
                <a:lnTo>
                  <a:pt x="1323384" y="126903"/>
                </a:lnTo>
                <a:lnTo>
                  <a:pt x="1322783" y="127199"/>
                </a:lnTo>
                <a:lnTo>
                  <a:pt x="1322177" y="127480"/>
                </a:lnTo>
                <a:lnTo>
                  <a:pt x="1321567" y="127746"/>
                </a:lnTo>
                <a:lnTo>
                  <a:pt x="1320952" y="127997"/>
                </a:lnTo>
                <a:lnTo>
                  <a:pt x="1320333" y="128232"/>
                </a:lnTo>
                <a:lnTo>
                  <a:pt x="1319710" y="128453"/>
                </a:lnTo>
                <a:lnTo>
                  <a:pt x="1319082" y="128658"/>
                </a:lnTo>
                <a:lnTo>
                  <a:pt x="1318450" y="128848"/>
                </a:lnTo>
                <a:lnTo>
                  <a:pt x="1317813" y="129023"/>
                </a:lnTo>
                <a:lnTo>
                  <a:pt x="1317172" y="129182"/>
                </a:lnTo>
                <a:lnTo>
                  <a:pt x="1316527" y="129326"/>
                </a:lnTo>
                <a:lnTo>
                  <a:pt x="1315877" y="129456"/>
                </a:lnTo>
                <a:lnTo>
                  <a:pt x="1315223" y="129570"/>
                </a:lnTo>
                <a:lnTo>
                  <a:pt x="1314564" y="129668"/>
                </a:lnTo>
                <a:lnTo>
                  <a:pt x="1313901" y="129752"/>
                </a:lnTo>
                <a:lnTo>
                  <a:pt x="1313234" y="129820"/>
                </a:lnTo>
                <a:lnTo>
                  <a:pt x="1312562" y="129874"/>
                </a:lnTo>
                <a:lnTo>
                  <a:pt x="1311886" y="129912"/>
                </a:lnTo>
                <a:lnTo>
                  <a:pt x="1311206" y="129934"/>
                </a:lnTo>
                <a:lnTo>
                  <a:pt x="1310521" y="129942"/>
                </a:lnTo>
                <a:lnTo>
                  <a:pt x="1309966" y="129936"/>
                </a:lnTo>
                <a:lnTo>
                  <a:pt x="1309420" y="129919"/>
                </a:lnTo>
                <a:lnTo>
                  <a:pt x="1308883" y="129889"/>
                </a:lnTo>
                <a:lnTo>
                  <a:pt x="1308354" y="129848"/>
                </a:lnTo>
                <a:lnTo>
                  <a:pt x="1307834" y="129796"/>
                </a:lnTo>
                <a:close/>
                <a:moveTo>
                  <a:pt x="1562292" y="149834"/>
                </a:moveTo>
                <a:lnTo>
                  <a:pt x="1563453" y="149769"/>
                </a:lnTo>
                <a:lnTo>
                  <a:pt x="1564601" y="149689"/>
                </a:lnTo>
                <a:lnTo>
                  <a:pt x="1565737" y="149595"/>
                </a:lnTo>
                <a:lnTo>
                  <a:pt x="1566859" y="149486"/>
                </a:lnTo>
                <a:lnTo>
                  <a:pt x="1567969" y="149362"/>
                </a:lnTo>
                <a:lnTo>
                  <a:pt x="1569066" y="149225"/>
                </a:lnTo>
                <a:lnTo>
                  <a:pt x="1570150" y="149072"/>
                </a:lnTo>
                <a:lnTo>
                  <a:pt x="1571222" y="148906"/>
                </a:lnTo>
                <a:lnTo>
                  <a:pt x="1572280" y="148724"/>
                </a:lnTo>
                <a:lnTo>
                  <a:pt x="1573326" y="148528"/>
                </a:lnTo>
                <a:lnTo>
                  <a:pt x="1574359" y="148318"/>
                </a:lnTo>
                <a:lnTo>
                  <a:pt x="1575379" y="148093"/>
                </a:lnTo>
                <a:lnTo>
                  <a:pt x="1576387" y="147854"/>
                </a:lnTo>
                <a:lnTo>
                  <a:pt x="1577381" y="147600"/>
                </a:lnTo>
                <a:lnTo>
                  <a:pt x="1578363" y="147332"/>
                </a:lnTo>
                <a:lnTo>
                  <a:pt x="1579332" y="147049"/>
                </a:lnTo>
                <a:lnTo>
                  <a:pt x="1580288" y="146752"/>
                </a:lnTo>
                <a:lnTo>
                  <a:pt x="1581232" y="146440"/>
                </a:lnTo>
                <a:lnTo>
                  <a:pt x="1582163" y="146113"/>
                </a:lnTo>
                <a:lnTo>
                  <a:pt x="1583081" y="145772"/>
                </a:lnTo>
                <a:lnTo>
                  <a:pt x="1583984" y="145417"/>
                </a:lnTo>
                <a:lnTo>
                  <a:pt x="1584872" y="145046"/>
                </a:lnTo>
                <a:lnTo>
                  <a:pt x="1585743" y="144661"/>
                </a:lnTo>
                <a:lnTo>
                  <a:pt x="1586599" y="144261"/>
                </a:lnTo>
                <a:lnTo>
                  <a:pt x="1587438" y="143846"/>
                </a:lnTo>
                <a:lnTo>
                  <a:pt x="1588261" y="143416"/>
                </a:lnTo>
                <a:lnTo>
                  <a:pt x="1589069" y="142971"/>
                </a:lnTo>
                <a:lnTo>
                  <a:pt x="1589860" y="142511"/>
                </a:lnTo>
                <a:lnTo>
                  <a:pt x="1590635" y="142036"/>
                </a:lnTo>
                <a:lnTo>
                  <a:pt x="1591394" y="141547"/>
                </a:lnTo>
                <a:lnTo>
                  <a:pt x="1592138" y="141042"/>
                </a:lnTo>
                <a:lnTo>
                  <a:pt x="1592865" y="140523"/>
                </a:lnTo>
                <a:lnTo>
                  <a:pt x="1593576" y="139989"/>
                </a:lnTo>
                <a:lnTo>
                  <a:pt x="1594271" y="139440"/>
                </a:lnTo>
                <a:lnTo>
                  <a:pt x="1594950" y="138876"/>
                </a:lnTo>
                <a:lnTo>
                  <a:pt x="1595613" y="138297"/>
                </a:lnTo>
                <a:lnTo>
                  <a:pt x="1596260" y="137703"/>
                </a:lnTo>
                <a:lnTo>
                  <a:pt x="1596891" y="137095"/>
                </a:lnTo>
                <a:lnTo>
                  <a:pt x="1597506" y="136471"/>
                </a:lnTo>
                <a:lnTo>
                  <a:pt x="1598105" y="135833"/>
                </a:lnTo>
                <a:lnTo>
                  <a:pt x="1598688" y="135179"/>
                </a:lnTo>
                <a:lnTo>
                  <a:pt x="1599255" y="134511"/>
                </a:lnTo>
                <a:lnTo>
                  <a:pt x="1599805" y="133828"/>
                </a:lnTo>
                <a:lnTo>
                  <a:pt x="1600340" y="133130"/>
                </a:lnTo>
                <a:lnTo>
                  <a:pt x="1600857" y="132417"/>
                </a:lnTo>
                <a:lnTo>
                  <a:pt x="1601354" y="131690"/>
                </a:lnTo>
                <a:lnTo>
                  <a:pt x="1601830" y="130948"/>
                </a:lnTo>
                <a:lnTo>
                  <a:pt x="1602287" y="130191"/>
                </a:lnTo>
                <a:lnTo>
                  <a:pt x="1602724" y="129419"/>
                </a:lnTo>
                <a:lnTo>
                  <a:pt x="1603140" y="128633"/>
                </a:lnTo>
                <a:lnTo>
                  <a:pt x="1603537" y="127832"/>
                </a:lnTo>
                <a:lnTo>
                  <a:pt x="1603913" y="127016"/>
                </a:lnTo>
                <a:lnTo>
                  <a:pt x="1604270" y="126186"/>
                </a:lnTo>
                <a:lnTo>
                  <a:pt x="1604606" y="125341"/>
                </a:lnTo>
                <a:lnTo>
                  <a:pt x="1604922" y="124481"/>
                </a:lnTo>
                <a:lnTo>
                  <a:pt x="1605219" y="123607"/>
                </a:lnTo>
                <a:lnTo>
                  <a:pt x="1605495" y="122718"/>
                </a:lnTo>
                <a:lnTo>
                  <a:pt x="1605751" y="121814"/>
                </a:lnTo>
                <a:lnTo>
                  <a:pt x="1605987" y="120896"/>
                </a:lnTo>
                <a:lnTo>
                  <a:pt x="1606203" y="119962"/>
                </a:lnTo>
                <a:lnTo>
                  <a:pt x="1606400" y="119014"/>
                </a:lnTo>
                <a:lnTo>
                  <a:pt x="1606576" y="118052"/>
                </a:lnTo>
                <a:lnTo>
                  <a:pt x="1606732" y="117075"/>
                </a:lnTo>
                <a:lnTo>
                  <a:pt x="1606868" y="116083"/>
                </a:lnTo>
                <a:lnTo>
                  <a:pt x="1606984" y="115076"/>
                </a:lnTo>
                <a:lnTo>
                  <a:pt x="1607079" y="114055"/>
                </a:lnTo>
                <a:lnTo>
                  <a:pt x="1607155" y="113018"/>
                </a:lnTo>
                <a:lnTo>
                  <a:pt x="1607211" y="111968"/>
                </a:lnTo>
                <a:lnTo>
                  <a:pt x="1578518" y="111968"/>
                </a:lnTo>
                <a:lnTo>
                  <a:pt x="1578499" y="112659"/>
                </a:lnTo>
                <a:lnTo>
                  <a:pt x="1578461" y="113336"/>
                </a:lnTo>
                <a:lnTo>
                  <a:pt x="1578403" y="113999"/>
                </a:lnTo>
                <a:lnTo>
                  <a:pt x="1578326" y="114647"/>
                </a:lnTo>
                <a:lnTo>
                  <a:pt x="1578229" y="115281"/>
                </a:lnTo>
                <a:lnTo>
                  <a:pt x="1578113" y="115900"/>
                </a:lnTo>
                <a:lnTo>
                  <a:pt x="1577977" y="116506"/>
                </a:lnTo>
                <a:lnTo>
                  <a:pt x="1577822" y="117096"/>
                </a:lnTo>
                <a:lnTo>
                  <a:pt x="1577647" y="117673"/>
                </a:lnTo>
                <a:lnTo>
                  <a:pt x="1577453" y="118235"/>
                </a:lnTo>
                <a:lnTo>
                  <a:pt x="1577240" y="118783"/>
                </a:lnTo>
                <a:lnTo>
                  <a:pt x="1577007" y="119316"/>
                </a:lnTo>
                <a:lnTo>
                  <a:pt x="1576754" y="119835"/>
                </a:lnTo>
                <a:lnTo>
                  <a:pt x="1576482" y="120340"/>
                </a:lnTo>
                <a:lnTo>
                  <a:pt x="1576191" y="120830"/>
                </a:lnTo>
                <a:lnTo>
                  <a:pt x="1575880" y="121306"/>
                </a:lnTo>
                <a:lnTo>
                  <a:pt x="1575550" y="121768"/>
                </a:lnTo>
                <a:lnTo>
                  <a:pt x="1575200" y="122215"/>
                </a:lnTo>
                <a:lnTo>
                  <a:pt x="1574830" y="122648"/>
                </a:lnTo>
                <a:lnTo>
                  <a:pt x="1574442" y="123066"/>
                </a:lnTo>
                <a:lnTo>
                  <a:pt x="1574033" y="123470"/>
                </a:lnTo>
                <a:lnTo>
                  <a:pt x="1573606" y="123860"/>
                </a:lnTo>
                <a:lnTo>
                  <a:pt x="1573159" y="124235"/>
                </a:lnTo>
                <a:lnTo>
                  <a:pt x="1572692" y="124596"/>
                </a:lnTo>
                <a:lnTo>
                  <a:pt x="1572209" y="124943"/>
                </a:lnTo>
                <a:lnTo>
                  <a:pt x="1571713" y="125275"/>
                </a:lnTo>
                <a:lnTo>
                  <a:pt x="1571204" y="125592"/>
                </a:lnTo>
                <a:lnTo>
                  <a:pt x="1570683" y="125894"/>
                </a:lnTo>
                <a:lnTo>
                  <a:pt x="1570148" y="126181"/>
                </a:lnTo>
                <a:lnTo>
                  <a:pt x="1569600" y="126454"/>
                </a:lnTo>
                <a:lnTo>
                  <a:pt x="1569039" y="126712"/>
                </a:lnTo>
                <a:lnTo>
                  <a:pt x="1568466" y="126955"/>
                </a:lnTo>
                <a:lnTo>
                  <a:pt x="1567879" y="127184"/>
                </a:lnTo>
                <a:lnTo>
                  <a:pt x="1567279" y="127398"/>
                </a:lnTo>
                <a:lnTo>
                  <a:pt x="1566666" y="127597"/>
                </a:lnTo>
                <a:lnTo>
                  <a:pt x="1566041" y="127781"/>
                </a:lnTo>
                <a:lnTo>
                  <a:pt x="1565402" y="127951"/>
                </a:lnTo>
                <a:lnTo>
                  <a:pt x="1564751" y="128105"/>
                </a:lnTo>
                <a:lnTo>
                  <a:pt x="1564086" y="128245"/>
                </a:lnTo>
                <a:lnTo>
                  <a:pt x="1563409" y="128371"/>
                </a:lnTo>
                <a:lnTo>
                  <a:pt x="1562718" y="128481"/>
                </a:lnTo>
                <a:lnTo>
                  <a:pt x="1562015" y="128577"/>
                </a:lnTo>
                <a:lnTo>
                  <a:pt x="1561298" y="128658"/>
                </a:lnTo>
                <a:lnTo>
                  <a:pt x="1560569" y="128725"/>
                </a:lnTo>
                <a:lnTo>
                  <a:pt x="1559826" y="128776"/>
                </a:lnTo>
                <a:lnTo>
                  <a:pt x="1559071" y="128813"/>
                </a:lnTo>
                <a:lnTo>
                  <a:pt x="1558302" y="128835"/>
                </a:lnTo>
                <a:lnTo>
                  <a:pt x="1557521" y="128843"/>
                </a:lnTo>
                <a:lnTo>
                  <a:pt x="1556767" y="128835"/>
                </a:lnTo>
                <a:lnTo>
                  <a:pt x="1556025" y="128814"/>
                </a:lnTo>
                <a:lnTo>
                  <a:pt x="1555295" y="128778"/>
                </a:lnTo>
                <a:lnTo>
                  <a:pt x="1554577" y="128729"/>
                </a:lnTo>
                <a:lnTo>
                  <a:pt x="1553872" y="128665"/>
                </a:lnTo>
                <a:lnTo>
                  <a:pt x="1553179" y="128586"/>
                </a:lnTo>
                <a:lnTo>
                  <a:pt x="1552498" y="128494"/>
                </a:lnTo>
                <a:lnTo>
                  <a:pt x="1551829" y="128387"/>
                </a:lnTo>
                <a:lnTo>
                  <a:pt x="1551172" y="128266"/>
                </a:lnTo>
                <a:lnTo>
                  <a:pt x="1550528" y="128130"/>
                </a:lnTo>
                <a:lnTo>
                  <a:pt x="1549896" y="127981"/>
                </a:lnTo>
                <a:lnTo>
                  <a:pt x="1549276" y="127817"/>
                </a:lnTo>
                <a:lnTo>
                  <a:pt x="1548668" y="127639"/>
                </a:lnTo>
                <a:lnTo>
                  <a:pt x="1548073" y="127447"/>
                </a:lnTo>
                <a:lnTo>
                  <a:pt x="1547490" y="127240"/>
                </a:lnTo>
                <a:lnTo>
                  <a:pt x="1546918" y="127020"/>
                </a:lnTo>
                <a:lnTo>
                  <a:pt x="1546360" y="126785"/>
                </a:lnTo>
                <a:lnTo>
                  <a:pt x="1545813" y="126535"/>
                </a:lnTo>
                <a:lnTo>
                  <a:pt x="1545279" y="126272"/>
                </a:lnTo>
                <a:lnTo>
                  <a:pt x="1544756" y="125994"/>
                </a:lnTo>
                <a:lnTo>
                  <a:pt x="1544246" y="125702"/>
                </a:lnTo>
                <a:lnTo>
                  <a:pt x="1543749" y="125396"/>
                </a:lnTo>
                <a:lnTo>
                  <a:pt x="1543263" y="125075"/>
                </a:lnTo>
                <a:lnTo>
                  <a:pt x="1542790" y="124741"/>
                </a:lnTo>
                <a:lnTo>
                  <a:pt x="1542328" y="124394"/>
                </a:lnTo>
                <a:lnTo>
                  <a:pt x="1541876" y="124038"/>
                </a:lnTo>
                <a:lnTo>
                  <a:pt x="1541435" y="123673"/>
                </a:lnTo>
                <a:lnTo>
                  <a:pt x="1541005" y="123299"/>
                </a:lnTo>
                <a:lnTo>
                  <a:pt x="1540585" y="122915"/>
                </a:lnTo>
                <a:lnTo>
                  <a:pt x="1540175" y="122523"/>
                </a:lnTo>
                <a:lnTo>
                  <a:pt x="1539776" y="122121"/>
                </a:lnTo>
                <a:lnTo>
                  <a:pt x="1539388" y="121710"/>
                </a:lnTo>
                <a:lnTo>
                  <a:pt x="1539010" y="121290"/>
                </a:lnTo>
                <a:lnTo>
                  <a:pt x="1538643" y="120861"/>
                </a:lnTo>
                <a:lnTo>
                  <a:pt x="1538286" y="120422"/>
                </a:lnTo>
                <a:lnTo>
                  <a:pt x="1537939" y="119975"/>
                </a:lnTo>
                <a:lnTo>
                  <a:pt x="1537603" y="119518"/>
                </a:lnTo>
                <a:lnTo>
                  <a:pt x="1537277" y="119052"/>
                </a:lnTo>
                <a:lnTo>
                  <a:pt x="1536962" y="118577"/>
                </a:lnTo>
                <a:lnTo>
                  <a:pt x="1536658" y="118093"/>
                </a:lnTo>
                <a:lnTo>
                  <a:pt x="1536364" y="117599"/>
                </a:lnTo>
                <a:lnTo>
                  <a:pt x="1536080" y="117097"/>
                </a:lnTo>
                <a:lnTo>
                  <a:pt x="1535807" y="116585"/>
                </a:lnTo>
                <a:lnTo>
                  <a:pt x="1535545" y="116064"/>
                </a:lnTo>
                <a:lnTo>
                  <a:pt x="1535293" y="115534"/>
                </a:lnTo>
                <a:lnTo>
                  <a:pt x="1535051" y="114994"/>
                </a:lnTo>
                <a:lnTo>
                  <a:pt x="1534820" y="114446"/>
                </a:lnTo>
                <a:lnTo>
                  <a:pt x="1534600" y="113888"/>
                </a:lnTo>
                <a:lnTo>
                  <a:pt x="1534389" y="113324"/>
                </a:lnTo>
                <a:lnTo>
                  <a:pt x="1534186" y="112757"/>
                </a:lnTo>
                <a:lnTo>
                  <a:pt x="1533991" y="112185"/>
                </a:lnTo>
                <a:lnTo>
                  <a:pt x="1533804" y="111611"/>
                </a:lnTo>
                <a:lnTo>
                  <a:pt x="1533626" y="111033"/>
                </a:lnTo>
                <a:lnTo>
                  <a:pt x="1533456" y="110451"/>
                </a:lnTo>
                <a:lnTo>
                  <a:pt x="1533294" y="109866"/>
                </a:lnTo>
                <a:lnTo>
                  <a:pt x="1533140" y="109277"/>
                </a:lnTo>
                <a:lnTo>
                  <a:pt x="1532995" y="108685"/>
                </a:lnTo>
                <a:lnTo>
                  <a:pt x="1532857" y="108090"/>
                </a:lnTo>
                <a:lnTo>
                  <a:pt x="1532728" y="107490"/>
                </a:lnTo>
                <a:lnTo>
                  <a:pt x="1532607" y="106888"/>
                </a:lnTo>
                <a:lnTo>
                  <a:pt x="1532495" y="106281"/>
                </a:lnTo>
                <a:lnTo>
                  <a:pt x="1532390" y="105672"/>
                </a:lnTo>
                <a:lnTo>
                  <a:pt x="1532294" y="105058"/>
                </a:lnTo>
                <a:lnTo>
                  <a:pt x="1532206" y="104441"/>
                </a:lnTo>
                <a:lnTo>
                  <a:pt x="1532126" y="103821"/>
                </a:lnTo>
                <a:lnTo>
                  <a:pt x="1532054" y="103197"/>
                </a:lnTo>
                <a:lnTo>
                  <a:pt x="1531991" y="102570"/>
                </a:lnTo>
                <a:lnTo>
                  <a:pt x="1531935" y="101939"/>
                </a:lnTo>
                <a:lnTo>
                  <a:pt x="1531888" y="101305"/>
                </a:lnTo>
                <a:lnTo>
                  <a:pt x="1531850" y="100667"/>
                </a:lnTo>
                <a:lnTo>
                  <a:pt x="1531819" y="100025"/>
                </a:lnTo>
                <a:lnTo>
                  <a:pt x="1531796" y="99380"/>
                </a:lnTo>
                <a:lnTo>
                  <a:pt x="1607101" y="99380"/>
                </a:lnTo>
                <a:lnTo>
                  <a:pt x="1607119" y="99277"/>
                </a:lnTo>
                <a:lnTo>
                  <a:pt x="1607137" y="99169"/>
                </a:lnTo>
                <a:lnTo>
                  <a:pt x="1607154" y="99058"/>
                </a:lnTo>
                <a:lnTo>
                  <a:pt x="1607171" y="98943"/>
                </a:lnTo>
                <a:lnTo>
                  <a:pt x="1607188" y="98825"/>
                </a:lnTo>
                <a:lnTo>
                  <a:pt x="1607204" y="98703"/>
                </a:lnTo>
                <a:lnTo>
                  <a:pt x="1607220" y="98577"/>
                </a:lnTo>
                <a:lnTo>
                  <a:pt x="1607236" y="98448"/>
                </a:lnTo>
                <a:lnTo>
                  <a:pt x="1607251" y="98315"/>
                </a:lnTo>
                <a:lnTo>
                  <a:pt x="1607265" y="98178"/>
                </a:lnTo>
                <a:lnTo>
                  <a:pt x="1607280" y="98038"/>
                </a:lnTo>
                <a:lnTo>
                  <a:pt x="1607294" y="97894"/>
                </a:lnTo>
                <a:lnTo>
                  <a:pt x="1607307" y="97746"/>
                </a:lnTo>
                <a:lnTo>
                  <a:pt x="1607320" y="97595"/>
                </a:lnTo>
                <a:lnTo>
                  <a:pt x="1607333" y="97440"/>
                </a:lnTo>
                <a:lnTo>
                  <a:pt x="1607345" y="97281"/>
                </a:lnTo>
                <a:lnTo>
                  <a:pt x="1607358" y="97119"/>
                </a:lnTo>
                <a:lnTo>
                  <a:pt x="1607369" y="96953"/>
                </a:lnTo>
                <a:lnTo>
                  <a:pt x="1607380" y="96783"/>
                </a:lnTo>
                <a:lnTo>
                  <a:pt x="1607391" y="96610"/>
                </a:lnTo>
                <a:lnTo>
                  <a:pt x="1607402" y="96433"/>
                </a:lnTo>
                <a:lnTo>
                  <a:pt x="1607412" y="96252"/>
                </a:lnTo>
                <a:lnTo>
                  <a:pt x="1607422" y="96068"/>
                </a:lnTo>
                <a:lnTo>
                  <a:pt x="1607431" y="95880"/>
                </a:lnTo>
                <a:lnTo>
                  <a:pt x="1607440" y="95691"/>
                </a:lnTo>
                <a:lnTo>
                  <a:pt x="1607449" y="95507"/>
                </a:lnTo>
                <a:lnTo>
                  <a:pt x="1607457" y="95325"/>
                </a:lnTo>
                <a:lnTo>
                  <a:pt x="1607465" y="95147"/>
                </a:lnTo>
                <a:lnTo>
                  <a:pt x="1607472" y="94972"/>
                </a:lnTo>
                <a:lnTo>
                  <a:pt x="1607479" y="94800"/>
                </a:lnTo>
                <a:lnTo>
                  <a:pt x="1607486" y="94631"/>
                </a:lnTo>
                <a:lnTo>
                  <a:pt x="1607492" y="94466"/>
                </a:lnTo>
                <a:lnTo>
                  <a:pt x="1607498" y="94304"/>
                </a:lnTo>
                <a:lnTo>
                  <a:pt x="1607504" y="94146"/>
                </a:lnTo>
                <a:lnTo>
                  <a:pt x="1607509" y="93990"/>
                </a:lnTo>
                <a:lnTo>
                  <a:pt x="1607513" y="93838"/>
                </a:lnTo>
                <a:lnTo>
                  <a:pt x="1607518" y="93689"/>
                </a:lnTo>
                <a:lnTo>
                  <a:pt x="1607522" y="93544"/>
                </a:lnTo>
                <a:lnTo>
                  <a:pt x="1607525" y="93402"/>
                </a:lnTo>
                <a:lnTo>
                  <a:pt x="1607529" y="93263"/>
                </a:lnTo>
                <a:lnTo>
                  <a:pt x="1607532" y="93127"/>
                </a:lnTo>
                <a:lnTo>
                  <a:pt x="1607534" y="92994"/>
                </a:lnTo>
                <a:lnTo>
                  <a:pt x="1607536" y="92865"/>
                </a:lnTo>
                <a:lnTo>
                  <a:pt x="1607538" y="92739"/>
                </a:lnTo>
                <a:lnTo>
                  <a:pt x="1607539" y="92617"/>
                </a:lnTo>
                <a:lnTo>
                  <a:pt x="1607540" y="92498"/>
                </a:lnTo>
                <a:lnTo>
                  <a:pt x="1607541" y="92382"/>
                </a:lnTo>
                <a:lnTo>
                  <a:pt x="1607541" y="92269"/>
                </a:lnTo>
                <a:lnTo>
                  <a:pt x="1607517" y="90104"/>
                </a:lnTo>
                <a:lnTo>
                  <a:pt x="1607444" y="87982"/>
                </a:lnTo>
                <a:lnTo>
                  <a:pt x="1607324" y="85901"/>
                </a:lnTo>
                <a:lnTo>
                  <a:pt x="1607155" y="83862"/>
                </a:lnTo>
                <a:lnTo>
                  <a:pt x="1606937" y="81865"/>
                </a:lnTo>
                <a:lnTo>
                  <a:pt x="1606672" y="79910"/>
                </a:lnTo>
                <a:lnTo>
                  <a:pt x="1606358" y="77996"/>
                </a:lnTo>
                <a:lnTo>
                  <a:pt x="1605996" y="76125"/>
                </a:lnTo>
                <a:lnTo>
                  <a:pt x="1605585" y="74295"/>
                </a:lnTo>
                <a:lnTo>
                  <a:pt x="1605127" y="72507"/>
                </a:lnTo>
                <a:lnTo>
                  <a:pt x="1604620" y="70761"/>
                </a:lnTo>
                <a:lnTo>
                  <a:pt x="1604064" y="69057"/>
                </a:lnTo>
                <a:lnTo>
                  <a:pt x="1603461" y="67395"/>
                </a:lnTo>
                <a:lnTo>
                  <a:pt x="1602809" y="65775"/>
                </a:lnTo>
                <a:lnTo>
                  <a:pt x="1602109" y="64197"/>
                </a:lnTo>
                <a:lnTo>
                  <a:pt x="1601360" y="62660"/>
                </a:lnTo>
                <a:lnTo>
                  <a:pt x="1600563" y="61165"/>
                </a:lnTo>
                <a:lnTo>
                  <a:pt x="1599718" y="59713"/>
                </a:lnTo>
                <a:lnTo>
                  <a:pt x="1598825" y="58302"/>
                </a:lnTo>
                <a:lnTo>
                  <a:pt x="1597884" y="56933"/>
                </a:lnTo>
                <a:lnTo>
                  <a:pt x="1596894" y="55605"/>
                </a:lnTo>
                <a:lnTo>
                  <a:pt x="1595855" y="54320"/>
                </a:lnTo>
                <a:lnTo>
                  <a:pt x="1594769" y="53077"/>
                </a:lnTo>
                <a:lnTo>
                  <a:pt x="1593634" y="51875"/>
                </a:lnTo>
                <a:lnTo>
                  <a:pt x="1592458" y="50719"/>
                </a:lnTo>
                <a:lnTo>
                  <a:pt x="1591247" y="49612"/>
                </a:lnTo>
                <a:lnTo>
                  <a:pt x="1590000" y="48555"/>
                </a:lnTo>
                <a:lnTo>
                  <a:pt x="1588719" y="47546"/>
                </a:lnTo>
                <a:lnTo>
                  <a:pt x="1587403" y="46587"/>
                </a:lnTo>
                <a:lnTo>
                  <a:pt x="1586052" y="45677"/>
                </a:lnTo>
                <a:lnTo>
                  <a:pt x="1584666" y="44816"/>
                </a:lnTo>
                <a:lnTo>
                  <a:pt x="1583246" y="44004"/>
                </a:lnTo>
                <a:lnTo>
                  <a:pt x="1581790" y="43242"/>
                </a:lnTo>
                <a:lnTo>
                  <a:pt x="1580299" y="42528"/>
                </a:lnTo>
                <a:lnTo>
                  <a:pt x="1578773" y="41864"/>
                </a:lnTo>
                <a:lnTo>
                  <a:pt x="1577213" y="41249"/>
                </a:lnTo>
                <a:lnTo>
                  <a:pt x="1575617" y="40684"/>
                </a:lnTo>
                <a:lnTo>
                  <a:pt x="1573987" y="40167"/>
                </a:lnTo>
                <a:lnTo>
                  <a:pt x="1572322" y="39700"/>
                </a:lnTo>
                <a:lnTo>
                  <a:pt x="1570621" y="39282"/>
                </a:lnTo>
                <a:lnTo>
                  <a:pt x="1568886" y="38913"/>
                </a:lnTo>
                <a:lnTo>
                  <a:pt x="1567116" y="38593"/>
                </a:lnTo>
                <a:lnTo>
                  <a:pt x="1565311" y="38322"/>
                </a:lnTo>
                <a:lnTo>
                  <a:pt x="1563471" y="38101"/>
                </a:lnTo>
                <a:lnTo>
                  <a:pt x="1561596" y="37929"/>
                </a:lnTo>
                <a:lnTo>
                  <a:pt x="1559686" y="37806"/>
                </a:lnTo>
                <a:lnTo>
                  <a:pt x="1557742" y="37732"/>
                </a:lnTo>
                <a:lnTo>
                  <a:pt x="1555762" y="37707"/>
                </a:lnTo>
                <a:lnTo>
                  <a:pt x="1554333" y="37719"/>
                </a:lnTo>
                <a:lnTo>
                  <a:pt x="1552923" y="37754"/>
                </a:lnTo>
                <a:lnTo>
                  <a:pt x="1551532" y="37813"/>
                </a:lnTo>
                <a:lnTo>
                  <a:pt x="1550160" y="37894"/>
                </a:lnTo>
                <a:lnTo>
                  <a:pt x="1548807" y="37999"/>
                </a:lnTo>
                <a:lnTo>
                  <a:pt x="1547472" y="38128"/>
                </a:lnTo>
                <a:lnTo>
                  <a:pt x="1546157" y="38280"/>
                </a:lnTo>
                <a:lnTo>
                  <a:pt x="1544860" y="38455"/>
                </a:lnTo>
                <a:lnTo>
                  <a:pt x="1543583" y="38654"/>
                </a:lnTo>
                <a:lnTo>
                  <a:pt x="1542324" y="38876"/>
                </a:lnTo>
                <a:lnTo>
                  <a:pt x="1541084" y="39121"/>
                </a:lnTo>
                <a:lnTo>
                  <a:pt x="1539863" y="39390"/>
                </a:lnTo>
                <a:lnTo>
                  <a:pt x="1538661" y="39682"/>
                </a:lnTo>
                <a:lnTo>
                  <a:pt x="1537478" y="39997"/>
                </a:lnTo>
                <a:lnTo>
                  <a:pt x="1536313" y="40336"/>
                </a:lnTo>
                <a:lnTo>
                  <a:pt x="1535168" y="40698"/>
                </a:lnTo>
                <a:lnTo>
                  <a:pt x="1534041" y="41084"/>
                </a:lnTo>
                <a:lnTo>
                  <a:pt x="1532934" y="41493"/>
                </a:lnTo>
                <a:lnTo>
                  <a:pt x="1531845" y="41925"/>
                </a:lnTo>
                <a:lnTo>
                  <a:pt x="1530775" y="42381"/>
                </a:lnTo>
                <a:lnTo>
                  <a:pt x="1529724" y="42860"/>
                </a:lnTo>
                <a:lnTo>
                  <a:pt x="1528692" y="43362"/>
                </a:lnTo>
                <a:lnTo>
                  <a:pt x="1527679" y="43888"/>
                </a:lnTo>
                <a:lnTo>
                  <a:pt x="1526685" y="44437"/>
                </a:lnTo>
                <a:lnTo>
                  <a:pt x="1525710" y="45008"/>
                </a:lnTo>
                <a:lnTo>
                  <a:pt x="1524755" y="45599"/>
                </a:lnTo>
                <a:lnTo>
                  <a:pt x="1523819" y="46209"/>
                </a:lnTo>
                <a:lnTo>
                  <a:pt x="1522904" y="46840"/>
                </a:lnTo>
                <a:lnTo>
                  <a:pt x="1522009" y="47490"/>
                </a:lnTo>
                <a:lnTo>
                  <a:pt x="1521133" y="48161"/>
                </a:lnTo>
                <a:lnTo>
                  <a:pt x="1520277" y="48851"/>
                </a:lnTo>
                <a:lnTo>
                  <a:pt x="1519441" y="49561"/>
                </a:lnTo>
                <a:lnTo>
                  <a:pt x="1518625" y="50291"/>
                </a:lnTo>
                <a:lnTo>
                  <a:pt x="1517829" y="51041"/>
                </a:lnTo>
                <a:lnTo>
                  <a:pt x="1517052" y="51810"/>
                </a:lnTo>
                <a:lnTo>
                  <a:pt x="1516296" y="52600"/>
                </a:lnTo>
                <a:lnTo>
                  <a:pt x="1515559" y="53410"/>
                </a:lnTo>
                <a:lnTo>
                  <a:pt x="1514842" y="54239"/>
                </a:lnTo>
                <a:lnTo>
                  <a:pt x="1514145" y="55088"/>
                </a:lnTo>
                <a:lnTo>
                  <a:pt x="1513468" y="55958"/>
                </a:lnTo>
                <a:lnTo>
                  <a:pt x="1512811" y="56847"/>
                </a:lnTo>
                <a:lnTo>
                  <a:pt x="1512173" y="57756"/>
                </a:lnTo>
                <a:lnTo>
                  <a:pt x="1511556" y="58685"/>
                </a:lnTo>
                <a:lnTo>
                  <a:pt x="1510958" y="59633"/>
                </a:lnTo>
                <a:lnTo>
                  <a:pt x="1510380" y="60602"/>
                </a:lnTo>
                <a:lnTo>
                  <a:pt x="1509822" y="61591"/>
                </a:lnTo>
                <a:lnTo>
                  <a:pt x="1509284" y="62599"/>
                </a:lnTo>
                <a:lnTo>
                  <a:pt x="1508765" y="63628"/>
                </a:lnTo>
                <a:lnTo>
                  <a:pt x="1508267" y="64674"/>
                </a:lnTo>
                <a:lnTo>
                  <a:pt x="1507791" y="65737"/>
                </a:lnTo>
                <a:lnTo>
                  <a:pt x="1507335" y="66817"/>
                </a:lnTo>
                <a:lnTo>
                  <a:pt x="1506901" y="67913"/>
                </a:lnTo>
                <a:lnTo>
                  <a:pt x="1506488" y="69026"/>
                </a:lnTo>
                <a:lnTo>
                  <a:pt x="1506096" y="70155"/>
                </a:lnTo>
                <a:lnTo>
                  <a:pt x="1505725" y="71301"/>
                </a:lnTo>
                <a:lnTo>
                  <a:pt x="1505376" y="72464"/>
                </a:lnTo>
                <a:lnTo>
                  <a:pt x="1505047" y="73643"/>
                </a:lnTo>
                <a:lnTo>
                  <a:pt x="1504740" y="74839"/>
                </a:lnTo>
                <a:lnTo>
                  <a:pt x="1504454" y="76052"/>
                </a:lnTo>
                <a:lnTo>
                  <a:pt x="1504189" y="77281"/>
                </a:lnTo>
                <a:lnTo>
                  <a:pt x="1503946" y="78527"/>
                </a:lnTo>
                <a:lnTo>
                  <a:pt x="1503723" y="79789"/>
                </a:lnTo>
                <a:lnTo>
                  <a:pt x="1503522" y="81068"/>
                </a:lnTo>
                <a:lnTo>
                  <a:pt x="1503342" y="82364"/>
                </a:lnTo>
                <a:lnTo>
                  <a:pt x="1503183" y="83676"/>
                </a:lnTo>
                <a:lnTo>
                  <a:pt x="1503045" y="85005"/>
                </a:lnTo>
                <a:lnTo>
                  <a:pt x="1502929" y="86350"/>
                </a:lnTo>
                <a:lnTo>
                  <a:pt x="1502833" y="87712"/>
                </a:lnTo>
                <a:lnTo>
                  <a:pt x="1502759" y="89091"/>
                </a:lnTo>
                <a:lnTo>
                  <a:pt x="1502706" y="90487"/>
                </a:lnTo>
                <a:lnTo>
                  <a:pt x="1502675" y="91898"/>
                </a:lnTo>
                <a:lnTo>
                  <a:pt x="1502664" y="93327"/>
                </a:lnTo>
                <a:lnTo>
                  <a:pt x="1502675" y="94801"/>
                </a:lnTo>
                <a:lnTo>
                  <a:pt x="1502707" y="96258"/>
                </a:lnTo>
                <a:lnTo>
                  <a:pt x="1502762" y="97697"/>
                </a:lnTo>
                <a:lnTo>
                  <a:pt x="1502838" y="99118"/>
                </a:lnTo>
                <a:lnTo>
                  <a:pt x="1502936" y="100521"/>
                </a:lnTo>
                <a:lnTo>
                  <a:pt x="1503056" y="101907"/>
                </a:lnTo>
                <a:lnTo>
                  <a:pt x="1503197" y="103275"/>
                </a:lnTo>
                <a:lnTo>
                  <a:pt x="1503360" y="104625"/>
                </a:lnTo>
                <a:lnTo>
                  <a:pt x="1503545" y="105957"/>
                </a:lnTo>
                <a:lnTo>
                  <a:pt x="1503752" y="107271"/>
                </a:lnTo>
                <a:lnTo>
                  <a:pt x="1503980" y="108568"/>
                </a:lnTo>
                <a:lnTo>
                  <a:pt x="1504231" y="109847"/>
                </a:lnTo>
                <a:lnTo>
                  <a:pt x="1504502" y="111108"/>
                </a:lnTo>
                <a:lnTo>
                  <a:pt x="1504796" y="112352"/>
                </a:lnTo>
                <a:lnTo>
                  <a:pt x="1505112" y="113578"/>
                </a:lnTo>
                <a:lnTo>
                  <a:pt x="1505449" y="114786"/>
                </a:lnTo>
                <a:lnTo>
                  <a:pt x="1505808" y="115976"/>
                </a:lnTo>
                <a:lnTo>
                  <a:pt x="1506189" y="117148"/>
                </a:lnTo>
                <a:lnTo>
                  <a:pt x="1506591" y="118303"/>
                </a:lnTo>
                <a:lnTo>
                  <a:pt x="1507016" y="119440"/>
                </a:lnTo>
                <a:lnTo>
                  <a:pt x="1507462" y="120559"/>
                </a:lnTo>
                <a:lnTo>
                  <a:pt x="1507929" y="121660"/>
                </a:lnTo>
                <a:lnTo>
                  <a:pt x="1508419" y="122744"/>
                </a:lnTo>
                <a:lnTo>
                  <a:pt x="1508930" y="123810"/>
                </a:lnTo>
                <a:lnTo>
                  <a:pt x="1509463" y="124856"/>
                </a:lnTo>
                <a:lnTo>
                  <a:pt x="1510016" y="125882"/>
                </a:lnTo>
                <a:lnTo>
                  <a:pt x="1510590" y="126887"/>
                </a:lnTo>
                <a:lnTo>
                  <a:pt x="1511184" y="127871"/>
                </a:lnTo>
                <a:lnTo>
                  <a:pt x="1511799" y="128835"/>
                </a:lnTo>
                <a:lnTo>
                  <a:pt x="1512434" y="129778"/>
                </a:lnTo>
                <a:lnTo>
                  <a:pt x="1513090" y="130700"/>
                </a:lnTo>
                <a:lnTo>
                  <a:pt x="1513767" y="131602"/>
                </a:lnTo>
                <a:lnTo>
                  <a:pt x="1514465" y="132483"/>
                </a:lnTo>
                <a:lnTo>
                  <a:pt x="1515183" y="133343"/>
                </a:lnTo>
                <a:lnTo>
                  <a:pt x="1515921" y="134183"/>
                </a:lnTo>
                <a:lnTo>
                  <a:pt x="1516681" y="135002"/>
                </a:lnTo>
                <a:lnTo>
                  <a:pt x="1517460" y="135801"/>
                </a:lnTo>
                <a:lnTo>
                  <a:pt x="1518261" y="136579"/>
                </a:lnTo>
                <a:lnTo>
                  <a:pt x="1519082" y="137336"/>
                </a:lnTo>
                <a:lnTo>
                  <a:pt x="1519924" y="138072"/>
                </a:lnTo>
                <a:lnTo>
                  <a:pt x="1520786" y="138788"/>
                </a:lnTo>
                <a:lnTo>
                  <a:pt x="1521669" y="139483"/>
                </a:lnTo>
                <a:lnTo>
                  <a:pt x="1522572" y="140157"/>
                </a:lnTo>
                <a:lnTo>
                  <a:pt x="1523496" y="140811"/>
                </a:lnTo>
                <a:lnTo>
                  <a:pt x="1524441" y="141444"/>
                </a:lnTo>
                <a:lnTo>
                  <a:pt x="1525407" y="142057"/>
                </a:lnTo>
                <a:lnTo>
                  <a:pt x="1526393" y="142649"/>
                </a:lnTo>
                <a:lnTo>
                  <a:pt x="1527399" y="143220"/>
                </a:lnTo>
                <a:lnTo>
                  <a:pt x="1528426" y="143769"/>
                </a:lnTo>
                <a:lnTo>
                  <a:pt x="1529473" y="144295"/>
                </a:lnTo>
                <a:lnTo>
                  <a:pt x="1530539" y="144797"/>
                </a:lnTo>
                <a:lnTo>
                  <a:pt x="1531625" y="145276"/>
                </a:lnTo>
                <a:lnTo>
                  <a:pt x="1532732" y="145732"/>
                </a:lnTo>
                <a:lnTo>
                  <a:pt x="1533858" y="146164"/>
                </a:lnTo>
                <a:lnTo>
                  <a:pt x="1535004" y="146573"/>
                </a:lnTo>
                <a:lnTo>
                  <a:pt x="1536169" y="146959"/>
                </a:lnTo>
                <a:lnTo>
                  <a:pt x="1537355" y="147321"/>
                </a:lnTo>
                <a:lnTo>
                  <a:pt x="1538560" y="147660"/>
                </a:lnTo>
                <a:lnTo>
                  <a:pt x="1539786" y="147975"/>
                </a:lnTo>
                <a:lnTo>
                  <a:pt x="1541031" y="148267"/>
                </a:lnTo>
                <a:lnTo>
                  <a:pt x="1542296" y="148536"/>
                </a:lnTo>
                <a:lnTo>
                  <a:pt x="1543581" y="148781"/>
                </a:lnTo>
                <a:lnTo>
                  <a:pt x="1544885" y="149003"/>
                </a:lnTo>
                <a:lnTo>
                  <a:pt x="1546210" y="149202"/>
                </a:lnTo>
                <a:lnTo>
                  <a:pt x="1547554" y="149377"/>
                </a:lnTo>
                <a:lnTo>
                  <a:pt x="1548919" y="149529"/>
                </a:lnTo>
                <a:lnTo>
                  <a:pt x="1550303" y="149658"/>
                </a:lnTo>
                <a:lnTo>
                  <a:pt x="1551707" y="149763"/>
                </a:lnTo>
                <a:lnTo>
                  <a:pt x="1553131" y="149845"/>
                </a:lnTo>
                <a:lnTo>
                  <a:pt x="1554574" y="149903"/>
                </a:lnTo>
                <a:lnTo>
                  <a:pt x="1556038" y="149938"/>
                </a:lnTo>
                <a:lnTo>
                  <a:pt x="1557521" y="149950"/>
                </a:lnTo>
                <a:lnTo>
                  <a:pt x="1558733" y="149943"/>
                </a:lnTo>
                <a:lnTo>
                  <a:pt x="1559932" y="149921"/>
                </a:lnTo>
                <a:lnTo>
                  <a:pt x="1561119" y="149885"/>
                </a:lnTo>
                <a:lnTo>
                  <a:pt x="1562292" y="149834"/>
                </a:lnTo>
                <a:close/>
                <a:moveTo>
                  <a:pt x="1532506" y="77324"/>
                </a:moveTo>
                <a:lnTo>
                  <a:pt x="1532652" y="76473"/>
                </a:lnTo>
                <a:lnTo>
                  <a:pt x="1532817" y="75641"/>
                </a:lnTo>
                <a:lnTo>
                  <a:pt x="1533002" y="74827"/>
                </a:lnTo>
                <a:lnTo>
                  <a:pt x="1533207" y="74032"/>
                </a:lnTo>
                <a:lnTo>
                  <a:pt x="1533433" y="73255"/>
                </a:lnTo>
                <a:lnTo>
                  <a:pt x="1533678" y="72497"/>
                </a:lnTo>
                <a:lnTo>
                  <a:pt x="1533943" y="71757"/>
                </a:lnTo>
                <a:lnTo>
                  <a:pt x="1534229" y="71035"/>
                </a:lnTo>
                <a:lnTo>
                  <a:pt x="1534534" y="70332"/>
                </a:lnTo>
                <a:lnTo>
                  <a:pt x="1534860" y="69648"/>
                </a:lnTo>
                <a:lnTo>
                  <a:pt x="1535205" y="68982"/>
                </a:lnTo>
                <a:lnTo>
                  <a:pt x="1535571" y="68335"/>
                </a:lnTo>
                <a:lnTo>
                  <a:pt x="1535956" y="67706"/>
                </a:lnTo>
                <a:lnTo>
                  <a:pt x="1536362" y="67095"/>
                </a:lnTo>
                <a:lnTo>
                  <a:pt x="1536788" y="66503"/>
                </a:lnTo>
                <a:lnTo>
                  <a:pt x="1537234" y="65930"/>
                </a:lnTo>
                <a:lnTo>
                  <a:pt x="1537699" y="65374"/>
                </a:lnTo>
                <a:lnTo>
                  <a:pt x="1538185" y="64838"/>
                </a:lnTo>
                <a:lnTo>
                  <a:pt x="1538691" y="64320"/>
                </a:lnTo>
                <a:lnTo>
                  <a:pt x="1539217" y="63820"/>
                </a:lnTo>
                <a:lnTo>
                  <a:pt x="1539759" y="63340"/>
                </a:lnTo>
                <a:lnTo>
                  <a:pt x="1540314" y="62880"/>
                </a:lnTo>
                <a:lnTo>
                  <a:pt x="1540882" y="62441"/>
                </a:lnTo>
                <a:lnTo>
                  <a:pt x="1541463" y="62022"/>
                </a:lnTo>
                <a:lnTo>
                  <a:pt x="1542056" y="61623"/>
                </a:lnTo>
                <a:lnTo>
                  <a:pt x="1542663" y="61245"/>
                </a:lnTo>
                <a:lnTo>
                  <a:pt x="1543282" y="60888"/>
                </a:lnTo>
                <a:lnTo>
                  <a:pt x="1543914" y="60551"/>
                </a:lnTo>
                <a:lnTo>
                  <a:pt x="1544558" y="60234"/>
                </a:lnTo>
                <a:lnTo>
                  <a:pt x="1545216" y="59938"/>
                </a:lnTo>
                <a:lnTo>
                  <a:pt x="1545886" y="59662"/>
                </a:lnTo>
                <a:lnTo>
                  <a:pt x="1546569" y="59406"/>
                </a:lnTo>
                <a:lnTo>
                  <a:pt x="1547265" y="59171"/>
                </a:lnTo>
                <a:lnTo>
                  <a:pt x="1547973" y="58957"/>
                </a:lnTo>
                <a:lnTo>
                  <a:pt x="1548694" y="58763"/>
                </a:lnTo>
                <a:lnTo>
                  <a:pt x="1549429" y="58589"/>
                </a:lnTo>
                <a:lnTo>
                  <a:pt x="1550176" y="58436"/>
                </a:lnTo>
                <a:lnTo>
                  <a:pt x="1550935" y="58303"/>
                </a:lnTo>
                <a:lnTo>
                  <a:pt x="1551708" y="58191"/>
                </a:lnTo>
                <a:lnTo>
                  <a:pt x="1552493" y="58099"/>
                </a:lnTo>
                <a:lnTo>
                  <a:pt x="1553291" y="58027"/>
                </a:lnTo>
                <a:lnTo>
                  <a:pt x="1554102" y="57976"/>
                </a:lnTo>
                <a:lnTo>
                  <a:pt x="1554926" y="57945"/>
                </a:lnTo>
                <a:lnTo>
                  <a:pt x="1555762" y="57935"/>
                </a:lnTo>
                <a:lnTo>
                  <a:pt x="1556580" y="57945"/>
                </a:lnTo>
                <a:lnTo>
                  <a:pt x="1557386" y="57975"/>
                </a:lnTo>
                <a:lnTo>
                  <a:pt x="1558180" y="58025"/>
                </a:lnTo>
                <a:lnTo>
                  <a:pt x="1558961" y="58094"/>
                </a:lnTo>
                <a:lnTo>
                  <a:pt x="1559729" y="58183"/>
                </a:lnTo>
                <a:lnTo>
                  <a:pt x="1560486" y="58292"/>
                </a:lnTo>
                <a:lnTo>
                  <a:pt x="1561230" y="58421"/>
                </a:lnTo>
                <a:lnTo>
                  <a:pt x="1561961" y="58570"/>
                </a:lnTo>
                <a:lnTo>
                  <a:pt x="1562680" y="58739"/>
                </a:lnTo>
                <a:lnTo>
                  <a:pt x="1563387" y="58928"/>
                </a:lnTo>
                <a:lnTo>
                  <a:pt x="1564081" y="59136"/>
                </a:lnTo>
                <a:lnTo>
                  <a:pt x="1564763" y="59364"/>
                </a:lnTo>
                <a:lnTo>
                  <a:pt x="1565432" y="59612"/>
                </a:lnTo>
                <a:lnTo>
                  <a:pt x="1566089" y="59880"/>
                </a:lnTo>
                <a:lnTo>
                  <a:pt x="1566734" y="60168"/>
                </a:lnTo>
                <a:lnTo>
                  <a:pt x="1567366" y="60476"/>
                </a:lnTo>
                <a:lnTo>
                  <a:pt x="1567986" y="60803"/>
                </a:lnTo>
                <a:lnTo>
                  <a:pt x="1568593" y="61151"/>
                </a:lnTo>
                <a:lnTo>
                  <a:pt x="1569188" y="61518"/>
                </a:lnTo>
                <a:lnTo>
                  <a:pt x="1569771" y="61905"/>
                </a:lnTo>
                <a:lnTo>
                  <a:pt x="1570341" y="62312"/>
                </a:lnTo>
                <a:lnTo>
                  <a:pt x="1570899" y="62739"/>
                </a:lnTo>
                <a:lnTo>
                  <a:pt x="1571444" y="63185"/>
                </a:lnTo>
                <a:lnTo>
                  <a:pt x="1571977" y="63652"/>
                </a:lnTo>
                <a:lnTo>
                  <a:pt x="1572494" y="64138"/>
                </a:lnTo>
                <a:lnTo>
                  <a:pt x="1572989" y="64645"/>
                </a:lnTo>
                <a:lnTo>
                  <a:pt x="1573464" y="65172"/>
                </a:lnTo>
                <a:lnTo>
                  <a:pt x="1573918" y="65719"/>
                </a:lnTo>
                <a:lnTo>
                  <a:pt x="1574351" y="66287"/>
                </a:lnTo>
                <a:lnTo>
                  <a:pt x="1574763" y="66874"/>
                </a:lnTo>
                <a:lnTo>
                  <a:pt x="1575155" y="67482"/>
                </a:lnTo>
                <a:lnTo>
                  <a:pt x="1575526" y="68110"/>
                </a:lnTo>
                <a:lnTo>
                  <a:pt x="1575876" y="68759"/>
                </a:lnTo>
                <a:lnTo>
                  <a:pt x="1576205" y="69427"/>
                </a:lnTo>
                <a:lnTo>
                  <a:pt x="1576513" y="70116"/>
                </a:lnTo>
                <a:lnTo>
                  <a:pt x="1576801" y="70825"/>
                </a:lnTo>
                <a:lnTo>
                  <a:pt x="1577067" y="71554"/>
                </a:lnTo>
                <a:lnTo>
                  <a:pt x="1577313" y="72304"/>
                </a:lnTo>
                <a:lnTo>
                  <a:pt x="1577538" y="73073"/>
                </a:lnTo>
                <a:lnTo>
                  <a:pt x="1577743" y="73863"/>
                </a:lnTo>
                <a:lnTo>
                  <a:pt x="1577926" y="74674"/>
                </a:lnTo>
                <a:lnTo>
                  <a:pt x="1578089" y="75504"/>
                </a:lnTo>
                <a:lnTo>
                  <a:pt x="1578231" y="76355"/>
                </a:lnTo>
                <a:lnTo>
                  <a:pt x="1578352" y="77226"/>
                </a:lnTo>
                <a:lnTo>
                  <a:pt x="1578452" y="78117"/>
                </a:lnTo>
                <a:lnTo>
                  <a:pt x="1578532" y="79028"/>
                </a:lnTo>
                <a:lnTo>
                  <a:pt x="1578590" y="79960"/>
                </a:lnTo>
                <a:lnTo>
                  <a:pt x="1578628" y="80911"/>
                </a:lnTo>
                <a:lnTo>
                  <a:pt x="1532126" y="80911"/>
                </a:lnTo>
                <a:lnTo>
                  <a:pt x="1532191" y="79987"/>
                </a:lnTo>
                <a:lnTo>
                  <a:pt x="1532276" y="79081"/>
                </a:lnTo>
                <a:lnTo>
                  <a:pt x="1532381" y="78193"/>
                </a:lnTo>
                <a:lnTo>
                  <a:pt x="1532506" y="773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4EE72-D8B5-4EE1-A988-D5E484F3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752" y="2009478"/>
            <a:ext cx="1356347" cy="168859"/>
          </a:xfrm>
          <a:custGeom xmlns:a="http://schemas.openxmlformats.org/drawingml/2006/main">
            <a:pathLst>
              <a:path w="1356347" h="168859">
                <a:moveTo>
                  <a:pt x="51" y="55202"/>
                </a:moveTo>
                <a:lnTo>
                  <a:pt x="0" y="111488"/>
                </a:lnTo>
                <a:lnTo>
                  <a:pt x="1187463" y="112571"/>
                </a:lnTo>
                <a:lnTo>
                  <a:pt x="1187412" y="168859"/>
                </a:lnTo>
                <a:lnTo>
                  <a:pt x="1356347" y="84583"/>
                </a:lnTo>
                <a:lnTo>
                  <a:pt x="1187566" y="0"/>
                </a:lnTo>
                <a:lnTo>
                  <a:pt x="1187514" y="56285"/>
                </a:lnTo>
                <a:lnTo>
                  <a:pt x="51" y="552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EF62F8-8D27-45CB-A305-49A8AF09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664" y="2008396"/>
            <a:ext cx="1251677" cy="168859"/>
          </a:xfrm>
          <a:custGeom xmlns:a="http://schemas.openxmlformats.org/drawingml/2006/main">
            <a:pathLst>
              <a:path w="1251677" h="168859">
                <a:moveTo>
                  <a:pt x="0" y="56284"/>
                </a:moveTo>
                <a:lnTo>
                  <a:pt x="0" y="112570"/>
                </a:lnTo>
                <a:lnTo>
                  <a:pt x="1082818" y="112572"/>
                </a:lnTo>
                <a:lnTo>
                  <a:pt x="1082818" y="168859"/>
                </a:lnTo>
                <a:lnTo>
                  <a:pt x="1251677" y="84429"/>
                </a:lnTo>
                <a:lnTo>
                  <a:pt x="1082818" y="0"/>
                </a:lnTo>
                <a:lnTo>
                  <a:pt x="1082818" y="56286"/>
                </a:lnTo>
                <a:lnTo>
                  <a:pt x="0" y="562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7B943-735F-4A47-87C1-7223BD66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741" y="2008977"/>
            <a:ext cx="1130043" cy="168859"/>
          </a:xfrm>
          <a:custGeom xmlns:a="http://schemas.openxmlformats.org/drawingml/2006/main">
            <a:pathLst>
              <a:path w="1130043" h="168859">
                <a:moveTo>
                  <a:pt x="36" y="55703"/>
                </a:moveTo>
                <a:lnTo>
                  <a:pt x="0" y="111989"/>
                </a:lnTo>
                <a:lnTo>
                  <a:pt x="961166" y="112572"/>
                </a:lnTo>
                <a:lnTo>
                  <a:pt x="961132" y="168859"/>
                </a:lnTo>
                <a:lnTo>
                  <a:pt x="1130043" y="84532"/>
                </a:lnTo>
                <a:lnTo>
                  <a:pt x="961235" y="0"/>
                </a:lnTo>
                <a:lnTo>
                  <a:pt x="961200" y="56286"/>
                </a:lnTo>
                <a:lnTo>
                  <a:pt x="36" y="55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H">
            <a:extLst xmlns:a="http://schemas.openxmlformats.org/drawingml/2006/main">
              <a:ext uri="{FF2B5EF4-FFF2-40B4-BE49-F238E27FC236}">
                <a16:creationId xmlns:a16="http://schemas.microsoft.com/office/drawing/2014/main" id="{0ECBBE07-D3B1-4FA3-BE2E-693E9A5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169" y="2587962"/>
            <a:ext cx="134519" cy="117130"/>
          </a:xfrm>
          <a:custGeom xmlns:a="http://schemas.openxmlformats.org/drawingml/2006/main">
            <a:pathLst>
              <a:path w="134519" h="117130">
                <a:moveTo>
                  <a:pt x="134519" y="117130"/>
                </a:moveTo>
                <a:lnTo>
                  <a:pt x="0" y="117130"/>
                </a:lnTo>
                <a:lnTo>
                  <a:pt x="0" y="89046"/>
                </a:lnTo>
                <a:lnTo>
                  <a:pt x="52568" y="89046"/>
                </a:lnTo>
                <a:lnTo>
                  <a:pt x="52568" y="28083"/>
                </a:lnTo>
                <a:lnTo>
                  <a:pt x="0" y="28083"/>
                </a:lnTo>
                <a:lnTo>
                  <a:pt x="0" y="0"/>
                </a:lnTo>
                <a:lnTo>
                  <a:pt x="134519" y="0"/>
                </a:lnTo>
                <a:lnTo>
                  <a:pt x="134519" y="28083"/>
                </a:lnTo>
                <a:lnTo>
                  <a:pt x="77354" y="28083"/>
                </a:lnTo>
                <a:lnTo>
                  <a:pt x="77354" y="89046"/>
                </a:lnTo>
                <a:lnTo>
                  <a:pt x="134519" y="89046"/>
                </a:lnTo>
                <a:lnTo>
                  <a:pt x="134519" y="117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y">
            <a:extLst xmlns:a="http://schemas.openxmlformats.org/drawingml/2006/main">
              <a:ext uri="{FF2B5EF4-FFF2-40B4-BE49-F238E27FC236}">
                <a16:creationId xmlns:a16="http://schemas.microsoft.com/office/drawing/2014/main" id="{10639604-EA44-4CB4-B98F-7896C1B7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948" y="2470053"/>
            <a:ext cx="134519" cy="101039"/>
          </a:xfrm>
          <a:custGeom xmlns:a="http://schemas.openxmlformats.org/drawingml/2006/main">
            <a:pathLst>
              <a:path w="134519" h="101039">
                <a:moveTo>
                  <a:pt x="134519" y="89646"/>
                </a:moveTo>
                <a:lnTo>
                  <a:pt x="113032" y="89646"/>
                </a:lnTo>
                <a:lnTo>
                  <a:pt x="113032" y="80851"/>
                </a:lnTo>
                <a:cubicBezTo>
                  <a:pt x="113032" y="76920"/>
                  <a:pt x="112333" y="73639"/>
                  <a:pt x="110933" y="71007"/>
                </a:cubicBezTo>
                <a:cubicBezTo>
                  <a:pt x="109534" y="68376"/>
                  <a:pt x="107236" y="66460"/>
                  <a:pt x="104037" y="65261"/>
                </a:cubicBezTo>
                <a:lnTo>
                  <a:pt x="98741" y="63062"/>
                </a:lnTo>
                <a:lnTo>
                  <a:pt x="0" y="101039"/>
                </a:lnTo>
                <a:lnTo>
                  <a:pt x="0" y="73456"/>
                </a:lnTo>
                <a:lnTo>
                  <a:pt x="73044" y="48771"/>
                </a:lnTo>
                <a:lnTo>
                  <a:pt x="0" y="26784"/>
                </a:lnTo>
                <a:lnTo>
                  <a:pt x="0" y="0"/>
                </a:lnTo>
                <a:lnTo>
                  <a:pt x="98419" y="35079"/>
                </a:lnTo>
                <a:lnTo>
                  <a:pt x="108201" y="38677"/>
                </a:lnTo>
                <a:cubicBezTo>
                  <a:pt x="115126" y="41209"/>
                  <a:pt x="120504" y="44140"/>
                  <a:pt x="124335" y="47471"/>
                </a:cubicBezTo>
                <a:cubicBezTo>
                  <a:pt x="128166" y="50803"/>
                  <a:pt x="130820" y="54884"/>
                  <a:pt x="132299" y="59714"/>
                </a:cubicBezTo>
                <a:cubicBezTo>
                  <a:pt x="133779" y="64545"/>
                  <a:pt x="134519" y="70558"/>
                  <a:pt x="134519" y="77753"/>
                </a:cubicBezTo>
                <a:lnTo>
                  <a:pt x="134519" y="89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p">
            <a:extLst xmlns:a="http://schemas.openxmlformats.org/drawingml/2006/main">
              <a:ext uri="{FF2B5EF4-FFF2-40B4-BE49-F238E27FC236}">
                <a16:creationId xmlns:a16="http://schemas.microsoft.com/office/drawing/2014/main" id="{DAD27F5A-8122-44DA-815A-95851CA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2359496"/>
            <a:ext cx="136018" cy="96642"/>
          </a:xfrm>
          <a:custGeom xmlns:a="http://schemas.openxmlformats.org/drawingml/2006/main">
            <a:pathLst>
              <a:path w="136018" h="96642">
                <a:moveTo>
                  <a:pt x="136018" y="96642"/>
                </a:moveTo>
                <a:lnTo>
                  <a:pt x="1499" y="96642"/>
                </a:lnTo>
                <a:lnTo>
                  <a:pt x="1499" y="71657"/>
                </a:lnTo>
                <a:lnTo>
                  <a:pt x="16390" y="70158"/>
                </a:lnTo>
                <a:cubicBezTo>
                  <a:pt x="11127" y="66560"/>
                  <a:pt x="7079" y="62229"/>
                  <a:pt x="4247" y="57166"/>
                </a:cubicBezTo>
                <a:cubicBezTo>
                  <a:pt x="1416" y="52102"/>
                  <a:pt x="0" y="46106"/>
                  <a:pt x="0" y="39176"/>
                </a:cubicBezTo>
                <a:cubicBezTo>
                  <a:pt x="0" y="31581"/>
                  <a:pt x="1854" y="24835"/>
                  <a:pt x="5562" y="18939"/>
                </a:cubicBezTo>
                <a:cubicBezTo>
                  <a:pt x="9270" y="13042"/>
                  <a:pt x="14900" y="8412"/>
                  <a:pt x="22452" y="5047"/>
                </a:cubicBezTo>
                <a:cubicBezTo>
                  <a:pt x="30002" y="1682"/>
                  <a:pt x="39676" y="0"/>
                  <a:pt x="51475" y="0"/>
                </a:cubicBezTo>
                <a:cubicBezTo>
                  <a:pt x="62868" y="0"/>
                  <a:pt x="72273" y="1816"/>
                  <a:pt x="79690" y="5447"/>
                </a:cubicBezTo>
                <a:cubicBezTo>
                  <a:pt x="87106" y="9078"/>
                  <a:pt x="92668" y="13992"/>
                  <a:pt x="96376" y="20188"/>
                </a:cubicBezTo>
                <a:cubicBezTo>
                  <a:pt x="100085" y="26384"/>
                  <a:pt x="101972" y="33347"/>
                  <a:pt x="102039" y="41075"/>
                </a:cubicBezTo>
                <a:cubicBezTo>
                  <a:pt x="102105" y="47405"/>
                  <a:pt x="100806" y="53051"/>
                  <a:pt x="98141" y="58015"/>
                </a:cubicBezTo>
                <a:cubicBezTo>
                  <a:pt x="95476" y="62979"/>
                  <a:pt x="91745" y="67026"/>
                  <a:pt x="86948" y="70158"/>
                </a:cubicBezTo>
                <a:lnTo>
                  <a:pt x="136018" y="70158"/>
                </a:lnTo>
                <a:lnTo>
                  <a:pt x="136018" y="96642"/>
                </a:lnTo>
                <a:moveTo>
                  <a:pt x="81751" y="47671"/>
                </a:moveTo>
                <a:cubicBezTo>
                  <a:pt x="81751" y="41009"/>
                  <a:pt x="79135" y="35912"/>
                  <a:pt x="73902" y="32381"/>
                </a:cubicBezTo>
                <a:cubicBezTo>
                  <a:pt x="68670" y="28849"/>
                  <a:pt x="61095" y="27084"/>
                  <a:pt x="51175" y="27084"/>
                </a:cubicBezTo>
                <a:cubicBezTo>
                  <a:pt x="40642" y="27084"/>
                  <a:pt x="32828" y="28733"/>
                  <a:pt x="27733" y="32031"/>
                </a:cubicBezTo>
                <a:cubicBezTo>
                  <a:pt x="22636" y="35329"/>
                  <a:pt x="20088" y="39843"/>
                  <a:pt x="20088" y="45573"/>
                </a:cubicBezTo>
                <a:cubicBezTo>
                  <a:pt x="20088" y="51569"/>
                  <a:pt x="21804" y="56699"/>
                  <a:pt x="25235" y="60963"/>
                </a:cubicBezTo>
                <a:cubicBezTo>
                  <a:pt x="28666" y="65227"/>
                  <a:pt x="32420" y="68292"/>
                  <a:pt x="36497" y="70158"/>
                </a:cubicBezTo>
                <a:lnTo>
                  <a:pt x="65851" y="70158"/>
                </a:lnTo>
                <a:cubicBezTo>
                  <a:pt x="70201" y="68026"/>
                  <a:pt x="73938" y="65044"/>
                  <a:pt x="77063" y="61213"/>
                </a:cubicBezTo>
                <a:cubicBezTo>
                  <a:pt x="80188" y="57382"/>
                  <a:pt x="81751" y="52868"/>
                  <a:pt x="81751" y="476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e">
            <a:extLst xmlns:a="http://schemas.openxmlformats.org/drawingml/2006/main">
              <a:ext uri="{FF2B5EF4-FFF2-40B4-BE49-F238E27FC236}">
                <a16:creationId xmlns:a16="http://schemas.microsoft.com/office/drawing/2014/main" id="{A07B0A90-BF78-42E1-BCF5-05878064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2243743"/>
            <a:ext cx="102039" cy="95343"/>
          </a:xfrm>
          <a:custGeom xmlns:a="http://schemas.openxmlformats.org/drawingml/2006/main">
            <a:pathLst>
              <a:path w="102039" h="95343">
                <a:moveTo>
                  <a:pt x="102039" y="45473"/>
                </a:moveTo>
                <a:cubicBezTo>
                  <a:pt x="102039" y="56333"/>
                  <a:pt x="99999" y="65461"/>
                  <a:pt x="95920" y="72856"/>
                </a:cubicBezTo>
                <a:cubicBezTo>
                  <a:pt x="91842" y="80252"/>
                  <a:pt x="85960" y="85848"/>
                  <a:pt x="78275" y="89646"/>
                </a:cubicBezTo>
                <a:cubicBezTo>
                  <a:pt x="70588" y="93444"/>
                  <a:pt x="61351" y="95343"/>
                  <a:pt x="50563" y="95343"/>
                </a:cubicBezTo>
                <a:cubicBezTo>
                  <a:pt x="40113" y="95343"/>
                  <a:pt x="31114" y="93494"/>
                  <a:pt x="23564" y="89796"/>
                </a:cubicBezTo>
                <a:cubicBezTo>
                  <a:pt x="16012" y="86098"/>
                  <a:pt x="10197" y="80668"/>
                  <a:pt x="6118" y="73506"/>
                </a:cubicBezTo>
                <a:cubicBezTo>
                  <a:pt x="2039" y="66343"/>
                  <a:pt x="0" y="57532"/>
                  <a:pt x="0" y="47072"/>
                </a:cubicBezTo>
                <a:cubicBezTo>
                  <a:pt x="0" y="32547"/>
                  <a:pt x="4293" y="21071"/>
                  <a:pt x="12880" y="12642"/>
                </a:cubicBezTo>
                <a:cubicBezTo>
                  <a:pt x="21466" y="4214"/>
                  <a:pt x="33707" y="0"/>
                  <a:pt x="49601" y="0"/>
                </a:cubicBezTo>
                <a:cubicBezTo>
                  <a:pt x="50409" y="0"/>
                  <a:pt x="51503" y="33"/>
                  <a:pt x="52884" y="100"/>
                </a:cubicBezTo>
                <a:cubicBezTo>
                  <a:pt x="54264" y="167"/>
                  <a:pt x="55325" y="267"/>
                  <a:pt x="56066" y="400"/>
                </a:cubicBezTo>
                <a:lnTo>
                  <a:pt x="56066" y="68859"/>
                </a:lnTo>
                <a:cubicBezTo>
                  <a:pt x="60770" y="68725"/>
                  <a:pt x="65166" y="67876"/>
                  <a:pt x="69255" y="66310"/>
                </a:cubicBezTo>
                <a:cubicBezTo>
                  <a:pt x="73344" y="64744"/>
                  <a:pt x="76633" y="62263"/>
                  <a:pt x="79121" y="58865"/>
                </a:cubicBezTo>
                <a:cubicBezTo>
                  <a:pt x="81607" y="55467"/>
                  <a:pt x="82850" y="51003"/>
                  <a:pt x="82850" y="45473"/>
                </a:cubicBezTo>
                <a:cubicBezTo>
                  <a:pt x="82850" y="39743"/>
                  <a:pt x="81563" y="35146"/>
                  <a:pt x="78990" y="31681"/>
                </a:cubicBezTo>
                <a:cubicBezTo>
                  <a:pt x="76417" y="28216"/>
                  <a:pt x="72590" y="26451"/>
                  <a:pt x="67509" y="26384"/>
                </a:cubicBezTo>
                <a:lnTo>
                  <a:pt x="67509" y="300"/>
                </a:lnTo>
                <a:cubicBezTo>
                  <a:pt x="75205" y="633"/>
                  <a:pt x="81618" y="2715"/>
                  <a:pt x="86748" y="6546"/>
                </a:cubicBezTo>
                <a:cubicBezTo>
                  <a:pt x="91878" y="10377"/>
                  <a:pt x="95709" y="15607"/>
                  <a:pt x="98241" y="22237"/>
                </a:cubicBezTo>
                <a:cubicBezTo>
                  <a:pt x="100773" y="28866"/>
                  <a:pt x="102039" y="36611"/>
                  <a:pt x="102039" y="45473"/>
                </a:cubicBezTo>
                <a:moveTo>
                  <a:pt x="39276" y="68559"/>
                </a:moveTo>
                <a:lnTo>
                  <a:pt x="39276" y="26284"/>
                </a:lnTo>
                <a:cubicBezTo>
                  <a:pt x="32281" y="26484"/>
                  <a:pt x="27050" y="28500"/>
                  <a:pt x="23586" y="32331"/>
                </a:cubicBezTo>
                <a:cubicBezTo>
                  <a:pt x="20121" y="36162"/>
                  <a:pt x="18389" y="41075"/>
                  <a:pt x="18389" y="47072"/>
                </a:cubicBezTo>
                <a:cubicBezTo>
                  <a:pt x="18389" y="53201"/>
                  <a:pt x="20172" y="58215"/>
                  <a:pt x="23739" y="62113"/>
                </a:cubicBezTo>
                <a:cubicBezTo>
                  <a:pt x="27305" y="66010"/>
                  <a:pt x="32485" y="68159"/>
                  <a:pt x="39276" y="685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r">
            <a:extLst xmlns:a="http://schemas.openxmlformats.org/drawingml/2006/main">
              <a:ext uri="{FF2B5EF4-FFF2-40B4-BE49-F238E27FC236}">
                <a16:creationId xmlns:a16="http://schemas.microsoft.com/office/drawing/2014/main" id="{ABE8C1EF-FC80-42A6-AAF4-31683396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2161539"/>
            <a:ext cx="100240" cy="57665"/>
          </a:xfrm>
          <a:custGeom xmlns:a="http://schemas.openxmlformats.org/drawingml/2006/main">
            <a:pathLst>
              <a:path w="100240" h="57665">
                <a:moveTo>
                  <a:pt x="100240" y="57665"/>
                </a:moveTo>
                <a:lnTo>
                  <a:pt x="1499" y="57665"/>
                </a:lnTo>
                <a:lnTo>
                  <a:pt x="1499" y="32281"/>
                </a:lnTo>
                <a:lnTo>
                  <a:pt x="18189" y="31781"/>
                </a:lnTo>
                <a:cubicBezTo>
                  <a:pt x="12326" y="29249"/>
                  <a:pt x="7829" y="25451"/>
                  <a:pt x="4697" y="20388"/>
                </a:cubicBezTo>
                <a:cubicBezTo>
                  <a:pt x="1566" y="15324"/>
                  <a:pt x="0" y="9194"/>
                  <a:pt x="0" y="1999"/>
                </a:cubicBezTo>
                <a:lnTo>
                  <a:pt x="0" y="0"/>
                </a:lnTo>
                <a:lnTo>
                  <a:pt x="22287" y="0"/>
                </a:lnTo>
                <a:lnTo>
                  <a:pt x="22287" y="2498"/>
                </a:lnTo>
                <a:cubicBezTo>
                  <a:pt x="22287" y="6429"/>
                  <a:pt x="22643" y="10194"/>
                  <a:pt x="23355" y="13792"/>
                </a:cubicBezTo>
                <a:cubicBezTo>
                  <a:pt x="24067" y="17390"/>
                  <a:pt x="25288" y="20654"/>
                  <a:pt x="27018" y="23586"/>
                </a:cubicBezTo>
                <a:cubicBezTo>
                  <a:pt x="28748" y="26517"/>
                  <a:pt x="31140" y="29049"/>
                  <a:pt x="34192" y="31181"/>
                </a:cubicBezTo>
                <a:lnTo>
                  <a:pt x="100240" y="31181"/>
                </a:lnTo>
                <a:lnTo>
                  <a:pt x="100240" y="57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v">
            <a:extLst xmlns:a="http://schemas.openxmlformats.org/drawingml/2006/main">
              <a:ext uri="{FF2B5EF4-FFF2-40B4-BE49-F238E27FC236}">
                <a16:creationId xmlns:a16="http://schemas.microsoft.com/office/drawing/2014/main" id="{72E881DC-1729-418A-89BA-3DFABDD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8948" y="2057383"/>
            <a:ext cx="98741" cy="101039"/>
          </a:xfrm>
          <a:custGeom xmlns:a="http://schemas.openxmlformats.org/drawingml/2006/main">
            <a:pathLst>
              <a:path w="98741" h="101039">
                <a:moveTo>
                  <a:pt x="98741" y="65561"/>
                </a:moveTo>
                <a:lnTo>
                  <a:pt x="0" y="101039"/>
                </a:lnTo>
                <a:lnTo>
                  <a:pt x="0" y="73456"/>
                </a:lnTo>
                <a:lnTo>
                  <a:pt x="73753" y="50470"/>
                </a:lnTo>
                <a:lnTo>
                  <a:pt x="0" y="26784"/>
                </a:lnTo>
                <a:lnTo>
                  <a:pt x="0" y="0"/>
                </a:lnTo>
                <a:lnTo>
                  <a:pt x="98741" y="35379"/>
                </a:lnTo>
                <a:lnTo>
                  <a:pt x="98741" y="65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">
            <a:extLst xmlns:a="http://schemas.openxmlformats.org/drawingml/2006/main">
              <a:ext uri="{FF2B5EF4-FFF2-40B4-BE49-F238E27FC236}">
                <a16:creationId xmlns:a16="http://schemas.microsoft.com/office/drawing/2014/main" id="{C18EE9A2-A4B0-4E05-8A57-50C8F4B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0371" y="2015185"/>
            <a:ext cx="137317" cy="29982"/>
          </a:xfrm>
          <a:custGeom xmlns:a="http://schemas.openxmlformats.org/drawingml/2006/main">
            <a:pathLst>
              <a:path w="137317" h="29982">
                <a:moveTo>
                  <a:pt x="137317" y="28283"/>
                </a:moveTo>
                <a:lnTo>
                  <a:pt x="38577" y="28283"/>
                </a:lnTo>
                <a:lnTo>
                  <a:pt x="38577" y="1799"/>
                </a:lnTo>
                <a:lnTo>
                  <a:pt x="137317" y="1799"/>
                </a:lnTo>
                <a:lnTo>
                  <a:pt x="137317" y="28283"/>
                </a:lnTo>
                <a:moveTo>
                  <a:pt x="25785" y="14991"/>
                </a:moveTo>
                <a:cubicBezTo>
                  <a:pt x="25785" y="19855"/>
                  <a:pt x="24552" y="23569"/>
                  <a:pt x="22087" y="26134"/>
                </a:cubicBezTo>
                <a:cubicBezTo>
                  <a:pt x="19622" y="28699"/>
                  <a:pt x="16557" y="29982"/>
                  <a:pt x="12892" y="29982"/>
                </a:cubicBezTo>
                <a:cubicBezTo>
                  <a:pt x="9161" y="29982"/>
                  <a:pt x="6080" y="28699"/>
                  <a:pt x="3648" y="26134"/>
                </a:cubicBezTo>
                <a:cubicBezTo>
                  <a:pt x="1216" y="23569"/>
                  <a:pt x="0" y="19855"/>
                  <a:pt x="0" y="14991"/>
                </a:cubicBezTo>
                <a:cubicBezTo>
                  <a:pt x="0" y="10127"/>
                  <a:pt x="1216" y="6413"/>
                  <a:pt x="3648" y="3848"/>
                </a:cubicBezTo>
                <a:cubicBezTo>
                  <a:pt x="6080" y="1283"/>
                  <a:pt x="9161" y="0"/>
                  <a:pt x="12892" y="0"/>
                </a:cubicBezTo>
                <a:cubicBezTo>
                  <a:pt x="16557" y="0"/>
                  <a:pt x="19622" y="1283"/>
                  <a:pt x="22087" y="3848"/>
                </a:cubicBezTo>
                <a:cubicBezTo>
                  <a:pt x="24552" y="6413"/>
                  <a:pt x="25785" y="10127"/>
                  <a:pt x="25785" y="149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s">
            <a:extLst xmlns:a="http://schemas.openxmlformats.org/drawingml/2006/main">
              <a:ext uri="{FF2B5EF4-FFF2-40B4-BE49-F238E27FC236}">
                <a16:creationId xmlns:a16="http://schemas.microsoft.com/office/drawing/2014/main" id="{3B3CBC0A-5AE5-4481-9A16-250F8DA2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1905470"/>
            <a:ext cx="102039" cy="86148"/>
          </a:xfrm>
          <a:custGeom xmlns:a="http://schemas.openxmlformats.org/drawingml/2006/main">
            <a:pathLst>
              <a:path w="102039" h="86148">
                <a:moveTo>
                  <a:pt x="102039" y="42474"/>
                </a:moveTo>
                <a:cubicBezTo>
                  <a:pt x="102039" y="47871"/>
                  <a:pt x="101534" y="53168"/>
                  <a:pt x="100524" y="58365"/>
                </a:cubicBezTo>
                <a:cubicBezTo>
                  <a:pt x="99514" y="63562"/>
                  <a:pt x="97780" y="68259"/>
                  <a:pt x="95321" y="72456"/>
                </a:cubicBezTo>
                <a:cubicBezTo>
                  <a:pt x="92862" y="76654"/>
                  <a:pt x="89511" y="79985"/>
                  <a:pt x="85268" y="82450"/>
                </a:cubicBezTo>
                <a:cubicBezTo>
                  <a:pt x="81024" y="84916"/>
                  <a:pt x="75737" y="86148"/>
                  <a:pt x="69405" y="86148"/>
                </a:cubicBezTo>
                <a:lnTo>
                  <a:pt x="69405" y="61563"/>
                </a:lnTo>
                <a:cubicBezTo>
                  <a:pt x="75000" y="61563"/>
                  <a:pt x="78889" y="59647"/>
                  <a:pt x="81073" y="55816"/>
                </a:cubicBezTo>
                <a:cubicBezTo>
                  <a:pt x="83257" y="51985"/>
                  <a:pt x="84349" y="47505"/>
                  <a:pt x="84349" y="42375"/>
                </a:cubicBezTo>
                <a:cubicBezTo>
                  <a:pt x="84349" y="37311"/>
                  <a:pt x="83510" y="33380"/>
                  <a:pt x="81832" y="30582"/>
                </a:cubicBezTo>
                <a:cubicBezTo>
                  <a:pt x="80152" y="27783"/>
                  <a:pt x="77323" y="26384"/>
                  <a:pt x="73347" y="26384"/>
                </a:cubicBezTo>
                <a:cubicBezTo>
                  <a:pt x="69643" y="26384"/>
                  <a:pt x="66882" y="28033"/>
                  <a:pt x="65064" y="31331"/>
                </a:cubicBezTo>
                <a:cubicBezTo>
                  <a:pt x="63244" y="34629"/>
                  <a:pt x="61391" y="40409"/>
                  <a:pt x="59505" y="48671"/>
                </a:cubicBezTo>
                <a:cubicBezTo>
                  <a:pt x="57820" y="55600"/>
                  <a:pt x="55783" y="61780"/>
                  <a:pt x="53393" y="67210"/>
                </a:cubicBezTo>
                <a:cubicBezTo>
                  <a:pt x="51003" y="72640"/>
                  <a:pt x="47805" y="76887"/>
                  <a:pt x="43799" y="79952"/>
                </a:cubicBezTo>
                <a:cubicBezTo>
                  <a:pt x="39791" y="83017"/>
                  <a:pt x="34520" y="84549"/>
                  <a:pt x="27986" y="84549"/>
                </a:cubicBezTo>
                <a:cubicBezTo>
                  <a:pt x="22866" y="84549"/>
                  <a:pt x="18522" y="83383"/>
                  <a:pt x="14954" y="81051"/>
                </a:cubicBezTo>
                <a:cubicBezTo>
                  <a:pt x="11383" y="78719"/>
                  <a:pt x="8503" y="75605"/>
                  <a:pt x="6315" y="71707"/>
                </a:cubicBezTo>
                <a:cubicBezTo>
                  <a:pt x="4127" y="67809"/>
                  <a:pt x="2528" y="63412"/>
                  <a:pt x="1518" y="58515"/>
                </a:cubicBezTo>
                <a:cubicBezTo>
                  <a:pt x="506" y="53618"/>
                  <a:pt x="0" y="48604"/>
                  <a:pt x="0" y="43474"/>
                </a:cubicBezTo>
                <a:cubicBezTo>
                  <a:pt x="0" y="38477"/>
                  <a:pt x="505" y="33580"/>
                  <a:pt x="1515" y="28783"/>
                </a:cubicBezTo>
                <a:cubicBezTo>
                  <a:pt x="2525" y="23986"/>
                  <a:pt x="4226" y="19655"/>
                  <a:pt x="6618" y="15791"/>
                </a:cubicBezTo>
                <a:cubicBezTo>
                  <a:pt x="9008" y="11926"/>
                  <a:pt x="12224" y="8828"/>
                  <a:pt x="16265" y="6496"/>
                </a:cubicBezTo>
                <a:cubicBezTo>
                  <a:pt x="20307" y="4164"/>
                  <a:pt x="25358" y="2998"/>
                  <a:pt x="31419" y="2998"/>
                </a:cubicBezTo>
                <a:lnTo>
                  <a:pt x="31419" y="27583"/>
                </a:lnTo>
                <a:cubicBezTo>
                  <a:pt x="26295" y="27583"/>
                  <a:pt x="22743" y="29166"/>
                  <a:pt x="20763" y="32331"/>
                </a:cubicBezTo>
                <a:cubicBezTo>
                  <a:pt x="18780" y="35495"/>
                  <a:pt x="17789" y="39210"/>
                  <a:pt x="17789" y="43474"/>
                </a:cubicBezTo>
                <a:cubicBezTo>
                  <a:pt x="17789" y="48071"/>
                  <a:pt x="18478" y="51686"/>
                  <a:pt x="19857" y="54317"/>
                </a:cubicBezTo>
                <a:cubicBezTo>
                  <a:pt x="21233" y="56949"/>
                  <a:pt x="23505" y="58265"/>
                  <a:pt x="26671" y="58265"/>
                </a:cubicBezTo>
                <a:cubicBezTo>
                  <a:pt x="28489" y="58265"/>
                  <a:pt x="30089" y="57432"/>
                  <a:pt x="31472" y="55766"/>
                </a:cubicBezTo>
                <a:cubicBezTo>
                  <a:pt x="32852" y="54101"/>
                  <a:pt x="34132" y="51436"/>
                  <a:pt x="35310" y="47771"/>
                </a:cubicBezTo>
                <a:cubicBezTo>
                  <a:pt x="36488" y="44107"/>
                  <a:pt x="37751" y="39276"/>
                  <a:pt x="39098" y="33280"/>
                </a:cubicBezTo>
                <a:cubicBezTo>
                  <a:pt x="40581" y="26950"/>
                  <a:pt x="42501" y="21287"/>
                  <a:pt x="44857" y="16290"/>
                </a:cubicBezTo>
                <a:cubicBezTo>
                  <a:pt x="47214" y="11293"/>
                  <a:pt x="50380" y="7329"/>
                  <a:pt x="54355" y="4397"/>
                </a:cubicBezTo>
                <a:cubicBezTo>
                  <a:pt x="58327" y="1466"/>
                  <a:pt x="63480" y="0"/>
                  <a:pt x="69811" y="0"/>
                </a:cubicBezTo>
                <a:cubicBezTo>
                  <a:pt x="75739" y="0"/>
                  <a:pt x="80757" y="1183"/>
                  <a:pt x="84865" y="3548"/>
                </a:cubicBezTo>
                <a:cubicBezTo>
                  <a:pt x="88973" y="5913"/>
                  <a:pt x="92289" y="9078"/>
                  <a:pt x="94815" y="13042"/>
                </a:cubicBezTo>
                <a:cubicBezTo>
                  <a:pt x="97340" y="17006"/>
                  <a:pt x="99176" y="21537"/>
                  <a:pt x="100321" y="26634"/>
                </a:cubicBezTo>
                <a:cubicBezTo>
                  <a:pt x="101466" y="31731"/>
                  <a:pt x="102039" y="37011"/>
                  <a:pt x="102039" y="424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o">
            <a:extLst xmlns:a="http://schemas.openxmlformats.org/drawingml/2006/main">
              <a:ext uri="{FF2B5EF4-FFF2-40B4-BE49-F238E27FC236}">
                <a16:creationId xmlns:a16="http://schemas.microsoft.com/office/drawing/2014/main" id="{79EDCBF3-000F-49A5-A4FE-B50F1F75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1787707"/>
            <a:ext cx="102039" cy="98941"/>
          </a:xfrm>
          <a:custGeom xmlns:a="http://schemas.openxmlformats.org/drawingml/2006/main">
            <a:pathLst>
              <a:path w="102039" h="98941">
                <a:moveTo>
                  <a:pt x="102039" y="49670"/>
                </a:moveTo>
                <a:cubicBezTo>
                  <a:pt x="102039" y="59531"/>
                  <a:pt x="100050" y="68176"/>
                  <a:pt x="96074" y="75605"/>
                </a:cubicBezTo>
                <a:cubicBezTo>
                  <a:pt x="92095" y="83033"/>
                  <a:pt x="86330" y="88780"/>
                  <a:pt x="78781" y="92844"/>
                </a:cubicBezTo>
                <a:cubicBezTo>
                  <a:pt x="71229" y="96908"/>
                  <a:pt x="62093" y="98941"/>
                  <a:pt x="51372" y="98941"/>
                </a:cubicBezTo>
                <a:cubicBezTo>
                  <a:pt x="40452" y="98941"/>
                  <a:pt x="31166" y="96908"/>
                  <a:pt x="23514" y="92844"/>
                </a:cubicBezTo>
                <a:cubicBezTo>
                  <a:pt x="15860" y="88780"/>
                  <a:pt x="10028" y="83033"/>
                  <a:pt x="6018" y="75605"/>
                </a:cubicBezTo>
                <a:cubicBezTo>
                  <a:pt x="2006" y="68176"/>
                  <a:pt x="0" y="59531"/>
                  <a:pt x="0" y="49670"/>
                </a:cubicBezTo>
                <a:cubicBezTo>
                  <a:pt x="0" y="39676"/>
                  <a:pt x="2006" y="30965"/>
                  <a:pt x="6018" y="23536"/>
                </a:cubicBezTo>
                <a:cubicBezTo>
                  <a:pt x="10028" y="16107"/>
                  <a:pt x="15860" y="10327"/>
                  <a:pt x="23514" y="6196"/>
                </a:cubicBezTo>
                <a:cubicBezTo>
                  <a:pt x="31166" y="2065"/>
                  <a:pt x="40452" y="0"/>
                  <a:pt x="51372" y="0"/>
                </a:cubicBezTo>
                <a:cubicBezTo>
                  <a:pt x="62093" y="0"/>
                  <a:pt x="71229" y="2065"/>
                  <a:pt x="78781" y="6196"/>
                </a:cubicBezTo>
                <a:cubicBezTo>
                  <a:pt x="86330" y="10327"/>
                  <a:pt x="92095" y="16107"/>
                  <a:pt x="96074" y="23536"/>
                </a:cubicBezTo>
                <a:cubicBezTo>
                  <a:pt x="100050" y="30965"/>
                  <a:pt x="102039" y="39676"/>
                  <a:pt x="102039" y="49670"/>
                </a:cubicBezTo>
                <a:moveTo>
                  <a:pt x="81851" y="49670"/>
                </a:moveTo>
                <a:cubicBezTo>
                  <a:pt x="81851" y="43874"/>
                  <a:pt x="80475" y="39326"/>
                  <a:pt x="77722" y="36028"/>
                </a:cubicBezTo>
                <a:cubicBezTo>
                  <a:pt x="74970" y="32730"/>
                  <a:pt x="71283" y="30398"/>
                  <a:pt x="66663" y="29033"/>
                </a:cubicBezTo>
                <a:cubicBezTo>
                  <a:pt x="62043" y="27667"/>
                  <a:pt x="56947" y="26984"/>
                  <a:pt x="51375" y="26984"/>
                </a:cubicBezTo>
                <a:cubicBezTo>
                  <a:pt x="45666" y="26984"/>
                  <a:pt x="40467" y="27667"/>
                  <a:pt x="35779" y="29033"/>
                </a:cubicBezTo>
                <a:cubicBezTo>
                  <a:pt x="31090" y="30398"/>
                  <a:pt x="27352" y="32730"/>
                  <a:pt x="24566" y="36028"/>
                </a:cubicBezTo>
                <a:cubicBezTo>
                  <a:pt x="21781" y="39326"/>
                  <a:pt x="20388" y="43874"/>
                  <a:pt x="20388" y="49670"/>
                </a:cubicBezTo>
                <a:cubicBezTo>
                  <a:pt x="20388" y="55333"/>
                  <a:pt x="21781" y="59781"/>
                  <a:pt x="24566" y="63012"/>
                </a:cubicBezTo>
                <a:cubicBezTo>
                  <a:pt x="27352" y="66244"/>
                  <a:pt x="31090" y="68525"/>
                  <a:pt x="35779" y="69858"/>
                </a:cubicBezTo>
                <a:cubicBezTo>
                  <a:pt x="40467" y="71191"/>
                  <a:pt x="45666" y="71857"/>
                  <a:pt x="51375" y="71857"/>
                </a:cubicBezTo>
                <a:cubicBezTo>
                  <a:pt x="56947" y="71857"/>
                  <a:pt x="62043" y="71191"/>
                  <a:pt x="66663" y="69858"/>
                </a:cubicBezTo>
                <a:cubicBezTo>
                  <a:pt x="71283" y="68525"/>
                  <a:pt x="74970" y="66244"/>
                  <a:pt x="77722" y="63012"/>
                </a:cubicBezTo>
                <a:cubicBezTo>
                  <a:pt x="80475" y="59781"/>
                  <a:pt x="81851" y="55333"/>
                  <a:pt x="81851" y="496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r">
            <a:extLst xmlns:a="http://schemas.openxmlformats.org/drawingml/2006/main">
              <a:ext uri="{FF2B5EF4-FFF2-40B4-BE49-F238E27FC236}">
                <a16:creationId xmlns:a16="http://schemas.microsoft.com/office/drawing/2014/main" id="{38B5F525-E060-4CDC-A011-F46F6352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7449" y="1706644"/>
            <a:ext cx="100240" cy="57665"/>
          </a:xfrm>
          <a:custGeom xmlns:a="http://schemas.openxmlformats.org/drawingml/2006/main">
            <a:pathLst>
              <a:path w="100240" h="57665">
                <a:moveTo>
                  <a:pt x="100240" y="57665"/>
                </a:moveTo>
                <a:lnTo>
                  <a:pt x="1499" y="57665"/>
                </a:lnTo>
                <a:lnTo>
                  <a:pt x="1499" y="32281"/>
                </a:lnTo>
                <a:lnTo>
                  <a:pt x="18189" y="31781"/>
                </a:lnTo>
                <a:cubicBezTo>
                  <a:pt x="12326" y="29249"/>
                  <a:pt x="7829" y="25451"/>
                  <a:pt x="4697" y="20388"/>
                </a:cubicBezTo>
                <a:cubicBezTo>
                  <a:pt x="1566" y="15324"/>
                  <a:pt x="0" y="9194"/>
                  <a:pt x="0" y="1999"/>
                </a:cubicBezTo>
                <a:lnTo>
                  <a:pt x="0" y="0"/>
                </a:lnTo>
                <a:lnTo>
                  <a:pt x="22287" y="0"/>
                </a:lnTo>
                <a:lnTo>
                  <a:pt x="22287" y="2498"/>
                </a:lnTo>
                <a:cubicBezTo>
                  <a:pt x="22287" y="6429"/>
                  <a:pt x="22643" y="10194"/>
                  <a:pt x="23355" y="13792"/>
                </a:cubicBezTo>
                <a:cubicBezTo>
                  <a:pt x="24067" y="17390"/>
                  <a:pt x="25288" y="20654"/>
                  <a:pt x="27018" y="23586"/>
                </a:cubicBezTo>
                <a:cubicBezTo>
                  <a:pt x="28748" y="26517"/>
                  <a:pt x="31140" y="29049"/>
                  <a:pt x="34192" y="31181"/>
                </a:cubicBezTo>
                <a:lnTo>
                  <a:pt x="100240" y="31181"/>
                </a:lnTo>
                <a:lnTo>
                  <a:pt x="100240" y="57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D5557B-1D74-4ED4-838B-B78F8A50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11" y="572072"/>
            <a:ext cx="605844" cy="622217"/>
          </a:xfrm>
          <a:custGeom xmlns:a="http://schemas.openxmlformats.org/drawingml/2006/main">
            <a:pathLst>
              <a:path w="605844" h="622217">
                <a:moveTo>
                  <a:pt x="0" y="100976"/>
                </a:moveTo>
                <a:cubicBezTo>
                  <a:pt x="0" y="45209"/>
                  <a:pt x="45209" y="0"/>
                  <a:pt x="100977" y="0"/>
                </a:cubicBezTo>
                <a:lnTo>
                  <a:pt x="504868" y="0"/>
                </a:lnTo>
                <a:cubicBezTo>
                  <a:pt x="560637" y="0"/>
                  <a:pt x="605844" y="45209"/>
                  <a:pt x="605844" y="100976"/>
                </a:cubicBezTo>
                <a:lnTo>
                  <a:pt x="605844" y="521242"/>
                </a:lnTo>
                <a:cubicBezTo>
                  <a:pt x="605844" y="577010"/>
                  <a:pt x="560637" y="622217"/>
                  <a:pt x="504868" y="622217"/>
                </a:cubicBezTo>
                <a:lnTo>
                  <a:pt x="100977" y="622217"/>
                </a:lnTo>
                <a:cubicBezTo>
                  <a:pt x="45209" y="622217"/>
                  <a:pt x="0" y="577010"/>
                  <a:pt x="0" y="521242"/>
                </a:cubicBezTo>
                <a:lnTo>
                  <a:pt x="0" y="100976"/>
                </a:lnTo>
                <a:close/>
              </a:path>
            </a:pathLst>
          </a:custGeom>
          <a:solidFill xmlns:a="http://schemas.openxmlformats.org/drawingml/2006/main">
            <a:srgbClr val="72AE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3C593E-DA12-4777-A276-A362F9E6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10" y="572072"/>
            <a:ext cx="605843" cy="622218"/>
          </a:xfrm>
          <a:custGeom xmlns:a="http://schemas.openxmlformats.org/drawingml/2006/main">
            <a:pathLst>
              <a:path w="605843" h="622218" fill="none">
                <a:moveTo>
                  <a:pt x="0" y="100976"/>
                </a:moveTo>
                <a:cubicBezTo>
                  <a:pt x="0" y="45208"/>
                  <a:pt x="45208" y="0"/>
                  <a:pt x="100976" y="0"/>
                </a:cubicBezTo>
                <a:lnTo>
                  <a:pt x="504868" y="0"/>
                </a:lnTo>
                <a:cubicBezTo>
                  <a:pt x="560635" y="0"/>
                  <a:pt x="605843" y="45208"/>
                  <a:pt x="605843" y="100976"/>
                </a:cubicBezTo>
                <a:lnTo>
                  <a:pt x="605843" y="521242"/>
                </a:lnTo>
                <a:cubicBezTo>
                  <a:pt x="605843" y="577010"/>
                  <a:pt x="560635" y="622218"/>
                  <a:pt x="504868" y="622218"/>
                </a:cubicBezTo>
                <a:lnTo>
                  <a:pt x="100976" y="622218"/>
                </a:lnTo>
                <a:cubicBezTo>
                  <a:pt x="45208" y="622218"/>
                  <a:pt x="0" y="577010"/>
                  <a:pt x="0" y="521242"/>
                </a:cubicBezTo>
                <a:lnTo>
                  <a:pt x="0" y="1009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143" cap="rnd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18A2E-38C7-44CA-9C8E-9580E36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11" y="1812417"/>
            <a:ext cx="605844" cy="618124"/>
          </a:xfrm>
          <a:custGeom xmlns:a="http://schemas.openxmlformats.org/drawingml/2006/main">
            <a:pathLst>
              <a:path w="605844" h="618124">
                <a:moveTo>
                  <a:pt x="0" y="100976"/>
                </a:moveTo>
                <a:cubicBezTo>
                  <a:pt x="0" y="45207"/>
                  <a:pt x="45209" y="0"/>
                  <a:pt x="100977" y="0"/>
                </a:cubicBezTo>
                <a:lnTo>
                  <a:pt x="504868" y="0"/>
                </a:lnTo>
                <a:cubicBezTo>
                  <a:pt x="560635" y="0"/>
                  <a:pt x="605844" y="45207"/>
                  <a:pt x="605844" y="100976"/>
                </a:cubicBezTo>
                <a:lnTo>
                  <a:pt x="605844" y="517148"/>
                </a:lnTo>
                <a:cubicBezTo>
                  <a:pt x="605844" y="572914"/>
                  <a:pt x="560635" y="618124"/>
                  <a:pt x="504868" y="618124"/>
                </a:cubicBezTo>
                <a:lnTo>
                  <a:pt x="100977" y="618124"/>
                </a:lnTo>
                <a:cubicBezTo>
                  <a:pt x="45209" y="618124"/>
                  <a:pt x="0" y="572914"/>
                  <a:pt x="0" y="517148"/>
                </a:cubicBezTo>
                <a:lnTo>
                  <a:pt x="0" y="100976"/>
                </a:lnTo>
                <a:close/>
              </a:path>
            </a:pathLst>
          </a:custGeom>
          <a:solidFill xmlns:a="http://schemas.openxmlformats.org/drawingml/2006/main">
            <a:srgbClr val="C8513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82AD2E-6818-4107-BF5A-52CD2342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010" y="1812417"/>
            <a:ext cx="605843" cy="618124"/>
          </a:xfrm>
          <a:custGeom xmlns:a="http://schemas.openxmlformats.org/drawingml/2006/main">
            <a:pathLst>
              <a:path w="605843" h="618124" fill="none">
                <a:moveTo>
                  <a:pt x="0" y="100976"/>
                </a:moveTo>
                <a:cubicBezTo>
                  <a:pt x="0" y="45208"/>
                  <a:pt x="45208" y="0"/>
                  <a:pt x="100976" y="0"/>
                </a:cubicBezTo>
                <a:lnTo>
                  <a:pt x="504867" y="0"/>
                </a:lnTo>
                <a:cubicBezTo>
                  <a:pt x="560635" y="0"/>
                  <a:pt x="605843" y="45208"/>
                  <a:pt x="605843" y="100976"/>
                </a:cubicBezTo>
                <a:lnTo>
                  <a:pt x="605843" y="517148"/>
                </a:lnTo>
                <a:cubicBezTo>
                  <a:pt x="605843" y="572916"/>
                  <a:pt x="560635" y="618124"/>
                  <a:pt x="504867" y="618124"/>
                </a:cubicBezTo>
                <a:lnTo>
                  <a:pt x="100976" y="618124"/>
                </a:lnTo>
                <a:cubicBezTo>
                  <a:pt x="45208" y="618124"/>
                  <a:pt x="0" y="572916"/>
                  <a:pt x="0" y="517148"/>
                </a:cubicBezTo>
                <a:lnTo>
                  <a:pt x="0" y="1009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143" cap="rnd">
            <a:solidFill>
              <a:srgbClr val="000000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4D819-991C-4F0F-8E0E-71C3579C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690" y="1566120"/>
            <a:ext cx="359990" cy="291187"/>
          </a:xfrm>
          <a:custGeom xmlns:a="http://schemas.openxmlformats.org/drawingml/2006/main">
            <a:pathLst>
              <a:path w="359990" h="291187">
                <a:moveTo>
                  <a:pt x="290065" y="56464"/>
                </a:moveTo>
                <a:lnTo>
                  <a:pt x="291350" y="58504"/>
                </a:lnTo>
                <a:lnTo>
                  <a:pt x="292760" y="60454"/>
                </a:lnTo>
                <a:lnTo>
                  <a:pt x="294290" y="62307"/>
                </a:lnTo>
                <a:lnTo>
                  <a:pt x="295932" y="64058"/>
                </a:lnTo>
                <a:lnTo>
                  <a:pt x="297683" y="65701"/>
                </a:lnTo>
                <a:lnTo>
                  <a:pt x="299536" y="67230"/>
                </a:lnTo>
                <a:lnTo>
                  <a:pt x="301486" y="68640"/>
                </a:lnTo>
                <a:lnTo>
                  <a:pt x="303527" y="69925"/>
                </a:lnTo>
                <a:lnTo>
                  <a:pt x="305653" y="71080"/>
                </a:lnTo>
                <a:lnTo>
                  <a:pt x="307860" y="72099"/>
                </a:lnTo>
                <a:lnTo>
                  <a:pt x="310141" y="72977"/>
                </a:lnTo>
                <a:lnTo>
                  <a:pt x="312490" y="73708"/>
                </a:lnTo>
                <a:lnTo>
                  <a:pt x="314903" y="74286"/>
                </a:lnTo>
                <a:lnTo>
                  <a:pt x="317374" y="74706"/>
                </a:lnTo>
                <a:lnTo>
                  <a:pt x="319896" y="74962"/>
                </a:lnTo>
                <a:lnTo>
                  <a:pt x="322465" y="75048"/>
                </a:lnTo>
                <a:lnTo>
                  <a:pt x="325035" y="74962"/>
                </a:lnTo>
                <a:lnTo>
                  <a:pt x="327557" y="74706"/>
                </a:lnTo>
                <a:lnTo>
                  <a:pt x="330028" y="74286"/>
                </a:lnTo>
                <a:lnTo>
                  <a:pt x="332441" y="73708"/>
                </a:lnTo>
                <a:lnTo>
                  <a:pt x="334791" y="72977"/>
                </a:lnTo>
                <a:lnTo>
                  <a:pt x="337072" y="72099"/>
                </a:lnTo>
                <a:lnTo>
                  <a:pt x="339278" y="71080"/>
                </a:lnTo>
                <a:lnTo>
                  <a:pt x="341405" y="69925"/>
                </a:lnTo>
                <a:lnTo>
                  <a:pt x="343446" y="68640"/>
                </a:lnTo>
                <a:lnTo>
                  <a:pt x="345396" y="67230"/>
                </a:lnTo>
                <a:lnTo>
                  <a:pt x="347249" y="65701"/>
                </a:lnTo>
                <a:lnTo>
                  <a:pt x="348999" y="64058"/>
                </a:lnTo>
                <a:lnTo>
                  <a:pt x="350642" y="62307"/>
                </a:lnTo>
                <a:lnTo>
                  <a:pt x="352171" y="60454"/>
                </a:lnTo>
                <a:lnTo>
                  <a:pt x="353581" y="58504"/>
                </a:lnTo>
                <a:lnTo>
                  <a:pt x="354866" y="56464"/>
                </a:lnTo>
                <a:lnTo>
                  <a:pt x="356022" y="54337"/>
                </a:lnTo>
                <a:lnTo>
                  <a:pt x="357041" y="52130"/>
                </a:lnTo>
                <a:lnTo>
                  <a:pt x="357918" y="49849"/>
                </a:lnTo>
                <a:lnTo>
                  <a:pt x="358649" y="47500"/>
                </a:lnTo>
                <a:lnTo>
                  <a:pt x="359227" y="45087"/>
                </a:lnTo>
                <a:lnTo>
                  <a:pt x="359647" y="42616"/>
                </a:lnTo>
                <a:lnTo>
                  <a:pt x="359903" y="40093"/>
                </a:lnTo>
                <a:lnTo>
                  <a:pt x="359990" y="37524"/>
                </a:lnTo>
                <a:lnTo>
                  <a:pt x="359903" y="34955"/>
                </a:lnTo>
                <a:lnTo>
                  <a:pt x="359647" y="32433"/>
                </a:lnTo>
                <a:lnTo>
                  <a:pt x="359227" y="29962"/>
                </a:lnTo>
                <a:lnTo>
                  <a:pt x="358649" y="27549"/>
                </a:lnTo>
                <a:lnTo>
                  <a:pt x="357918" y="25199"/>
                </a:lnTo>
                <a:lnTo>
                  <a:pt x="357041" y="22919"/>
                </a:lnTo>
                <a:lnTo>
                  <a:pt x="356022" y="20712"/>
                </a:lnTo>
                <a:lnTo>
                  <a:pt x="354866" y="18586"/>
                </a:lnTo>
                <a:lnTo>
                  <a:pt x="353581" y="16545"/>
                </a:lnTo>
                <a:lnTo>
                  <a:pt x="352171" y="14595"/>
                </a:lnTo>
                <a:lnTo>
                  <a:pt x="350642" y="12742"/>
                </a:lnTo>
                <a:lnTo>
                  <a:pt x="348999" y="10991"/>
                </a:lnTo>
                <a:lnTo>
                  <a:pt x="347249" y="9348"/>
                </a:lnTo>
                <a:lnTo>
                  <a:pt x="345396" y="7819"/>
                </a:lnTo>
                <a:lnTo>
                  <a:pt x="343446" y="6409"/>
                </a:lnTo>
                <a:lnTo>
                  <a:pt x="341405" y="5123"/>
                </a:lnTo>
                <a:lnTo>
                  <a:pt x="339278" y="3968"/>
                </a:lnTo>
                <a:lnTo>
                  <a:pt x="337072" y="2949"/>
                </a:lnTo>
                <a:lnTo>
                  <a:pt x="334791" y="2071"/>
                </a:lnTo>
                <a:lnTo>
                  <a:pt x="332441" y="1340"/>
                </a:lnTo>
                <a:lnTo>
                  <a:pt x="330028" y="762"/>
                </a:lnTo>
                <a:lnTo>
                  <a:pt x="327557" y="343"/>
                </a:lnTo>
                <a:lnTo>
                  <a:pt x="325035" y="87"/>
                </a:lnTo>
                <a:lnTo>
                  <a:pt x="322465" y="0"/>
                </a:lnTo>
                <a:lnTo>
                  <a:pt x="319896" y="87"/>
                </a:lnTo>
                <a:lnTo>
                  <a:pt x="317374" y="343"/>
                </a:lnTo>
                <a:lnTo>
                  <a:pt x="314903" y="762"/>
                </a:lnTo>
                <a:lnTo>
                  <a:pt x="312490" y="1340"/>
                </a:lnTo>
                <a:lnTo>
                  <a:pt x="310141" y="2071"/>
                </a:lnTo>
                <a:lnTo>
                  <a:pt x="307860" y="2949"/>
                </a:lnTo>
                <a:lnTo>
                  <a:pt x="305653" y="3968"/>
                </a:lnTo>
                <a:lnTo>
                  <a:pt x="303527" y="5123"/>
                </a:lnTo>
                <a:lnTo>
                  <a:pt x="301486" y="6409"/>
                </a:lnTo>
                <a:lnTo>
                  <a:pt x="299536" y="7819"/>
                </a:lnTo>
                <a:lnTo>
                  <a:pt x="297683" y="9348"/>
                </a:lnTo>
                <a:lnTo>
                  <a:pt x="295932" y="10991"/>
                </a:lnTo>
                <a:lnTo>
                  <a:pt x="294290" y="12742"/>
                </a:lnTo>
                <a:lnTo>
                  <a:pt x="292760" y="14595"/>
                </a:lnTo>
                <a:lnTo>
                  <a:pt x="291350" y="16545"/>
                </a:lnTo>
                <a:lnTo>
                  <a:pt x="290065" y="18586"/>
                </a:lnTo>
                <a:lnTo>
                  <a:pt x="289969" y="18762"/>
                </a:lnTo>
                <a:lnTo>
                  <a:pt x="37524" y="18762"/>
                </a:lnTo>
                <a:lnTo>
                  <a:pt x="36240" y="18805"/>
                </a:lnTo>
                <a:lnTo>
                  <a:pt x="34979" y="18933"/>
                </a:lnTo>
                <a:lnTo>
                  <a:pt x="33743" y="19143"/>
                </a:lnTo>
                <a:lnTo>
                  <a:pt x="32537" y="19432"/>
                </a:lnTo>
                <a:lnTo>
                  <a:pt x="31362" y="19798"/>
                </a:lnTo>
                <a:lnTo>
                  <a:pt x="30222" y="20237"/>
                </a:lnTo>
                <a:lnTo>
                  <a:pt x="29119" y="20746"/>
                </a:lnTo>
                <a:lnTo>
                  <a:pt x="28055" y="21324"/>
                </a:lnTo>
                <a:lnTo>
                  <a:pt x="27035" y="21967"/>
                </a:lnTo>
                <a:lnTo>
                  <a:pt x="26060" y="22672"/>
                </a:lnTo>
                <a:lnTo>
                  <a:pt x="25133" y="23437"/>
                </a:lnTo>
                <a:lnTo>
                  <a:pt x="24258" y="24258"/>
                </a:lnTo>
                <a:lnTo>
                  <a:pt x="23437" y="25133"/>
                </a:lnTo>
                <a:lnTo>
                  <a:pt x="22672" y="26060"/>
                </a:lnTo>
                <a:lnTo>
                  <a:pt x="21967" y="27035"/>
                </a:lnTo>
                <a:lnTo>
                  <a:pt x="21324" y="28055"/>
                </a:lnTo>
                <a:lnTo>
                  <a:pt x="20746" y="29119"/>
                </a:lnTo>
                <a:lnTo>
                  <a:pt x="20237" y="30222"/>
                </a:lnTo>
                <a:lnTo>
                  <a:pt x="19798" y="31362"/>
                </a:lnTo>
                <a:lnTo>
                  <a:pt x="19432" y="32537"/>
                </a:lnTo>
                <a:lnTo>
                  <a:pt x="19143" y="33743"/>
                </a:lnTo>
                <a:lnTo>
                  <a:pt x="18933" y="34979"/>
                </a:lnTo>
                <a:lnTo>
                  <a:pt x="18805" y="36240"/>
                </a:lnTo>
                <a:lnTo>
                  <a:pt x="18762" y="37524"/>
                </a:lnTo>
                <a:lnTo>
                  <a:pt x="18762" y="221166"/>
                </a:lnTo>
                <a:lnTo>
                  <a:pt x="18586" y="221262"/>
                </a:lnTo>
                <a:lnTo>
                  <a:pt x="16545" y="222548"/>
                </a:lnTo>
                <a:lnTo>
                  <a:pt x="14595" y="223958"/>
                </a:lnTo>
                <a:lnTo>
                  <a:pt x="12742" y="225487"/>
                </a:lnTo>
                <a:lnTo>
                  <a:pt x="10991" y="227130"/>
                </a:lnTo>
                <a:lnTo>
                  <a:pt x="9348" y="228881"/>
                </a:lnTo>
                <a:lnTo>
                  <a:pt x="7819" y="230734"/>
                </a:lnTo>
                <a:lnTo>
                  <a:pt x="6409" y="232684"/>
                </a:lnTo>
                <a:lnTo>
                  <a:pt x="5123" y="234724"/>
                </a:lnTo>
                <a:lnTo>
                  <a:pt x="3968" y="236851"/>
                </a:lnTo>
                <a:lnTo>
                  <a:pt x="2949" y="239058"/>
                </a:lnTo>
                <a:lnTo>
                  <a:pt x="2071" y="241338"/>
                </a:lnTo>
                <a:lnTo>
                  <a:pt x="1340" y="243688"/>
                </a:lnTo>
                <a:lnTo>
                  <a:pt x="762" y="246101"/>
                </a:lnTo>
                <a:lnTo>
                  <a:pt x="343" y="248572"/>
                </a:lnTo>
                <a:lnTo>
                  <a:pt x="87" y="251094"/>
                </a:lnTo>
                <a:lnTo>
                  <a:pt x="0" y="253663"/>
                </a:lnTo>
                <a:lnTo>
                  <a:pt x="87" y="256232"/>
                </a:lnTo>
                <a:lnTo>
                  <a:pt x="343" y="258755"/>
                </a:lnTo>
                <a:lnTo>
                  <a:pt x="762" y="261226"/>
                </a:lnTo>
                <a:lnTo>
                  <a:pt x="1340" y="263639"/>
                </a:lnTo>
                <a:lnTo>
                  <a:pt x="2071" y="265988"/>
                </a:lnTo>
                <a:lnTo>
                  <a:pt x="2949" y="268269"/>
                </a:lnTo>
                <a:lnTo>
                  <a:pt x="3968" y="270476"/>
                </a:lnTo>
                <a:lnTo>
                  <a:pt x="5123" y="272602"/>
                </a:lnTo>
                <a:lnTo>
                  <a:pt x="6409" y="274643"/>
                </a:lnTo>
                <a:lnTo>
                  <a:pt x="7819" y="276593"/>
                </a:lnTo>
                <a:lnTo>
                  <a:pt x="9348" y="278446"/>
                </a:lnTo>
                <a:lnTo>
                  <a:pt x="10991" y="280197"/>
                </a:lnTo>
                <a:lnTo>
                  <a:pt x="12742" y="281840"/>
                </a:lnTo>
                <a:lnTo>
                  <a:pt x="14595" y="283369"/>
                </a:lnTo>
                <a:lnTo>
                  <a:pt x="16545" y="284779"/>
                </a:lnTo>
                <a:lnTo>
                  <a:pt x="18586" y="286064"/>
                </a:lnTo>
                <a:lnTo>
                  <a:pt x="20712" y="287219"/>
                </a:lnTo>
                <a:lnTo>
                  <a:pt x="22919" y="288238"/>
                </a:lnTo>
                <a:lnTo>
                  <a:pt x="25199" y="289116"/>
                </a:lnTo>
                <a:lnTo>
                  <a:pt x="27549" y="289847"/>
                </a:lnTo>
                <a:lnTo>
                  <a:pt x="29962" y="290425"/>
                </a:lnTo>
                <a:lnTo>
                  <a:pt x="32433" y="290845"/>
                </a:lnTo>
                <a:lnTo>
                  <a:pt x="34955" y="291101"/>
                </a:lnTo>
                <a:lnTo>
                  <a:pt x="37524" y="291187"/>
                </a:lnTo>
                <a:lnTo>
                  <a:pt x="40093" y="291101"/>
                </a:lnTo>
                <a:lnTo>
                  <a:pt x="42616" y="290845"/>
                </a:lnTo>
                <a:lnTo>
                  <a:pt x="45087" y="290425"/>
                </a:lnTo>
                <a:lnTo>
                  <a:pt x="47500" y="289847"/>
                </a:lnTo>
                <a:lnTo>
                  <a:pt x="49849" y="289116"/>
                </a:lnTo>
                <a:lnTo>
                  <a:pt x="52130" y="288238"/>
                </a:lnTo>
                <a:lnTo>
                  <a:pt x="54337" y="287219"/>
                </a:lnTo>
                <a:lnTo>
                  <a:pt x="56464" y="286064"/>
                </a:lnTo>
                <a:lnTo>
                  <a:pt x="58504" y="284779"/>
                </a:lnTo>
                <a:lnTo>
                  <a:pt x="60454" y="283369"/>
                </a:lnTo>
                <a:lnTo>
                  <a:pt x="62307" y="281840"/>
                </a:lnTo>
                <a:lnTo>
                  <a:pt x="64058" y="280197"/>
                </a:lnTo>
                <a:lnTo>
                  <a:pt x="65701" y="278446"/>
                </a:lnTo>
                <a:lnTo>
                  <a:pt x="67230" y="276593"/>
                </a:lnTo>
                <a:lnTo>
                  <a:pt x="68640" y="274643"/>
                </a:lnTo>
                <a:lnTo>
                  <a:pt x="69925" y="272602"/>
                </a:lnTo>
                <a:lnTo>
                  <a:pt x="71080" y="270476"/>
                </a:lnTo>
                <a:lnTo>
                  <a:pt x="72099" y="268269"/>
                </a:lnTo>
                <a:lnTo>
                  <a:pt x="72977" y="265988"/>
                </a:lnTo>
                <a:lnTo>
                  <a:pt x="73708" y="263639"/>
                </a:lnTo>
                <a:lnTo>
                  <a:pt x="74286" y="261226"/>
                </a:lnTo>
                <a:lnTo>
                  <a:pt x="74706" y="258755"/>
                </a:lnTo>
                <a:lnTo>
                  <a:pt x="74962" y="256232"/>
                </a:lnTo>
                <a:lnTo>
                  <a:pt x="75048" y="253663"/>
                </a:lnTo>
                <a:lnTo>
                  <a:pt x="74962" y="251094"/>
                </a:lnTo>
                <a:lnTo>
                  <a:pt x="74706" y="248572"/>
                </a:lnTo>
                <a:lnTo>
                  <a:pt x="74286" y="246101"/>
                </a:lnTo>
                <a:lnTo>
                  <a:pt x="73708" y="243688"/>
                </a:lnTo>
                <a:lnTo>
                  <a:pt x="72977" y="241338"/>
                </a:lnTo>
                <a:lnTo>
                  <a:pt x="72099" y="239058"/>
                </a:lnTo>
                <a:lnTo>
                  <a:pt x="71080" y="236851"/>
                </a:lnTo>
                <a:lnTo>
                  <a:pt x="69925" y="234724"/>
                </a:lnTo>
                <a:lnTo>
                  <a:pt x="68640" y="232684"/>
                </a:lnTo>
                <a:lnTo>
                  <a:pt x="67230" y="230734"/>
                </a:lnTo>
                <a:lnTo>
                  <a:pt x="65701" y="228881"/>
                </a:lnTo>
                <a:lnTo>
                  <a:pt x="64058" y="227130"/>
                </a:lnTo>
                <a:lnTo>
                  <a:pt x="62307" y="225487"/>
                </a:lnTo>
                <a:lnTo>
                  <a:pt x="60454" y="223958"/>
                </a:lnTo>
                <a:lnTo>
                  <a:pt x="58504" y="222548"/>
                </a:lnTo>
                <a:lnTo>
                  <a:pt x="56464" y="221262"/>
                </a:lnTo>
                <a:lnTo>
                  <a:pt x="56286" y="221166"/>
                </a:lnTo>
                <a:lnTo>
                  <a:pt x="56286" y="56286"/>
                </a:lnTo>
                <a:lnTo>
                  <a:pt x="289968" y="56286"/>
                </a:lnTo>
                <a:lnTo>
                  <a:pt x="290065" y="564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E83B8-9027-49F0-8DC9-F6D73D60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605" y="796706"/>
            <a:ext cx="6164365" cy="722326"/>
          </a:xfrm>
          <a:custGeom xmlns:a="http://schemas.openxmlformats.org/drawingml/2006/main">
            <a:pathLst>
              <a:path w="6164365" h="722326">
                <a:moveTo>
                  <a:pt x="6164365" y="84429"/>
                </a:moveTo>
                <a:lnTo>
                  <a:pt x="5995506" y="0"/>
                </a:lnTo>
                <a:lnTo>
                  <a:pt x="5995506" y="56286"/>
                </a:lnTo>
                <a:lnTo>
                  <a:pt x="0" y="56286"/>
                </a:lnTo>
                <a:lnTo>
                  <a:pt x="0" y="722326"/>
                </a:lnTo>
                <a:lnTo>
                  <a:pt x="56286" y="722326"/>
                </a:lnTo>
                <a:lnTo>
                  <a:pt x="56286" y="112572"/>
                </a:lnTo>
                <a:lnTo>
                  <a:pt x="5995506" y="112572"/>
                </a:lnTo>
                <a:lnTo>
                  <a:pt x="5995506" y="168859"/>
                </a:lnTo>
                <a:lnTo>
                  <a:pt x="6164365" y="84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VM1">
            <a:extLst xmlns:a="http://schemas.openxmlformats.org/drawingml/2006/main">
              <a:ext uri="{FF2B5EF4-FFF2-40B4-BE49-F238E27FC236}">
                <a16:creationId xmlns:a16="http://schemas.microsoft.com/office/drawing/2014/main" id="{ADDAC52E-5215-4E24-BE25-9757ACE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660" y="788775"/>
            <a:ext cx="451360" cy="172185"/>
          </a:xfrm>
          <a:custGeom xmlns:a="http://schemas.openxmlformats.org/drawingml/2006/main">
            <a:pathLst>
              <a:path w="451360" h="172185">
                <a:moveTo>
                  <a:pt x="127028" y="0"/>
                </a:moveTo>
                <a:lnTo>
                  <a:pt x="75603" y="147879"/>
                </a:lnTo>
                <a:lnTo>
                  <a:pt x="24433" y="0"/>
                </a:lnTo>
                <a:lnTo>
                  <a:pt x="0" y="0"/>
                </a:lnTo>
                <a:lnTo>
                  <a:pt x="61915" y="172185"/>
                </a:lnTo>
                <a:lnTo>
                  <a:pt x="88779" y="172185"/>
                </a:lnTo>
                <a:lnTo>
                  <a:pt x="151333" y="0"/>
                </a:lnTo>
                <a:lnTo>
                  <a:pt x="127028" y="0"/>
                </a:lnTo>
                <a:close/>
                <a:moveTo>
                  <a:pt x="176273" y="0"/>
                </a:moveTo>
                <a:lnTo>
                  <a:pt x="176273" y="172185"/>
                </a:lnTo>
                <a:lnTo>
                  <a:pt x="198403" y="172185"/>
                </a:lnTo>
                <a:lnTo>
                  <a:pt x="198403" y="32367"/>
                </a:lnTo>
                <a:lnTo>
                  <a:pt x="249829" y="117945"/>
                </a:lnTo>
                <a:lnTo>
                  <a:pt x="264923" y="117945"/>
                </a:lnTo>
                <a:lnTo>
                  <a:pt x="315453" y="32569"/>
                </a:lnTo>
                <a:lnTo>
                  <a:pt x="315453" y="172185"/>
                </a:lnTo>
                <a:lnTo>
                  <a:pt x="338095" y="172185"/>
                </a:lnTo>
                <a:lnTo>
                  <a:pt x="338095" y="0"/>
                </a:lnTo>
                <a:lnTo>
                  <a:pt x="313534" y="0"/>
                </a:lnTo>
                <a:lnTo>
                  <a:pt x="258035" y="93540"/>
                </a:lnTo>
                <a:lnTo>
                  <a:pt x="201474" y="0"/>
                </a:lnTo>
                <a:lnTo>
                  <a:pt x="176273" y="0"/>
                </a:lnTo>
                <a:close/>
                <a:moveTo>
                  <a:pt x="431532" y="5501"/>
                </a:moveTo>
                <a:lnTo>
                  <a:pt x="431196" y="5968"/>
                </a:lnTo>
                <a:lnTo>
                  <a:pt x="430850" y="6437"/>
                </a:lnTo>
                <a:lnTo>
                  <a:pt x="430494" y="6908"/>
                </a:lnTo>
                <a:lnTo>
                  <a:pt x="430127" y="7380"/>
                </a:lnTo>
                <a:lnTo>
                  <a:pt x="429749" y="7855"/>
                </a:lnTo>
                <a:lnTo>
                  <a:pt x="429361" y="8331"/>
                </a:lnTo>
                <a:lnTo>
                  <a:pt x="428963" y="8809"/>
                </a:lnTo>
                <a:lnTo>
                  <a:pt x="428554" y="9289"/>
                </a:lnTo>
                <a:lnTo>
                  <a:pt x="428135" y="9770"/>
                </a:lnTo>
                <a:lnTo>
                  <a:pt x="427705" y="10253"/>
                </a:lnTo>
                <a:lnTo>
                  <a:pt x="427265" y="10738"/>
                </a:lnTo>
                <a:lnTo>
                  <a:pt x="426815" y="11225"/>
                </a:lnTo>
                <a:lnTo>
                  <a:pt x="426354" y="11714"/>
                </a:lnTo>
                <a:lnTo>
                  <a:pt x="425883" y="12204"/>
                </a:lnTo>
                <a:lnTo>
                  <a:pt x="425401" y="12696"/>
                </a:lnTo>
                <a:lnTo>
                  <a:pt x="424908" y="13190"/>
                </a:lnTo>
                <a:lnTo>
                  <a:pt x="424406" y="13686"/>
                </a:lnTo>
                <a:lnTo>
                  <a:pt x="423893" y="14183"/>
                </a:lnTo>
                <a:lnTo>
                  <a:pt x="423369" y="14683"/>
                </a:lnTo>
                <a:lnTo>
                  <a:pt x="422835" y="15184"/>
                </a:lnTo>
                <a:lnTo>
                  <a:pt x="422291" y="15687"/>
                </a:lnTo>
                <a:lnTo>
                  <a:pt x="421736" y="16191"/>
                </a:lnTo>
                <a:lnTo>
                  <a:pt x="421170" y="16698"/>
                </a:lnTo>
                <a:lnTo>
                  <a:pt x="420595" y="17206"/>
                </a:lnTo>
                <a:lnTo>
                  <a:pt x="420010" y="17712"/>
                </a:lnTo>
                <a:lnTo>
                  <a:pt x="419418" y="18214"/>
                </a:lnTo>
                <a:lnTo>
                  <a:pt x="418818" y="18711"/>
                </a:lnTo>
                <a:lnTo>
                  <a:pt x="418210" y="19203"/>
                </a:lnTo>
                <a:lnTo>
                  <a:pt x="417595" y="19690"/>
                </a:lnTo>
                <a:lnTo>
                  <a:pt x="416973" y="20172"/>
                </a:lnTo>
                <a:lnTo>
                  <a:pt x="416343" y="20650"/>
                </a:lnTo>
                <a:lnTo>
                  <a:pt x="415705" y="21122"/>
                </a:lnTo>
                <a:lnTo>
                  <a:pt x="415060" y="21590"/>
                </a:lnTo>
                <a:lnTo>
                  <a:pt x="414407" y="22053"/>
                </a:lnTo>
                <a:lnTo>
                  <a:pt x="413747" y="22511"/>
                </a:lnTo>
                <a:lnTo>
                  <a:pt x="413079" y="22964"/>
                </a:lnTo>
                <a:lnTo>
                  <a:pt x="412404" y="23413"/>
                </a:lnTo>
                <a:lnTo>
                  <a:pt x="411721" y="23856"/>
                </a:lnTo>
                <a:lnTo>
                  <a:pt x="411030" y="24295"/>
                </a:lnTo>
                <a:lnTo>
                  <a:pt x="410332" y="24728"/>
                </a:lnTo>
                <a:lnTo>
                  <a:pt x="409627" y="25157"/>
                </a:lnTo>
                <a:lnTo>
                  <a:pt x="408914" y="25581"/>
                </a:lnTo>
                <a:lnTo>
                  <a:pt x="408193" y="26000"/>
                </a:lnTo>
                <a:lnTo>
                  <a:pt x="407465" y="26415"/>
                </a:lnTo>
                <a:lnTo>
                  <a:pt x="406729" y="26824"/>
                </a:lnTo>
                <a:lnTo>
                  <a:pt x="405986" y="27229"/>
                </a:lnTo>
                <a:lnTo>
                  <a:pt x="405235" y="27628"/>
                </a:lnTo>
                <a:lnTo>
                  <a:pt x="404476" y="28023"/>
                </a:lnTo>
                <a:lnTo>
                  <a:pt x="403712" y="28410"/>
                </a:lnTo>
                <a:lnTo>
                  <a:pt x="402942" y="28787"/>
                </a:lnTo>
                <a:lnTo>
                  <a:pt x="402167" y="29154"/>
                </a:lnTo>
                <a:lnTo>
                  <a:pt x="401387" y="29510"/>
                </a:lnTo>
                <a:lnTo>
                  <a:pt x="400601" y="29857"/>
                </a:lnTo>
                <a:lnTo>
                  <a:pt x="399811" y="30193"/>
                </a:lnTo>
                <a:lnTo>
                  <a:pt x="399016" y="30519"/>
                </a:lnTo>
                <a:lnTo>
                  <a:pt x="398215" y="30835"/>
                </a:lnTo>
                <a:lnTo>
                  <a:pt x="397410" y="31141"/>
                </a:lnTo>
                <a:lnTo>
                  <a:pt x="396599" y="31437"/>
                </a:lnTo>
                <a:lnTo>
                  <a:pt x="395783" y="31722"/>
                </a:lnTo>
                <a:lnTo>
                  <a:pt x="394962" y="31998"/>
                </a:lnTo>
                <a:lnTo>
                  <a:pt x="394136" y="32263"/>
                </a:lnTo>
                <a:lnTo>
                  <a:pt x="393305" y="32518"/>
                </a:lnTo>
                <a:lnTo>
                  <a:pt x="392468" y="32763"/>
                </a:lnTo>
                <a:lnTo>
                  <a:pt x="391627" y="32998"/>
                </a:lnTo>
                <a:lnTo>
                  <a:pt x="390781" y="33223"/>
                </a:lnTo>
                <a:lnTo>
                  <a:pt x="389929" y="33437"/>
                </a:lnTo>
                <a:lnTo>
                  <a:pt x="389072" y="33642"/>
                </a:lnTo>
                <a:lnTo>
                  <a:pt x="388210" y="33836"/>
                </a:lnTo>
                <a:lnTo>
                  <a:pt x="387344" y="34020"/>
                </a:lnTo>
                <a:lnTo>
                  <a:pt x="386472" y="34194"/>
                </a:lnTo>
                <a:lnTo>
                  <a:pt x="385594" y="34358"/>
                </a:lnTo>
                <a:lnTo>
                  <a:pt x="384712" y="34511"/>
                </a:lnTo>
                <a:lnTo>
                  <a:pt x="384712" y="54723"/>
                </a:lnTo>
                <a:lnTo>
                  <a:pt x="385604" y="54593"/>
                </a:lnTo>
                <a:lnTo>
                  <a:pt x="386489" y="54456"/>
                </a:lnTo>
                <a:lnTo>
                  <a:pt x="387367" y="54313"/>
                </a:lnTo>
                <a:lnTo>
                  <a:pt x="388237" y="54162"/>
                </a:lnTo>
                <a:lnTo>
                  <a:pt x="389101" y="54006"/>
                </a:lnTo>
                <a:lnTo>
                  <a:pt x="389957" y="53842"/>
                </a:lnTo>
                <a:lnTo>
                  <a:pt x="390806" y="53672"/>
                </a:lnTo>
                <a:lnTo>
                  <a:pt x="391648" y="53496"/>
                </a:lnTo>
                <a:lnTo>
                  <a:pt x="392483" y="53313"/>
                </a:lnTo>
                <a:lnTo>
                  <a:pt x="393311" y="53123"/>
                </a:lnTo>
                <a:lnTo>
                  <a:pt x="394132" y="52926"/>
                </a:lnTo>
                <a:lnTo>
                  <a:pt x="394946" y="52723"/>
                </a:lnTo>
                <a:lnTo>
                  <a:pt x="395753" y="52514"/>
                </a:lnTo>
                <a:lnTo>
                  <a:pt x="396552" y="52297"/>
                </a:lnTo>
                <a:lnTo>
                  <a:pt x="397345" y="52074"/>
                </a:lnTo>
                <a:lnTo>
                  <a:pt x="398130" y="51845"/>
                </a:lnTo>
                <a:lnTo>
                  <a:pt x="398908" y="51609"/>
                </a:lnTo>
                <a:lnTo>
                  <a:pt x="399679" y="51366"/>
                </a:lnTo>
                <a:lnTo>
                  <a:pt x="400443" y="51116"/>
                </a:lnTo>
                <a:lnTo>
                  <a:pt x="401200" y="50860"/>
                </a:lnTo>
                <a:lnTo>
                  <a:pt x="401950" y="50598"/>
                </a:lnTo>
                <a:lnTo>
                  <a:pt x="402692" y="50329"/>
                </a:lnTo>
                <a:lnTo>
                  <a:pt x="403428" y="50053"/>
                </a:lnTo>
                <a:lnTo>
                  <a:pt x="404156" y="49770"/>
                </a:lnTo>
                <a:lnTo>
                  <a:pt x="404877" y="49483"/>
                </a:lnTo>
                <a:lnTo>
                  <a:pt x="405590" y="49192"/>
                </a:lnTo>
                <a:lnTo>
                  <a:pt x="406294" y="48898"/>
                </a:lnTo>
                <a:lnTo>
                  <a:pt x="406990" y="48600"/>
                </a:lnTo>
                <a:lnTo>
                  <a:pt x="407678" y="48300"/>
                </a:lnTo>
                <a:lnTo>
                  <a:pt x="408358" y="47996"/>
                </a:lnTo>
                <a:lnTo>
                  <a:pt x="409029" y="47688"/>
                </a:lnTo>
                <a:lnTo>
                  <a:pt x="409693" y="47378"/>
                </a:lnTo>
                <a:lnTo>
                  <a:pt x="410348" y="47064"/>
                </a:lnTo>
                <a:lnTo>
                  <a:pt x="410995" y="46747"/>
                </a:lnTo>
                <a:lnTo>
                  <a:pt x="411633" y="46426"/>
                </a:lnTo>
                <a:lnTo>
                  <a:pt x="412264" y="46102"/>
                </a:lnTo>
                <a:lnTo>
                  <a:pt x="412886" y="45775"/>
                </a:lnTo>
                <a:lnTo>
                  <a:pt x="413500" y="45445"/>
                </a:lnTo>
                <a:lnTo>
                  <a:pt x="414105" y="45111"/>
                </a:lnTo>
                <a:lnTo>
                  <a:pt x="414703" y="44774"/>
                </a:lnTo>
                <a:lnTo>
                  <a:pt x="415292" y="44434"/>
                </a:lnTo>
                <a:lnTo>
                  <a:pt x="415873" y="44090"/>
                </a:lnTo>
                <a:lnTo>
                  <a:pt x="416446" y="43743"/>
                </a:lnTo>
                <a:lnTo>
                  <a:pt x="417011" y="43393"/>
                </a:lnTo>
                <a:lnTo>
                  <a:pt x="417567" y="43039"/>
                </a:lnTo>
                <a:lnTo>
                  <a:pt x="418116" y="42682"/>
                </a:lnTo>
                <a:lnTo>
                  <a:pt x="418656" y="42322"/>
                </a:lnTo>
                <a:lnTo>
                  <a:pt x="419187" y="41959"/>
                </a:lnTo>
                <a:lnTo>
                  <a:pt x="419710" y="41593"/>
                </a:lnTo>
                <a:lnTo>
                  <a:pt x="420223" y="41226"/>
                </a:lnTo>
                <a:lnTo>
                  <a:pt x="420726" y="40858"/>
                </a:lnTo>
                <a:lnTo>
                  <a:pt x="421218" y="40489"/>
                </a:lnTo>
                <a:lnTo>
                  <a:pt x="421701" y="40119"/>
                </a:lnTo>
                <a:lnTo>
                  <a:pt x="422174" y="39748"/>
                </a:lnTo>
                <a:lnTo>
                  <a:pt x="422636" y="39376"/>
                </a:lnTo>
                <a:lnTo>
                  <a:pt x="423089" y="39002"/>
                </a:lnTo>
                <a:lnTo>
                  <a:pt x="423532" y="38628"/>
                </a:lnTo>
                <a:lnTo>
                  <a:pt x="423965" y="38252"/>
                </a:lnTo>
                <a:lnTo>
                  <a:pt x="424387" y="37875"/>
                </a:lnTo>
                <a:lnTo>
                  <a:pt x="424800" y="37497"/>
                </a:lnTo>
                <a:lnTo>
                  <a:pt x="425203" y="37118"/>
                </a:lnTo>
                <a:lnTo>
                  <a:pt x="425596" y="36738"/>
                </a:lnTo>
                <a:lnTo>
                  <a:pt x="425978" y="36357"/>
                </a:lnTo>
                <a:lnTo>
                  <a:pt x="426351" y="35975"/>
                </a:lnTo>
                <a:lnTo>
                  <a:pt x="426714" y="35591"/>
                </a:lnTo>
                <a:lnTo>
                  <a:pt x="427067" y="35207"/>
                </a:lnTo>
                <a:lnTo>
                  <a:pt x="427409" y="34821"/>
                </a:lnTo>
                <a:lnTo>
                  <a:pt x="427742" y="34434"/>
                </a:lnTo>
                <a:lnTo>
                  <a:pt x="428065" y="34047"/>
                </a:lnTo>
                <a:lnTo>
                  <a:pt x="428378" y="33658"/>
                </a:lnTo>
                <a:lnTo>
                  <a:pt x="428681" y="33267"/>
                </a:lnTo>
                <a:lnTo>
                  <a:pt x="428974" y="32876"/>
                </a:lnTo>
                <a:lnTo>
                  <a:pt x="428974" y="172185"/>
                </a:lnTo>
                <a:lnTo>
                  <a:pt x="451360" y="172185"/>
                </a:lnTo>
                <a:lnTo>
                  <a:pt x="451360" y="5501"/>
                </a:lnTo>
                <a:lnTo>
                  <a:pt x="431532" y="550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VM2">
            <a:extLst xmlns:a="http://schemas.openxmlformats.org/drawingml/2006/main">
              <a:ext uri="{FF2B5EF4-FFF2-40B4-BE49-F238E27FC236}">
                <a16:creationId xmlns:a16="http://schemas.microsoft.com/office/drawing/2014/main" id="{5DB39C84-21F8-450B-B0B2-E7F7F19E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658" y="2029118"/>
            <a:ext cx="487563" cy="172185"/>
          </a:xfrm>
          <a:custGeom xmlns:a="http://schemas.openxmlformats.org/drawingml/2006/main">
            <a:pathLst>
              <a:path w="487563" h="172185">
                <a:moveTo>
                  <a:pt x="127028" y="0"/>
                </a:moveTo>
                <a:lnTo>
                  <a:pt x="75603" y="147879"/>
                </a:lnTo>
                <a:lnTo>
                  <a:pt x="24433" y="0"/>
                </a:lnTo>
                <a:lnTo>
                  <a:pt x="0" y="0"/>
                </a:lnTo>
                <a:lnTo>
                  <a:pt x="61915" y="172185"/>
                </a:lnTo>
                <a:lnTo>
                  <a:pt x="88779" y="172185"/>
                </a:lnTo>
                <a:lnTo>
                  <a:pt x="151333" y="0"/>
                </a:lnTo>
                <a:lnTo>
                  <a:pt x="127028" y="0"/>
                </a:lnTo>
                <a:close/>
                <a:moveTo>
                  <a:pt x="176273" y="0"/>
                </a:moveTo>
                <a:lnTo>
                  <a:pt x="176273" y="172185"/>
                </a:lnTo>
                <a:lnTo>
                  <a:pt x="198404" y="172185"/>
                </a:lnTo>
                <a:lnTo>
                  <a:pt x="198404" y="32367"/>
                </a:lnTo>
                <a:lnTo>
                  <a:pt x="249829" y="117945"/>
                </a:lnTo>
                <a:lnTo>
                  <a:pt x="264924" y="117945"/>
                </a:lnTo>
                <a:lnTo>
                  <a:pt x="315453" y="32569"/>
                </a:lnTo>
                <a:lnTo>
                  <a:pt x="315453" y="172185"/>
                </a:lnTo>
                <a:lnTo>
                  <a:pt x="338096" y="172185"/>
                </a:lnTo>
                <a:lnTo>
                  <a:pt x="338096" y="0"/>
                </a:lnTo>
                <a:lnTo>
                  <a:pt x="313535" y="0"/>
                </a:lnTo>
                <a:lnTo>
                  <a:pt x="258036" y="93540"/>
                </a:lnTo>
                <a:lnTo>
                  <a:pt x="201474" y="0"/>
                </a:lnTo>
                <a:lnTo>
                  <a:pt x="176273" y="0"/>
                </a:lnTo>
                <a:close/>
                <a:moveTo>
                  <a:pt x="401215" y="153252"/>
                </a:moveTo>
                <a:lnTo>
                  <a:pt x="445092" y="113884"/>
                </a:lnTo>
                <a:lnTo>
                  <a:pt x="445953" y="113106"/>
                </a:lnTo>
                <a:lnTo>
                  <a:pt x="446807" y="112328"/>
                </a:lnTo>
                <a:lnTo>
                  <a:pt x="447655" y="111549"/>
                </a:lnTo>
                <a:lnTo>
                  <a:pt x="448496" y="110770"/>
                </a:lnTo>
                <a:lnTo>
                  <a:pt x="449332" y="109990"/>
                </a:lnTo>
                <a:lnTo>
                  <a:pt x="450161" y="109210"/>
                </a:lnTo>
                <a:lnTo>
                  <a:pt x="450984" y="108430"/>
                </a:lnTo>
                <a:lnTo>
                  <a:pt x="451801" y="107649"/>
                </a:lnTo>
                <a:lnTo>
                  <a:pt x="452612" y="106868"/>
                </a:lnTo>
                <a:lnTo>
                  <a:pt x="453416" y="106086"/>
                </a:lnTo>
                <a:lnTo>
                  <a:pt x="454214" y="105304"/>
                </a:lnTo>
                <a:lnTo>
                  <a:pt x="455006" y="104521"/>
                </a:lnTo>
                <a:lnTo>
                  <a:pt x="455792" y="103738"/>
                </a:lnTo>
                <a:lnTo>
                  <a:pt x="456571" y="102955"/>
                </a:lnTo>
                <a:lnTo>
                  <a:pt x="457345" y="102171"/>
                </a:lnTo>
                <a:lnTo>
                  <a:pt x="458112" y="101386"/>
                </a:lnTo>
                <a:lnTo>
                  <a:pt x="458873" y="100601"/>
                </a:lnTo>
                <a:lnTo>
                  <a:pt x="459627" y="99816"/>
                </a:lnTo>
                <a:lnTo>
                  <a:pt x="460376" y="99030"/>
                </a:lnTo>
                <a:lnTo>
                  <a:pt x="461118" y="98244"/>
                </a:lnTo>
                <a:lnTo>
                  <a:pt x="461854" y="97457"/>
                </a:lnTo>
                <a:lnTo>
                  <a:pt x="462584" y="96670"/>
                </a:lnTo>
                <a:lnTo>
                  <a:pt x="463307" y="95883"/>
                </a:lnTo>
                <a:lnTo>
                  <a:pt x="464025" y="95095"/>
                </a:lnTo>
                <a:lnTo>
                  <a:pt x="464733" y="94304"/>
                </a:lnTo>
                <a:lnTo>
                  <a:pt x="465429" y="93510"/>
                </a:lnTo>
                <a:lnTo>
                  <a:pt x="466113" y="92710"/>
                </a:lnTo>
                <a:lnTo>
                  <a:pt x="466784" y="91907"/>
                </a:lnTo>
                <a:lnTo>
                  <a:pt x="467443" y="91099"/>
                </a:lnTo>
                <a:lnTo>
                  <a:pt x="468090" y="90286"/>
                </a:lnTo>
                <a:lnTo>
                  <a:pt x="468725" y="89469"/>
                </a:lnTo>
                <a:lnTo>
                  <a:pt x="469348" y="88648"/>
                </a:lnTo>
                <a:lnTo>
                  <a:pt x="469958" y="87822"/>
                </a:lnTo>
                <a:lnTo>
                  <a:pt x="470556" y="86992"/>
                </a:lnTo>
                <a:lnTo>
                  <a:pt x="471142" y="86157"/>
                </a:lnTo>
                <a:lnTo>
                  <a:pt x="471716" y="85318"/>
                </a:lnTo>
                <a:lnTo>
                  <a:pt x="472278" y="84474"/>
                </a:lnTo>
                <a:lnTo>
                  <a:pt x="472827" y="83626"/>
                </a:lnTo>
                <a:lnTo>
                  <a:pt x="473364" y="82774"/>
                </a:lnTo>
                <a:lnTo>
                  <a:pt x="473889" y="81917"/>
                </a:lnTo>
                <a:lnTo>
                  <a:pt x="474402" y="81056"/>
                </a:lnTo>
                <a:lnTo>
                  <a:pt x="474902" y="80190"/>
                </a:lnTo>
                <a:lnTo>
                  <a:pt x="475390" y="79320"/>
                </a:lnTo>
                <a:lnTo>
                  <a:pt x="475867" y="78445"/>
                </a:lnTo>
                <a:lnTo>
                  <a:pt x="476330" y="77566"/>
                </a:lnTo>
                <a:lnTo>
                  <a:pt x="476782" y="76683"/>
                </a:lnTo>
                <a:lnTo>
                  <a:pt x="477221" y="75795"/>
                </a:lnTo>
                <a:lnTo>
                  <a:pt x="477649" y="74903"/>
                </a:lnTo>
                <a:lnTo>
                  <a:pt x="478061" y="74004"/>
                </a:lnTo>
                <a:lnTo>
                  <a:pt x="478456" y="73097"/>
                </a:lnTo>
                <a:lnTo>
                  <a:pt x="478833" y="72183"/>
                </a:lnTo>
                <a:lnTo>
                  <a:pt x="479193" y="71260"/>
                </a:lnTo>
                <a:lnTo>
                  <a:pt x="479535" y="70329"/>
                </a:lnTo>
                <a:lnTo>
                  <a:pt x="479859" y="69391"/>
                </a:lnTo>
                <a:lnTo>
                  <a:pt x="480166" y="68444"/>
                </a:lnTo>
                <a:lnTo>
                  <a:pt x="480456" y="67489"/>
                </a:lnTo>
                <a:lnTo>
                  <a:pt x="480728" y="66527"/>
                </a:lnTo>
                <a:lnTo>
                  <a:pt x="480982" y="65556"/>
                </a:lnTo>
                <a:lnTo>
                  <a:pt x="481219" y="64577"/>
                </a:lnTo>
                <a:lnTo>
                  <a:pt x="481438" y="63591"/>
                </a:lnTo>
                <a:lnTo>
                  <a:pt x="481640" y="62596"/>
                </a:lnTo>
                <a:lnTo>
                  <a:pt x="481824" y="61594"/>
                </a:lnTo>
                <a:lnTo>
                  <a:pt x="481991" y="60583"/>
                </a:lnTo>
                <a:lnTo>
                  <a:pt x="482140" y="59565"/>
                </a:lnTo>
                <a:lnTo>
                  <a:pt x="482272" y="58538"/>
                </a:lnTo>
                <a:lnTo>
                  <a:pt x="482386" y="57504"/>
                </a:lnTo>
                <a:lnTo>
                  <a:pt x="482482" y="56461"/>
                </a:lnTo>
                <a:lnTo>
                  <a:pt x="482561" y="55411"/>
                </a:lnTo>
                <a:lnTo>
                  <a:pt x="482623" y="54352"/>
                </a:lnTo>
                <a:lnTo>
                  <a:pt x="482666" y="53286"/>
                </a:lnTo>
                <a:lnTo>
                  <a:pt x="482693" y="52212"/>
                </a:lnTo>
                <a:lnTo>
                  <a:pt x="482702" y="51129"/>
                </a:lnTo>
                <a:lnTo>
                  <a:pt x="482691" y="49922"/>
                </a:lnTo>
                <a:lnTo>
                  <a:pt x="482659" y="48727"/>
                </a:lnTo>
                <a:lnTo>
                  <a:pt x="482607" y="47546"/>
                </a:lnTo>
                <a:lnTo>
                  <a:pt x="482533" y="46379"/>
                </a:lnTo>
                <a:lnTo>
                  <a:pt x="482438" y="45224"/>
                </a:lnTo>
                <a:lnTo>
                  <a:pt x="482322" y="44083"/>
                </a:lnTo>
                <a:lnTo>
                  <a:pt x="482185" y="42956"/>
                </a:lnTo>
                <a:lnTo>
                  <a:pt x="482026" y="41841"/>
                </a:lnTo>
                <a:lnTo>
                  <a:pt x="481847" y="40740"/>
                </a:lnTo>
                <a:lnTo>
                  <a:pt x="481647" y="39652"/>
                </a:lnTo>
                <a:lnTo>
                  <a:pt x="481425" y="38578"/>
                </a:lnTo>
                <a:lnTo>
                  <a:pt x="481182" y="37516"/>
                </a:lnTo>
                <a:lnTo>
                  <a:pt x="480919" y="36469"/>
                </a:lnTo>
                <a:lnTo>
                  <a:pt x="480634" y="35434"/>
                </a:lnTo>
                <a:lnTo>
                  <a:pt x="480328" y="34413"/>
                </a:lnTo>
                <a:lnTo>
                  <a:pt x="480001" y="33405"/>
                </a:lnTo>
                <a:lnTo>
                  <a:pt x="479653" y="32410"/>
                </a:lnTo>
                <a:lnTo>
                  <a:pt x="479284" y="31429"/>
                </a:lnTo>
                <a:lnTo>
                  <a:pt x="478893" y="30461"/>
                </a:lnTo>
                <a:lnTo>
                  <a:pt x="478482" y="29506"/>
                </a:lnTo>
                <a:lnTo>
                  <a:pt x="478049" y="28565"/>
                </a:lnTo>
                <a:lnTo>
                  <a:pt x="477596" y="27637"/>
                </a:lnTo>
                <a:lnTo>
                  <a:pt x="477121" y="26722"/>
                </a:lnTo>
                <a:lnTo>
                  <a:pt x="476625" y="25820"/>
                </a:lnTo>
                <a:lnTo>
                  <a:pt x="476109" y="24934"/>
                </a:lnTo>
                <a:lnTo>
                  <a:pt x="475574" y="24064"/>
                </a:lnTo>
                <a:lnTo>
                  <a:pt x="475019" y="23211"/>
                </a:lnTo>
                <a:lnTo>
                  <a:pt x="474445" y="22375"/>
                </a:lnTo>
                <a:lnTo>
                  <a:pt x="473852" y="21555"/>
                </a:lnTo>
                <a:lnTo>
                  <a:pt x="473239" y="20752"/>
                </a:lnTo>
                <a:lnTo>
                  <a:pt x="472607" y="19965"/>
                </a:lnTo>
                <a:lnTo>
                  <a:pt x="471956" y="19195"/>
                </a:lnTo>
                <a:lnTo>
                  <a:pt x="471285" y="18442"/>
                </a:lnTo>
                <a:lnTo>
                  <a:pt x="470595" y="17705"/>
                </a:lnTo>
                <a:lnTo>
                  <a:pt x="469886" y="16985"/>
                </a:lnTo>
                <a:lnTo>
                  <a:pt x="469158" y="16282"/>
                </a:lnTo>
                <a:lnTo>
                  <a:pt x="468410" y="15596"/>
                </a:lnTo>
                <a:lnTo>
                  <a:pt x="467643" y="14926"/>
                </a:lnTo>
                <a:lnTo>
                  <a:pt x="466856" y="14272"/>
                </a:lnTo>
                <a:lnTo>
                  <a:pt x="466050" y="13636"/>
                </a:lnTo>
                <a:lnTo>
                  <a:pt x="465225" y="13016"/>
                </a:lnTo>
                <a:lnTo>
                  <a:pt x="464381" y="12413"/>
                </a:lnTo>
                <a:lnTo>
                  <a:pt x="463517" y="11826"/>
                </a:lnTo>
                <a:lnTo>
                  <a:pt x="462634" y="11256"/>
                </a:lnTo>
                <a:lnTo>
                  <a:pt x="461731" y="10703"/>
                </a:lnTo>
                <a:lnTo>
                  <a:pt x="460809" y="10166"/>
                </a:lnTo>
                <a:lnTo>
                  <a:pt x="459868" y="9646"/>
                </a:lnTo>
                <a:lnTo>
                  <a:pt x="458908" y="9143"/>
                </a:lnTo>
                <a:lnTo>
                  <a:pt x="457929" y="8657"/>
                </a:lnTo>
                <a:lnTo>
                  <a:pt x="456933" y="8193"/>
                </a:lnTo>
                <a:lnTo>
                  <a:pt x="455920" y="7749"/>
                </a:lnTo>
                <a:lnTo>
                  <a:pt x="454889" y="7326"/>
                </a:lnTo>
                <a:lnTo>
                  <a:pt x="453841" y="6924"/>
                </a:lnTo>
                <a:lnTo>
                  <a:pt x="452776" y="6542"/>
                </a:lnTo>
                <a:lnTo>
                  <a:pt x="451693" y="6181"/>
                </a:lnTo>
                <a:lnTo>
                  <a:pt x="450593" y="5840"/>
                </a:lnTo>
                <a:lnTo>
                  <a:pt x="449476" y="5520"/>
                </a:lnTo>
                <a:lnTo>
                  <a:pt x="448341" y="5221"/>
                </a:lnTo>
                <a:lnTo>
                  <a:pt x="447189" y="4942"/>
                </a:lnTo>
                <a:lnTo>
                  <a:pt x="446020" y="4684"/>
                </a:lnTo>
                <a:lnTo>
                  <a:pt x="444833" y="4447"/>
                </a:lnTo>
                <a:lnTo>
                  <a:pt x="443629" y="4230"/>
                </a:lnTo>
                <a:lnTo>
                  <a:pt x="442408" y="4034"/>
                </a:lnTo>
                <a:lnTo>
                  <a:pt x="441169" y="3859"/>
                </a:lnTo>
                <a:lnTo>
                  <a:pt x="439913" y="3704"/>
                </a:lnTo>
                <a:lnTo>
                  <a:pt x="438640" y="3570"/>
                </a:lnTo>
                <a:lnTo>
                  <a:pt x="437349" y="3456"/>
                </a:lnTo>
                <a:lnTo>
                  <a:pt x="436042" y="3363"/>
                </a:lnTo>
                <a:lnTo>
                  <a:pt x="434716" y="3291"/>
                </a:lnTo>
                <a:lnTo>
                  <a:pt x="433374" y="3239"/>
                </a:lnTo>
                <a:lnTo>
                  <a:pt x="432014" y="3208"/>
                </a:lnTo>
                <a:lnTo>
                  <a:pt x="430637" y="3198"/>
                </a:lnTo>
                <a:lnTo>
                  <a:pt x="429133" y="3209"/>
                </a:lnTo>
                <a:lnTo>
                  <a:pt x="427651" y="3242"/>
                </a:lnTo>
                <a:lnTo>
                  <a:pt x="426189" y="3298"/>
                </a:lnTo>
                <a:lnTo>
                  <a:pt x="424747" y="3375"/>
                </a:lnTo>
                <a:lnTo>
                  <a:pt x="423326" y="3475"/>
                </a:lnTo>
                <a:lnTo>
                  <a:pt x="421926" y="3597"/>
                </a:lnTo>
                <a:lnTo>
                  <a:pt x="420547" y="3741"/>
                </a:lnTo>
                <a:lnTo>
                  <a:pt x="419188" y="3907"/>
                </a:lnTo>
                <a:lnTo>
                  <a:pt x="417850" y="4095"/>
                </a:lnTo>
                <a:lnTo>
                  <a:pt x="416532" y="4306"/>
                </a:lnTo>
                <a:lnTo>
                  <a:pt x="415235" y="4538"/>
                </a:lnTo>
                <a:lnTo>
                  <a:pt x="413959" y="4793"/>
                </a:lnTo>
                <a:lnTo>
                  <a:pt x="412703" y="5070"/>
                </a:lnTo>
                <a:lnTo>
                  <a:pt x="411468" y="5369"/>
                </a:lnTo>
                <a:lnTo>
                  <a:pt x="410254" y="5690"/>
                </a:lnTo>
                <a:lnTo>
                  <a:pt x="409060" y="6034"/>
                </a:lnTo>
                <a:lnTo>
                  <a:pt x="407887" y="6399"/>
                </a:lnTo>
                <a:lnTo>
                  <a:pt x="406735" y="6787"/>
                </a:lnTo>
                <a:lnTo>
                  <a:pt x="405604" y="7197"/>
                </a:lnTo>
                <a:lnTo>
                  <a:pt x="404493" y="7629"/>
                </a:lnTo>
                <a:lnTo>
                  <a:pt x="403402" y="8083"/>
                </a:lnTo>
                <a:lnTo>
                  <a:pt x="402333" y="8559"/>
                </a:lnTo>
                <a:lnTo>
                  <a:pt x="401283" y="9058"/>
                </a:lnTo>
                <a:lnTo>
                  <a:pt x="400255" y="9578"/>
                </a:lnTo>
                <a:lnTo>
                  <a:pt x="399248" y="10119"/>
                </a:lnTo>
                <a:lnTo>
                  <a:pt x="398262" y="10678"/>
                </a:lnTo>
                <a:lnTo>
                  <a:pt x="397297" y="11255"/>
                </a:lnTo>
                <a:lnTo>
                  <a:pt x="396353" y="11850"/>
                </a:lnTo>
                <a:lnTo>
                  <a:pt x="395431" y="12464"/>
                </a:lnTo>
                <a:lnTo>
                  <a:pt x="394531" y="13095"/>
                </a:lnTo>
                <a:lnTo>
                  <a:pt x="393651" y="13745"/>
                </a:lnTo>
                <a:lnTo>
                  <a:pt x="392793" y="14413"/>
                </a:lnTo>
                <a:lnTo>
                  <a:pt x="391956" y="15099"/>
                </a:lnTo>
                <a:lnTo>
                  <a:pt x="391141" y="15804"/>
                </a:lnTo>
                <a:lnTo>
                  <a:pt x="390346" y="16526"/>
                </a:lnTo>
                <a:lnTo>
                  <a:pt x="389574" y="17267"/>
                </a:lnTo>
                <a:lnTo>
                  <a:pt x="388822" y="18025"/>
                </a:lnTo>
                <a:lnTo>
                  <a:pt x="388092" y="18802"/>
                </a:lnTo>
                <a:lnTo>
                  <a:pt x="387383" y="19598"/>
                </a:lnTo>
                <a:lnTo>
                  <a:pt x="386695" y="20411"/>
                </a:lnTo>
                <a:lnTo>
                  <a:pt x="386029" y="21242"/>
                </a:lnTo>
                <a:lnTo>
                  <a:pt x="385384" y="22092"/>
                </a:lnTo>
                <a:lnTo>
                  <a:pt x="384760" y="22960"/>
                </a:lnTo>
                <a:lnTo>
                  <a:pt x="384158" y="23846"/>
                </a:lnTo>
                <a:lnTo>
                  <a:pt x="383577" y="24750"/>
                </a:lnTo>
                <a:lnTo>
                  <a:pt x="383017" y="25672"/>
                </a:lnTo>
                <a:lnTo>
                  <a:pt x="382479" y="26613"/>
                </a:lnTo>
                <a:lnTo>
                  <a:pt x="381962" y="27571"/>
                </a:lnTo>
                <a:lnTo>
                  <a:pt x="381466" y="28546"/>
                </a:lnTo>
                <a:lnTo>
                  <a:pt x="380992" y="29534"/>
                </a:lnTo>
                <a:lnTo>
                  <a:pt x="380538" y="30536"/>
                </a:lnTo>
                <a:lnTo>
                  <a:pt x="380105" y="31552"/>
                </a:lnTo>
                <a:lnTo>
                  <a:pt x="379694" y="32582"/>
                </a:lnTo>
                <a:lnTo>
                  <a:pt x="379304" y="33625"/>
                </a:lnTo>
                <a:lnTo>
                  <a:pt x="378934" y="34682"/>
                </a:lnTo>
                <a:lnTo>
                  <a:pt x="378586" y="35753"/>
                </a:lnTo>
                <a:lnTo>
                  <a:pt x="378259" y="36837"/>
                </a:lnTo>
                <a:lnTo>
                  <a:pt x="377953" y="37935"/>
                </a:lnTo>
                <a:lnTo>
                  <a:pt x="377669" y="39047"/>
                </a:lnTo>
                <a:lnTo>
                  <a:pt x="377405" y="40173"/>
                </a:lnTo>
                <a:lnTo>
                  <a:pt x="377162" y="41312"/>
                </a:lnTo>
                <a:lnTo>
                  <a:pt x="376941" y="42465"/>
                </a:lnTo>
                <a:lnTo>
                  <a:pt x="376740" y="43632"/>
                </a:lnTo>
                <a:lnTo>
                  <a:pt x="376561" y="44813"/>
                </a:lnTo>
                <a:lnTo>
                  <a:pt x="376403" y="46007"/>
                </a:lnTo>
                <a:lnTo>
                  <a:pt x="376266" y="47215"/>
                </a:lnTo>
                <a:lnTo>
                  <a:pt x="376149" y="48437"/>
                </a:lnTo>
                <a:lnTo>
                  <a:pt x="376055" y="49672"/>
                </a:lnTo>
                <a:lnTo>
                  <a:pt x="375981" y="50921"/>
                </a:lnTo>
                <a:lnTo>
                  <a:pt x="375928" y="52184"/>
                </a:lnTo>
                <a:lnTo>
                  <a:pt x="375896" y="53461"/>
                </a:lnTo>
                <a:lnTo>
                  <a:pt x="375886" y="54751"/>
                </a:lnTo>
                <a:lnTo>
                  <a:pt x="397249" y="54751"/>
                </a:lnTo>
                <a:lnTo>
                  <a:pt x="397262" y="53591"/>
                </a:lnTo>
                <a:lnTo>
                  <a:pt x="397303" y="52448"/>
                </a:lnTo>
                <a:lnTo>
                  <a:pt x="397370" y="51322"/>
                </a:lnTo>
                <a:lnTo>
                  <a:pt x="397464" y="50212"/>
                </a:lnTo>
                <a:lnTo>
                  <a:pt x="397585" y="49119"/>
                </a:lnTo>
                <a:lnTo>
                  <a:pt x="397733" y="48042"/>
                </a:lnTo>
                <a:lnTo>
                  <a:pt x="397907" y="46982"/>
                </a:lnTo>
                <a:lnTo>
                  <a:pt x="398109" y="45938"/>
                </a:lnTo>
                <a:lnTo>
                  <a:pt x="398337" y="44911"/>
                </a:lnTo>
                <a:lnTo>
                  <a:pt x="398593" y="43901"/>
                </a:lnTo>
                <a:lnTo>
                  <a:pt x="398875" y="42907"/>
                </a:lnTo>
                <a:lnTo>
                  <a:pt x="399184" y="41930"/>
                </a:lnTo>
                <a:lnTo>
                  <a:pt x="399520" y="40969"/>
                </a:lnTo>
                <a:lnTo>
                  <a:pt x="399882" y="40025"/>
                </a:lnTo>
                <a:lnTo>
                  <a:pt x="400272" y="39098"/>
                </a:lnTo>
                <a:lnTo>
                  <a:pt x="400689" y="38187"/>
                </a:lnTo>
                <a:lnTo>
                  <a:pt x="401132" y="37293"/>
                </a:lnTo>
                <a:lnTo>
                  <a:pt x="401602" y="36415"/>
                </a:lnTo>
                <a:lnTo>
                  <a:pt x="402099" y="35554"/>
                </a:lnTo>
                <a:lnTo>
                  <a:pt x="402623" y="34709"/>
                </a:lnTo>
                <a:lnTo>
                  <a:pt x="403174" y="33881"/>
                </a:lnTo>
                <a:lnTo>
                  <a:pt x="403752" y="33070"/>
                </a:lnTo>
                <a:lnTo>
                  <a:pt x="404357" y="32275"/>
                </a:lnTo>
                <a:lnTo>
                  <a:pt x="404988" y="31497"/>
                </a:lnTo>
                <a:lnTo>
                  <a:pt x="405651" y="30743"/>
                </a:lnTo>
                <a:lnTo>
                  <a:pt x="406349" y="30021"/>
                </a:lnTo>
                <a:lnTo>
                  <a:pt x="407082" y="29332"/>
                </a:lnTo>
                <a:lnTo>
                  <a:pt x="407851" y="28674"/>
                </a:lnTo>
                <a:lnTo>
                  <a:pt x="408654" y="28049"/>
                </a:lnTo>
                <a:lnTo>
                  <a:pt x="409494" y="27455"/>
                </a:lnTo>
                <a:lnTo>
                  <a:pt x="410368" y="26894"/>
                </a:lnTo>
                <a:lnTo>
                  <a:pt x="411278" y="26365"/>
                </a:lnTo>
                <a:lnTo>
                  <a:pt x="412223" y="25867"/>
                </a:lnTo>
                <a:lnTo>
                  <a:pt x="413203" y="25402"/>
                </a:lnTo>
                <a:lnTo>
                  <a:pt x="414219" y="24969"/>
                </a:lnTo>
                <a:lnTo>
                  <a:pt x="415270" y="24568"/>
                </a:lnTo>
                <a:lnTo>
                  <a:pt x="416356" y="24199"/>
                </a:lnTo>
                <a:lnTo>
                  <a:pt x="417478" y="23863"/>
                </a:lnTo>
                <a:lnTo>
                  <a:pt x="418635" y="23558"/>
                </a:lnTo>
                <a:lnTo>
                  <a:pt x="419827" y="23285"/>
                </a:lnTo>
                <a:lnTo>
                  <a:pt x="421055" y="23045"/>
                </a:lnTo>
                <a:lnTo>
                  <a:pt x="422318" y="22836"/>
                </a:lnTo>
                <a:lnTo>
                  <a:pt x="423616" y="22660"/>
                </a:lnTo>
                <a:lnTo>
                  <a:pt x="424950" y="22515"/>
                </a:lnTo>
                <a:lnTo>
                  <a:pt x="426318" y="22403"/>
                </a:lnTo>
                <a:lnTo>
                  <a:pt x="427723" y="22323"/>
                </a:lnTo>
                <a:lnTo>
                  <a:pt x="429162" y="22275"/>
                </a:lnTo>
                <a:lnTo>
                  <a:pt x="430637" y="22259"/>
                </a:lnTo>
                <a:lnTo>
                  <a:pt x="431943" y="22273"/>
                </a:lnTo>
                <a:lnTo>
                  <a:pt x="433219" y="22317"/>
                </a:lnTo>
                <a:lnTo>
                  <a:pt x="434464" y="22389"/>
                </a:lnTo>
                <a:lnTo>
                  <a:pt x="435677" y="22491"/>
                </a:lnTo>
                <a:lnTo>
                  <a:pt x="436860" y="22622"/>
                </a:lnTo>
                <a:lnTo>
                  <a:pt x="438012" y="22782"/>
                </a:lnTo>
                <a:lnTo>
                  <a:pt x="439134" y="22971"/>
                </a:lnTo>
                <a:lnTo>
                  <a:pt x="440224" y="23189"/>
                </a:lnTo>
                <a:lnTo>
                  <a:pt x="441283" y="23436"/>
                </a:lnTo>
                <a:lnTo>
                  <a:pt x="442312" y="23712"/>
                </a:lnTo>
                <a:lnTo>
                  <a:pt x="443310" y="24017"/>
                </a:lnTo>
                <a:lnTo>
                  <a:pt x="444277" y="24351"/>
                </a:lnTo>
                <a:lnTo>
                  <a:pt x="445213" y="24715"/>
                </a:lnTo>
                <a:lnTo>
                  <a:pt x="446118" y="25107"/>
                </a:lnTo>
                <a:lnTo>
                  <a:pt x="446992" y="25529"/>
                </a:lnTo>
                <a:lnTo>
                  <a:pt x="447835" y="25979"/>
                </a:lnTo>
                <a:lnTo>
                  <a:pt x="448648" y="26459"/>
                </a:lnTo>
                <a:lnTo>
                  <a:pt x="449430" y="26967"/>
                </a:lnTo>
                <a:lnTo>
                  <a:pt x="450180" y="27505"/>
                </a:lnTo>
                <a:lnTo>
                  <a:pt x="450900" y="28072"/>
                </a:lnTo>
                <a:lnTo>
                  <a:pt x="451589" y="28668"/>
                </a:lnTo>
                <a:lnTo>
                  <a:pt x="452247" y="29293"/>
                </a:lnTo>
                <a:lnTo>
                  <a:pt x="452875" y="29947"/>
                </a:lnTo>
                <a:lnTo>
                  <a:pt x="453471" y="30630"/>
                </a:lnTo>
                <a:lnTo>
                  <a:pt x="454040" y="31335"/>
                </a:lnTo>
                <a:lnTo>
                  <a:pt x="454585" y="32057"/>
                </a:lnTo>
                <a:lnTo>
                  <a:pt x="455105" y="32795"/>
                </a:lnTo>
                <a:lnTo>
                  <a:pt x="455601" y="33550"/>
                </a:lnTo>
                <a:lnTo>
                  <a:pt x="456073" y="34320"/>
                </a:lnTo>
                <a:lnTo>
                  <a:pt x="456521" y="35107"/>
                </a:lnTo>
                <a:lnTo>
                  <a:pt x="456945" y="35910"/>
                </a:lnTo>
                <a:lnTo>
                  <a:pt x="457344" y="36729"/>
                </a:lnTo>
                <a:lnTo>
                  <a:pt x="457720" y="37564"/>
                </a:lnTo>
                <a:lnTo>
                  <a:pt x="458071" y="38415"/>
                </a:lnTo>
                <a:lnTo>
                  <a:pt x="458397" y="39283"/>
                </a:lnTo>
                <a:lnTo>
                  <a:pt x="458700" y="40167"/>
                </a:lnTo>
                <a:lnTo>
                  <a:pt x="458978" y="41067"/>
                </a:lnTo>
                <a:lnTo>
                  <a:pt x="459233" y="41983"/>
                </a:lnTo>
                <a:lnTo>
                  <a:pt x="459463" y="42916"/>
                </a:lnTo>
                <a:lnTo>
                  <a:pt x="459668" y="43864"/>
                </a:lnTo>
                <a:lnTo>
                  <a:pt x="459850" y="44829"/>
                </a:lnTo>
                <a:lnTo>
                  <a:pt x="460007" y="45810"/>
                </a:lnTo>
                <a:lnTo>
                  <a:pt x="460140" y="46807"/>
                </a:lnTo>
                <a:lnTo>
                  <a:pt x="460249" y="47821"/>
                </a:lnTo>
                <a:lnTo>
                  <a:pt x="460334" y="48851"/>
                </a:lnTo>
                <a:lnTo>
                  <a:pt x="460395" y="49896"/>
                </a:lnTo>
                <a:lnTo>
                  <a:pt x="460431" y="50958"/>
                </a:lnTo>
                <a:lnTo>
                  <a:pt x="460443" y="52037"/>
                </a:lnTo>
                <a:lnTo>
                  <a:pt x="460431" y="53078"/>
                </a:lnTo>
                <a:lnTo>
                  <a:pt x="460395" y="54116"/>
                </a:lnTo>
                <a:lnTo>
                  <a:pt x="460335" y="55150"/>
                </a:lnTo>
                <a:lnTo>
                  <a:pt x="460251" y="56180"/>
                </a:lnTo>
                <a:lnTo>
                  <a:pt x="460143" y="57205"/>
                </a:lnTo>
                <a:lnTo>
                  <a:pt x="460011" y="58227"/>
                </a:lnTo>
                <a:lnTo>
                  <a:pt x="459855" y="59245"/>
                </a:lnTo>
                <a:lnTo>
                  <a:pt x="459675" y="60258"/>
                </a:lnTo>
                <a:lnTo>
                  <a:pt x="459472" y="61268"/>
                </a:lnTo>
                <a:lnTo>
                  <a:pt x="459244" y="62274"/>
                </a:lnTo>
                <a:lnTo>
                  <a:pt x="458992" y="63276"/>
                </a:lnTo>
                <a:lnTo>
                  <a:pt x="458716" y="64273"/>
                </a:lnTo>
                <a:lnTo>
                  <a:pt x="458416" y="65267"/>
                </a:lnTo>
                <a:lnTo>
                  <a:pt x="458092" y="66257"/>
                </a:lnTo>
                <a:lnTo>
                  <a:pt x="457745" y="67243"/>
                </a:lnTo>
                <a:lnTo>
                  <a:pt x="457373" y="68224"/>
                </a:lnTo>
                <a:lnTo>
                  <a:pt x="456977" y="69202"/>
                </a:lnTo>
                <a:lnTo>
                  <a:pt x="456557" y="70176"/>
                </a:lnTo>
                <a:lnTo>
                  <a:pt x="456114" y="71146"/>
                </a:lnTo>
                <a:lnTo>
                  <a:pt x="455646" y="72111"/>
                </a:lnTo>
                <a:lnTo>
                  <a:pt x="455154" y="73073"/>
                </a:lnTo>
                <a:lnTo>
                  <a:pt x="454638" y="74031"/>
                </a:lnTo>
                <a:lnTo>
                  <a:pt x="454099" y="74985"/>
                </a:lnTo>
                <a:lnTo>
                  <a:pt x="453535" y="75934"/>
                </a:lnTo>
                <a:lnTo>
                  <a:pt x="452945" y="76887"/>
                </a:lnTo>
                <a:lnTo>
                  <a:pt x="452325" y="77848"/>
                </a:lnTo>
                <a:lnTo>
                  <a:pt x="451676" y="78818"/>
                </a:lnTo>
                <a:lnTo>
                  <a:pt x="450998" y="79796"/>
                </a:lnTo>
                <a:lnTo>
                  <a:pt x="450290" y="80784"/>
                </a:lnTo>
                <a:lnTo>
                  <a:pt x="449553" y="81781"/>
                </a:lnTo>
                <a:lnTo>
                  <a:pt x="448787" y="82786"/>
                </a:lnTo>
                <a:lnTo>
                  <a:pt x="447992" y="83801"/>
                </a:lnTo>
                <a:lnTo>
                  <a:pt x="447167" y="84824"/>
                </a:lnTo>
                <a:lnTo>
                  <a:pt x="446313" y="85856"/>
                </a:lnTo>
                <a:lnTo>
                  <a:pt x="445429" y="86897"/>
                </a:lnTo>
                <a:lnTo>
                  <a:pt x="444516" y="87947"/>
                </a:lnTo>
                <a:lnTo>
                  <a:pt x="443574" y="89006"/>
                </a:lnTo>
                <a:lnTo>
                  <a:pt x="442603" y="90074"/>
                </a:lnTo>
                <a:lnTo>
                  <a:pt x="441602" y="91150"/>
                </a:lnTo>
                <a:lnTo>
                  <a:pt x="440572" y="92236"/>
                </a:lnTo>
                <a:lnTo>
                  <a:pt x="439513" y="93330"/>
                </a:lnTo>
                <a:lnTo>
                  <a:pt x="438424" y="94433"/>
                </a:lnTo>
                <a:lnTo>
                  <a:pt x="437306" y="95545"/>
                </a:lnTo>
                <a:lnTo>
                  <a:pt x="436159" y="96666"/>
                </a:lnTo>
                <a:lnTo>
                  <a:pt x="434982" y="97796"/>
                </a:lnTo>
                <a:lnTo>
                  <a:pt x="433776" y="98935"/>
                </a:lnTo>
                <a:lnTo>
                  <a:pt x="432541" y="100083"/>
                </a:lnTo>
                <a:lnTo>
                  <a:pt x="431276" y="101239"/>
                </a:lnTo>
                <a:lnTo>
                  <a:pt x="372048" y="155299"/>
                </a:lnTo>
                <a:lnTo>
                  <a:pt x="372048" y="172185"/>
                </a:lnTo>
                <a:lnTo>
                  <a:pt x="487563" y="172185"/>
                </a:lnTo>
                <a:lnTo>
                  <a:pt x="487563" y="153252"/>
                </a:lnTo>
                <a:lnTo>
                  <a:pt x="401215" y="1532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79432-5E2B-4111-AF40-AFC1B85F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7" y="2076450"/>
            <a:ext cx="9861130" cy="1354836"/>
          </a:xfrm>
          <a:custGeom xmlns:a="http://schemas.openxmlformats.org/drawingml/2006/main">
            <a:pathLst>
              <a:path w="9861130" h="1354836">
                <a:moveTo>
                  <a:pt x="9861130" y="1354836"/>
                </a:moveTo>
                <a:lnTo>
                  <a:pt x="9861130" y="0"/>
                </a:lnTo>
                <a:lnTo>
                  <a:pt x="9804844" y="0"/>
                </a:lnTo>
                <a:lnTo>
                  <a:pt x="9804844" y="1298550"/>
                </a:lnTo>
                <a:lnTo>
                  <a:pt x="112572" y="1298550"/>
                </a:lnTo>
                <a:lnTo>
                  <a:pt x="112572" y="1170107"/>
                </a:lnTo>
                <a:lnTo>
                  <a:pt x="168859" y="1170107"/>
                </a:lnTo>
                <a:lnTo>
                  <a:pt x="84429" y="1001249"/>
                </a:lnTo>
                <a:lnTo>
                  <a:pt x="0" y="1170107"/>
                </a:lnTo>
                <a:lnTo>
                  <a:pt x="56286" y="1170107"/>
                </a:lnTo>
                <a:lnTo>
                  <a:pt x="56286" y="1354836"/>
                </a:lnTo>
                <a:lnTo>
                  <a:pt x="9861130" y="1354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b51789ded4be5"/>
          <a:stretch xmlns:a="http://schemas.openxmlformats.org/drawingml/2006/main"/>
        </p:blipFill>
        <p:spPr>
          <a:xfrm xmlns:a="http://schemas.openxmlformats.org/drawingml/2006/main">
            <a:off x="9866316" y="2833754"/>
            <a:ext cx="1386090" cy="1309931"/>
          </a:xfrm>
          <a:prstGeom xmlns:a="http://schemas.openxmlformats.org/drawingml/2006/main" prst="rect">
            <a:avLst/>
          </a:prstGeom>
        </p:spPr>
      </p:pic>
      <p:sp>
        <p:nvSpPr>
          <p:cNvPr id="46" name="Text F">
            <a:extLst xmlns:a="http://schemas.openxmlformats.org/drawingml/2006/main">
              <a:ext uri="{FF2B5EF4-FFF2-40B4-BE49-F238E27FC236}">
                <a16:creationId xmlns:a16="http://schemas.microsoft.com/office/drawing/2014/main" id="{D412F8EC-E755-4F9D-8404-BC9563EF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118" y="5269283"/>
            <a:ext cx="172185" cy="112572"/>
          </a:xfrm>
          <a:custGeom xmlns:a="http://schemas.openxmlformats.org/drawingml/2006/main">
            <a:pathLst>
              <a:path w="172185" h="112572">
                <a:moveTo>
                  <a:pt x="172185" y="112572"/>
                </a:moveTo>
                <a:lnTo>
                  <a:pt x="0" y="112572"/>
                </a:lnTo>
                <a:lnTo>
                  <a:pt x="0" y="0"/>
                </a:lnTo>
                <a:lnTo>
                  <a:pt x="29806" y="0"/>
                </a:lnTo>
                <a:lnTo>
                  <a:pt x="29806" y="76626"/>
                </a:lnTo>
                <a:lnTo>
                  <a:pt x="69974" y="76626"/>
                </a:lnTo>
                <a:lnTo>
                  <a:pt x="69974" y="7931"/>
                </a:lnTo>
                <a:lnTo>
                  <a:pt x="98501" y="7931"/>
                </a:lnTo>
                <a:lnTo>
                  <a:pt x="98501" y="76626"/>
                </a:lnTo>
                <a:lnTo>
                  <a:pt x="172185" y="76626"/>
                </a:lnTo>
                <a:lnTo>
                  <a:pt x="172185" y="112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u">
            <a:extLst xmlns:a="http://schemas.openxmlformats.org/drawingml/2006/main">
              <a:ext uri="{FF2B5EF4-FFF2-40B4-BE49-F238E27FC236}">
                <a16:creationId xmlns:a16="http://schemas.microsoft.com/office/drawing/2014/main" id="{319B37D6-82C5-4AED-BC66-6D7D8E6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915" y="5128856"/>
            <a:ext cx="128691" cy="117178"/>
          </a:xfrm>
          <a:custGeom xmlns:a="http://schemas.openxmlformats.org/drawingml/2006/main">
            <a:pathLst>
              <a:path w="128691" h="117178">
                <a:moveTo>
                  <a:pt x="128691" y="77521"/>
                </a:moveTo>
                <a:cubicBezTo>
                  <a:pt x="128691" y="90143"/>
                  <a:pt x="124722" y="99908"/>
                  <a:pt x="116786" y="106816"/>
                </a:cubicBezTo>
                <a:cubicBezTo>
                  <a:pt x="108847" y="113724"/>
                  <a:pt x="97547" y="117178"/>
                  <a:pt x="82886" y="117178"/>
                </a:cubicBezTo>
                <a:lnTo>
                  <a:pt x="0" y="117178"/>
                </a:lnTo>
                <a:lnTo>
                  <a:pt x="0" y="83278"/>
                </a:lnTo>
                <a:lnTo>
                  <a:pt x="79092" y="83278"/>
                </a:lnTo>
                <a:cubicBezTo>
                  <a:pt x="83450" y="83278"/>
                  <a:pt x="87306" y="82660"/>
                  <a:pt x="90662" y="81423"/>
                </a:cubicBezTo>
                <a:cubicBezTo>
                  <a:pt x="94017" y="80186"/>
                  <a:pt x="96610" y="78140"/>
                  <a:pt x="98441" y="75283"/>
                </a:cubicBezTo>
                <a:cubicBezTo>
                  <a:pt x="100272" y="72426"/>
                  <a:pt x="101187" y="68652"/>
                  <a:pt x="101187" y="63962"/>
                </a:cubicBezTo>
                <a:cubicBezTo>
                  <a:pt x="101187" y="57139"/>
                  <a:pt x="99640" y="51319"/>
                  <a:pt x="96546" y="46500"/>
                </a:cubicBezTo>
                <a:cubicBezTo>
                  <a:pt x="93452" y="41682"/>
                  <a:pt x="89682" y="37481"/>
                  <a:pt x="85237" y="33900"/>
                </a:cubicBezTo>
                <a:lnTo>
                  <a:pt x="0" y="33900"/>
                </a:lnTo>
                <a:lnTo>
                  <a:pt x="0" y="0"/>
                </a:lnTo>
                <a:lnTo>
                  <a:pt x="126388" y="0"/>
                </a:lnTo>
                <a:lnTo>
                  <a:pt x="126388" y="32748"/>
                </a:lnTo>
                <a:lnTo>
                  <a:pt x="108223" y="33260"/>
                </a:lnTo>
                <a:cubicBezTo>
                  <a:pt x="113510" y="37439"/>
                  <a:pt x="118244" y="43153"/>
                  <a:pt x="122422" y="50402"/>
                </a:cubicBezTo>
                <a:cubicBezTo>
                  <a:pt x="126601" y="57651"/>
                  <a:pt x="128691" y="66691"/>
                  <a:pt x="128691" y="77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z">
            <a:extLst xmlns:a="http://schemas.openxmlformats.org/drawingml/2006/main">
              <a:ext uri="{FF2B5EF4-FFF2-40B4-BE49-F238E27FC236}">
                <a16:creationId xmlns:a16="http://schemas.microsoft.com/office/drawing/2014/main" id="{83DB1BB2-852C-44BF-96D8-98605EE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915" y="4997845"/>
            <a:ext cx="126388" cy="103362"/>
          </a:xfrm>
          <a:custGeom xmlns:a="http://schemas.openxmlformats.org/drawingml/2006/main">
            <a:pathLst>
              <a:path w="126388" h="103362">
                <a:moveTo>
                  <a:pt x="126388" y="103362"/>
                </a:moveTo>
                <a:lnTo>
                  <a:pt x="101523" y="103362"/>
                </a:lnTo>
                <a:lnTo>
                  <a:pt x="26096" y="44133"/>
                </a:lnTo>
                <a:lnTo>
                  <a:pt x="26096" y="98245"/>
                </a:lnTo>
                <a:lnTo>
                  <a:pt x="0" y="98245"/>
                </a:lnTo>
                <a:lnTo>
                  <a:pt x="0" y="4094"/>
                </a:lnTo>
                <a:lnTo>
                  <a:pt x="23958" y="4094"/>
                </a:lnTo>
                <a:lnTo>
                  <a:pt x="100164" y="63450"/>
                </a:lnTo>
                <a:lnTo>
                  <a:pt x="100164" y="0"/>
                </a:lnTo>
                <a:lnTo>
                  <a:pt x="126388" y="0"/>
                </a:lnTo>
                <a:lnTo>
                  <a:pt x="126388" y="10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z">
            <a:extLst xmlns:a="http://schemas.openxmlformats.org/drawingml/2006/main">
              <a:ext uri="{FF2B5EF4-FFF2-40B4-BE49-F238E27FC236}">
                <a16:creationId xmlns:a16="http://schemas.microsoft.com/office/drawing/2014/main" id="{F68D26AF-6460-4901-B726-6C78519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915" y="4875995"/>
            <a:ext cx="126388" cy="103362"/>
          </a:xfrm>
          <a:custGeom xmlns:a="http://schemas.openxmlformats.org/drawingml/2006/main">
            <a:pathLst>
              <a:path w="126388" h="103362">
                <a:moveTo>
                  <a:pt x="126388" y="103362"/>
                </a:moveTo>
                <a:lnTo>
                  <a:pt x="101523" y="103362"/>
                </a:lnTo>
                <a:lnTo>
                  <a:pt x="26096" y="44133"/>
                </a:lnTo>
                <a:lnTo>
                  <a:pt x="26096" y="98245"/>
                </a:lnTo>
                <a:lnTo>
                  <a:pt x="0" y="98245"/>
                </a:lnTo>
                <a:lnTo>
                  <a:pt x="0" y="4094"/>
                </a:lnTo>
                <a:lnTo>
                  <a:pt x="23958" y="4094"/>
                </a:lnTo>
                <a:lnTo>
                  <a:pt x="100164" y="63450"/>
                </a:lnTo>
                <a:lnTo>
                  <a:pt x="100164" y="0"/>
                </a:lnTo>
                <a:lnTo>
                  <a:pt x="126388" y="0"/>
                </a:lnTo>
                <a:lnTo>
                  <a:pt x="126388" y="10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e">
            <a:extLst xmlns:a="http://schemas.openxmlformats.org/drawingml/2006/main">
              <a:ext uri="{FF2B5EF4-FFF2-40B4-BE49-F238E27FC236}">
                <a16:creationId xmlns:a16="http://schemas.microsoft.com/office/drawing/2014/main" id="{3C05F9D5-9CEA-43A8-B875-E1B74EDE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3996" y="4736967"/>
            <a:ext cx="130610" cy="122039"/>
          </a:xfrm>
          <a:custGeom xmlns:a="http://schemas.openxmlformats.org/drawingml/2006/main">
            <a:pathLst>
              <a:path w="130610" h="122039">
                <a:moveTo>
                  <a:pt x="130610" y="58205"/>
                </a:moveTo>
                <a:cubicBezTo>
                  <a:pt x="130610" y="72106"/>
                  <a:pt x="127999" y="83790"/>
                  <a:pt x="122778" y="93256"/>
                </a:cubicBezTo>
                <a:cubicBezTo>
                  <a:pt x="117557" y="102722"/>
                  <a:pt x="110029" y="109886"/>
                  <a:pt x="100192" y="114747"/>
                </a:cubicBezTo>
                <a:cubicBezTo>
                  <a:pt x="90352" y="119608"/>
                  <a:pt x="78529" y="122039"/>
                  <a:pt x="64721" y="122039"/>
                </a:cubicBezTo>
                <a:cubicBezTo>
                  <a:pt x="51345" y="122039"/>
                  <a:pt x="39825" y="119672"/>
                  <a:pt x="30162" y="114939"/>
                </a:cubicBezTo>
                <a:cubicBezTo>
                  <a:pt x="20496" y="110206"/>
                  <a:pt x="13052" y="103255"/>
                  <a:pt x="7831" y="94087"/>
                </a:cubicBezTo>
                <a:cubicBezTo>
                  <a:pt x="2610" y="84920"/>
                  <a:pt x="0" y="73641"/>
                  <a:pt x="0" y="60252"/>
                </a:cubicBezTo>
                <a:cubicBezTo>
                  <a:pt x="0" y="41660"/>
                  <a:pt x="5495" y="26970"/>
                  <a:pt x="16486" y="16182"/>
                </a:cubicBezTo>
                <a:cubicBezTo>
                  <a:pt x="27477" y="5394"/>
                  <a:pt x="43145" y="0"/>
                  <a:pt x="63490" y="0"/>
                </a:cubicBezTo>
                <a:cubicBezTo>
                  <a:pt x="64524" y="0"/>
                  <a:pt x="65924" y="43"/>
                  <a:pt x="67691" y="128"/>
                </a:cubicBezTo>
                <a:cubicBezTo>
                  <a:pt x="69458" y="213"/>
                  <a:pt x="70816" y="341"/>
                  <a:pt x="71765" y="512"/>
                </a:cubicBezTo>
                <a:lnTo>
                  <a:pt x="71765" y="88139"/>
                </a:lnTo>
                <a:cubicBezTo>
                  <a:pt x="77785" y="87968"/>
                  <a:pt x="83413" y="86881"/>
                  <a:pt x="88647" y="84877"/>
                </a:cubicBezTo>
                <a:cubicBezTo>
                  <a:pt x="93881" y="82873"/>
                  <a:pt x="98090" y="79696"/>
                  <a:pt x="101275" y="75347"/>
                </a:cubicBezTo>
                <a:cubicBezTo>
                  <a:pt x="104457" y="70997"/>
                  <a:pt x="106048" y="65283"/>
                  <a:pt x="106048" y="58205"/>
                </a:cubicBezTo>
                <a:cubicBezTo>
                  <a:pt x="106048" y="50871"/>
                  <a:pt x="104401" y="44986"/>
                  <a:pt x="101107" y="40552"/>
                </a:cubicBezTo>
                <a:cubicBezTo>
                  <a:pt x="97813" y="36117"/>
                  <a:pt x="92915" y="33857"/>
                  <a:pt x="86412" y="33772"/>
                </a:cubicBezTo>
                <a:lnTo>
                  <a:pt x="86412" y="384"/>
                </a:lnTo>
                <a:cubicBezTo>
                  <a:pt x="96262" y="810"/>
                  <a:pt x="104471" y="3475"/>
                  <a:pt x="111037" y="8379"/>
                </a:cubicBezTo>
                <a:cubicBezTo>
                  <a:pt x="117604" y="13283"/>
                  <a:pt x="122508" y="19977"/>
                  <a:pt x="125748" y="28463"/>
                </a:cubicBezTo>
                <a:cubicBezTo>
                  <a:pt x="128989" y="36948"/>
                  <a:pt x="130610" y="46863"/>
                  <a:pt x="130610" y="58205"/>
                </a:cubicBezTo>
                <a:moveTo>
                  <a:pt x="50274" y="87755"/>
                </a:moveTo>
                <a:lnTo>
                  <a:pt x="50274" y="33644"/>
                </a:lnTo>
                <a:cubicBezTo>
                  <a:pt x="41319" y="33900"/>
                  <a:pt x="34625" y="36479"/>
                  <a:pt x="30190" y="41383"/>
                </a:cubicBezTo>
                <a:cubicBezTo>
                  <a:pt x="25755" y="46287"/>
                  <a:pt x="23538" y="52576"/>
                  <a:pt x="23538" y="60252"/>
                </a:cubicBezTo>
                <a:cubicBezTo>
                  <a:pt x="23538" y="68098"/>
                  <a:pt x="25820" y="74515"/>
                  <a:pt x="30386" y="79504"/>
                </a:cubicBezTo>
                <a:cubicBezTo>
                  <a:pt x="34951" y="84493"/>
                  <a:pt x="41580" y="87244"/>
                  <a:pt x="50274" y="87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r">
            <a:extLst xmlns:a="http://schemas.openxmlformats.org/drawingml/2006/main">
              <a:ext uri="{FF2B5EF4-FFF2-40B4-BE49-F238E27FC236}">
                <a16:creationId xmlns:a16="http://schemas.microsoft.com/office/drawing/2014/main" id="{B16D6BC8-B48A-4D1F-974E-AF3AF573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3996" y="4633369"/>
            <a:ext cx="128307" cy="73812"/>
          </a:xfrm>
          <a:custGeom xmlns:a="http://schemas.openxmlformats.org/drawingml/2006/main">
            <a:pathLst>
              <a:path w="128307" h="73812">
                <a:moveTo>
                  <a:pt x="128307" y="73812"/>
                </a:moveTo>
                <a:lnTo>
                  <a:pt x="1919" y="73812"/>
                </a:lnTo>
                <a:lnTo>
                  <a:pt x="1919" y="41319"/>
                </a:lnTo>
                <a:lnTo>
                  <a:pt x="23282" y="40680"/>
                </a:lnTo>
                <a:cubicBezTo>
                  <a:pt x="15777" y="37439"/>
                  <a:pt x="10021" y="32578"/>
                  <a:pt x="6012" y="26096"/>
                </a:cubicBezTo>
                <a:cubicBezTo>
                  <a:pt x="2004" y="19615"/>
                  <a:pt x="0" y="11769"/>
                  <a:pt x="0" y="2558"/>
                </a:cubicBezTo>
                <a:lnTo>
                  <a:pt x="0" y="0"/>
                </a:lnTo>
                <a:lnTo>
                  <a:pt x="28527" y="0"/>
                </a:lnTo>
                <a:lnTo>
                  <a:pt x="28527" y="3198"/>
                </a:lnTo>
                <a:cubicBezTo>
                  <a:pt x="28527" y="8230"/>
                  <a:pt x="28983" y="13048"/>
                  <a:pt x="29894" y="17653"/>
                </a:cubicBezTo>
                <a:cubicBezTo>
                  <a:pt x="30805" y="22259"/>
                  <a:pt x="32369" y="26437"/>
                  <a:pt x="34583" y="30190"/>
                </a:cubicBezTo>
                <a:cubicBezTo>
                  <a:pt x="36798" y="33942"/>
                  <a:pt x="39859" y="37183"/>
                  <a:pt x="43766" y="39912"/>
                </a:cubicBezTo>
                <a:lnTo>
                  <a:pt x="128307" y="39912"/>
                </a:lnTo>
                <a:lnTo>
                  <a:pt x="128307" y="7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A">
            <a:extLst xmlns:a="http://schemas.openxmlformats.org/drawingml/2006/main">
              <a:ext uri="{FF2B5EF4-FFF2-40B4-BE49-F238E27FC236}">
                <a16:creationId xmlns:a16="http://schemas.microsoft.com/office/drawing/2014/main" id="{68345CB4-D2F2-4EF7-8BC5-5357AA0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0118" y="4413477"/>
            <a:ext cx="172185" cy="161695"/>
          </a:xfrm>
          <a:custGeom xmlns:a="http://schemas.openxmlformats.org/drawingml/2006/main">
            <a:pathLst>
              <a:path w="172185" h="161695">
                <a:moveTo>
                  <a:pt x="172185" y="161695"/>
                </a:moveTo>
                <a:lnTo>
                  <a:pt x="0" y="99780"/>
                </a:lnTo>
                <a:lnTo>
                  <a:pt x="0" y="62043"/>
                </a:lnTo>
                <a:lnTo>
                  <a:pt x="172185" y="0"/>
                </a:lnTo>
                <a:lnTo>
                  <a:pt x="172185" y="37481"/>
                </a:lnTo>
                <a:lnTo>
                  <a:pt x="134319" y="49762"/>
                </a:lnTo>
                <a:lnTo>
                  <a:pt x="134319" y="111933"/>
                </a:lnTo>
                <a:lnTo>
                  <a:pt x="172185" y="124597"/>
                </a:lnTo>
                <a:lnTo>
                  <a:pt x="172185" y="161695"/>
                </a:lnTo>
                <a:moveTo>
                  <a:pt x="104513" y="103362"/>
                </a:moveTo>
                <a:lnTo>
                  <a:pt x="104513" y="58589"/>
                </a:lnTo>
                <a:lnTo>
                  <a:pt x="35563" y="80975"/>
                </a:lnTo>
                <a:lnTo>
                  <a:pt x="104513" y="10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g">
            <a:extLst xmlns:a="http://schemas.openxmlformats.org/drawingml/2006/main">
              <a:ext uri="{FF2B5EF4-FFF2-40B4-BE49-F238E27FC236}">
                <a16:creationId xmlns:a16="http://schemas.microsoft.com/office/drawing/2014/main" id="{28DEF742-C488-4434-AA05-D5AE5931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9029" y="4278181"/>
            <a:ext cx="191501" cy="124213"/>
          </a:xfrm>
          <a:custGeom xmlns:a="http://schemas.openxmlformats.org/drawingml/2006/main">
            <a:pathLst>
              <a:path w="191501" h="124213">
                <a:moveTo>
                  <a:pt x="29413" y="24919"/>
                </a:moveTo>
                <a:lnTo>
                  <a:pt x="29056" y="24383"/>
                </a:lnTo>
                <a:lnTo>
                  <a:pt x="28718" y="23833"/>
                </a:lnTo>
                <a:lnTo>
                  <a:pt x="28399" y="23268"/>
                </a:lnTo>
                <a:lnTo>
                  <a:pt x="28099" y="22688"/>
                </a:lnTo>
                <a:lnTo>
                  <a:pt x="27819" y="22095"/>
                </a:lnTo>
                <a:lnTo>
                  <a:pt x="27558" y="21487"/>
                </a:lnTo>
                <a:lnTo>
                  <a:pt x="27317" y="20864"/>
                </a:lnTo>
                <a:lnTo>
                  <a:pt x="27095" y="20227"/>
                </a:lnTo>
                <a:lnTo>
                  <a:pt x="26892" y="19575"/>
                </a:lnTo>
                <a:lnTo>
                  <a:pt x="26708" y="18909"/>
                </a:lnTo>
                <a:lnTo>
                  <a:pt x="26544" y="18229"/>
                </a:lnTo>
                <a:lnTo>
                  <a:pt x="26393" y="17538"/>
                </a:lnTo>
                <a:lnTo>
                  <a:pt x="26248" y="16842"/>
                </a:lnTo>
                <a:lnTo>
                  <a:pt x="26109" y="16139"/>
                </a:lnTo>
                <a:lnTo>
                  <a:pt x="25977" y="15431"/>
                </a:lnTo>
                <a:lnTo>
                  <a:pt x="25852" y="14716"/>
                </a:lnTo>
                <a:lnTo>
                  <a:pt x="25733" y="13996"/>
                </a:lnTo>
                <a:lnTo>
                  <a:pt x="25620" y="13269"/>
                </a:lnTo>
                <a:lnTo>
                  <a:pt x="25514" y="12536"/>
                </a:lnTo>
                <a:lnTo>
                  <a:pt x="25414" y="11798"/>
                </a:lnTo>
                <a:lnTo>
                  <a:pt x="25320" y="11053"/>
                </a:lnTo>
                <a:lnTo>
                  <a:pt x="25233" y="10303"/>
                </a:lnTo>
                <a:lnTo>
                  <a:pt x="25153" y="9546"/>
                </a:lnTo>
                <a:lnTo>
                  <a:pt x="25079" y="8784"/>
                </a:lnTo>
                <a:lnTo>
                  <a:pt x="25011" y="8015"/>
                </a:lnTo>
                <a:lnTo>
                  <a:pt x="24950" y="7241"/>
                </a:lnTo>
                <a:lnTo>
                  <a:pt x="24895" y="6460"/>
                </a:lnTo>
                <a:lnTo>
                  <a:pt x="24847" y="5674"/>
                </a:lnTo>
                <a:lnTo>
                  <a:pt x="24805" y="4881"/>
                </a:lnTo>
                <a:lnTo>
                  <a:pt x="24770" y="4083"/>
                </a:lnTo>
                <a:lnTo>
                  <a:pt x="24741" y="3278"/>
                </a:lnTo>
                <a:lnTo>
                  <a:pt x="24718" y="2468"/>
                </a:lnTo>
                <a:lnTo>
                  <a:pt x="24702" y="1651"/>
                </a:lnTo>
                <a:lnTo>
                  <a:pt x="24692" y="829"/>
                </a:lnTo>
                <a:lnTo>
                  <a:pt x="24689" y="0"/>
                </a:lnTo>
                <a:lnTo>
                  <a:pt x="0" y="0"/>
                </a:lnTo>
                <a:lnTo>
                  <a:pt x="19" y="1218"/>
                </a:lnTo>
                <a:lnTo>
                  <a:pt x="54" y="2422"/>
                </a:lnTo>
                <a:lnTo>
                  <a:pt x="106" y="3611"/>
                </a:lnTo>
                <a:lnTo>
                  <a:pt x="174" y="4785"/>
                </a:lnTo>
                <a:lnTo>
                  <a:pt x="259" y="5944"/>
                </a:lnTo>
                <a:lnTo>
                  <a:pt x="360" y="7088"/>
                </a:lnTo>
                <a:lnTo>
                  <a:pt x="477" y="8217"/>
                </a:lnTo>
                <a:lnTo>
                  <a:pt x="611" y="9331"/>
                </a:lnTo>
                <a:lnTo>
                  <a:pt x="762" y="10431"/>
                </a:lnTo>
                <a:lnTo>
                  <a:pt x="928" y="11515"/>
                </a:lnTo>
                <a:lnTo>
                  <a:pt x="1112" y="12585"/>
                </a:lnTo>
                <a:lnTo>
                  <a:pt x="1311" y="13640"/>
                </a:lnTo>
                <a:lnTo>
                  <a:pt x="1527" y="14680"/>
                </a:lnTo>
                <a:lnTo>
                  <a:pt x="1760" y="15705"/>
                </a:lnTo>
                <a:lnTo>
                  <a:pt x="2009" y="16715"/>
                </a:lnTo>
                <a:lnTo>
                  <a:pt x="2274" y="17710"/>
                </a:lnTo>
                <a:lnTo>
                  <a:pt x="2556" y="18691"/>
                </a:lnTo>
                <a:lnTo>
                  <a:pt x="2854" y="19656"/>
                </a:lnTo>
                <a:lnTo>
                  <a:pt x="3169" y="20607"/>
                </a:lnTo>
                <a:lnTo>
                  <a:pt x="3500" y="21543"/>
                </a:lnTo>
                <a:lnTo>
                  <a:pt x="3848" y="22464"/>
                </a:lnTo>
                <a:lnTo>
                  <a:pt x="4212" y="23370"/>
                </a:lnTo>
                <a:lnTo>
                  <a:pt x="4592" y="24261"/>
                </a:lnTo>
                <a:lnTo>
                  <a:pt x="4989" y="25137"/>
                </a:lnTo>
                <a:lnTo>
                  <a:pt x="5409" y="25996"/>
                </a:lnTo>
                <a:lnTo>
                  <a:pt x="5858" y="26837"/>
                </a:lnTo>
                <a:lnTo>
                  <a:pt x="6336" y="27658"/>
                </a:lnTo>
                <a:lnTo>
                  <a:pt x="6844" y="28461"/>
                </a:lnTo>
                <a:lnTo>
                  <a:pt x="7381" y="29245"/>
                </a:lnTo>
                <a:lnTo>
                  <a:pt x="7947" y="30010"/>
                </a:lnTo>
                <a:lnTo>
                  <a:pt x="8543" y="30756"/>
                </a:lnTo>
                <a:lnTo>
                  <a:pt x="9168" y="31483"/>
                </a:lnTo>
                <a:lnTo>
                  <a:pt x="9822" y="32192"/>
                </a:lnTo>
                <a:lnTo>
                  <a:pt x="10506" y="32881"/>
                </a:lnTo>
                <a:lnTo>
                  <a:pt x="11219" y="33552"/>
                </a:lnTo>
                <a:lnTo>
                  <a:pt x="11961" y="34203"/>
                </a:lnTo>
                <a:lnTo>
                  <a:pt x="12732" y="34836"/>
                </a:lnTo>
                <a:lnTo>
                  <a:pt x="13533" y="35450"/>
                </a:lnTo>
                <a:lnTo>
                  <a:pt x="14363" y="36045"/>
                </a:lnTo>
                <a:lnTo>
                  <a:pt x="15223" y="36622"/>
                </a:lnTo>
                <a:lnTo>
                  <a:pt x="16112" y="37179"/>
                </a:lnTo>
                <a:lnTo>
                  <a:pt x="17030" y="37717"/>
                </a:lnTo>
                <a:lnTo>
                  <a:pt x="17977" y="38237"/>
                </a:lnTo>
                <a:lnTo>
                  <a:pt x="18954" y="38738"/>
                </a:lnTo>
                <a:lnTo>
                  <a:pt x="19960" y="39219"/>
                </a:lnTo>
                <a:lnTo>
                  <a:pt x="20995" y="39682"/>
                </a:lnTo>
                <a:lnTo>
                  <a:pt x="21107" y="39729"/>
                </a:lnTo>
                <a:lnTo>
                  <a:pt x="20967" y="40081"/>
                </a:lnTo>
                <a:lnTo>
                  <a:pt x="20569" y="41151"/>
                </a:lnTo>
                <a:lnTo>
                  <a:pt x="20191" y="42243"/>
                </a:lnTo>
                <a:lnTo>
                  <a:pt x="19834" y="43355"/>
                </a:lnTo>
                <a:lnTo>
                  <a:pt x="19498" y="44489"/>
                </a:lnTo>
                <a:lnTo>
                  <a:pt x="19181" y="45644"/>
                </a:lnTo>
                <a:lnTo>
                  <a:pt x="18885" y="46819"/>
                </a:lnTo>
                <a:lnTo>
                  <a:pt x="18610" y="48016"/>
                </a:lnTo>
                <a:lnTo>
                  <a:pt x="18355" y="49234"/>
                </a:lnTo>
                <a:lnTo>
                  <a:pt x="18120" y="50474"/>
                </a:lnTo>
                <a:lnTo>
                  <a:pt x="17906" y="51734"/>
                </a:lnTo>
                <a:lnTo>
                  <a:pt x="17712" y="53015"/>
                </a:lnTo>
                <a:lnTo>
                  <a:pt x="17539" y="54318"/>
                </a:lnTo>
                <a:lnTo>
                  <a:pt x="17386" y="55641"/>
                </a:lnTo>
                <a:lnTo>
                  <a:pt x="17253" y="56986"/>
                </a:lnTo>
                <a:lnTo>
                  <a:pt x="17141" y="58351"/>
                </a:lnTo>
                <a:lnTo>
                  <a:pt x="17049" y="59738"/>
                </a:lnTo>
                <a:lnTo>
                  <a:pt x="16978" y="61146"/>
                </a:lnTo>
                <a:lnTo>
                  <a:pt x="16927" y="62575"/>
                </a:lnTo>
                <a:lnTo>
                  <a:pt x="16896" y="64025"/>
                </a:lnTo>
                <a:lnTo>
                  <a:pt x="16886" y="65497"/>
                </a:lnTo>
                <a:lnTo>
                  <a:pt x="16896" y="66927"/>
                </a:lnTo>
                <a:lnTo>
                  <a:pt x="16927" y="68338"/>
                </a:lnTo>
                <a:lnTo>
                  <a:pt x="16978" y="69732"/>
                </a:lnTo>
                <a:lnTo>
                  <a:pt x="17049" y="71108"/>
                </a:lnTo>
                <a:lnTo>
                  <a:pt x="17141" y="72465"/>
                </a:lnTo>
                <a:lnTo>
                  <a:pt x="17253" y="73804"/>
                </a:lnTo>
                <a:lnTo>
                  <a:pt x="17386" y="75124"/>
                </a:lnTo>
                <a:lnTo>
                  <a:pt x="17539" y="76427"/>
                </a:lnTo>
                <a:lnTo>
                  <a:pt x="17712" y="77711"/>
                </a:lnTo>
                <a:lnTo>
                  <a:pt x="17906" y="78977"/>
                </a:lnTo>
                <a:lnTo>
                  <a:pt x="18120" y="80225"/>
                </a:lnTo>
                <a:lnTo>
                  <a:pt x="18355" y="81455"/>
                </a:lnTo>
                <a:lnTo>
                  <a:pt x="18610" y="82667"/>
                </a:lnTo>
                <a:lnTo>
                  <a:pt x="18885" y="83860"/>
                </a:lnTo>
                <a:lnTo>
                  <a:pt x="19181" y="85035"/>
                </a:lnTo>
                <a:lnTo>
                  <a:pt x="19498" y="86192"/>
                </a:lnTo>
                <a:lnTo>
                  <a:pt x="19834" y="87330"/>
                </a:lnTo>
                <a:lnTo>
                  <a:pt x="20191" y="88451"/>
                </a:lnTo>
                <a:lnTo>
                  <a:pt x="20569" y="89553"/>
                </a:lnTo>
                <a:lnTo>
                  <a:pt x="20967" y="90637"/>
                </a:lnTo>
                <a:lnTo>
                  <a:pt x="21385" y="91703"/>
                </a:lnTo>
                <a:lnTo>
                  <a:pt x="21824" y="92750"/>
                </a:lnTo>
                <a:lnTo>
                  <a:pt x="22283" y="93780"/>
                </a:lnTo>
                <a:lnTo>
                  <a:pt x="22762" y="94791"/>
                </a:lnTo>
                <a:lnTo>
                  <a:pt x="23259" y="95783"/>
                </a:lnTo>
                <a:lnTo>
                  <a:pt x="23769" y="96755"/>
                </a:lnTo>
                <a:lnTo>
                  <a:pt x="24292" y="97706"/>
                </a:lnTo>
                <a:lnTo>
                  <a:pt x="24829" y="98638"/>
                </a:lnTo>
                <a:lnTo>
                  <a:pt x="25380" y="99549"/>
                </a:lnTo>
                <a:lnTo>
                  <a:pt x="25944" y="100440"/>
                </a:lnTo>
                <a:lnTo>
                  <a:pt x="26521" y="101310"/>
                </a:lnTo>
                <a:lnTo>
                  <a:pt x="27113" y="102161"/>
                </a:lnTo>
                <a:lnTo>
                  <a:pt x="27717" y="102991"/>
                </a:lnTo>
                <a:lnTo>
                  <a:pt x="28335" y="103801"/>
                </a:lnTo>
                <a:lnTo>
                  <a:pt x="28967" y="104591"/>
                </a:lnTo>
                <a:lnTo>
                  <a:pt x="29612" y="105361"/>
                </a:lnTo>
                <a:lnTo>
                  <a:pt x="30271" y="106110"/>
                </a:lnTo>
                <a:lnTo>
                  <a:pt x="30943" y="106839"/>
                </a:lnTo>
                <a:lnTo>
                  <a:pt x="31629" y="107548"/>
                </a:lnTo>
                <a:lnTo>
                  <a:pt x="32328" y="108237"/>
                </a:lnTo>
                <a:lnTo>
                  <a:pt x="33041" y="108906"/>
                </a:lnTo>
                <a:lnTo>
                  <a:pt x="33767" y="109554"/>
                </a:lnTo>
                <a:lnTo>
                  <a:pt x="34507" y="110182"/>
                </a:lnTo>
                <a:lnTo>
                  <a:pt x="35260" y="110790"/>
                </a:lnTo>
                <a:lnTo>
                  <a:pt x="36027" y="111378"/>
                </a:lnTo>
                <a:lnTo>
                  <a:pt x="36808" y="111946"/>
                </a:lnTo>
                <a:lnTo>
                  <a:pt x="37602" y="112493"/>
                </a:lnTo>
                <a:lnTo>
                  <a:pt x="38409" y="113020"/>
                </a:lnTo>
                <a:lnTo>
                  <a:pt x="39227" y="113526"/>
                </a:lnTo>
                <a:lnTo>
                  <a:pt x="40054" y="114011"/>
                </a:lnTo>
                <a:lnTo>
                  <a:pt x="40888" y="114474"/>
                </a:lnTo>
                <a:lnTo>
                  <a:pt x="41731" y="114916"/>
                </a:lnTo>
                <a:lnTo>
                  <a:pt x="42583" y="115336"/>
                </a:lnTo>
                <a:lnTo>
                  <a:pt x="43442" y="115734"/>
                </a:lnTo>
                <a:lnTo>
                  <a:pt x="44309" y="116111"/>
                </a:lnTo>
                <a:lnTo>
                  <a:pt x="45185" y="116467"/>
                </a:lnTo>
                <a:lnTo>
                  <a:pt x="46069" y="116801"/>
                </a:lnTo>
                <a:lnTo>
                  <a:pt x="46962" y="117113"/>
                </a:lnTo>
                <a:lnTo>
                  <a:pt x="47862" y="117404"/>
                </a:lnTo>
                <a:lnTo>
                  <a:pt x="48771" y="117673"/>
                </a:lnTo>
                <a:lnTo>
                  <a:pt x="49688" y="117921"/>
                </a:lnTo>
                <a:lnTo>
                  <a:pt x="50613" y="118147"/>
                </a:lnTo>
                <a:lnTo>
                  <a:pt x="51546" y="118352"/>
                </a:lnTo>
                <a:lnTo>
                  <a:pt x="52488" y="118535"/>
                </a:lnTo>
                <a:lnTo>
                  <a:pt x="53437" y="118697"/>
                </a:lnTo>
                <a:lnTo>
                  <a:pt x="54395" y="118837"/>
                </a:lnTo>
                <a:lnTo>
                  <a:pt x="55362" y="118955"/>
                </a:lnTo>
                <a:lnTo>
                  <a:pt x="56336" y="119052"/>
                </a:lnTo>
                <a:lnTo>
                  <a:pt x="57319" y="119127"/>
                </a:lnTo>
                <a:lnTo>
                  <a:pt x="58309" y="119181"/>
                </a:lnTo>
                <a:lnTo>
                  <a:pt x="59308" y="119214"/>
                </a:lnTo>
                <a:lnTo>
                  <a:pt x="60316" y="119224"/>
                </a:lnTo>
                <a:lnTo>
                  <a:pt x="61261" y="119214"/>
                </a:lnTo>
                <a:lnTo>
                  <a:pt x="62200" y="119182"/>
                </a:lnTo>
                <a:lnTo>
                  <a:pt x="63134" y="119128"/>
                </a:lnTo>
                <a:lnTo>
                  <a:pt x="64063" y="119054"/>
                </a:lnTo>
                <a:lnTo>
                  <a:pt x="64986" y="118958"/>
                </a:lnTo>
                <a:lnTo>
                  <a:pt x="65904" y="118841"/>
                </a:lnTo>
                <a:lnTo>
                  <a:pt x="66817" y="118702"/>
                </a:lnTo>
                <a:lnTo>
                  <a:pt x="67725" y="118542"/>
                </a:lnTo>
                <a:lnTo>
                  <a:pt x="68627" y="118361"/>
                </a:lnTo>
                <a:lnTo>
                  <a:pt x="69524" y="118158"/>
                </a:lnTo>
                <a:lnTo>
                  <a:pt x="70415" y="117934"/>
                </a:lnTo>
                <a:lnTo>
                  <a:pt x="71301" y="117689"/>
                </a:lnTo>
                <a:lnTo>
                  <a:pt x="72182" y="117423"/>
                </a:lnTo>
                <a:lnTo>
                  <a:pt x="73057" y="117135"/>
                </a:lnTo>
                <a:lnTo>
                  <a:pt x="73928" y="116826"/>
                </a:lnTo>
                <a:lnTo>
                  <a:pt x="74792" y="116495"/>
                </a:lnTo>
                <a:lnTo>
                  <a:pt x="75652" y="116144"/>
                </a:lnTo>
                <a:lnTo>
                  <a:pt x="76506" y="115770"/>
                </a:lnTo>
                <a:lnTo>
                  <a:pt x="77355" y="115376"/>
                </a:lnTo>
                <a:lnTo>
                  <a:pt x="78198" y="114960"/>
                </a:lnTo>
                <a:lnTo>
                  <a:pt x="79037" y="114523"/>
                </a:lnTo>
                <a:lnTo>
                  <a:pt x="79869" y="114065"/>
                </a:lnTo>
                <a:lnTo>
                  <a:pt x="80697" y="113585"/>
                </a:lnTo>
                <a:lnTo>
                  <a:pt x="81519" y="113084"/>
                </a:lnTo>
                <a:lnTo>
                  <a:pt x="82332" y="112562"/>
                </a:lnTo>
                <a:lnTo>
                  <a:pt x="83131" y="112021"/>
                </a:lnTo>
                <a:lnTo>
                  <a:pt x="83918" y="111459"/>
                </a:lnTo>
                <a:lnTo>
                  <a:pt x="84691" y="110877"/>
                </a:lnTo>
                <a:lnTo>
                  <a:pt x="85450" y="110276"/>
                </a:lnTo>
                <a:lnTo>
                  <a:pt x="86197" y="109654"/>
                </a:lnTo>
                <a:lnTo>
                  <a:pt x="86930" y="109013"/>
                </a:lnTo>
                <a:lnTo>
                  <a:pt x="87650" y="108351"/>
                </a:lnTo>
                <a:lnTo>
                  <a:pt x="88356" y="107669"/>
                </a:lnTo>
                <a:lnTo>
                  <a:pt x="89049" y="106968"/>
                </a:lnTo>
                <a:lnTo>
                  <a:pt x="89729" y="106246"/>
                </a:lnTo>
                <a:lnTo>
                  <a:pt x="90396" y="105505"/>
                </a:lnTo>
                <a:lnTo>
                  <a:pt x="91049" y="104743"/>
                </a:lnTo>
                <a:lnTo>
                  <a:pt x="91689" y="103962"/>
                </a:lnTo>
                <a:lnTo>
                  <a:pt x="92316" y="103160"/>
                </a:lnTo>
                <a:lnTo>
                  <a:pt x="92929" y="102339"/>
                </a:lnTo>
                <a:lnTo>
                  <a:pt x="93529" y="101497"/>
                </a:lnTo>
                <a:lnTo>
                  <a:pt x="94116" y="100636"/>
                </a:lnTo>
                <a:lnTo>
                  <a:pt x="94631" y="99844"/>
                </a:lnTo>
                <a:lnTo>
                  <a:pt x="94764" y="100177"/>
                </a:lnTo>
                <a:lnTo>
                  <a:pt x="95131" y="101063"/>
                </a:lnTo>
                <a:lnTo>
                  <a:pt x="95502" y="101928"/>
                </a:lnTo>
                <a:lnTo>
                  <a:pt x="95878" y="102772"/>
                </a:lnTo>
                <a:lnTo>
                  <a:pt x="96259" y="103595"/>
                </a:lnTo>
                <a:lnTo>
                  <a:pt x="96645" y="104396"/>
                </a:lnTo>
                <a:lnTo>
                  <a:pt x="97035" y="105177"/>
                </a:lnTo>
                <a:lnTo>
                  <a:pt x="97429" y="105936"/>
                </a:lnTo>
                <a:lnTo>
                  <a:pt x="97829" y="106675"/>
                </a:lnTo>
                <a:lnTo>
                  <a:pt x="98233" y="107392"/>
                </a:lnTo>
                <a:lnTo>
                  <a:pt x="98642" y="108088"/>
                </a:lnTo>
                <a:lnTo>
                  <a:pt x="99055" y="108763"/>
                </a:lnTo>
                <a:lnTo>
                  <a:pt x="99473" y="109417"/>
                </a:lnTo>
                <a:lnTo>
                  <a:pt x="99896" y="110050"/>
                </a:lnTo>
                <a:lnTo>
                  <a:pt x="100323" y="110662"/>
                </a:lnTo>
                <a:lnTo>
                  <a:pt x="100755" y="111252"/>
                </a:lnTo>
                <a:lnTo>
                  <a:pt x="101192" y="111822"/>
                </a:lnTo>
                <a:lnTo>
                  <a:pt x="101634" y="112370"/>
                </a:lnTo>
                <a:lnTo>
                  <a:pt x="102080" y="112898"/>
                </a:lnTo>
                <a:lnTo>
                  <a:pt x="102530" y="113404"/>
                </a:lnTo>
                <a:lnTo>
                  <a:pt x="102988" y="113889"/>
                </a:lnTo>
                <a:lnTo>
                  <a:pt x="103453" y="114354"/>
                </a:lnTo>
                <a:lnTo>
                  <a:pt x="103927" y="114798"/>
                </a:lnTo>
                <a:lnTo>
                  <a:pt x="104408" y="115221"/>
                </a:lnTo>
                <a:lnTo>
                  <a:pt x="104898" y="115624"/>
                </a:lnTo>
                <a:lnTo>
                  <a:pt x="105397" y="116006"/>
                </a:lnTo>
                <a:lnTo>
                  <a:pt x="105903" y="116368"/>
                </a:lnTo>
                <a:lnTo>
                  <a:pt x="106418" y="116709"/>
                </a:lnTo>
                <a:lnTo>
                  <a:pt x="106941" y="117029"/>
                </a:lnTo>
                <a:lnTo>
                  <a:pt x="107472" y="117328"/>
                </a:lnTo>
                <a:lnTo>
                  <a:pt x="108011" y="117607"/>
                </a:lnTo>
                <a:lnTo>
                  <a:pt x="108559" y="117865"/>
                </a:lnTo>
                <a:lnTo>
                  <a:pt x="109115" y="118103"/>
                </a:lnTo>
                <a:lnTo>
                  <a:pt x="109679" y="118320"/>
                </a:lnTo>
                <a:lnTo>
                  <a:pt x="110251" y="118516"/>
                </a:lnTo>
                <a:lnTo>
                  <a:pt x="110831" y="118691"/>
                </a:lnTo>
                <a:lnTo>
                  <a:pt x="111420" y="118846"/>
                </a:lnTo>
                <a:lnTo>
                  <a:pt x="112017" y="118981"/>
                </a:lnTo>
                <a:lnTo>
                  <a:pt x="112622" y="119094"/>
                </a:lnTo>
                <a:lnTo>
                  <a:pt x="113235" y="119187"/>
                </a:lnTo>
                <a:lnTo>
                  <a:pt x="113857" y="119259"/>
                </a:lnTo>
                <a:lnTo>
                  <a:pt x="114486" y="119311"/>
                </a:lnTo>
                <a:lnTo>
                  <a:pt x="115124" y="119342"/>
                </a:lnTo>
                <a:lnTo>
                  <a:pt x="115770" y="119352"/>
                </a:lnTo>
                <a:lnTo>
                  <a:pt x="116186" y="119346"/>
                </a:lnTo>
                <a:lnTo>
                  <a:pt x="116603" y="119326"/>
                </a:lnTo>
                <a:lnTo>
                  <a:pt x="117020" y="119292"/>
                </a:lnTo>
                <a:lnTo>
                  <a:pt x="117437" y="119246"/>
                </a:lnTo>
                <a:lnTo>
                  <a:pt x="117855" y="119186"/>
                </a:lnTo>
                <a:lnTo>
                  <a:pt x="118273" y="119112"/>
                </a:lnTo>
                <a:lnTo>
                  <a:pt x="118692" y="119026"/>
                </a:lnTo>
                <a:lnTo>
                  <a:pt x="119111" y="118926"/>
                </a:lnTo>
                <a:lnTo>
                  <a:pt x="119530" y="118813"/>
                </a:lnTo>
                <a:lnTo>
                  <a:pt x="119950" y="118686"/>
                </a:lnTo>
                <a:lnTo>
                  <a:pt x="120371" y="118546"/>
                </a:lnTo>
                <a:lnTo>
                  <a:pt x="120791" y="118393"/>
                </a:lnTo>
                <a:lnTo>
                  <a:pt x="121213" y="118226"/>
                </a:lnTo>
                <a:lnTo>
                  <a:pt x="121634" y="118046"/>
                </a:lnTo>
                <a:lnTo>
                  <a:pt x="122057" y="117853"/>
                </a:lnTo>
                <a:lnTo>
                  <a:pt x="122479" y="117647"/>
                </a:lnTo>
                <a:lnTo>
                  <a:pt x="122902" y="117427"/>
                </a:lnTo>
                <a:lnTo>
                  <a:pt x="123326" y="117194"/>
                </a:lnTo>
                <a:lnTo>
                  <a:pt x="123750" y="116947"/>
                </a:lnTo>
                <a:lnTo>
                  <a:pt x="124174" y="116687"/>
                </a:lnTo>
                <a:lnTo>
                  <a:pt x="124599" y="116414"/>
                </a:lnTo>
                <a:lnTo>
                  <a:pt x="125024" y="116128"/>
                </a:lnTo>
                <a:lnTo>
                  <a:pt x="125450" y="115828"/>
                </a:lnTo>
                <a:lnTo>
                  <a:pt x="125876" y="115515"/>
                </a:lnTo>
                <a:lnTo>
                  <a:pt x="126301" y="115187"/>
                </a:lnTo>
                <a:lnTo>
                  <a:pt x="126721" y="114844"/>
                </a:lnTo>
                <a:lnTo>
                  <a:pt x="127137" y="114485"/>
                </a:lnTo>
                <a:lnTo>
                  <a:pt x="127548" y="114111"/>
                </a:lnTo>
                <a:lnTo>
                  <a:pt x="127956" y="113721"/>
                </a:lnTo>
                <a:lnTo>
                  <a:pt x="128359" y="113316"/>
                </a:lnTo>
                <a:lnTo>
                  <a:pt x="128758" y="112895"/>
                </a:lnTo>
                <a:lnTo>
                  <a:pt x="129153" y="112459"/>
                </a:lnTo>
                <a:lnTo>
                  <a:pt x="129543" y="112007"/>
                </a:lnTo>
                <a:lnTo>
                  <a:pt x="129929" y="111539"/>
                </a:lnTo>
                <a:lnTo>
                  <a:pt x="130312" y="111056"/>
                </a:lnTo>
                <a:lnTo>
                  <a:pt x="130689" y="110558"/>
                </a:lnTo>
                <a:lnTo>
                  <a:pt x="131063" y="110043"/>
                </a:lnTo>
                <a:lnTo>
                  <a:pt x="131433" y="109514"/>
                </a:lnTo>
                <a:lnTo>
                  <a:pt x="131798" y="108969"/>
                </a:lnTo>
                <a:lnTo>
                  <a:pt x="132159" y="108408"/>
                </a:lnTo>
                <a:lnTo>
                  <a:pt x="132516" y="107831"/>
                </a:lnTo>
                <a:lnTo>
                  <a:pt x="132868" y="107240"/>
                </a:lnTo>
                <a:lnTo>
                  <a:pt x="133217" y="106632"/>
                </a:lnTo>
                <a:lnTo>
                  <a:pt x="133561" y="106009"/>
                </a:lnTo>
                <a:lnTo>
                  <a:pt x="133901" y="105371"/>
                </a:lnTo>
                <a:lnTo>
                  <a:pt x="134236" y="104717"/>
                </a:lnTo>
                <a:lnTo>
                  <a:pt x="134396" y="104394"/>
                </a:lnTo>
                <a:lnTo>
                  <a:pt x="134594" y="104873"/>
                </a:lnTo>
                <a:lnTo>
                  <a:pt x="135119" y="106062"/>
                </a:lnTo>
                <a:lnTo>
                  <a:pt x="135661" y="107211"/>
                </a:lnTo>
                <a:lnTo>
                  <a:pt x="136220" y="108319"/>
                </a:lnTo>
                <a:lnTo>
                  <a:pt x="136796" y="109386"/>
                </a:lnTo>
                <a:lnTo>
                  <a:pt x="137388" y="110412"/>
                </a:lnTo>
                <a:lnTo>
                  <a:pt x="137997" y="111397"/>
                </a:lnTo>
                <a:lnTo>
                  <a:pt x="138623" y="112341"/>
                </a:lnTo>
                <a:lnTo>
                  <a:pt x="139265" y="113245"/>
                </a:lnTo>
                <a:lnTo>
                  <a:pt x="139924" y="114107"/>
                </a:lnTo>
                <a:lnTo>
                  <a:pt x="140596" y="114932"/>
                </a:lnTo>
                <a:lnTo>
                  <a:pt x="141277" y="115722"/>
                </a:lnTo>
                <a:lnTo>
                  <a:pt x="141967" y="116476"/>
                </a:lnTo>
                <a:lnTo>
                  <a:pt x="142666" y="117195"/>
                </a:lnTo>
                <a:lnTo>
                  <a:pt x="143374" y="117880"/>
                </a:lnTo>
                <a:lnTo>
                  <a:pt x="144092" y="118529"/>
                </a:lnTo>
                <a:lnTo>
                  <a:pt x="144819" y="119143"/>
                </a:lnTo>
                <a:lnTo>
                  <a:pt x="145554" y="119722"/>
                </a:lnTo>
                <a:lnTo>
                  <a:pt x="146299" y="120266"/>
                </a:lnTo>
                <a:lnTo>
                  <a:pt x="147053" y="120775"/>
                </a:lnTo>
                <a:lnTo>
                  <a:pt x="147816" y="121248"/>
                </a:lnTo>
                <a:lnTo>
                  <a:pt x="148589" y="121687"/>
                </a:lnTo>
                <a:lnTo>
                  <a:pt x="149370" y="122090"/>
                </a:lnTo>
                <a:lnTo>
                  <a:pt x="150161" y="122459"/>
                </a:lnTo>
                <a:lnTo>
                  <a:pt x="150960" y="122792"/>
                </a:lnTo>
                <a:lnTo>
                  <a:pt x="151769" y="123090"/>
                </a:lnTo>
                <a:lnTo>
                  <a:pt x="152587" y="123354"/>
                </a:lnTo>
                <a:lnTo>
                  <a:pt x="153414" y="123582"/>
                </a:lnTo>
                <a:lnTo>
                  <a:pt x="154251" y="123775"/>
                </a:lnTo>
                <a:lnTo>
                  <a:pt x="155096" y="123933"/>
                </a:lnTo>
                <a:lnTo>
                  <a:pt x="155950" y="124055"/>
                </a:lnTo>
                <a:lnTo>
                  <a:pt x="156814" y="124143"/>
                </a:lnTo>
                <a:lnTo>
                  <a:pt x="157687" y="124196"/>
                </a:lnTo>
                <a:lnTo>
                  <a:pt x="158569" y="124213"/>
                </a:lnTo>
                <a:lnTo>
                  <a:pt x="159293" y="124203"/>
                </a:lnTo>
                <a:lnTo>
                  <a:pt x="160013" y="124173"/>
                </a:lnTo>
                <a:lnTo>
                  <a:pt x="160728" y="124123"/>
                </a:lnTo>
                <a:lnTo>
                  <a:pt x="161440" y="124053"/>
                </a:lnTo>
                <a:lnTo>
                  <a:pt x="162147" y="123964"/>
                </a:lnTo>
                <a:lnTo>
                  <a:pt x="162850" y="123854"/>
                </a:lnTo>
                <a:lnTo>
                  <a:pt x="163549" y="123724"/>
                </a:lnTo>
                <a:lnTo>
                  <a:pt x="164243" y="123574"/>
                </a:lnTo>
                <a:lnTo>
                  <a:pt x="164933" y="123404"/>
                </a:lnTo>
                <a:lnTo>
                  <a:pt x="165619" y="123214"/>
                </a:lnTo>
                <a:lnTo>
                  <a:pt x="166301" y="123004"/>
                </a:lnTo>
                <a:lnTo>
                  <a:pt x="166979" y="122774"/>
                </a:lnTo>
                <a:lnTo>
                  <a:pt x="167652" y="122524"/>
                </a:lnTo>
                <a:lnTo>
                  <a:pt x="168321" y="122255"/>
                </a:lnTo>
                <a:lnTo>
                  <a:pt x="168986" y="121965"/>
                </a:lnTo>
                <a:lnTo>
                  <a:pt x="169647" y="121655"/>
                </a:lnTo>
                <a:lnTo>
                  <a:pt x="170303" y="121325"/>
                </a:lnTo>
                <a:lnTo>
                  <a:pt x="170955" y="120975"/>
                </a:lnTo>
                <a:lnTo>
                  <a:pt x="171603" y="120606"/>
                </a:lnTo>
                <a:lnTo>
                  <a:pt x="172247" y="120216"/>
                </a:lnTo>
                <a:lnTo>
                  <a:pt x="172886" y="119806"/>
                </a:lnTo>
                <a:lnTo>
                  <a:pt x="173521" y="119376"/>
                </a:lnTo>
                <a:lnTo>
                  <a:pt x="174152" y="118927"/>
                </a:lnTo>
                <a:lnTo>
                  <a:pt x="174779" y="118457"/>
                </a:lnTo>
                <a:lnTo>
                  <a:pt x="175399" y="117964"/>
                </a:lnTo>
                <a:lnTo>
                  <a:pt x="176008" y="117446"/>
                </a:lnTo>
                <a:lnTo>
                  <a:pt x="176608" y="116902"/>
                </a:lnTo>
                <a:lnTo>
                  <a:pt x="177197" y="116332"/>
                </a:lnTo>
                <a:lnTo>
                  <a:pt x="177777" y="115736"/>
                </a:lnTo>
                <a:lnTo>
                  <a:pt x="178347" y="115115"/>
                </a:lnTo>
                <a:lnTo>
                  <a:pt x="178906" y="114468"/>
                </a:lnTo>
                <a:lnTo>
                  <a:pt x="179456" y="113795"/>
                </a:lnTo>
                <a:lnTo>
                  <a:pt x="179995" y="113096"/>
                </a:lnTo>
                <a:lnTo>
                  <a:pt x="180525" y="112372"/>
                </a:lnTo>
                <a:lnTo>
                  <a:pt x="181044" y="111621"/>
                </a:lnTo>
                <a:lnTo>
                  <a:pt x="181554" y="110845"/>
                </a:lnTo>
                <a:lnTo>
                  <a:pt x="182053" y="110044"/>
                </a:lnTo>
                <a:lnTo>
                  <a:pt x="182543" y="109216"/>
                </a:lnTo>
                <a:lnTo>
                  <a:pt x="183022" y="108363"/>
                </a:lnTo>
                <a:lnTo>
                  <a:pt x="183492" y="107484"/>
                </a:lnTo>
                <a:lnTo>
                  <a:pt x="183951" y="106579"/>
                </a:lnTo>
                <a:lnTo>
                  <a:pt x="184401" y="105649"/>
                </a:lnTo>
                <a:lnTo>
                  <a:pt x="184840" y="104692"/>
                </a:lnTo>
                <a:lnTo>
                  <a:pt x="185270" y="103710"/>
                </a:lnTo>
                <a:lnTo>
                  <a:pt x="185689" y="102702"/>
                </a:lnTo>
                <a:lnTo>
                  <a:pt x="186099" y="101669"/>
                </a:lnTo>
                <a:lnTo>
                  <a:pt x="186498" y="100609"/>
                </a:lnTo>
                <a:lnTo>
                  <a:pt x="186888" y="99524"/>
                </a:lnTo>
                <a:lnTo>
                  <a:pt x="187264" y="98410"/>
                </a:lnTo>
                <a:lnTo>
                  <a:pt x="187625" y="97264"/>
                </a:lnTo>
                <a:lnTo>
                  <a:pt x="187969" y="96086"/>
                </a:lnTo>
                <a:lnTo>
                  <a:pt x="188297" y="94876"/>
                </a:lnTo>
                <a:lnTo>
                  <a:pt x="188610" y="93634"/>
                </a:lnTo>
                <a:lnTo>
                  <a:pt x="188906" y="92361"/>
                </a:lnTo>
                <a:lnTo>
                  <a:pt x="189186" y="91055"/>
                </a:lnTo>
                <a:lnTo>
                  <a:pt x="189451" y="89717"/>
                </a:lnTo>
                <a:lnTo>
                  <a:pt x="189699" y="88347"/>
                </a:lnTo>
                <a:lnTo>
                  <a:pt x="189931" y="86945"/>
                </a:lnTo>
                <a:lnTo>
                  <a:pt x="190147" y="85511"/>
                </a:lnTo>
                <a:lnTo>
                  <a:pt x="190348" y="84046"/>
                </a:lnTo>
                <a:lnTo>
                  <a:pt x="190532" y="82548"/>
                </a:lnTo>
                <a:lnTo>
                  <a:pt x="190700" y="81018"/>
                </a:lnTo>
                <a:lnTo>
                  <a:pt x="190852" y="79456"/>
                </a:lnTo>
                <a:lnTo>
                  <a:pt x="190988" y="77863"/>
                </a:lnTo>
                <a:lnTo>
                  <a:pt x="191108" y="76237"/>
                </a:lnTo>
                <a:lnTo>
                  <a:pt x="191213" y="74579"/>
                </a:lnTo>
                <a:lnTo>
                  <a:pt x="191301" y="72890"/>
                </a:lnTo>
                <a:lnTo>
                  <a:pt x="191373" y="71168"/>
                </a:lnTo>
                <a:lnTo>
                  <a:pt x="191429" y="69414"/>
                </a:lnTo>
                <a:lnTo>
                  <a:pt x="191469" y="67629"/>
                </a:lnTo>
                <a:lnTo>
                  <a:pt x="191493" y="65811"/>
                </a:lnTo>
                <a:lnTo>
                  <a:pt x="191501" y="63962"/>
                </a:lnTo>
                <a:lnTo>
                  <a:pt x="191482" y="61386"/>
                </a:lnTo>
                <a:lnTo>
                  <a:pt x="191424" y="58862"/>
                </a:lnTo>
                <a:lnTo>
                  <a:pt x="191329" y="56390"/>
                </a:lnTo>
                <a:lnTo>
                  <a:pt x="191195" y="53969"/>
                </a:lnTo>
                <a:lnTo>
                  <a:pt x="191023" y="51600"/>
                </a:lnTo>
                <a:lnTo>
                  <a:pt x="190812" y="49282"/>
                </a:lnTo>
                <a:lnTo>
                  <a:pt x="190563" y="47016"/>
                </a:lnTo>
                <a:lnTo>
                  <a:pt x="190276" y="44802"/>
                </a:lnTo>
                <a:lnTo>
                  <a:pt x="189951" y="42638"/>
                </a:lnTo>
                <a:lnTo>
                  <a:pt x="189587" y="40527"/>
                </a:lnTo>
                <a:lnTo>
                  <a:pt x="189186" y="38467"/>
                </a:lnTo>
                <a:lnTo>
                  <a:pt x="188746" y="36458"/>
                </a:lnTo>
                <a:lnTo>
                  <a:pt x="188267" y="34501"/>
                </a:lnTo>
                <a:lnTo>
                  <a:pt x="187751" y="32596"/>
                </a:lnTo>
                <a:lnTo>
                  <a:pt x="187196" y="30742"/>
                </a:lnTo>
                <a:lnTo>
                  <a:pt x="186603" y="28939"/>
                </a:lnTo>
                <a:lnTo>
                  <a:pt x="185971" y="27188"/>
                </a:lnTo>
                <a:lnTo>
                  <a:pt x="185301" y="25489"/>
                </a:lnTo>
                <a:lnTo>
                  <a:pt x="184593" y="23841"/>
                </a:lnTo>
                <a:lnTo>
                  <a:pt x="183847" y="22244"/>
                </a:lnTo>
                <a:lnTo>
                  <a:pt x="183063" y="20700"/>
                </a:lnTo>
                <a:lnTo>
                  <a:pt x="182240" y="19206"/>
                </a:lnTo>
                <a:lnTo>
                  <a:pt x="181379" y="17764"/>
                </a:lnTo>
                <a:lnTo>
                  <a:pt x="180480" y="16374"/>
                </a:lnTo>
                <a:lnTo>
                  <a:pt x="179549" y="15038"/>
                </a:lnTo>
                <a:lnTo>
                  <a:pt x="178595" y="13759"/>
                </a:lnTo>
                <a:lnTo>
                  <a:pt x="177617" y="12536"/>
                </a:lnTo>
                <a:lnTo>
                  <a:pt x="176615" y="11371"/>
                </a:lnTo>
                <a:lnTo>
                  <a:pt x="175588" y="10262"/>
                </a:lnTo>
                <a:lnTo>
                  <a:pt x="174538" y="9210"/>
                </a:lnTo>
                <a:lnTo>
                  <a:pt x="173464" y="8216"/>
                </a:lnTo>
                <a:lnTo>
                  <a:pt x="172365" y="7277"/>
                </a:lnTo>
                <a:lnTo>
                  <a:pt x="171243" y="6396"/>
                </a:lnTo>
                <a:lnTo>
                  <a:pt x="170096" y="5572"/>
                </a:lnTo>
                <a:lnTo>
                  <a:pt x="168926" y="4804"/>
                </a:lnTo>
                <a:lnTo>
                  <a:pt x="167731" y="4094"/>
                </a:lnTo>
                <a:lnTo>
                  <a:pt x="166513" y="3440"/>
                </a:lnTo>
                <a:lnTo>
                  <a:pt x="165270" y="2843"/>
                </a:lnTo>
                <a:lnTo>
                  <a:pt x="164003" y="2303"/>
                </a:lnTo>
                <a:lnTo>
                  <a:pt x="162712" y="1819"/>
                </a:lnTo>
                <a:lnTo>
                  <a:pt x="161398" y="1393"/>
                </a:lnTo>
                <a:lnTo>
                  <a:pt x="160059" y="1023"/>
                </a:lnTo>
                <a:lnTo>
                  <a:pt x="158696" y="711"/>
                </a:lnTo>
                <a:lnTo>
                  <a:pt x="157309" y="455"/>
                </a:lnTo>
                <a:lnTo>
                  <a:pt x="155898" y="256"/>
                </a:lnTo>
                <a:lnTo>
                  <a:pt x="154463" y="114"/>
                </a:lnTo>
                <a:lnTo>
                  <a:pt x="153004" y="28"/>
                </a:lnTo>
                <a:lnTo>
                  <a:pt x="151521" y="0"/>
                </a:lnTo>
                <a:lnTo>
                  <a:pt x="150063" y="25"/>
                </a:lnTo>
                <a:lnTo>
                  <a:pt x="148637" y="99"/>
                </a:lnTo>
                <a:lnTo>
                  <a:pt x="147242" y="223"/>
                </a:lnTo>
                <a:lnTo>
                  <a:pt x="145879" y="396"/>
                </a:lnTo>
                <a:lnTo>
                  <a:pt x="144547" y="619"/>
                </a:lnTo>
                <a:lnTo>
                  <a:pt x="143247" y="891"/>
                </a:lnTo>
                <a:lnTo>
                  <a:pt x="141979" y="1213"/>
                </a:lnTo>
                <a:lnTo>
                  <a:pt x="140742" y="1585"/>
                </a:lnTo>
                <a:lnTo>
                  <a:pt x="139537" y="2006"/>
                </a:lnTo>
                <a:lnTo>
                  <a:pt x="138363" y="2476"/>
                </a:lnTo>
                <a:lnTo>
                  <a:pt x="137222" y="2996"/>
                </a:lnTo>
                <a:lnTo>
                  <a:pt x="136111" y="3566"/>
                </a:lnTo>
                <a:lnTo>
                  <a:pt x="135033" y="4185"/>
                </a:lnTo>
                <a:lnTo>
                  <a:pt x="133985" y="4854"/>
                </a:lnTo>
                <a:lnTo>
                  <a:pt x="132970" y="5572"/>
                </a:lnTo>
                <a:lnTo>
                  <a:pt x="131986" y="6339"/>
                </a:lnTo>
                <a:lnTo>
                  <a:pt x="131034" y="7156"/>
                </a:lnTo>
                <a:lnTo>
                  <a:pt x="130113" y="8023"/>
                </a:lnTo>
                <a:lnTo>
                  <a:pt x="129224" y="8939"/>
                </a:lnTo>
                <a:lnTo>
                  <a:pt x="128367" y="9905"/>
                </a:lnTo>
                <a:lnTo>
                  <a:pt x="127541" y="10920"/>
                </a:lnTo>
                <a:lnTo>
                  <a:pt x="126746" y="11985"/>
                </a:lnTo>
                <a:lnTo>
                  <a:pt x="125984" y="13100"/>
                </a:lnTo>
                <a:lnTo>
                  <a:pt x="125253" y="14263"/>
                </a:lnTo>
                <a:lnTo>
                  <a:pt x="124552" y="15481"/>
                </a:lnTo>
                <a:lnTo>
                  <a:pt x="123881" y="16757"/>
                </a:lnTo>
                <a:lnTo>
                  <a:pt x="123240" y="18092"/>
                </a:lnTo>
                <a:lnTo>
                  <a:pt x="122629" y="19485"/>
                </a:lnTo>
                <a:lnTo>
                  <a:pt x="122048" y="20937"/>
                </a:lnTo>
                <a:lnTo>
                  <a:pt x="121496" y="22447"/>
                </a:lnTo>
                <a:lnTo>
                  <a:pt x="120974" y="24015"/>
                </a:lnTo>
                <a:lnTo>
                  <a:pt x="120482" y="25641"/>
                </a:lnTo>
                <a:lnTo>
                  <a:pt x="120020" y="27327"/>
                </a:lnTo>
                <a:lnTo>
                  <a:pt x="119588" y="29070"/>
                </a:lnTo>
                <a:lnTo>
                  <a:pt x="119185" y="30872"/>
                </a:lnTo>
                <a:lnTo>
                  <a:pt x="118813" y="32732"/>
                </a:lnTo>
                <a:lnTo>
                  <a:pt x="118470" y="34651"/>
                </a:lnTo>
                <a:lnTo>
                  <a:pt x="118157" y="36628"/>
                </a:lnTo>
                <a:lnTo>
                  <a:pt x="117873" y="38664"/>
                </a:lnTo>
                <a:lnTo>
                  <a:pt x="117620" y="40758"/>
                </a:lnTo>
                <a:lnTo>
                  <a:pt x="117396" y="42910"/>
                </a:lnTo>
                <a:lnTo>
                  <a:pt x="117203" y="45121"/>
                </a:lnTo>
                <a:lnTo>
                  <a:pt x="117039" y="47390"/>
                </a:lnTo>
                <a:lnTo>
                  <a:pt x="116904" y="49718"/>
                </a:lnTo>
                <a:lnTo>
                  <a:pt x="116800" y="52104"/>
                </a:lnTo>
                <a:lnTo>
                  <a:pt x="116726" y="54548"/>
                </a:lnTo>
                <a:lnTo>
                  <a:pt x="116681" y="57051"/>
                </a:lnTo>
                <a:lnTo>
                  <a:pt x="116666" y="59612"/>
                </a:lnTo>
                <a:lnTo>
                  <a:pt x="116666" y="62682"/>
                </a:lnTo>
                <a:lnTo>
                  <a:pt x="116664" y="63675"/>
                </a:lnTo>
                <a:lnTo>
                  <a:pt x="116660" y="64650"/>
                </a:lnTo>
                <a:lnTo>
                  <a:pt x="116653" y="65608"/>
                </a:lnTo>
                <a:lnTo>
                  <a:pt x="116643" y="66547"/>
                </a:lnTo>
                <a:lnTo>
                  <a:pt x="116630" y="67468"/>
                </a:lnTo>
                <a:lnTo>
                  <a:pt x="116614" y="68371"/>
                </a:lnTo>
                <a:lnTo>
                  <a:pt x="116595" y="69256"/>
                </a:lnTo>
                <a:lnTo>
                  <a:pt x="116574" y="70123"/>
                </a:lnTo>
                <a:lnTo>
                  <a:pt x="116549" y="70972"/>
                </a:lnTo>
                <a:lnTo>
                  <a:pt x="116522" y="71804"/>
                </a:lnTo>
                <a:lnTo>
                  <a:pt x="116491" y="72617"/>
                </a:lnTo>
                <a:lnTo>
                  <a:pt x="116458" y="73412"/>
                </a:lnTo>
                <a:lnTo>
                  <a:pt x="116422" y="74189"/>
                </a:lnTo>
                <a:lnTo>
                  <a:pt x="116383" y="74948"/>
                </a:lnTo>
                <a:lnTo>
                  <a:pt x="116341" y="75690"/>
                </a:lnTo>
                <a:lnTo>
                  <a:pt x="116296" y="76413"/>
                </a:lnTo>
                <a:lnTo>
                  <a:pt x="116249" y="77118"/>
                </a:lnTo>
                <a:lnTo>
                  <a:pt x="116198" y="77805"/>
                </a:lnTo>
                <a:lnTo>
                  <a:pt x="116145" y="78475"/>
                </a:lnTo>
                <a:lnTo>
                  <a:pt x="116088" y="79126"/>
                </a:lnTo>
                <a:lnTo>
                  <a:pt x="116029" y="79759"/>
                </a:lnTo>
                <a:lnTo>
                  <a:pt x="115967" y="80374"/>
                </a:lnTo>
                <a:lnTo>
                  <a:pt x="115902" y="80972"/>
                </a:lnTo>
                <a:lnTo>
                  <a:pt x="115834" y="81551"/>
                </a:lnTo>
                <a:lnTo>
                  <a:pt x="115764" y="82114"/>
                </a:lnTo>
                <a:lnTo>
                  <a:pt x="115690" y="82663"/>
                </a:lnTo>
                <a:lnTo>
                  <a:pt x="115614" y="83198"/>
                </a:lnTo>
                <a:lnTo>
                  <a:pt x="115534" y="83719"/>
                </a:lnTo>
                <a:lnTo>
                  <a:pt x="115452" y="84225"/>
                </a:lnTo>
                <a:lnTo>
                  <a:pt x="115367" y="84717"/>
                </a:lnTo>
                <a:lnTo>
                  <a:pt x="115279" y="85195"/>
                </a:lnTo>
                <a:lnTo>
                  <a:pt x="115188" y="85659"/>
                </a:lnTo>
                <a:lnTo>
                  <a:pt x="115094" y="86108"/>
                </a:lnTo>
                <a:lnTo>
                  <a:pt x="114997" y="86544"/>
                </a:lnTo>
                <a:lnTo>
                  <a:pt x="114898" y="86965"/>
                </a:lnTo>
                <a:lnTo>
                  <a:pt x="114795" y="87372"/>
                </a:lnTo>
                <a:lnTo>
                  <a:pt x="114690" y="87764"/>
                </a:lnTo>
                <a:lnTo>
                  <a:pt x="114581" y="88143"/>
                </a:lnTo>
                <a:lnTo>
                  <a:pt x="114470" y="88507"/>
                </a:lnTo>
                <a:lnTo>
                  <a:pt x="114356" y="88857"/>
                </a:lnTo>
                <a:lnTo>
                  <a:pt x="114239" y="89193"/>
                </a:lnTo>
                <a:lnTo>
                  <a:pt x="114119" y="89514"/>
                </a:lnTo>
                <a:lnTo>
                  <a:pt x="113997" y="89822"/>
                </a:lnTo>
                <a:lnTo>
                  <a:pt x="113871" y="90115"/>
                </a:lnTo>
                <a:lnTo>
                  <a:pt x="113743" y="90394"/>
                </a:lnTo>
                <a:lnTo>
                  <a:pt x="113611" y="90658"/>
                </a:lnTo>
                <a:lnTo>
                  <a:pt x="113477" y="90909"/>
                </a:lnTo>
                <a:lnTo>
                  <a:pt x="113340" y="91145"/>
                </a:lnTo>
                <a:lnTo>
                  <a:pt x="113200" y="91370"/>
                </a:lnTo>
                <a:lnTo>
                  <a:pt x="113057" y="91585"/>
                </a:lnTo>
                <a:lnTo>
                  <a:pt x="112912" y="91790"/>
                </a:lnTo>
                <a:lnTo>
                  <a:pt x="112764" y="91986"/>
                </a:lnTo>
                <a:lnTo>
                  <a:pt x="112614" y="92172"/>
                </a:lnTo>
                <a:lnTo>
                  <a:pt x="112460" y="92349"/>
                </a:lnTo>
                <a:lnTo>
                  <a:pt x="112305" y="92516"/>
                </a:lnTo>
                <a:lnTo>
                  <a:pt x="112146" y="92673"/>
                </a:lnTo>
                <a:lnTo>
                  <a:pt x="111985" y="92821"/>
                </a:lnTo>
                <a:lnTo>
                  <a:pt x="111821" y="92960"/>
                </a:lnTo>
                <a:lnTo>
                  <a:pt x="111654" y="93089"/>
                </a:lnTo>
                <a:lnTo>
                  <a:pt x="111485" y="93208"/>
                </a:lnTo>
                <a:lnTo>
                  <a:pt x="111313" y="93318"/>
                </a:lnTo>
                <a:lnTo>
                  <a:pt x="111139" y="93418"/>
                </a:lnTo>
                <a:lnTo>
                  <a:pt x="110961" y="93509"/>
                </a:lnTo>
                <a:lnTo>
                  <a:pt x="110781" y="93590"/>
                </a:lnTo>
                <a:lnTo>
                  <a:pt x="110599" y="93662"/>
                </a:lnTo>
                <a:lnTo>
                  <a:pt x="110414" y="93724"/>
                </a:lnTo>
                <a:lnTo>
                  <a:pt x="110226" y="93776"/>
                </a:lnTo>
                <a:lnTo>
                  <a:pt x="110035" y="93819"/>
                </a:lnTo>
                <a:lnTo>
                  <a:pt x="109842" y="93853"/>
                </a:lnTo>
                <a:lnTo>
                  <a:pt x="109646" y="93876"/>
                </a:lnTo>
                <a:lnTo>
                  <a:pt x="109448" y="93891"/>
                </a:lnTo>
                <a:lnTo>
                  <a:pt x="109246" y="93896"/>
                </a:lnTo>
                <a:lnTo>
                  <a:pt x="108960" y="93888"/>
                </a:lnTo>
                <a:lnTo>
                  <a:pt x="108678" y="93864"/>
                </a:lnTo>
                <a:lnTo>
                  <a:pt x="108400" y="93824"/>
                </a:lnTo>
                <a:lnTo>
                  <a:pt x="108125" y="93768"/>
                </a:lnTo>
                <a:lnTo>
                  <a:pt x="107854" y="93696"/>
                </a:lnTo>
                <a:lnTo>
                  <a:pt x="107587" y="93608"/>
                </a:lnTo>
                <a:lnTo>
                  <a:pt x="107324" y="93504"/>
                </a:lnTo>
                <a:lnTo>
                  <a:pt x="107065" y="93384"/>
                </a:lnTo>
                <a:lnTo>
                  <a:pt x="106809" y="93248"/>
                </a:lnTo>
                <a:lnTo>
                  <a:pt x="106557" y="93096"/>
                </a:lnTo>
                <a:lnTo>
                  <a:pt x="106309" y="92928"/>
                </a:lnTo>
                <a:lnTo>
                  <a:pt x="106064" y="92744"/>
                </a:lnTo>
                <a:lnTo>
                  <a:pt x="105824" y="92544"/>
                </a:lnTo>
                <a:lnTo>
                  <a:pt x="105587" y="92329"/>
                </a:lnTo>
                <a:lnTo>
                  <a:pt x="105354" y="92097"/>
                </a:lnTo>
                <a:lnTo>
                  <a:pt x="105124" y="91849"/>
                </a:lnTo>
                <a:lnTo>
                  <a:pt x="104899" y="91585"/>
                </a:lnTo>
                <a:lnTo>
                  <a:pt x="104677" y="91305"/>
                </a:lnTo>
                <a:lnTo>
                  <a:pt x="104459" y="91009"/>
                </a:lnTo>
                <a:lnTo>
                  <a:pt x="104245" y="90698"/>
                </a:lnTo>
                <a:lnTo>
                  <a:pt x="104034" y="90370"/>
                </a:lnTo>
                <a:lnTo>
                  <a:pt x="103828" y="90026"/>
                </a:lnTo>
                <a:lnTo>
                  <a:pt x="103625" y="89666"/>
                </a:lnTo>
                <a:lnTo>
                  <a:pt x="103426" y="89290"/>
                </a:lnTo>
                <a:lnTo>
                  <a:pt x="103230" y="88903"/>
                </a:lnTo>
                <a:lnTo>
                  <a:pt x="103036" y="88507"/>
                </a:lnTo>
                <a:lnTo>
                  <a:pt x="102845" y="88103"/>
                </a:lnTo>
                <a:lnTo>
                  <a:pt x="102657" y="87691"/>
                </a:lnTo>
                <a:lnTo>
                  <a:pt x="102470" y="87272"/>
                </a:lnTo>
                <a:lnTo>
                  <a:pt x="102287" y="86844"/>
                </a:lnTo>
                <a:lnTo>
                  <a:pt x="102105" y="86408"/>
                </a:lnTo>
                <a:lnTo>
                  <a:pt x="101926" y="85964"/>
                </a:lnTo>
                <a:lnTo>
                  <a:pt x="101750" y="85513"/>
                </a:lnTo>
                <a:lnTo>
                  <a:pt x="101576" y="85053"/>
                </a:lnTo>
                <a:lnTo>
                  <a:pt x="101404" y="84585"/>
                </a:lnTo>
                <a:lnTo>
                  <a:pt x="101307" y="84312"/>
                </a:lnTo>
                <a:lnTo>
                  <a:pt x="101319" y="84267"/>
                </a:lnTo>
                <a:lnTo>
                  <a:pt x="101600" y="83093"/>
                </a:lnTo>
                <a:lnTo>
                  <a:pt x="101861" y="81903"/>
                </a:lnTo>
                <a:lnTo>
                  <a:pt x="102101" y="80695"/>
                </a:lnTo>
                <a:lnTo>
                  <a:pt x="102319" y="79470"/>
                </a:lnTo>
                <a:lnTo>
                  <a:pt x="102518" y="78227"/>
                </a:lnTo>
                <a:lnTo>
                  <a:pt x="102695" y="76967"/>
                </a:lnTo>
                <a:lnTo>
                  <a:pt x="102851" y="75690"/>
                </a:lnTo>
                <a:lnTo>
                  <a:pt x="102987" y="74395"/>
                </a:lnTo>
                <a:lnTo>
                  <a:pt x="103101" y="73083"/>
                </a:lnTo>
                <a:lnTo>
                  <a:pt x="103195" y="71754"/>
                </a:lnTo>
                <a:lnTo>
                  <a:pt x="103268" y="70408"/>
                </a:lnTo>
                <a:lnTo>
                  <a:pt x="103320" y="69044"/>
                </a:lnTo>
                <a:lnTo>
                  <a:pt x="103351" y="67663"/>
                </a:lnTo>
                <a:lnTo>
                  <a:pt x="103362" y="66264"/>
                </a:lnTo>
                <a:lnTo>
                  <a:pt x="103352" y="64772"/>
                </a:lnTo>
                <a:lnTo>
                  <a:pt x="103321" y="63301"/>
                </a:lnTo>
                <a:lnTo>
                  <a:pt x="103270" y="61852"/>
                </a:lnTo>
                <a:lnTo>
                  <a:pt x="103199" y="60424"/>
                </a:lnTo>
                <a:lnTo>
                  <a:pt x="103107" y="59018"/>
                </a:lnTo>
                <a:lnTo>
                  <a:pt x="102995" y="57633"/>
                </a:lnTo>
                <a:lnTo>
                  <a:pt x="102862" y="56270"/>
                </a:lnTo>
                <a:lnTo>
                  <a:pt x="102709" y="54929"/>
                </a:lnTo>
                <a:lnTo>
                  <a:pt x="102536" y="53609"/>
                </a:lnTo>
                <a:lnTo>
                  <a:pt x="102342" y="52310"/>
                </a:lnTo>
                <a:lnTo>
                  <a:pt x="102127" y="51033"/>
                </a:lnTo>
                <a:lnTo>
                  <a:pt x="101893" y="49778"/>
                </a:lnTo>
                <a:lnTo>
                  <a:pt x="101638" y="48544"/>
                </a:lnTo>
                <a:lnTo>
                  <a:pt x="101362" y="47332"/>
                </a:lnTo>
                <a:lnTo>
                  <a:pt x="101066" y="46141"/>
                </a:lnTo>
                <a:lnTo>
                  <a:pt x="100750" y="44972"/>
                </a:lnTo>
                <a:lnTo>
                  <a:pt x="100413" y="43824"/>
                </a:lnTo>
                <a:lnTo>
                  <a:pt x="100056" y="42698"/>
                </a:lnTo>
                <a:lnTo>
                  <a:pt x="99679" y="41594"/>
                </a:lnTo>
                <a:lnTo>
                  <a:pt x="99281" y="40511"/>
                </a:lnTo>
                <a:lnTo>
                  <a:pt x="98863" y="39449"/>
                </a:lnTo>
                <a:lnTo>
                  <a:pt x="98424" y="38409"/>
                </a:lnTo>
                <a:lnTo>
                  <a:pt x="97965" y="37391"/>
                </a:lnTo>
                <a:lnTo>
                  <a:pt x="97485" y="36394"/>
                </a:lnTo>
                <a:lnTo>
                  <a:pt x="96989" y="35418"/>
                </a:lnTo>
                <a:lnTo>
                  <a:pt x="96479" y="34463"/>
                </a:lnTo>
                <a:lnTo>
                  <a:pt x="95954" y="33528"/>
                </a:lnTo>
                <a:lnTo>
                  <a:pt x="95417" y="32613"/>
                </a:lnTo>
                <a:lnTo>
                  <a:pt x="94865" y="31719"/>
                </a:lnTo>
                <a:lnTo>
                  <a:pt x="94300" y="30845"/>
                </a:lnTo>
                <a:lnTo>
                  <a:pt x="93721" y="29992"/>
                </a:lnTo>
                <a:lnTo>
                  <a:pt x="93128" y="29159"/>
                </a:lnTo>
                <a:lnTo>
                  <a:pt x="92522" y="28347"/>
                </a:lnTo>
                <a:lnTo>
                  <a:pt x="91901" y="27555"/>
                </a:lnTo>
                <a:lnTo>
                  <a:pt x="91267" y="26783"/>
                </a:lnTo>
                <a:lnTo>
                  <a:pt x="90620" y="26032"/>
                </a:lnTo>
                <a:lnTo>
                  <a:pt x="89958" y="25302"/>
                </a:lnTo>
                <a:lnTo>
                  <a:pt x="89283" y="24591"/>
                </a:lnTo>
                <a:lnTo>
                  <a:pt x="88594" y="23902"/>
                </a:lnTo>
                <a:lnTo>
                  <a:pt x="87891" y="23232"/>
                </a:lnTo>
                <a:lnTo>
                  <a:pt x="87175" y="22583"/>
                </a:lnTo>
                <a:lnTo>
                  <a:pt x="86445" y="21955"/>
                </a:lnTo>
                <a:lnTo>
                  <a:pt x="85701" y="21347"/>
                </a:lnTo>
                <a:lnTo>
                  <a:pt x="84943" y="20759"/>
                </a:lnTo>
                <a:lnTo>
                  <a:pt x="84172" y="20192"/>
                </a:lnTo>
                <a:lnTo>
                  <a:pt x="83386" y="19645"/>
                </a:lnTo>
                <a:lnTo>
                  <a:pt x="82587" y="19119"/>
                </a:lnTo>
                <a:lnTo>
                  <a:pt x="81775" y="18613"/>
                </a:lnTo>
                <a:lnTo>
                  <a:pt x="80952" y="18127"/>
                </a:lnTo>
                <a:lnTo>
                  <a:pt x="80123" y="17663"/>
                </a:lnTo>
                <a:lnTo>
                  <a:pt x="79288" y="17219"/>
                </a:lnTo>
                <a:lnTo>
                  <a:pt x="78447" y="16795"/>
                </a:lnTo>
                <a:lnTo>
                  <a:pt x="77600" y="16392"/>
                </a:lnTo>
                <a:lnTo>
                  <a:pt x="76746" y="16010"/>
                </a:lnTo>
                <a:lnTo>
                  <a:pt x="75886" y="15649"/>
                </a:lnTo>
                <a:lnTo>
                  <a:pt x="75020" y="15308"/>
                </a:lnTo>
                <a:lnTo>
                  <a:pt x="74147" y="14988"/>
                </a:lnTo>
                <a:lnTo>
                  <a:pt x="73269" y="14689"/>
                </a:lnTo>
                <a:lnTo>
                  <a:pt x="72384" y="14410"/>
                </a:lnTo>
                <a:lnTo>
                  <a:pt x="71493" y="14152"/>
                </a:lnTo>
                <a:lnTo>
                  <a:pt x="70596" y="13914"/>
                </a:lnTo>
                <a:lnTo>
                  <a:pt x="69692" y="13697"/>
                </a:lnTo>
                <a:lnTo>
                  <a:pt x="68783" y="13501"/>
                </a:lnTo>
                <a:lnTo>
                  <a:pt x="67867" y="13325"/>
                </a:lnTo>
                <a:lnTo>
                  <a:pt x="66945" y="13170"/>
                </a:lnTo>
                <a:lnTo>
                  <a:pt x="66016" y="13036"/>
                </a:lnTo>
                <a:lnTo>
                  <a:pt x="65082" y="12923"/>
                </a:lnTo>
                <a:lnTo>
                  <a:pt x="64141" y="12830"/>
                </a:lnTo>
                <a:lnTo>
                  <a:pt x="63194" y="12757"/>
                </a:lnTo>
                <a:lnTo>
                  <a:pt x="62241" y="12706"/>
                </a:lnTo>
                <a:lnTo>
                  <a:pt x="61281" y="12675"/>
                </a:lnTo>
                <a:lnTo>
                  <a:pt x="60316" y="12664"/>
                </a:lnTo>
                <a:lnTo>
                  <a:pt x="59308" y="12674"/>
                </a:lnTo>
                <a:lnTo>
                  <a:pt x="58309" y="12705"/>
                </a:lnTo>
                <a:lnTo>
                  <a:pt x="57319" y="12755"/>
                </a:lnTo>
                <a:lnTo>
                  <a:pt x="56336" y="12826"/>
                </a:lnTo>
                <a:lnTo>
                  <a:pt x="55362" y="12917"/>
                </a:lnTo>
                <a:lnTo>
                  <a:pt x="54395" y="13028"/>
                </a:lnTo>
                <a:lnTo>
                  <a:pt x="53437" y="13160"/>
                </a:lnTo>
                <a:lnTo>
                  <a:pt x="52488" y="13311"/>
                </a:lnTo>
                <a:lnTo>
                  <a:pt x="51546" y="13483"/>
                </a:lnTo>
                <a:lnTo>
                  <a:pt x="50613" y="13675"/>
                </a:lnTo>
                <a:lnTo>
                  <a:pt x="49688" y="13887"/>
                </a:lnTo>
                <a:lnTo>
                  <a:pt x="48771" y="14120"/>
                </a:lnTo>
                <a:lnTo>
                  <a:pt x="47862" y="14372"/>
                </a:lnTo>
                <a:lnTo>
                  <a:pt x="46962" y="14645"/>
                </a:lnTo>
                <a:lnTo>
                  <a:pt x="46069" y="14938"/>
                </a:lnTo>
                <a:lnTo>
                  <a:pt x="45185" y="15251"/>
                </a:lnTo>
                <a:lnTo>
                  <a:pt x="44309" y="15585"/>
                </a:lnTo>
                <a:lnTo>
                  <a:pt x="43442" y="15938"/>
                </a:lnTo>
                <a:lnTo>
                  <a:pt x="42583" y="16312"/>
                </a:lnTo>
                <a:lnTo>
                  <a:pt x="41731" y="16706"/>
                </a:lnTo>
                <a:lnTo>
                  <a:pt x="40888" y="17121"/>
                </a:lnTo>
                <a:lnTo>
                  <a:pt x="40054" y="17555"/>
                </a:lnTo>
                <a:lnTo>
                  <a:pt x="39227" y="18010"/>
                </a:lnTo>
                <a:lnTo>
                  <a:pt x="38409" y="18485"/>
                </a:lnTo>
                <a:lnTo>
                  <a:pt x="37602" y="18980"/>
                </a:lnTo>
                <a:lnTo>
                  <a:pt x="36808" y="19496"/>
                </a:lnTo>
                <a:lnTo>
                  <a:pt x="36027" y="20032"/>
                </a:lnTo>
                <a:lnTo>
                  <a:pt x="35260" y="20589"/>
                </a:lnTo>
                <a:lnTo>
                  <a:pt x="34507" y="21166"/>
                </a:lnTo>
                <a:lnTo>
                  <a:pt x="33767" y="21763"/>
                </a:lnTo>
                <a:lnTo>
                  <a:pt x="33041" y="22381"/>
                </a:lnTo>
                <a:lnTo>
                  <a:pt x="32328" y="23019"/>
                </a:lnTo>
                <a:lnTo>
                  <a:pt x="31629" y="23678"/>
                </a:lnTo>
                <a:lnTo>
                  <a:pt x="30943" y="24357"/>
                </a:lnTo>
                <a:lnTo>
                  <a:pt x="30271" y="25057"/>
                </a:lnTo>
                <a:lnTo>
                  <a:pt x="29850" y="25517"/>
                </a:lnTo>
                <a:lnTo>
                  <a:pt x="29790" y="25441"/>
                </a:lnTo>
                <a:lnTo>
                  <a:pt x="29413" y="24919"/>
                </a:lnTo>
                <a:close/>
                <a:moveTo>
                  <a:pt x="170193" y="68085"/>
                </a:moveTo>
                <a:lnTo>
                  <a:pt x="170137" y="69231"/>
                </a:lnTo>
                <a:lnTo>
                  <a:pt x="170065" y="70349"/>
                </a:lnTo>
                <a:lnTo>
                  <a:pt x="169977" y="71437"/>
                </a:lnTo>
                <a:lnTo>
                  <a:pt x="169872" y="72497"/>
                </a:lnTo>
                <a:lnTo>
                  <a:pt x="169752" y="73527"/>
                </a:lnTo>
                <a:lnTo>
                  <a:pt x="169615" y="74529"/>
                </a:lnTo>
                <a:lnTo>
                  <a:pt x="169463" y="75502"/>
                </a:lnTo>
                <a:lnTo>
                  <a:pt x="169294" y="76446"/>
                </a:lnTo>
                <a:lnTo>
                  <a:pt x="169109" y="77362"/>
                </a:lnTo>
                <a:lnTo>
                  <a:pt x="168909" y="78248"/>
                </a:lnTo>
                <a:lnTo>
                  <a:pt x="168692" y="79105"/>
                </a:lnTo>
                <a:lnTo>
                  <a:pt x="168459" y="79934"/>
                </a:lnTo>
                <a:lnTo>
                  <a:pt x="168210" y="80734"/>
                </a:lnTo>
                <a:lnTo>
                  <a:pt x="167945" y="81505"/>
                </a:lnTo>
                <a:lnTo>
                  <a:pt x="167664" y="82247"/>
                </a:lnTo>
                <a:lnTo>
                  <a:pt x="167367" y="82960"/>
                </a:lnTo>
                <a:lnTo>
                  <a:pt x="167054" y="83644"/>
                </a:lnTo>
                <a:lnTo>
                  <a:pt x="166725" y="84299"/>
                </a:lnTo>
                <a:lnTo>
                  <a:pt x="166379" y="84926"/>
                </a:lnTo>
                <a:lnTo>
                  <a:pt x="166018" y="85524"/>
                </a:lnTo>
                <a:lnTo>
                  <a:pt x="165640" y="86092"/>
                </a:lnTo>
                <a:lnTo>
                  <a:pt x="165254" y="86635"/>
                </a:lnTo>
                <a:lnTo>
                  <a:pt x="164864" y="87155"/>
                </a:lnTo>
                <a:lnTo>
                  <a:pt x="164472" y="87651"/>
                </a:lnTo>
                <a:lnTo>
                  <a:pt x="164077" y="88125"/>
                </a:lnTo>
                <a:lnTo>
                  <a:pt x="163680" y="88575"/>
                </a:lnTo>
                <a:lnTo>
                  <a:pt x="163279" y="89003"/>
                </a:lnTo>
                <a:lnTo>
                  <a:pt x="162876" y="89407"/>
                </a:lnTo>
                <a:lnTo>
                  <a:pt x="162471" y="89788"/>
                </a:lnTo>
                <a:lnTo>
                  <a:pt x="162062" y="90146"/>
                </a:lnTo>
                <a:lnTo>
                  <a:pt x="161651" y="90481"/>
                </a:lnTo>
                <a:lnTo>
                  <a:pt x="161238" y="90793"/>
                </a:lnTo>
                <a:lnTo>
                  <a:pt x="160821" y="91081"/>
                </a:lnTo>
                <a:lnTo>
                  <a:pt x="160402" y="91347"/>
                </a:lnTo>
                <a:lnTo>
                  <a:pt x="159980" y="91589"/>
                </a:lnTo>
                <a:lnTo>
                  <a:pt x="159556" y="91809"/>
                </a:lnTo>
                <a:lnTo>
                  <a:pt x="159129" y="92005"/>
                </a:lnTo>
                <a:lnTo>
                  <a:pt x="158699" y="92178"/>
                </a:lnTo>
                <a:lnTo>
                  <a:pt x="158266" y="92329"/>
                </a:lnTo>
                <a:lnTo>
                  <a:pt x="157831" y="92456"/>
                </a:lnTo>
                <a:lnTo>
                  <a:pt x="157393" y="92559"/>
                </a:lnTo>
                <a:lnTo>
                  <a:pt x="156953" y="92640"/>
                </a:lnTo>
                <a:lnTo>
                  <a:pt x="156509" y="92698"/>
                </a:lnTo>
                <a:lnTo>
                  <a:pt x="156063" y="92733"/>
                </a:lnTo>
                <a:lnTo>
                  <a:pt x="155614" y="92744"/>
                </a:lnTo>
                <a:lnTo>
                  <a:pt x="155231" y="92739"/>
                </a:lnTo>
                <a:lnTo>
                  <a:pt x="154851" y="92723"/>
                </a:lnTo>
                <a:lnTo>
                  <a:pt x="154475" y="92695"/>
                </a:lnTo>
                <a:lnTo>
                  <a:pt x="154103" y="92657"/>
                </a:lnTo>
                <a:lnTo>
                  <a:pt x="153735" y="92608"/>
                </a:lnTo>
                <a:lnTo>
                  <a:pt x="153370" y="92548"/>
                </a:lnTo>
                <a:lnTo>
                  <a:pt x="153009" y="92478"/>
                </a:lnTo>
                <a:lnTo>
                  <a:pt x="152652" y="92396"/>
                </a:lnTo>
                <a:lnTo>
                  <a:pt x="152299" y="92304"/>
                </a:lnTo>
                <a:lnTo>
                  <a:pt x="151950" y="92200"/>
                </a:lnTo>
                <a:lnTo>
                  <a:pt x="151604" y="92086"/>
                </a:lnTo>
                <a:lnTo>
                  <a:pt x="151262" y="91961"/>
                </a:lnTo>
                <a:lnTo>
                  <a:pt x="150924" y="91825"/>
                </a:lnTo>
                <a:lnTo>
                  <a:pt x="150590" y="91678"/>
                </a:lnTo>
                <a:lnTo>
                  <a:pt x="150259" y="91520"/>
                </a:lnTo>
                <a:lnTo>
                  <a:pt x="149933" y="91351"/>
                </a:lnTo>
                <a:lnTo>
                  <a:pt x="149610" y="91172"/>
                </a:lnTo>
                <a:lnTo>
                  <a:pt x="149291" y="90981"/>
                </a:lnTo>
                <a:lnTo>
                  <a:pt x="148975" y="90780"/>
                </a:lnTo>
                <a:lnTo>
                  <a:pt x="148664" y="90568"/>
                </a:lnTo>
                <a:lnTo>
                  <a:pt x="148356" y="90345"/>
                </a:lnTo>
                <a:lnTo>
                  <a:pt x="148052" y="90111"/>
                </a:lnTo>
                <a:lnTo>
                  <a:pt x="147752" y="89866"/>
                </a:lnTo>
                <a:lnTo>
                  <a:pt x="147455" y="89610"/>
                </a:lnTo>
                <a:lnTo>
                  <a:pt x="147164" y="89346"/>
                </a:lnTo>
                <a:lnTo>
                  <a:pt x="146878" y="89075"/>
                </a:lnTo>
                <a:lnTo>
                  <a:pt x="146597" y="88798"/>
                </a:lnTo>
                <a:lnTo>
                  <a:pt x="146322" y="88514"/>
                </a:lnTo>
                <a:lnTo>
                  <a:pt x="146053" y="88224"/>
                </a:lnTo>
                <a:lnTo>
                  <a:pt x="145789" y="87927"/>
                </a:lnTo>
                <a:lnTo>
                  <a:pt x="145531" y="87624"/>
                </a:lnTo>
                <a:lnTo>
                  <a:pt x="145278" y="87315"/>
                </a:lnTo>
                <a:lnTo>
                  <a:pt x="145031" y="86999"/>
                </a:lnTo>
                <a:lnTo>
                  <a:pt x="144789" y="86676"/>
                </a:lnTo>
                <a:lnTo>
                  <a:pt x="144554" y="86348"/>
                </a:lnTo>
                <a:lnTo>
                  <a:pt x="144323" y="86012"/>
                </a:lnTo>
                <a:lnTo>
                  <a:pt x="144099" y="85671"/>
                </a:lnTo>
                <a:lnTo>
                  <a:pt x="143879" y="85323"/>
                </a:lnTo>
                <a:lnTo>
                  <a:pt x="143666" y="84968"/>
                </a:lnTo>
                <a:lnTo>
                  <a:pt x="143458" y="84607"/>
                </a:lnTo>
                <a:lnTo>
                  <a:pt x="143255" y="84239"/>
                </a:lnTo>
                <a:lnTo>
                  <a:pt x="143059" y="83866"/>
                </a:lnTo>
                <a:lnTo>
                  <a:pt x="142867" y="83485"/>
                </a:lnTo>
                <a:lnTo>
                  <a:pt x="142682" y="83099"/>
                </a:lnTo>
                <a:lnTo>
                  <a:pt x="142501" y="82705"/>
                </a:lnTo>
                <a:lnTo>
                  <a:pt x="142327" y="82306"/>
                </a:lnTo>
                <a:lnTo>
                  <a:pt x="142158" y="81900"/>
                </a:lnTo>
                <a:lnTo>
                  <a:pt x="141995" y="81487"/>
                </a:lnTo>
                <a:lnTo>
                  <a:pt x="141995" y="58717"/>
                </a:lnTo>
                <a:lnTo>
                  <a:pt x="141997" y="57945"/>
                </a:lnTo>
                <a:lnTo>
                  <a:pt x="142005" y="57186"/>
                </a:lnTo>
                <a:lnTo>
                  <a:pt x="142019" y="56440"/>
                </a:lnTo>
                <a:lnTo>
                  <a:pt x="142037" y="55707"/>
                </a:lnTo>
                <a:lnTo>
                  <a:pt x="142061" y="54987"/>
                </a:lnTo>
                <a:lnTo>
                  <a:pt x="142091" y="54279"/>
                </a:lnTo>
                <a:lnTo>
                  <a:pt x="142126" y="53585"/>
                </a:lnTo>
                <a:lnTo>
                  <a:pt x="142166" y="52903"/>
                </a:lnTo>
                <a:lnTo>
                  <a:pt x="142211" y="52235"/>
                </a:lnTo>
                <a:lnTo>
                  <a:pt x="142262" y="51579"/>
                </a:lnTo>
                <a:lnTo>
                  <a:pt x="142318" y="50936"/>
                </a:lnTo>
                <a:lnTo>
                  <a:pt x="142379" y="50306"/>
                </a:lnTo>
                <a:lnTo>
                  <a:pt x="142446" y="49689"/>
                </a:lnTo>
                <a:lnTo>
                  <a:pt x="142518" y="49084"/>
                </a:lnTo>
                <a:lnTo>
                  <a:pt x="142596" y="48493"/>
                </a:lnTo>
                <a:lnTo>
                  <a:pt x="142679" y="47914"/>
                </a:lnTo>
                <a:lnTo>
                  <a:pt x="142767" y="47349"/>
                </a:lnTo>
                <a:lnTo>
                  <a:pt x="142860" y="46796"/>
                </a:lnTo>
                <a:lnTo>
                  <a:pt x="142959" y="46256"/>
                </a:lnTo>
                <a:lnTo>
                  <a:pt x="143063" y="45729"/>
                </a:lnTo>
                <a:lnTo>
                  <a:pt x="143173" y="45215"/>
                </a:lnTo>
                <a:lnTo>
                  <a:pt x="143288" y="44714"/>
                </a:lnTo>
                <a:lnTo>
                  <a:pt x="143408" y="44225"/>
                </a:lnTo>
                <a:lnTo>
                  <a:pt x="143534" y="43750"/>
                </a:lnTo>
                <a:lnTo>
                  <a:pt x="143665" y="43286"/>
                </a:lnTo>
                <a:lnTo>
                  <a:pt x="143800" y="42834"/>
                </a:lnTo>
                <a:lnTo>
                  <a:pt x="143940" y="42393"/>
                </a:lnTo>
                <a:lnTo>
                  <a:pt x="144084" y="41962"/>
                </a:lnTo>
                <a:lnTo>
                  <a:pt x="144232" y="41543"/>
                </a:lnTo>
                <a:lnTo>
                  <a:pt x="144385" y="41135"/>
                </a:lnTo>
                <a:lnTo>
                  <a:pt x="144543" y="40738"/>
                </a:lnTo>
                <a:lnTo>
                  <a:pt x="144705" y="40353"/>
                </a:lnTo>
                <a:lnTo>
                  <a:pt x="144872" y="39978"/>
                </a:lnTo>
                <a:lnTo>
                  <a:pt x="145042" y="39614"/>
                </a:lnTo>
                <a:lnTo>
                  <a:pt x="145218" y="39262"/>
                </a:lnTo>
                <a:lnTo>
                  <a:pt x="145398" y="38921"/>
                </a:lnTo>
                <a:lnTo>
                  <a:pt x="145582" y="38590"/>
                </a:lnTo>
                <a:lnTo>
                  <a:pt x="145771" y="38271"/>
                </a:lnTo>
                <a:lnTo>
                  <a:pt x="145964" y="37963"/>
                </a:lnTo>
                <a:lnTo>
                  <a:pt x="146162" y="37666"/>
                </a:lnTo>
                <a:lnTo>
                  <a:pt x="146364" y="37380"/>
                </a:lnTo>
                <a:lnTo>
                  <a:pt x="146570" y="37106"/>
                </a:lnTo>
                <a:lnTo>
                  <a:pt x="146781" y="36842"/>
                </a:lnTo>
                <a:lnTo>
                  <a:pt x="146997" y="36590"/>
                </a:lnTo>
                <a:lnTo>
                  <a:pt x="147217" y="36348"/>
                </a:lnTo>
                <a:lnTo>
                  <a:pt x="147441" y="36118"/>
                </a:lnTo>
                <a:lnTo>
                  <a:pt x="147670" y="35899"/>
                </a:lnTo>
                <a:lnTo>
                  <a:pt x="147903" y="35691"/>
                </a:lnTo>
                <a:lnTo>
                  <a:pt x="148141" y="35492"/>
                </a:lnTo>
                <a:lnTo>
                  <a:pt x="148384" y="35302"/>
                </a:lnTo>
                <a:lnTo>
                  <a:pt x="148631" y="35121"/>
                </a:lnTo>
                <a:lnTo>
                  <a:pt x="148882" y="34948"/>
                </a:lnTo>
                <a:lnTo>
                  <a:pt x="149138" y="34783"/>
                </a:lnTo>
                <a:lnTo>
                  <a:pt x="149398" y="34627"/>
                </a:lnTo>
                <a:lnTo>
                  <a:pt x="149663" y="34480"/>
                </a:lnTo>
                <a:lnTo>
                  <a:pt x="149933" y="34340"/>
                </a:lnTo>
                <a:lnTo>
                  <a:pt x="150206" y="34209"/>
                </a:lnTo>
                <a:lnTo>
                  <a:pt x="150484" y="34087"/>
                </a:lnTo>
                <a:lnTo>
                  <a:pt x="150767" y="33973"/>
                </a:lnTo>
                <a:lnTo>
                  <a:pt x="151054" y="33868"/>
                </a:lnTo>
                <a:lnTo>
                  <a:pt x="151346" y="33771"/>
                </a:lnTo>
                <a:lnTo>
                  <a:pt x="151642" y="33682"/>
                </a:lnTo>
                <a:lnTo>
                  <a:pt x="151942" y="33602"/>
                </a:lnTo>
                <a:lnTo>
                  <a:pt x="152247" y="33530"/>
                </a:lnTo>
                <a:lnTo>
                  <a:pt x="152557" y="33467"/>
                </a:lnTo>
                <a:lnTo>
                  <a:pt x="152870" y="33412"/>
                </a:lnTo>
                <a:lnTo>
                  <a:pt x="153189" y="33366"/>
                </a:lnTo>
                <a:lnTo>
                  <a:pt x="153511" y="33328"/>
                </a:lnTo>
                <a:lnTo>
                  <a:pt x="153839" y="33298"/>
                </a:lnTo>
                <a:lnTo>
                  <a:pt x="154170" y="33277"/>
                </a:lnTo>
                <a:lnTo>
                  <a:pt x="154506" y="33264"/>
                </a:lnTo>
                <a:lnTo>
                  <a:pt x="154847" y="33260"/>
                </a:lnTo>
                <a:lnTo>
                  <a:pt x="155379" y="33272"/>
                </a:lnTo>
                <a:lnTo>
                  <a:pt x="155904" y="33309"/>
                </a:lnTo>
                <a:lnTo>
                  <a:pt x="156423" y="33370"/>
                </a:lnTo>
                <a:lnTo>
                  <a:pt x="156935" y="33455"/>
                </a:lnTo>
                <a:lnTo>
                  <a:pt x="157440" y="33565"/>
                </a:lnTo>
                <a:lnTo>
                  <a:pt x="157939" y="33700"/>
                </a:lnTo>
                <a:lnTo>
                  <a:pt x="158430" y="33859"/>
                </a:lnTo>
                <a:lnTo>
                  <a:pt x="158916" y="34042"/>
                </a:lnTo>
                <a:lnTo>
                  <a:pt x="159394" y="34249"/>
                </a:lnTo>
                <a:lnTo>
                  <a:pt x="159866" y="34482"/>
                </a:lnTo>
                <a:lnTo>
                  <a:pt x="160331" y="34738"/>
                </a:lnTo>
                <a:lnTo>
                  <a:pt x="160789" y="35019"/>
                </a:lnTo>
                <a:lnTo>
                  <a:pt x="161241" y="35324"/>
                </a:lnTo>
                <a:lnTo>
                  <a:pt x="161686" y="35654"/>
                </a:lnTo>
                <a:lnTo>
                  <a:pt x="162124" y="36008"/>
                </a:lnTo>
                <a:lnTo>
                  <a:pt x="162556" y="36387"/>
                </a:lnTo>
                <a:lnTo>
                  <a:pt x="162981" y="36790"/>
                </a:lnTo>
                <a:lnTo>
                  <a:pt x="163399" y="37218"/>
                </a:lnTo>
                <a:lnTo>
                  <a:pt x="163811" y="37670"/>
                </a:lnTo>
                <a:lnTo>
                  <a:pt x="164216" y="38146"/>
                </a:lnTo>
                <a:lnTo>
                  <a:pt x="164614" y="38647"/>
                </a:lnTo>
                <a:lnTo>
                  <a:pt x="165005" y="39172"/>
                </a:lnTo>
                <a:lnTo>
                  <a:pt x="165390" y="39722"/>
                </a:lnTo>
                <a:lnTo>
                  <a:pt x="165768" y="40296"/>
                </a:lnTo>
                <a:lnTo>
                  <a:pt x="166135" y="40900"/>
                </a:lnTo>
                <a:lnTo>
                  <a:pt x="166487" y="41539"/>
                </a:lnTo>
                <a:lnTo>
                  <a:pt x="166822" y="42213"/>
                </a:lnTo>
                <a:lnTo>
                  <a:pt x="167143" y="42922"/>
                </a:lnTo>
                <a:lnTo>
                  <a:pt x="167447" y="43666"/>
                </a:lnTo>
                <a:lnTo>
                  <a:pt x="167736" y="44445"/>
                </a:lnTo>
                <a:lnTo>
                  <a:pt x="168009" y="45260"/>
                </a:lnTo>
                <a:lnTo>
                  <a:pt x="168267" y="46109"/>
                </a:lnTo>
                <a:lnTo>
                  <a:pt x="168509" y="46994"/>
                </a:lnTo>
                <a:lnTo>
                  <a:pt x="168735" y="47913"/>
                </a:lnTo>
                <a:lnTo>
                  <a:pt x="168946" y="48868"/>
                </a:lnTo>
                <a:lnTo>
                  <a:pt x="169141" y="49858"/>
                </a:lnTo>
                <a:lnTo>
                  <a:pt x="169321" y="50883"/>
                </a:lnTo>
                <a:lnTo>
                  <a:pt x="169485" y="51943"/>
                </a:lnTo>
                <a:lnTo>
                  <a:pt x="169633" y="53038"/>
                </a:lnTo>
                <a:lnTo>
                  <a:pt x="169766" y="54168"/>
                </a:lnTo>
                <a:lnTo>
                  <a:pt x="169883" y="55334"/>
                </a:lnTo>
                <a:lnTo>
                  <a:pt x="169985" y="56534"/>
                </a:lnTo>
                <a:lnTo>
                  <a:pt x="170070" y="57770"/>
                </a:lnTo>
                <a:lnTo>
                  <a:pt x="170141" y="59040"/>
                </a:lnTo>
                <a:lnTo>
                  <a:pt x="170195" y="60346"/>
                </a:lnTo>
                <a:lnTo>
                  <a:pt x="170234" y="61686"/>
                </a:lnTo>
                <a:lnTo>
                  <a:pt x="170258" y="63062"/>
                </a:lnTo>
                <a:lnTo>
                  <a:pt x="170266" y="64473"/>
                </a:lnTo>
                <a:lnTo>
                  <a:pt x="170258" y="65706"/>
                </a:lnTo>
                <a:lnTo>
                  <a:pt x="170234" y="66910"/>
                </a:lnTo>
                <a:lnTo>
                  <a:pt x="170193" y="68085"/>
                </a:lnTo>
                <a:close/>
                <a:moveTo>
                  <a:pt x="82932" y="68314"/>
                </a:moveTo>
                <a:lnTo>
                  <a:pt x="82863" y="68984"/>
                </a:lnTo>
                <a:lnTo>
                  <a:pt x="82773" y="69648"/>
                </a:lnTo>
                <a:lnTo>
                  <a:pt x="82663" y="70306"/>
                </a:lnTo>
                <a:lnTo>
                  <a:pt x="82534" y="70957"/>
                </a:lnTo>
                <a:lnTo>
                  <a:pt x="82384" y="71601"/>
                </a:lnTo>
                <a:lnTo>
                  <a:pt x="82215" y="72240"/>
                </a:lnTo>
                <a:lnTo>
                  <a:pt x="82025" y="72871"/>
                </a:lnTo>
                <a:lnTo>
                  <a:pt x="81816" y="73497"/>
                </a:lnTo>
                <a:lnTo>
                  <a:pt x="81587" y="74115"/>
                </a:lnTo>
                <a:lnTo>
                  <a:pt x="81338" y="74728"/>
                </a:lnTo>
                <a:lnTo>
                  <a:pt x="81069" y="75334"/>
                </a:lnTo>
                <a:lnTo>
                  <a:pt x="80780" y="75933"/>
                </a:lnTo>
                <a:lnTo>
                  <a:pt x="80471" y="76526"/>
                </a:lnTo>
                <a:lnTo>
                  <a:pt x="80142" y="77113"/>
                </a:lnTo>
                <a:lnTo>
                  <a:pt x="79793" y="77693"/>
                </a:lnTo>
                <a:lnTo>
                  <a:pt x="79424" y="78267"/>
                </a:lnTo>
                <a:lnTo>
                  <a:pt x="79036" y="78834"/>
                </a:lnTo>
                <a:lnTo>
                  <a:pt x="78627" y="79395"/>
                </a:lnTo>
                <a:lnTo>
                  <a:pt x="78198" y="79950"/>
                </a:lnTo>
                <a:lnTo>
                  <a:pt x="77750" y="80498"/>
                </a:lnTo>
                <a:lnTo>
                  <a:pt x="77282" y="81039"/>
                </a:lnTo>
                <a:lnTo>
                  <a:pt x="76794" y="81566"/>
                </a:lnTo>
                <a:lnTo>
                  <a:pt x="76287" y="82071"/>
                </a:lnTo>
                <a:lnTo>
                  <a:pt x="75761" y="82553"/>
                </a:lnTo>
                <a:lnTo>
                  <a:pt x="75216" y="83013"/>
                </a:lnTo>
                <a:lnTo>
                  <a:pt x="74652" y="83451"/>
                </a:lnTo>
                <a:lnTo>
                  <a:pt x="74068" y="83866"/>
                </a:lnTo>
                <a:lnTo>
                  <a:pt x="73466" y="84258"/>
                </a:lnTo>
                <a:lnTo>
                  <a:pt x="72845" y="84628"/>
                </a:lnTo>
                <a:lnTo>
                  <a:pt x="72205" y="84976"/>
                </a:lnTo>
                <a:lnTo>
                  <a:pt x="71546" y="85301"/>
                </a:lnTo>
                <a:lnTo>
                  <a:pt x="70867" y="85604"/>
                </a:lnTo>
                <a:lnTo>
                  <a:pt x="70170" y="85884"/>
                </a:lnTo>
                <a:lnTo>
                  <a:pt x="69453" y="86142"/>
                </a:lnTo>
                <a:lnTo>
                  <a:pt x="68718" y="86378"/>
                </a:lnTo>
                <a:lnTo>
                  <a:pt x="67963" y="86591"/>
                </a:lnTo>
                <a:lnTo>
                  <a:pt x="67190" y="86782"/>
                </a:lnTo>
                <a:lnTo>
                  <a:pt x="66397" y="86950"/>
                </a:lnTo>
                <a:lnTo>
                  <a:pt x="65586" y="87096"/>
                </a:lnTo>
                <a:lnTo>
                  <a:pt x="64755" y="87219"/>
                </a:lnTo>
                <a:lnTo>
                  <a:pt x="63905" y="87320"/>
                </a:lnTo>
                <a:lnTo>
                  <a:pt x="63036" y="87398"/>
                </a:lnTo>
                <a:lnTo>
                  <a:pt x="62149" y="87455"/>
                </a:lnTo>
                <a:lnTo>
                  <a:pt x="61242" y="87488"/>
                </a:lnTo>
                <a:lnTo>
                  <a:pt x="60316" y="87499"/>
                </a:lnTo>
                <a:lnTo>
                  <a:pt x="59379" y="87489"/>
                </a:lnTo>
                <a:lnTo>
                  <a:pt x="58461" y="87456"/>
                </a:lnTo>
                <a:lnTo>
                  <a:pt x="57562" y="87401"/>
                </a:lnTo>
                <a:lnTo>
                  <a:pt x="56682" y="87325"/>
                </a:lnTo>
                <a:lnTo>
                  <a:pt x="55821" y="87227"/>
                </a:lnTo>
                <a:lnTo>
                  <a:pt x="54978" y="87108"/>
                </a:lnTo>
                <a:lnTo>
                  <a:pt x="54154" y="86966"/>
                </a:lnTo>
                <a:lnTo>
                  <a:pt x="53349" y="86803"/>
                </a:lnTo>
                <a:lnTo>
                  <a:pt x="52563" y="86618"/>
                </a:lnTo>
                <a:lnTo>
                  <a:pt x="51796" y="86411"/>
                </a:lnTo>
                <a:lnTo>
                  <a:pt x="51047" y="86183"/>
                </a:lnTo>
                <a:lnTo>
                  <a:pt x="50318" y="85932"/>
                </a:lnTo>
                <a:lnTo>
                  <a:pt x="49607" y="85660"/>
                </a:lnTo>
                <a:lnTo>
                  <a:pt x="48915" y="85366"/>
                </a:lnTo>
                <a:lnTo>
                  <a:pt x="48242" y="85051"/>
                </a:lnTo>
                <a:lnTo>
                  <a:pt x="47587" y="84714"/>
                </a:lnTo>
                <a:lnTo>
                  <a:pt x="46952" y="84354"/>
                </a:lnTo>
                <a:lnTo>
                  <a:pt x="46335" y="83974"/>
                </a:lnTo>
                <a:lnTo>
                  <a:pt x="45737" y="83571"/>
                </a:lnTo>
                <a:lnTo>
                  <a:pt x="45158" y="83146"/>
                </a:lnTo>
                <a:lnTo>
                  <a:pt x="44598" y="82700"/>
                </a:lnTo>
                <a:lnTo>
                  <a:pt x="44057" y="82232"/>
                </a:lnTo>
                <a:lnTo>
                  <a:pt x="43534" y="81743"/>
                </a:lnTo>
                <a:lnTo>
                  <a:pt x="43030" y="81231"/>
                </a:lnTo>
                <a:lnTo>
                  <a:pt x="42546" y="80703"/>
                </a:lnTo>
                <a:lnTo>
                  <a:pt x="42083" y="80163"/>
                </a:lnTo>
                <a:lnTo>
                  <a:pt x="41640" y="79612"/>
                </a:lnTo>
                <a:lnTo>
                  <a:pt x="41217" y="79049"/>
                </a:lnTo>
                <a:lnTo>
                  <a:pt x="40816" y="78475"/>
                </a:lnTo>
                <a:lnTo>
                  <a:pt x="40435" y="77889"/>
                </a:lnTo>
                <a:lnTo>
                  <a:pt x="40074" y="77292"/>
                </a:lnTo>
                <a:lnTo>
                  <a:pt x="39734" y="76683"/>
                </a:lnTo>
                <a:lnTo>
                  <a:pt x="39415" y="76062"/>
                </a:lnTo>
                <a:lnTo>
                  <a:pt x="39116" y="75430"/>
                </a:lnTo>
                <a:lnTo>
                  <a:pt x="38838" y="74787"/>
                </a:lnTo>
                <a:lnTo>
                  <a:pt x="38581" y="74131"/>
                </a:lnTo>
                <a:lnTo>
                  <a:pt x="38344" y="73465"/>
                </a:lnTo>
                <a:lnTo>
                  <a:pt x="38128" y="72786"/>
                </a:lnTo>
                <a:lnTo>
                  <a:pt x="37932" y="72097"/>
                </a:lnTo>
                <a:lnTo>
                  <a:pt x="37757" y="71395"/>
                </a:lnTo>
                <a:lnTo>
                  <a:pt x="37602" y="70682"/>
                </a:lnTo>
                <a:lnTo>
                  <a:pt x="37468" y="69958"/>
                </a:lnTo>
                <a:lnTo>
                  <a:pt x="37355" y="69222"/>
                </a:lnTo>
                <a:lnTo>
                  <a:pt x="37262" y="68474"/>
                </a:lnTo>
                <a:lnTo>
                  <a:pt x="37190" y="67715"/>
                </a:lnTo>
                <a:lnTo>
                  <a:pt x="37139" y="66945"/>
                </a:lnTo>
                <a:lnTo>
                  <a:pt x="37108" y="66162"/>
                </a:lnTo>
                <a:lnTo>
                  <a:pt x="37098" y="65369"/>
                </a:lnTo>
                <a:lnTo>
                  <a:pt x="37108" y="64586"/>
                </a:lnTo>
                <a:lnTo>
                  <a:pt x="37138" y="63816"/>
                </a:lnTo>
                <a:lnTo>
                  <a:pt x="37187" y="63058"/>
                </a:lnTo>
                <a:lnTo>
                  <a:pt x="37257" y="62313"/>
                </a:lnTo>
                <a:lnTo>
                  <a:pt x="37347" y="61580"/>
                </a:lnTo>
                <a:lnTo>
                  <a:pt x="37456" y="60859"/>
                </a:lnTo>
                <a:lnTo>
                  <a:pt x="37586" y="60151"/>
                </a:lnTo>
                <a:lnTo>
                  <a:pt x="37736" y="59456"/>
                </a:lnTo>
                <a:lnTo>
                  <a:pt x="37905" y="58773"/>
                </a:lnTo>
                <a:lnTo>
                  <a:pt x="38094" y="58102"/>
                </a:lnTo>
                <a:lnTo>
                  <a:pt x="38304" y="57444"/>
                </a:lnTo>
                <a:lnTo>
                  <a:pt x="38533" y="56798"/>
                </a:lnTo>
                <a:lnTo>
                  <a:pt x="38782" y="56164"/>
                </a:lnTo>
                <a:lnTo>
                  <a:pt x="39051" y="55544"/>
                </a:lnTo>
                <a:lnTo>
                  <a:pt x="39340" y="54935"/>
                </a:lnTo>
                <a:lnTo>
                  <a:pt x="39649" y="54339"/>
                </a:lnTo>
                <a:lnTo>
                  <a:pt x="39978" y="53755"/>
                </a:lnTo>
                <a:lnTo>
                  <a:pt x="40327" y="53184"/>
                </a:lnTo>
                <a:lnTo>
                  <a:pt x="40696" y="52625"/>
                </a:lnTo>
                <a:lnTo>
                  <a:pt x="41084" y="52079"/>
                </a:lnTo>
                <a:lnTo>
                  <a:pt x="41493" y="51545"/>
                </a:lnTo>
                <a:lnTo>
                  <a:pt x="41921" y="51024"/>
                </a:lnTo>
                <a:lnTo>
                  <a:pt x="42370" y="50515"/>
                </a:lnTo>
                <a:lnTo>
                  <a:pt x="42838" y="50018"/>
                </a:lnTo>
                <a:lnTo>
                  <a:pt x="43327" y="49538"/>
                </a:lnTo>
                <a:lnTo>
                  <a:pt x="43837" y="49078"/>
                </a:lnTo>
                <a:lnTo>
                  <a:pt x="44367" y="48639"/>
                </a:lnTo>
                <a:lnTo>
                  <a:pt x="44918" y="48220"/>
                </a:lnTo>
                <a:lnTo>
                  <a:pt x="45490" y="47821"/>
                </a:lnTo>
                <a:lnTo>
                  <a:pt x="46083" y="47443"/>
                </a:lnTo>
                <a:lnTo>
                  <a:pt x="46697" y="47086"/>
                </a:lnTo>
                <a:lnTo>
                  <a:pt x="47332" y="46749"/>
                </a:lnTo>
                <a:lnTo>
                  <a:pt x="47987" y="46432"/>
                </a:lnTo>
                <a:lnTo>
                  <a:pt x="48663" y="46136"/>
                </a:lnTo>
                <a:lnTo>
                  <a:pt x="49360" y="45860"/>
                </a:lnTo>
                <a:lnTo>
                  <a:pt x="50078" y="45605"/>
                </a:lnTo>
                <a:lnTo>
                  <a:pt x="50817" y="45370"/>
                </a:lnTo>
                <a:lnTo>
                  <a:pt x="51576" y="45155"/>
                </a:lnTo>
                <a:lnTo>
                  <a:pt x="52356" y="44961"/>
                </a:lnTo>
                <a:lnTo>
                  <a:pt x="53157" y="44787"/>
                </a:lnTo>
                <a:lnTo>
                  <a:pt x="53979" y="44634"/>
                </a:lnTo>
                <a:lnTo>
                  <a:pt x="54822" y="44501"/>
                </a:lnTo>
                <a:lnTo>
                  <a:pt x="55686" y="44389"/>
                </a:lnTo>
                <a:lnTo>
                  <a:pt x="56570" y="44297"/>
                </a:lnTo>
                <a:lnTo>
                  <a:pt x="57475" y="44225"/>
                </a:lnTo>
                <a:lnTo>
                  <a:pt x="58401" y="44174"/>
                </a:lnTo>
                <a:lnTo>
                  <a:pt x="59348" y="44144"/>
                </a:lnTo>
                <a:lnTo>
                  <a:pt x="60316" y="44133"/>
                </a:lnTo>
                <a:lnTo>
                  <a:pt x="61231" y="44144"/>
                </a:lnTo>
                <a:lnTo>
                  <a:pt x="62129" y="44177"/>
                </a:lnTo>
                <a:lnTo>
                  <a:pt x="63007" y="44232"/>
                </a:lnTo>
                <a:lnTo>
                  <a:pt x="63868" y="44309"/>
                </a:lnTo>
                <a:lnTo>
                  <a:pt x="64710" y="44408"/>
                </a:lnTo>
                <a:lnTo>
                  <a:pt x="65534" y="44529"/>
                </a:lnTo>
                <a:lnTo>
                  <a:pt x="66339" y="44672"/>
                </a:lnTo>
                <a:lnTo>
                  <a:pt x="67126" y="44837"/>
                </a:lnTo>
                <a:lnTo>
                  <a:pt x="67894" y="45024"/>
                </a:lnTo>
                <a:lnTo>
                  <a:pt x="68645" y="45233"/>
                </a:lnTo>
                <a:lnTo>
                  <a:pt x="69376" y="45464"/>
                </a:lnTo>
                <a:lnTo>
                  <a:pt x="70090" y="45717"/>
                </a:lnTo>
                <a:lnTo>
                  <a:pt x="70785" y="45991"/>
                </a:lnTo>
                <a:lnTo>
                  <a:pt x="71462" y="46288"/>
                </a:lnTo>
                <a:lnTo>
                  <a:pt x="72120" y="46607"/>
                </a:lnTo>
                <a:lnTo>
                  <a:pt x="72760" y="46948"/>
                </a:lnTo>
                <a:lnTo>
                  <a:pt x="73381" y="47311"/>
                </a:lnTo>
                <a:lnTo>
                  <a:pt x="73985" y="47695"/>
                </a:lnTo>
                <a:lnTo>
                  <a:pt x="74569" y="48102"/>
                </a:lnTo>
                <a:lnTo>
                  <a:pt x="75136" y="48531"/>
                </a:lnTo>
                <a:lnTo>
                  <a:pt x="75684" y="48982"/>
                </a:lnTo>
                <a:lnTo>
                  <a:pt x="76213" y="49454"/>
                </a:lnTo>
                <a:lnTo>
                  <a:pt x="76725" y="49949"/>
                </a:lnTo>
                <a:lnTo>
                  <a:pt x="77218" y="50466"/>
                </a:lnTo>
                <a:lnTo>
                  <a:pt x="77691" y="50999"/>
                </a:lnTo>
                <a:lnTo>
                  <a:pt x="78145" y="51543"/>
                </a:lnTo>
                <a:lnTo>
                  <a:pt x="78578" y="52098"/>
                </a:lnTo>
                <a:lnTo>
                  <a:pt x="78991" y="52663"/>
                </a:lnTo>
                <a:lnTo>
                  <a:pt x="79384" y="53240"/>
                </a:lnTo>
                <a:lnTo>
                  <a:pt x="79757" y="53828"/>
                </a:lnTo>
                <a:lnTo>
                  <a:pt x="80110" y="54426"/>
                </a:lnTo>
                <a:lnTo>
                  <a:pt x="80442" y="55035"/>
                </a:lnTo>
                <a:lnTo>
                  <a:pt x="80755" y="55656"/>
                </a:lnTo>
                <a:lnTo>
                  <a:pt x="81047" y="56287"/>
                </a:lnTo>
                <a:lnTo>
                  <a:pt x="81319" y="56929"/>
                </a:lnTo>
                <a:lnTo>
                  <a:pt x="81571" y="57581"/>
                </a:lnTo>
                <a:lnTo>
                  <a:pt x="81803" y="58245"/>
                </a:lnTo>
                <a:lnTo>
                  <a:pt x="82014" y="58920"/>
                </a:lnTo>
                <a:lnTo>
                  <a:pt x="82206" y="59605"/>
                </a:lnTo>
                <a:lnTo>
                  <a:pt x="82377" y="60302"/>
                </a:lnTo>
                <a:lnTo>
                  <a:pt x="82528" y="61009"/>
                </a:lnTo>
                <a:lnTo>
                  <a:pt x="82659" y="61727"/>
                </a:lnTo>
                <a:lnTo>
                  <a:pt x="82770" y="62456"/>
                </a:lnTo>
                <a:lnTo>
                  <a:pt x="82861" y="63196"/>
                </a:lnTo>
                <a:lnTo>
                  <a:pt x="82931" y="63947"/>
                </a:lnTo>
                <a:lnTo>
                  <a:pt x="82982" y="64708"/>
                </a:lnTo>
                <a:lnTo>
                  <a:pt x="83012" y="65481"/>
                </a:lnTo>
                <a:lnTo>
                  <a:pt x="83022" y="66264"/>
                </a:lnTo>
                <a:lnTo>
                  <a:pt x="83012" y="66954"/>
                </a:lnTo>
                <a:lnTo>
                  <a:pt x="82982" y="67637"/>
                </a:lnTo>
                <a:lnTo>
                  <a:pt x="82932" y="68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e">
            <a:extLst xmlns:a="http://schemas.openxmlformats.org/drawingml/2006/main">
              <a:ext uri="{FF2B5EF4-FFF2-40B4-BE49-F238E27FC236}">
                <a16:creationId xmlns:a16="http://schemas.microsoft.com/office/drawing/2014/main" id="{A87BA1F3-EEAB-4EB8-9AC2-C8019BD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3996" y="4145127"/>
            <a:ext cx="130610" cy="122039"/>
          </a:xfrm>
          <a:custGeom xmlns:a="http://schemas.openxmlformats.org/drawingml/2006/main">
            <a:pathLst>
              <a:path w="130610" h="122039">
                <a:moveTo>
                  <a:pt x="130610" y="58205"/>
                </a:moveTo>
                <a:cubicBezTo>
                  <a:pt x="130610" y="72106"/>
                  <a:pt x="127999" y="83790"/>
                  <a:pt x="122778" y="93256"/>
                </a:cubicBezTo>
                <a:cubicBezTo>
                  <a:pt x="117557" y="102722"/>
                  <a:pt x="110029" y="109886"/>
                  <a:pt x="100192" y="114747"/>
                </a:cubicBezTo>
                <a:cubicBezTo>
                  <a:pt x="90352" y="119608"/>
                  <a:pt x="78529" y="122039"/>
                  <a:pt x="64721" y="122039"/>
                </a:cubicBezTo>
                <a:cubicBezTo>
                  <a:pt x="51345" y="122039"/>
                  <a:pt x="39825" y="119672"/>
                  <a:pt x="30162" y="114939"/>
                </a:cubicBezTo>
                <a:cubicBezTo>
                  <a:pt x="20496" y="110206"/>
                  <a:pt x="13052" y="103255"/>
                  <a:pt x="7831" y="94087"/>
                </a:cubicBezTo>
                <a:cubicBezTo>
                  <a:pt x="2610" y="84920"/>
                  <a:pt x="0" y="73641"/>
                  <a:pt x="0" y="60252"/>
                </a:cubicBezTo>
                <a:cubicBezTo>
                  <a:pt x="0" y="41660"/>
                  <a:pt x="5495" y="26970"/>
                  <a:pt x="16486" y="16182"/>
                </a:cubicBezTo>
                <a:cubicBezTo>
                  <a:pt x="27477" y="5394"/>
                  <a:pt x="43145" y="0"/>
                  <a:pt x="63490" y="0"/>
                </a:cubicBezTo>
                <a:cubicBezTo>
                  <a:pt x="64524" y="0"/>
                  <a:pt x="65924" y="43"/>
                  <a:pt x="67691" y="128"/>
                </a:cubicBezTo>
                <a:cubicBezTo>
                  <a:pt x="69458" y="213"/>
                  <a:pt x="70816" y="341"/>
                  <a:pt x="71765" y="512"/>
                </a:cubicBezTo>
                <a:lnTo>
                  <a:pt x="71765" y="88139"/>
                </a:lnTo>
                <a:cubicBezTo>
                  <a:pt x="77785" y="87968"/>
                  <a:pt x="83413" y="86881"/>
                  <a:pt x="88647" y="84877"/>
                </a:cubicBezTo>
                <a:cubicBezTo>
                  <a:pt x="93881" y="82873"/>
                  <a:pt x="98090" y="79696"/>
                  <a:pt x="101275" y="75347"/>
                </a:cubicBezTo>
                <a:cubicBezTo>
                  <a:pt x="104457" y="70997"/>
                  <a:pt x="106048" y="65283"/>
                  <a:pt x="106048" y="58205"/>
                </a:cubicBezTo>
                <a:cubicBezTo>
                  <a:pt x="106048" y="50871"/>
                  <a:pt x="104401" y="44986"/>
                  <a:pt x="101107" y="40552"/>
                </a:cubicBezTo>
                <a:cubicBezTo>
                  <a:pt x="97813" y="36117"/>
                  <a:pt x="92915" y="33857"/>
                  <a:pt x="86412" y="33772"/>
                </a:cubicBezTo>
                <a:lnTo>
                  <a:pt x="86412" y="384"/>
                </a:lnTo>
                <a:cubicBezTo>
                  <a:pt x="96262" y="810"/>
                  <a:pt x="104471" y="3475"/>
                  <a:pt x="111037" y="8379"/>
                </a:cubicBezTo>
                <a:cubicBezTo>
                  <a:pt x="117604" y="13283"/>
                  <a:pt x="122508" y="19977"/>
                  <a:pt x="125748" y="28463"/>
                </a:cubicBezTo>
                <a:cubicBezTo>
                  <a:pt x="128989" y="36948"/>
                  <a:pt x="130610" y="46863"/>
                  <a:pt x="130610" y="58205"/>
                </a:cubicBezTo>
                <a:moveTo>
                  <a:pt x="50274" y="87755"/>
                </a:moveTo>
                <a:lnTo>
                  <a:pt x="50274" y="33644"/>
                </a:lnTo>
                <a:cubicBezTo>
                  <a:pt x="41319" y="33900"/>
                  <a:pt x="34625" y="36479"/>
                  <a:pt x="30190" y="41383"/>
                </a:cubicBezTo>
                <a:cubicBezTo>
                  <a:pt x="25755" y="46287"/>
                  <a:pt x="23538" y="52576"/>
                  <a:pt x="23538" y="60252"/>
                </a:cubicBezTo>
                <a:cubicBezTo>
                  <a:pt x="23538" y="68098"/>
                  <a:pt x="25820" y="74515"/>
                  <a:pt x="30386" y="79504"/>
                </a:cubicBezTo>
                <a:cubicBezTo>
                  <a:pt x="34951" y="84493"/>
                  <a:pt x="41580" y="87244"/>
                  <a:pt x="50274" y="87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n">
            <a:extLst xmlns:a="http://schemas.openxmlformats.org/drawingml/2006/main">
              <a:ext uri="{FF2B5EF4-FFF2-40B4-BE49-F238E27FC236}">
                <a16:creationId xmlns:a16="http://schemas.microsoft.com/office/drawing/2014/main" id="{910DEAEC-0013-493C-843A-BE2B8B5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3996" y="3998930"/>
            <a:ext cx="128307" cy="116410"/>
          </a:xfrm>
          <a:custGeom xmlns:a="http://schemas.openxmlformats.org/drawingml/2006/main">
            <a:pathLst>
              <a:path w="128307" h="116410">
                <a:moveTo>
                  <a:pt x="128307" y="116410"/>
                </a:moveTo>
                <a:lnTo>
                  <a:pt x="1919" y="116410"/>
                </a:lnTo>
                <a:lnTo>
                  <a:pt x="1919" y="83790"/>
                </a:lnTo>
                <a:lnTo>
                  <a:pt x="20468" y="83150"/>
                </a:lnTo>
                <a:cubicBezTo>
                  <a:pt x="15095" y="78971"/>
                  <a:pt x="10340" y="73471"/>
                  <a:pt x="6204" y="66648"/>
                </a:cubicBezTo>
                <a:cubicBezTo>
                  <a:pt x="2068" y="59825"/>
                  <a:pt x="0" y="50956"/>
                  <a:pt x="0" y="40040"/>
                </a:cubicBezTo>
                <a:cubicBezTo>
                  <a:pt x="0" y="27333"/>
                  <a:pt x="3910" y="17483"/>
                  <a:pt x="11729" y="10490"/>
                </a:cubicBezTo>
                <a:cubicBezTo>
                  <a:pt x="19548" y="3497"/>
                  <a:pt x="30975" y="0"/>
                  <a:pt x="46008" y="0"/>
                </a:cubicBezTo>
                <a:lnTo>
                  <a:pt x="128307" y="0"/>
                </a:lnTo>
                <a:lnTo>
                  <a:pt x="128307" y="33644"/>
                </a:lnTo>
                <a:lnTo>
                  <a:pt x="50142" y="33644"/>
                </a:lnTo>
                <a:cubicBezTo>
                  <a:pt x="45545" y="33644"/>
                  <a:pt x="41512" y="34283"/>
                  <a:pt x="38045" y="35563"/>
                </a:cubicBezTo>
                <a:cubicBezTo>
                  <a:pt x="34578" y="36842"/>
                  <a:pt x="31890" y="38867"/>
                  <a:pt x="29982" y="41639"/>
                </a:cubicBezTo>
                <a:cubicBezTo>
                  <a:pt x="28074" y="44411"/>
                  <a:pt x="27120" y="48056"/>
                  <a:pt x="27120" y="52576"/>
                </a:cubicBezTo>
                <a:cubicBezTo>
                  <a:pt x="27120" y="59314"/>
                  <a:pt x="28724" y="65092"/>
                  <a:pt x="31933" y="69910"/>
                </a:cubicBezTo>
                <a:cubicBezTo>
                  <a:pt x="35142" y="74728"/>
                  <a:pt x="39043" y="78929"/>
                  <a:pt x="43638" y="82510"/>
                </a:cubicBezTo>
                <a:lnTo>
                  <a:pt x="128307" y="82510"/>
                </a:lnTo>
                <a:lnTo>
                  <a:pt x="128307" y="116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t">
            <a:extLst xmlns:a="http://schemas.openxmlformats.org/drawingml/2006/main">
              <a:ext uri="{FF2B5EF4-FFF2-40B4-BE49-F238E27FC236}">
                <a16:creationId xmlns:a16="http://schemas.microsoft.com/office/drawing/2014/main" id="{934A88C9-B214-49ED-8043-BD913A94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6493" y="3896318"/>
            <a:ext cx="155810" cy="81871"/>
          </a:xfrm>
          <a:custGeom xmlns:a="http://schemas.openxmlformats.org/drawingml/2006/main">
            <a:pathLst>
              <a:path w="155810" h="81871">
                <a:moveTo>
                  <a:pt x="155810" y="13176"/>
                </a:moveTo>
                <a:cubicBezTo>
                  <a:pt x="155810" y="25798"/>
                  <a:pt x="154274" y="35584"/>
                  <a:pt x="151201" y="42534"/>
                </a:cubicBezTo>
                <a:cubicBezTo>
                  <a:pt x="148126" y="49485"/>
                  <a:pt x="143362" y="54325"/>
                  <a:pt x="136910" y="57054"/>
                </a:cubicBezTo>
                <a:cubicBezTo>
                  <a:pt x="130458" y="59783"/>
                  <a:pt x="122035" y="61147"/>
                  <a:pt x="111641" y="61147"/>
                </a:cubicBezTo>
                <a:lnTo>
                  <a:pt x="55519" y="61147"/>
                </a:lnTo>
                <a:lnTo>
                  <a:pt x="55519" y="81871"/>
                </a:lnTo>
                <a:lnTo>
                  <a:pt x="29422" y="81871"/>
                </a:lnTo>
                <a:lnTo>
                  <a:pt x="29422" y="61147"/>
                </a:lnTo>
                <a:lnTo>
                  <a:pt x="0" y="61147"/>
                </a:lnTo>
                <a:lnTo>
                  <a:pt x="0" y="27248"/>
                </a:lnTo>
                <a:lnTo>
                  <a:pt x="29422" y="27248"/>
                </a:lnTo>
                <a:lnTo>
                  <a:pt x="29422" y="0"/>
                </a:lnTo>
                <a:lnTo>
                  <a:pt x="55519" y="0"/>
                </a:lnTo>
                <a:lnTo>
                  <a:pt x="55519" y="27248"/>
                </a:lnTo>
                <a:lnTo>
                  <a:pt x="109862" y="27248"/>
                </a:lnTo>
                <a:cubicBezTo>
                  <a:pt x="116567" y="27248"/>
                  <a:pt x="121531" y="26331"/>
                  <a:pt x="124753" y="24497"/>
                </a:cubicBezTo>
                <a:cubicBezTo>
                  <a:pt x="127975" y="22664"/>
                  <a:pt x="129586" y="18506"/>
                  <a:pt x="129586" y="12025"/>
                </a:cubicBezTo>
                <a:lnTo>
                  <a:pt x="129586" y="0"/>
                </a:lnTo>
                <a:lnTo>
                  <a:pt x="155810" y="0"/>
                </a:lnTo>
                <a:lnTo>
                  <a:pt x="155810" y="13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f0d7ea2454342"/>
          <a:stretch xmlns:a="http://schemas.openxmlformats.org/drawingml/2006/main"/>
        </p:blipFill>
        <p:spPr>
          <a:xfrm xmlns:a="http://schemas.openxmlformats.org/drawingml/2006/main">
            <a:off x="11882599" y="928212"/>
            <a:ext cx="544441" cy="544441"/>
          </a:xfrm>
          <a:prstGeom xmlns:a="http://schemas.openxmlformats.org/drawingml/2006/main" prst="rect">
            <a:avLst/>
          </a:prstGeom>
        </p:spPr>
      </p:pic>
      <p:sp>
        <p:nvSpPr>
          <p:cNvPr id="58" name="Text StateComparison">
            <a:extLst xmlns:a="http://schemas.openxmlformats.org/drawingml/2006/main">
              <a:ext uri="{FF2B5EF4-FFF2-40B4-BE49-F238E27FC236}">
                <a16:creationId xmlns:a16="http://schemas.microsoft.com/office/drawing/2014/main" id="{8F3CA256-7857-4BF2-B0DA-301CFE55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4689" y="2996016"/>
            <a:ext cx="1522534" cy="159248"/>
          </a:xfrm>
          <a:custGeom xmlns:a="http://schemas.openxmlformats.org/drawingml/2006/main">
            <a:pathLst>
              <a:path w="1522534" h="159248">
                <a:moveTo>
                  <a:pt x="815254" y="49275"/>
                </a:moveTo>
                <a:lnTo>
                  <a:pt x="814841" y="48369"/>
                </a:lnTo>
                <a:lnTo>
                  <a:pt x="814402" y="47488"/>
                </a:lnTo>
                <a:lnTo>
                  <a:pt x="813939" y="46632"/>
                </a:lnTo>
                <a:lnTo>
                  <a:pt x="813450" y="45801"/>
                </a:lnTo>
                <a:lnTo>
                  <a:pt x="812936" y="44995"/>
                </a:lnTo>
                <a:lnTo>
                  <a:pt x="812398" y="44215"/>
                </a:lnTo>
                <a:lnTo>
                  <a:pt x="811834" y="43459"/>
                </a:lnTo>
                <a:lnTo>
                  <a:pt x="811245" y="42728"/>
                </a:lnTo>
                <a:lnTo>
                  <a:pt x="810632" y="42025"/>
                </a:lnTo>
                <a:lnTo>
                  <a:pt x="809998" y="41352"/>
                </a:lnTo>
                <a:lnTo>
                  <a:pt x="809342" y="40709"/>
                </a:lnTo>
                <a:lnTo>
                  <a:pt x="808664" y="40095"/>
                </a:lnTo>
                <a:lnTo>
                  <a:pt x="807964" y="39512"/>
                </a:lnTo>
                <a:lnTo>
                  <a:pt x="807242" y="38959"/>
                </a:lnTo>
                <a:lnTo>
                  <a:pt x="806499" y="38435"/>
                </a:lnTo>
                <a:lnTo>
                  <a:pt x="805733" y="37941"/>
                </a:lnTo>
                <a:lnTo>
                  <a:pt x="804946" y="37477"/>
                </a:lnTo>
                <a:lnTo>
                  <a:pt x="804137" y="37044"/>
                </a:lnTo>
                <a:lnTo>
                  <a:pt x="803305" y="36640"/>
                </a:lnTo>
                <a:lnTo>
                  <a:pt x="802452" y="36266"/>
                </a:lnTo>
                <a:lnTo>
                  <a:pt x="801578" y="35922"/>
                </a:lnTo>
                <a:lnTo>
                  <a:pt x="800681" y="35608"/>
                </a:lnTo>
                <a:lnTo>
                  <a:pt x="799762" y="35323"/>
                </a:lnTo>
                <a:lnTo>
                  <a:pt x="798822" y="35069"/>
                </a:lnTo>
                <a:lnTo>
                  <a:pt x="797860" y="34845"/>
                </a:lnTo>
                <a:lnTo>
                  <a:pt x="796875" y="34650"/>
                </a:lnTo>
                <a:lnTo>
                  <a:pt x="795869" y="34486"/>
                </a:lnTo>
                <a:lnTo>
                  <a:pt x="794841" y="34351"/>
                </a:lnTo>
                <a:lnTo>
                  <a:pt x="793792" y="34246"/>
                </a:lnTo>
                <a:lnTo>
                  <a:pt x="792720" y="34171"/>
                </a:lnTo>
                <a:lnTo>
                  <a:pt x="791627" y="34126"/>
                </a:lnTo>
                <a:lnTo>
                  <a:pt x="790511" y="34112"/>
                </a:lnTo>
                <a:lnTo>
                  <a:pt x="789567" y="34119"/>
                </a:lnTo>
                <a:lnTo>
                  <a:pt x="788636" y="34142"/>
                </a:lnTo>
                <a:lnTo>
                  <a:pt x="787718" y="34181"/>
                </a:lnTo>
                <a:lnTo>
                  <a:pt x="786812" y="34235"/>
                </a:lnTo>
                <a:lnTo>
                  <a:pt x="785918" y="34305"/>
                </a:lnTo>
                <a:lnTo>
                  <a:pt x="785038" y="34390"/>
                </a:lnTo>
                <a:lnTo>
                  <a:pt x="784169" y="34491"/>
                </a:lnTo>
                <a:lnTo>
                  <a:pt x="783314" y="34607"/>
                </a:lnTo>
                <a:lnTo>
                  <a:pt x="782471" y="34739"/>
                </a:lnTo>
                <a:lnTo>
                  <a:pt x="781641" y="34886"/>
                </a:lnTo>
                <a:lnTo>
                  <a:pt x="780823" y="35048"/>
                </a:lnTo>
                <a:lnTo>
                  <a:pt x="780018" y="35226"/>
                </a:lnTo>
                <a:lnTo>
                  <a:pt x="779225" y="35420"/>
                </a:lnTo>
                <a:lnTo>
                  <a:pt x="778446" y="35629"/>
                </a:lnTo>
                <a:lnTo>
                  <a:pt x="777678" y="35853"/>
                </a:lnTo>
                <a:lnTo>
                  <a:pt x="776924" y="36093"/>
                </a:lnTo>
                <a:lnTo>
                  <a:pt x="776182" y="36349"/>
                </a:lnTo>
                <a:lnTo>
                  <a:pt x="775452" y="36620"/>
                </a:lnTo>
                <a:lnTo>
                  <a:pt x="774736" y="36906"/>
                </a:lnTo>
                <a:lnTo>
                  <a:pt x="774031" y="37208"/>
                </a:lnTo>
                <a:lnTo>
                  <a:pt x="773340" y="37526"/>
                </a:lnTo>
                <a:lnTo>
                  <a:pt x="772661" y="37859"/>
                </a:lnTo>
                <a:lnTo>
                  <a:pt x="771994" y="38207"/>
                </a:lnTo>
                <a:lnTo>
                  <a:pt x="771341" y="38571"/>
                </a:lnTo>
                <a:lnTo>
                  <a:pt x="770699" y="38945"/>
                </a:lnTo>
                <a:lnTo>
                  <a:pt x="770069" y="39323"/>
                </a:lnTo>
                <a:lnTo>
                  <a:pt x="769451" y="39706"/>
                </a:lnTo>
                <a:lnTo>
                  <a:pt x="768844" y="40094"/>
                </a:lnTo>
                <a:lnTo>
                  <a:pt x="768249" y="40487"/>
                </a:lnTo>
                <a:lnTo>
                  <a:pt x="767666" y="40884"/>
                </a:lnTo>
                <a:lnTo>
                  <a:pt x="767094" y="41286"/>
                </a:lnTo>
                <a:lnTo>
                  <a:pt x="766534" y="41692"/>
                </a:lnTo>
                <a:lnTo>
                  <a:pt x="765986" y="42103"/>
                </a:lnTo>
                <a:lnTo>
                  <a:pt x="765449" y="42518"/>
                </a:lnTo>
                <a:lnTo>
                  <a:pt x="764924" y="42939"/>
                </a:lnTo>
                <a:lnTo>
                  <a:pt x="764410" y="43363"/>
                </a:lnTo>
                <a:lnTo>
                  <a:pt x="763909" y="43793"/>
                </a:lnTo>
                <a:lnTo>
                  <a:pt x="763418" y="44227"/>
                </a:lnTo>
                <a:lnTo>
                  <a:pt x="762940" y="44666"/>
                </a:lnTo>
                <a:lnTo>
                  <a:pt x="762473" y="45109"/>
                </a:lnTo>
                <a:lnTo>
                  <a:pt x="762018" y="45557"/>
                </a:lnTo>
                <a:lnTo>
                  <a:pt x="761574" y="46010"/>
                </a:lnTo>
                <a:lnTo>
                  <a:pt x="761143" y="46467"/>
                </a:lnTo>
                <a:lnTo>
                  <a:pt x="760722" y="46929"/>
                </a:lnTo>
                <a:lnTo>
                  <a:pt x="760314" y="47395"/>
                </a:lnTo>
                <a:lnTo>
                  <a:pt x="759917" y="47867"/>
                </a:lnTo>
                <a:lnTo>
                  <a:pt x="759532" y="48342"/>
                </a:lnTo>
                <a:lnTo>
                  <a:pt x="759158" y="48823"/>
                </a:lnTo>
                <a:lnTo>
                  <a:pt x="758698" y="35491"/>
                </a:lnTo>
                <a:lnTo>
                  <a:pt x="735252" y="35491"/>
                </a:lnTo>
                <a:lnTo>
                  <a:pt x="735252" y="126332"/>
                </a:lnTo>
                <a:lnTo>
                  <a:pt x="759618" y="126332"/>
                </a:lnTo>
                <a:lnTo>
                  <a:pt x="759618" y="65476"/>
                </a:lnTo>
                <a:lnTo>
                  <a:pt x="759942" y="65066"/>
                </a:lnTo>
                <a:lnTo>
                  <a:pt x="760270" y="64661"/>
                </a:lnTo>
                <a:lnTo>
                  <a:pt x="760602" y="64261"/>
                </a:lnTo>
                <a:lnTo>
                  <a:pt x="760938" y="63866"/>
                </a:lnTo>
                <a:lnTo>
                  <a:pt x="761279" y="63477"/>
                </a:lnTo>
                <a:lnTo>
                  <a:pt x="761623" y="63093"/>
                </a:lnTo>
                <a:lnTo>
                  <a:pt x="761972" y="62714"/>
                </a:lnTo>
                <a:lnTo>
                  <a:pt x="762325" y="62340"/>
                </a:lnTo>
                <a:lnTo>
                  <a:pt x="762682" y="61971"/>
                </a:lnTo>
                <a:lnTo>
                  <a:pt x="763043" y="61608"/>
                </a:lnTo>
                <a:lnTo>
                  <a:pt x="763409" y="61249"/>
                </a:lnTo>
                <a:lnTo>
                  <a:pt x="763778" y="60896"/>
                </a:lnTo>
                <a:lnTo>
                  <a:pt x="764152" y="60548"/>
                </a:lnTo>
                <a:lnTo>
                  <a:pt x="764530" y="60205"/>
                </a:lnTo>
                <a:lnTo>
                  <a:pt x="764912" y="59868"/>
                </a:lnTo>
                <a:lnTo>
                  <a:pt x="765298" y="59536"/>
                </a:lnTo>
                <a:lnTo>
                  <a:pt x="765688" y="59208"/>
                </a:lnTo>
                <a:lnTo>
                  <a:pt x="766083" y="58886"/>
                </a:lnTo>
                <a:lnTo>
                  <a:pt x="766481" y="58569"/>
                </a:lnTo>
                <a:lnTo>
                  <a:pt x="766884" y="58258"/>
                </a:lnTo>
                <a:lnTo>
                  <a:pt x="767291" y="57951"/>
                </a:lnTo>
                <a:lnTo>
                  <a:pt x="767702" y="57650"/>
                </a:lnTo>
                <a:lnTo>
                  <a:pt x="768117" y="57354"/>
                </a:lnTo>
                <a:lnTo>
                  <a:pt x="768536" y="57063"/>
                </a:lnTo>
                <a:lnTo>
                  <a:pt x="768961" y="56781"/>
                </a:lnTo>
                <a:lnTo>
                  <a:pt x="769393" y="56511"/>
                </a:lnTo>
                <a:lnTo>
                  <a:pt x="769832" y="56252"/>
                </a:lnTo>
                <a:lnTo>
                  <a:pt x="770278" y="56006"/>
                </a:lnTo>
                <a:lnTo>
                  <a:pt x="770731" y="55772"/>
                </a:lnTo>
                <a:lnTo>
                  <a:pt x="771191" y="55550"/>
                </a:lnTo>
                <a:lnTo>
                  <a:pt x="771658" y="55340"/>
                </a:lnTo>
                <a:lnTo>
                  <a:pt x="772132" y="55141"/>
                </a:lnTo>
                <a:lnTo>
                  <a:pt x="772614" y="54955"/>
                </a:lnTo>
                <a:lnTo>
                  <a:pt x="773102" y="54781"/>
                </a:lnTo>
                <a:lnTo>
                  <a:pt x="773597" y="54619"/>
                </a:lnTo>
                <a:lnTo>
                  <a:pt x="774099" y="54469"/>
                </a:lnTo>
                <a:lnTo>
                  <a:pt x="774608" y="54331"/>
                </a:lnTo>
                <a:lnTo>
                  <a:pt x="775124" y="54204"/>
                </a:lnTo>
                <a:lnTo>
                  <a:pt x="775648" y="54090"/>
                </a:lnTo>
                <a:lnTo>
                  <a:pt x="776178" y="53988"/>
                </a:lnTo>
                <a:lnTo>
                  <a:pt x="776715" y="53898"/>
                </a:lnTo>
                <a:lnTo>
                  <a:pt x="777260" y="53820"/>
                </a:lnTo>
                <a:lnTo>
                  <a:pt x="777811" y="53754"/>
                </a:lnTo>
                <a:lnTo>
                  <a:pt x="778369" y="53700"/>
                </a:lnTo>
                <a:lnTo>
                  <a:pt x="778935" y="53658"/>
                </a:lnTo>
                <a:lnTo>
                  <a:pt x="779507" y="53628"/>
                </a:lnTo>
                <a:lnTo>
                  <a:pt x="780087" y="53610"/>
                </a:lnTo>
                <a:lnTo>
                  <a:pt x="780673" y="53604"/>
                </a:lnTo>
                <a:lnTo>
                  <a:pt x="781068" y="53607"/>
                </a:lnTo>
                <a:lnTo>
                  <a:pt x="781457" y="53618"/>
                </a:lnTo>
                <a:lnTo>
                  <a:pt x="781840" y="53636"/>
                </a:lnTo>
                <a:lnTo>
                  <a:pt x="782217" y="53661"/>
                </a:lnTo>
                <a:lnTo>
                  <a:pt x="782587" y="53693"/>
                </a:lnTo>
                <a:lnTo>
                  <a:pt x="782952" y="53732"/>
                </a:lnTo>
                <a:lnTo>
                  <a:pt x="783310" y="53779"/>
                </a:lnTo>
                <a:lnTo>
                  <a:pt x="783661" y="53832"/>
                </a:lnTo>
                <a:lnTo>
                  <a:pt x="784007" y="53893"/>
                </a:lnTo>
                <a:lnTo>
                  <a:pt x="784346" y="53961"/>
                </a:lnTo>
                <a:lnTo>
                  <a:pt x="784679" y="54036"/>
                </a:lnTo>
                <a:lnTo>
                  <a:pt x="785006" y="54118"/>
                </a:lnTo>
                <a:lnTo>
                  <a:pt x="785327" y="54207"/>
                </a:lnTo>
                <a:lnTo>
                  <a:pt x="785641" y="54304"/>
                </a:lnTo>
                <a:lnTo>
                  <a:pt x="785949" y="54407"/>
                </a:lnTo>
                <a:lnTo>
                  <a:pt x="786251" y="54518"/>
                </a:lnTo>
                <a:lnTo>
                  <a:pt x="786547" y="54636"/>
                </a:lnTo>
                <a:lnTo>
                  <a:pt x="786836" y="54761"/>
                </a:lnTo>
                <a:lnTo>
                  <a:pt x="787119" y="54893"/>
                </a:lnTo>
                <a:lnTo>
                  <a:pt x="787397" y="55032"/>
                </a:lnTo>
                <a:lnTo>
                  <a:pt x="787667" y="55179"/>
                </a:lnTo>
                <a:lnTo>
                  <a:pt x="787932" y="55332"/>
                </a:lnTo>
                <a:lnTo>
                  <a:pt x="788190" y="55493"/>
                </a:lnTo>
                <a:lnTo>
                  <a:pt x="788442" y="55661"/>
                </a:lnTo>
                <a:lnTo>
                  <a:pt x="788689" y="55835"/>
                </a:lnTo>
                <a:lnTo>
                  <a:pt x="788929" y="56016"/>
                </a:lnTo>
                <a:lnTo>
                  <a:pt x="789164" y="56202"/>
                </a:lnTo>
                <a:lnTo>
                  <a:pt x="789392" y="56393"/>
                </a:lnTo>
                <a:lnTo>
                  <a:pt x="789616" y="56591"/>
                </a:lnTo>
                <a:lnTo>
                  <a:pt x="789833" y="56795"/>
                </a:lnTo>
                <a:lnTo>
                  <a:pt x="790045" y="57004"/>
                </a:lnTo>
                <a:lnTo>
                  <a:pt x="790251" y="57219"/>
                </a:lnTo>
                <a:lnTo>
                  <a:pt x="790451" y="57440"/>
                </a:lnTo>
                <a:lnTo>
                  <a:pt x="790645" y="57667"/>
                </a:lnTo>
                <a:lnTo>
                  <a:pt x="790834" y="57900"/>
                </a:lnTo>
                <a:lnTo>
                  <a:pt x="791017" y="58139"/>
                </a:lnTo>
                <a:lnTo>
                  <a:pt x="791194" y="58383"/>
                </a:lnTo>
                <a:lnTo>
                  <a:pt x="791365" y="58633"/>
                </a:lnTo>
                <a:lnTo>
                  <a:pt x="791531" y="58889"/>
                </a:lnTo>
                <a:lnTo>
                  <a:pt x="791691" y="59151"/>
                </a:lnTo>
                <a:lnTo>
                  <a:pt x="791845" y="59419"/>
                </a:lnTo>
                <a:lnTo>
                  <a:pt x="791994" y="59692"/>
                </a:lnTo>
                <a:lnTo>
                  <a:pt x="792136" y="59972"/>
                </a:lnTo>
                <a:lnTo>
                  <a:pt x="792273" y="60257"/>
                </a:lnTo>
                <a:lnTo>
                  <a:pt x="792405" y="60548"/>
                </a:lnTo>
                <a:lnTo>
                  <a:pt x="792530" y="60845"/>
                </a:lnTo>
                <a:lnTo>
                  <a:pt x="792650" y="61148"/>
                </a:lnTo>
                <a:lnTo>
                  <a:pt x="792764" y="61456"/>
                </a:lnTo>
                <a:lnTo>
                  <a:pt x="792873" y="61770"/>
                </a:lnTo>
                <a:lnTo>
                  <a:pt x="792977" y="62088"/>
                </a:lnTo>
                <a:lnTo>
                  <a:pt x="793076" y="62410"/>
                </a:lnTo>
                <a:lnTo>
                  <a:pt x="793171" y="62736"/>
                </a:lnTo>
                <a:lnTo>
                  <a:pt x="793261" y="63067"/>
                </a:lnTo>
                <a:lnTo>
                  <a:pt x="793347" y="63402"/>
                </a:lnTo>
                <a:lnTo>
                  <a:pt x="793428" y="63741"/>
                </a:lnTo>
                <a:lnTo>
                  <a:pt x="793504" y="64084"/>
                </a:lnTo>
                <a:lnTo>
                  <a:pt x="793576" y="64431"/>
                </a:lnTo>
                <a:lnTo>
                  <a:pt x="793643" y="64783"/>
                </a:lnTo>
                <a:lnTo>
                  <a:pt x="793706" y="65139"/>
                </a:lnTo>
                <a:lnTo>
                  <a:pt x="793764" y="65499"/>
                </a:lnTo>
                <a:lnTo>
                  <a:pt x="793817" y="65864"/>
                </a:lnTo>
                <a:lnTo>
                  <a:pt x="793866" y="66232"/>
                </a:lnTo>
                <a:lnTo>
                  <a:pt x="793910" y="66605"/>
                </a:lnTo>
                <a:lnTo>
                  <a:pt x="793949" y="66982"/>
                </a:lnTo>
                <a:lnTo>
                  <a:pt x="793984" y="67363"/>
                </a:lnTo>
                <a:lnTo>
                  <a:pt x="794014" y="67749"/>
                </a:lnTo>
                <a:lnTo>
                  <a:pt x="794039" y="68139"/>
                </a:lnTo>
                <a:lnTo>
                  <a:pt x="794060" y="68533"/>
                </a:lnTo>
                <a:lnTo>
                  <a:pt x="794076" y="68931"/>
                </a:lnTo>
                <a:lnTo>
                  <a:pt x="794088" y="69333"/>
                </a:lnTo>
                <a:lnTo>
                  <a:pt x="794095" y="69740"/>
                </a:lnTo>
                <a:lnTo>
                  <a:pt x="794097" y="70151"/>
                </a:lnTo>
                <a:lnTo>
                  <a:pt x="794097" y="126332"/>
                </a:lnTo>
                <a:lnTo>
                  <a:pt x="818462" y="126332"/>
                </a:lnTo>
                <a:lnTo>
                  <a:pt x="818462" y="67180"/>
                </a:lnTo>
                <a:lnTo>
                  <a:pt x="818450" y="65873"/>
                </a:lnTo>
                <a:lnTo>
                  <a:pt x="818412" y="64591"/>
                </a:lnTo>
                <a:lnTo>
                  <a:pt x="818403" y="64403"/>
                </a:lnTo>
                <a:lnTo>
                  <a:pt x="818617" y="64157"/>
                </a:lnTo>
                <a:lnTo>
                  <a:pt x="818960" y="63775"/>
                </a:lnTo>
                <a:lnTo>
                  <a:pt x="819306" y="63397"/>
                </a:lnTo>
                <a:lnTo>
                  <a:pt x="819656" y="63026"/>
                </a:lnTo>
                <a:lnTo>
                  <a:pt x="820010" y="62659"/>
                </a:lnTo>
                <a:lnTo>
                  <a:pt x="820367" y="62298"/>
                </a:lnTo>
                <a:lnTo>
                  <a:pt x="820728" y="61943"/>
                </a:lnTo>
                <a:lnTo>
                  <a:pt x="821093" y="61593"/>
                </a:lnTo>
                <a:lnTo>
                  <a:pt x="821461" y="61248"/>
                </a:lnTo>
                <a:lnTo>
                  <a:pt x="821833" y="60909"/>
                </a:lnTo>
                <a:lnTo>
                  <a:pt x="822209" y="60575"/>
                </a:lnTo>
                <a:lnTo>
                  <a:pt x="822588" y="60247"/>
                </a:lnTo>
                <a:lnTo>
                  <a:pt x="822971" y="59924"/>
                </a:lnTo>
                <a:lnTo>
                  <a:pt x="823358" y="59606"/>
                </a:lnTo>
                <a:lnTo>
                  <a:pt x="823748" y="59294"/>
                </a:lnTo>
                <a:lnTo>
                  <a:pt x="824142" y="58988"/>
                </a:lnTo>
                <a:lnTo>
                  <a:pt x="824540" y="58686"/>
                </a:lnTo>
                <a:lnTo>
                  <a:pt x="824942" y="58391"/>
                </a:lnTo>
                <a:lnTo>
                  <a:pt x="825347" y="58100"/>
                </a:lnTo>
                <a:lnTo>
                  <a:pt x="825755" y="57815"/>
                </a:lnTo>
                <a:lnTo>
                  <a:pt x="826168" y="57536"/>
                </a:lnTo>
                <a:lnTo>
                  <a:pt x="826584" y="57262"/>
                </a:lnTo>
                <a:lnTo>
                  <a:pt x="827004" y="56993"/>
                </a:lnTo>
                <a:lnTo>
                  <a:pt x="827427" y="56730"/>
                </a:lnTo>
                <a:lnTo>
                  <a:pt x="827856" y="56475"/>
                </a:lnTo>
                <a:lnTo>
                  <a:pt x="828291" y="56231"/>
                </a:lnTo>
                <a:lnTo>
                  <a:pt x="828734" y="55997"/>
                </a:lnTo>
                <a:lnTo>
                  <a:pt x="829183" y="55775"/>
                </a:lnTo>
                <a:lnTo>
                  <a:pt x="829639" y="55563"/>
                </a:lnTo>
                <a:lnTo>
                  <a:pt x="830102" y="55362"/>
                </a:lnTo>
                <a:lnTo>
                  <a:pt x="830572" y="55172"/>
                </a:lnTo>
                <a:lnTo>
                  <a:pt x="831049" y="54993"/>
                </a:lnTo>
                <a:lnTo>
                  <a:pt x="831532" y="54825"/>
                </a:lnTo>
                <a:lnTo>
                  <a:pt x="832023" y="54668"/>
                </a:lnTo>
                <a:lnTo>
                  <a:pt x="832520" y="54521"/>
                </a:lnTo>
                <a:lnTo>
                  <a:pt x="833024" y="54385"/>
                </a:lnTo>
                <a:lnTo>
                  <a:pt x="833535" y="54260"/>
                </a:lnTo>
                <a:lnTo>
                  <a:pt x="834053" y="54147"/>
                </a:lnTo>
                <a:lnTo>
                  <a:pt x="834578" y="54043"/>
                </a:lnTo>
                <a:lnTo>
                  <a:pt x="835109" y="53951"/>
                </a:lnTo>
                <a:lnTo>
                  <a:pt x="835648" y="53870"/>
                </a:lnTo>
                <a:lnTo>
                  <a:pt x="836193" y="53799"/>
                </a:lnTo>
                <a:lnTo>
                  <a:pt x="836746" y="53739"/>
                </a:lnTo>
                <a:lnTo>
                  <a:pt x="837305" y="53691"/>
                </a:lnTo>
                <a:lnTo>
                  <a:pt x="837871" y="53653"/>
                </a:lnTo>
                <a:lnTo>
                  <a:pt x="838443" y="53625"/>
                </a:lnTo>
                <a:lnTo>
                  <a:pt x="839023" y="53609"/>
                </a:lnTo>
                <a:lnTo>
                  <a:pt x="839610" y="53604"/>
                </a:lnTo>
                <a:lnTo>
                  <a:pt x="840005" y="53607"/>
                </a:lnTo>
                <a:lnTo>
                  <a:pt x="840394" y="53618"/>
                </a:lnTo>
                <a:lnTo>
                  <a:pt x="840777" y="53636"/>
                </a:lnTo>
                <a:lnTo>
                  <a:pt x="841154" y="53661"/>
                </a:lnTo>
                <a:lnTo>
                  <a:pt x="841524" y="53693"/>
                </a:lnTo>
                <a:lnTo>
                  <a:pt x="841888" y="53732"/>
                </a:lnTo>
                <a:lnTo>
                  <a:pt x="842246" y="53779"/>
                </a:lnTo>
                <a:lnTo>
                  <a:pt x="842598" y="53832"/>
                </a:lnTo>
                <a:lnTo>
                  <a:pt x="842943" y="53893"/>
                </a:lnTo>
                <a:lnTo>
                  <a:pt x="843283" y="53961"/>
                </a:lnTo>
                <a:lnTo>
                  <a:pt x="843616" y="54036"/>
                </a:lnTo>
                <a:lnTo>
                  <a:pt x="843943" y="54118"/>
                </a:lnTo>
                <a:lnTo>
                  <a:pt x="844263" y="54207"/>
                </a:lnTo>
                <a:lnTo>
                  <a:pt x="844578" y="54304"/>
                </a:lnTo>
                <a:lnTo>
                  <a:pt x="844886" y="54407"/>
                </a:lnTo>
                <a:lnTo>
                  <a:pt x="845188" y="54518"/>
                </a:lnTo>
                <a:lnTo>
                  <a:pt x="845483" y="54636"/>
                </a:lnTo>
                <a:lnTo>
                  <a:pt x="845773" y="54761"/>
                </a:lnTo>
                <a:lnTo>
                  <a:pt x="846056" y="54893"/>
                </a:lnTo>
                <a:lnTo>
                  <a:pt x="846333" y="55032"/>
                </a:lnTo>
                <a:lnTo>
                  <a:pt x="846604" y="55179"/>
                </a:lnTo>
                <a:lnTo>
                  <a:pt x="846868" y="55332"/>
                </a:lnTo>
                <a:lnTo>
                  <a:pt x="847127" y="55493"/>
                </a:lnTo>
                <a:lnTo>
                  <a:pt x="847379" y="55661"/>
                </a:lnTo>
                <a:lnTo>
                  <a:pt x="847625" y="55835"/>
                </a:lnTo>
                <a:lnTo>
                  <a:pt x="847866" y="56016"/>
                </a:lnTo>
                <a:lnTo>
                  <a:pt x="848100" y="56202"/>
                </a:lnTo>
                <a:lnTo>
                  <a:pt x="848329" y="56393"/>
                </a:lnTo>
                <a:lnTo>
                  <a:pt x="848552" y="56591"/>
                </a:lnTo>
                <a:lnTo>
                  <a:pt x="848770" y="56795"/>
                </a:lnTo>
                <a:lnTo>
                  <a:pt x="848981" y="57004"/>
                </a:lnTo>
                <a:lnTo>
                  <a:pt x="849187" y="57219"/>
                </a:lnTo>
                <a:lnTo>
                  <a:pt x="849387" y="57440"/>
                </a:lnTo>
                <a:lnTo>
                  <a:pt x="849582" y="57667"/>
                </a:lnTo>
                <a:lnTo>
                  <a:pt x="849770" y="57900"/>
                </a:lnTo>
                <a:lnTo>
                  <a:pt x="849953" y="58139"/>
                </a:lnTo>
                <a:lnTo>
                  <a:pt x="850131" y="58383"/>
                </a:lnTo>
                <a:lnTo>
                  <a:pt x="850302" y="58633"/>
                </a:lnTo>
                <a:lnTo>
                  <a:pt x="850468" y="58889"/>
                </a:lnTo>
                <a:lnTo>
                  <a:pt x="850628" y="59151"/>
                </a:lnTo>
                <a:lnTo>
                  <a:pt x="850782" y="59419"/>
                </a:lnTo>
                <a:lnTo>
                  <a:pt x="850930" y="59692"/>
                </a:lnTo>
                <a:lnTo>
                  <a:pt x="851073" y="59972"/>
                </a:lnTo>
                <a:lnTo>
                  <a:pt x="851210" y="60257"/>
                </a:lnTo>
                <a:lnTo>
                  <a:pt x="851341" y="60548"/>
                </a:lnTo>
                <a:lnTo>
                  <a:pt x="851467" y="60845"/>
                </a:lnTo>
                <a:lnTo>
                  <a:pt x="851586" y="61148"/>
                </a:lnTo>
                <a:lnTo>
                  <a:pt x="851700" y="61456"/>
                </a:lnTo>
                <a:lnTo>
                  <a:pt x="851809" y="61770"/>
                </a:lnTo>
                <a:lnTo>
                  <a:pt x="851913" y="62088"/>
                </a:lnTo>
                <a:lnTo>
                  <a:pt x="852013" y="62410"/>
                </a:lnTo>
                <a:lnTo>
                  <a:pt x="852108" y="62736"/>
                </a:lnTo>
                <a:lnTo>
                  <a:pt x="852198" y="63067"/>
                </a:lnTo>
                <a:lnTo>
                  <a:pt x="852284" y="63402"/>
                </a:lnTo>
                <a:lnTo>
                  <a:pt x="852365" y="63741"/>
                </a:lnTo>
                <a:lnTo>
                  <a:pt x="852441" y="64084"/>
                </a:lnTo>
                <a:lnTo>
                  <a:pt x="852513" y="64431"/>
                </a:lnTo>
                <a:lnTo>
                  <a:pt x="852580" y="64783"/>
                </a:lnTo>
                <a:lnTo>
                  <a:pt x="852642" y="65139"/>
                </a:lnTo>
                <a:lnTo>
                  <a:pt x="852700" y="65499"/>
                </a:lnTo>
                <a:lnTo>
                  <a:pt x="852754" y="65864"/>
                </a:lnTo>
                <a:lnTo>
                  <a:pt x="852802" y="66232"/>
                </a:lnTo>
                <a:lnTo>
                  <a:pt x="852846" y="66605"/>
                </a:lnTo>
                <a:lnTo>
                  <a:pt x="852885" y="66982"/>
                </a:lnTo>
                <a:lnTo>
                  <a:pt x="852920" y="67363"/>
                </a:lnTo>
                <a:lnTo>
                  <a:pt x="852950" y="67749"/>
                </a:lnTo>
                <a:lnTo>
                  <a:pt x="852976" y="68139"/>
                </a:lnTo>
                <a:lnTo>
                  <a:pt x="852997" y="68533"/>
                </a:lnTo>
                <a:lnTo>
                  <a:pt x="853013" y="68931"/>
                </a:lnTo>
                <a:lnTo>
                  <a:pt x="853024" y="69333"/>
                </a:lnTo>
                <a:lnTo>
                  <a:pt x="853031" y="69740"/>
                </a:lnTo>
                <a:lnTo>
                  <a:pt x="853034" y="70151"/>
                </a:lnTo>
                <a:lnTo>
                  <a:pt x="853034" y="126332"/>
                </a:lnTo>
                <a:lnTo>
                  <a:pt x="877399" y="126332"/>
                </a:lnTo>
                <a:lnTo>
                  <a:pt x="877399" y="67180"/>
                </a:lnTo>
                <a:lnTo>
                  <a:pt x="877386" y="65873"/>
                </a:lnTo>
                <a:lnTo>
                  <a:pt x="877348" y="64591"/>
                </a:lnTo>
                <a:lnTo>
                  <a:pt x="877285" y="63334"/>
                </a:lnTo>
                <a:lnTo>
                  <a:pt x="877196" y="62102"/>
                </a:lnTo>
                <a:lnTo>
                  <a:pt x="877082" y="60896"/>
                </a:lnTo>
                <a:lnTo>
                  <a:pt x="876942" y="59714"/>
                </a:lnTo>
                <a:lnTo>
                  <a:pt x="876777" y="58557"/>
                </a:lnTo>
                <a:lnTo>
                  <a:pt x="876587" y="57426"/>
                </a:lnTo>
                <a:lnTo>
                  <a:pt x="876371" y="56319"/>
                </a:lnTo>
                <a:lnTo>
                  <a:pt x="876130" y="55238"/>
                </a:lnTo>
                <a:lnTo>
                  <a:pt x="875863" y="54181"/>
                </a:lnTo>
                <a:lnTo>
                  <a:pt x="875572" y="53150"/>
                </a:lnTo>
                <a:lnTo>
                  <a:pt x="875254" y="52144"/>
                </a:lnTo>
                <a:lnTo>
                  <a:pt x="874912" y="51162"/>
                </a:lnTo>
                <a:lnTo>
                  <a:pt x="874544" y="50206"/>
                </a:lnTo>
                <a:lnTo>
                  <a:pt x="874150" y="49275"/>
                </a:lnTo>
                <a:lnTo>
                  <a:pt x="873731" y="48369"/>
                </a:lnTo>
                <a:lnTo>
                  <a:pt x="873287" y="47488"/>
                </a:lnTo>
                <a:lnTo>
                  <a:pt x="872818" y="46632"/>
                </a:lnTo>
                <a:lnTo>
                  <a:pt x="872323" y="45801"/>
                </a:lnTo>
                <a:lnTo>
                  <a:pt x="871803" y="44995"/>
                </a:lnTo>
                <a:lnTo>
                  <a:pt x="871257" y="44215"/>
                </a:lnTo>
                <a:lnTo>
                  <a:pt x="870686" y="43459"/>
                </a:lnTo>
                <a:lnTo>
                  <a:pt x="870089" y="42728"/>
                </a:lnTo>
                <a:lnTo>
                  <a:pt x="869470" y="42025"/>
                </a:lnTo>
                <a:lnTo>
                  <a:pt x="868829" y="41352"/>
                </a:lnTo>
                <a:lnTo>
                  <a:pt x="868166" y="40709"/>
                </a:lnTo>
                <a:lnTo>
                  <a:pt x="867483" y="40095"/>
                </a:lnTo>
                <a:lnTo>
                  <a:pt x="866778" y="39512"/>
                </a:lnTo>
                <a:lnTo>
                  <a:pt x="866052" y="38959"/>
                </a:lnTo>
                <a:lnTo>
                  <a:pt x="865305" y="38435"/>
                </a:lnTo>
                <a:lnTo>
                  <a:pt x="864537" y="37941"/>
                </a:lnTo>
                <a:lnTo>
                  <a:pt x="863747" y="37477"/>
                </a:lnTo>
                <a:lnTo>
                  <a:pt x="862936" y="37044"/>
                </a:lnTo>
                <a:lnTo>
                  <a:pt x="862104" y="36640"/>
                </a:lnTo>
                <a:lnTo>
                  <a:pt x="861251" y="36266"/>
                </a:lnTo>
                <a:lnTo>
                  <a:pt x="860377" y="35922"/>
                </a:lnTo>
                <a:lnTo>
                  <a:pt x="859481" y="35608"/>
                </a:lnTo>
                <a:lnTo>
                  <a:pt x="858564" y="35323"/>
                </a:lnTo>
                <a:lnTo>
                  <a:pt x="857626" y="35069"/>
                </a:lnTo>
                <a:lnTo>
                  <a:pt x="856666" y="34845"/>
                </a:lnTo>
                <a:lnTo>
                  <a:pt x="855686" y="34650"/>
                </a:lnTo>
                <a:lnTo>
                  <a:pt x="854684" y="34486"/>
                </a:lnTo>
                <a:lnTo>
                  <a:pt x="853661" y="34351"/>
                </a:lnTo>
                <a:lnTo>
                  <a:pt x="852616" y="34246"/>
                </a:lnTo>
                <a:lnTo>
                  <a:pt x="851551" y="34171"/>
                </a:lnTo>
                <a:lnTo>
                  <a:pt x="850464" y="34126"/>
                </a:lnTo>
                <a:lnTo>
                  <a:pt x="849356" y="34112"/>
                </a:lnTo>
                <a:lnTo>
                  <a:pt x="848411" y="34119"/>
                </a:lnTo>
                <a:lnTo>
                  <a:pt x="847476" y="34143"/>
                </a:lnTo>
                <a:lnTo>
                  <a:pt x="846552" y="34183"/>
                </a:lnTo>
                <a:lnTo>
                  <a:pt x="845638" y="34239"/>
                </a:lnTo>
                <a:lnTo>
                  <a:pt x="844735" y="34311"/>
                </a:lnTo>
                <a:lnTo>
                  <a:pt x="843842" y="34399"/>
                </a:lnTo>
                <a:lnTo>
                  <a:pt x="842959" y="34503"/>
                </a:lnTo>
                <a:lnTo>
                  <a:pt x="842087" y="34622"/>
                </a:lnTo>
                <a:lnTo>
                  <a:pt x="841225" y="34758"/>
                </a:lnTo>
                <a:lnTo>
                  <a:pt x="840374" y="34910"/>
                </a:lnTo>
                <a:lnTo>
                  <a:pt x="839532" y="35077"/>
                </a:lnTo>
                <a:lnTo>
                  <a:pt x="838702" y="35261"/>
                </a:lnTo>
                <a:lnTo>
                  <a:pt x="837881" y="35460"/>
                </a:lnTo>
                <a:lnTo>
                  <a:pt x="837071" y="35676"/>
                </a:lnTo>
                <a:lnTo>
                  <a:pt x="836272" y="35907"/>
                </a:lnTo>
                <a:lnTo>
                  <a:pt x="835482" y="36155"/>
                </a:lnTo>
                <a:lnTo>
                  <a:pt x="834703" y="36418"/>
                </a:lnTo>
                <a:lnTo>
                  <a:pt x="833935" y="36697"/>
                </a:lnTo>
                <a:lnTo>
                  <a:pt x="833177" y="36993"/>
                </a:lnTo>
                <a:lnTo>
                  <a:pt x="832429" y="37304"/>
                </a:lnTo>
                <a:lnTo>
                  <a:pt x="831692" y="37631"/>
                </a:lnTo>
                <a:lnTo>
                  <a:pt x="830965" y="37974"/>
                </a:lnTo>
                <a:lnTo>
                  <a:pt x="830248" y="38334"/>
                </a:lnTo>
                <a:lnTo>
                  <a:pt x="829542" y="38709"/>
                </a:lnTo>
                <a:lnTo>
                  <a:pt x="828845" y="39095"/>
                </a:lnTo>
                <a:lnTo>
                  <a:pt x="828158" y="39486"/>
                </a:lnTo>
                <a:lnTo>
                  <a:pt x="827479" y="39882"/>
                </a:lnTo>
                <a:lnTo>
                  <a:pt x="826810" y="40285"/>
                </a:lnTo>
                <a:lnTo>
                  <a:pt x="826150" y="40692"/>
                </a:lnTo>
                <a:lnTo>
                  <a:pt x="825499" y="41105"/>
                </a:lnTo>
                <a:lnTo>
                  <a:pt x="824857" y="41523"/>
                </a:lnTo>
                <a:lnTo>
                  <a:pt x="824224" y="41947"/>
                </a:lnTo>
                <a:lnTo>
                  <a:pt x="823600" y="42376"/>
                </a:lnTo>
                <a:lnTo>
                  <a:pt x="822986" y="42811"/>
                </a:lnTo>
                <a:lnTo>
                  <a:pt x="822380" y="43251"/>
                </a:lnTo>
                <a:lnTo>
                  <a:pt x="821784" y="43697"/>
                </a:lnTo>
                <a:lnTo>
                  <a:pt x="821197" y="44148"/>
                </a:lnTo>
                <a:lnTo>
                  <a:pt x="820618" y="44604"/>
                </a:lnTo>
                <a:lnTo>
                  <a:pt x="820049" y="45066"/>
                </a:lnTo>
                <a:lnTo>
                  <a:pt x="819489" y="45533"/>
                </a:lnTo>
                <a:lnTo>
                  <a:pt x="818938" y="46006"/>
                </a:lnTo>
                <a:lnTo>
                  <a:pt x="818396" y="46484"/>
                </a:lnTo>
                <a:lnTo>
                  <a:pt x="817864" y="46967"/>
                </a:lnTo>
                <a:lnTo>
                  <a:pt x="817340" y="47456"/>
                </a:lnTo>
                <a:lnTo>
                  <a:pt x="816825" y="47951"/>
                </a:lnTo>
                <a:lnTo>
                  <a:pt x="816320" y="48450"/>
                </a:lnTo>
                <a:lnTo>
                  <a:pt x="815823" y="48956"/>
                </a:lnTo>
                <a:lnTo>
                  <a:pt x="815336" y="49466"/>
                </a:lnTo>
                <a:lnTo>
                  <a:pt x="815338" y="49475"/>
                </a:lnTo>
                <a:lnTo>
                  <a:pt x="815254" y="49275"/>
                </a:lnTo>
                <a:close/>
                <a:moveTo>
                  <a:pt x="54412" y="127882"/>
                </a:moveTo>
                <a:lnTo>
                  <a:pt x="55532" y="127823"/>
                </a:lnTo>
                <a:lnTo>
                  <a:pt x="56641" y="127751"/>
                </a:lnTo>
                <a:lnTo>
                  <a:pt x="57740" y="127666"/>
                </a:lnTo>
                <a:lnTo>
                  <a:pt x="58829" y="127568"/>
                </a:lnTo>
                <a:lnTo>
                  <a:pt x="59908" y="127457"/>
                </a:lnTo>
                <a:lnTo>
                  <a:pt x="60978" y="127332"/>
                </a:lnTo>
                <a:lnTo>
                  <a:pt x="62037" y="127195"/>
                </a:lnTo>
                <a:lnTo>
                  <a:pt x="63086" y="127044"/>
                </a:lnTo>
                <a:lnTo>
                  <a:pt x="64125" y="126880"/>
                </a:lnTo>
                <a:lnTo>
                  <a:pt x="65153" y="126703"/>
                </a:lnTo>
                <a:lnTo>
                  <a:pt x="66172" y="126513"/>
                </a:lnTo>
                <a:lnTo>
                  <a:pt x="67181" y="126310"/>
                </a:lnTo>
                <a:lnTo>
                  <a:pt x="68180" y="126094"/>
                </a:lnTo>
                <a:lnTo>
                  <a:pt x="69168" y="125865"/>
                </a:lnTo>
                <a:lnTo>
                  <a:pt x="70147" y="125623"/>
                </a:lnTo>
                <a:lnTo>
                  <a:pt x="71115" y="125367"/>
                </a:lnTo>
                <a:lnTo>
                  <a:pt x="72074" y="125099"/>
                </a:lnTo>
                <a:lnTo>
                  <a:pt x="73022" y="124817"/>
                </a:lnTo>
                <a:lnTo>
                  <a:pt x="73961" y="124522"/>
                </a:lnTo>
                <a:lnTo>
                  <a:pt x="74889" y="124214"/>
                </a:lnTo>
                <a:lnTo>
                  <a:pt x="75804" y="123893"/>
                </a:lnTo>
                <a:lnTo>
                  <a:pt x="76703" y="123556"/>
                </a:lnTo>
                <a:lnTo>
                  <a:pt x="77586" y="123204"/>
                </a:lnTo>
                <a:lnTo>
                  <a:pt x="78453" y="122837"/>
                </a:lnTo>
                <a:lnTo>
                  <a:pt x="79304" y="122455"/>
                </a:lnTo>
                <a:lnTo>
                  <a:pt x="80138" y="122058"/>
                </a:lnTo>
                <a:lnTo>
                  <a:pt x="80957" y="121646"/>
                </a:lnTo>
                <a:lnTo>
                  <a:pt x="81759" y="121219"/>
                </a:lnTo>
                <a:lnTo>
                  <a:pt x="82546" y="120777"/>
                </a:lnTo>
                <a:lnTo>
                  <a:pt x="83316" y="120320"/>
                </a:lnTo>
                <a:lnTo>
                  <a:pt x="84070" y="119848"/>
                </a:lnTo>
                <a:lnTo>
                  <a:pt x="84808" y="119361"/>
                </a:lnTo>
                <a:lnTo>
                  <a:pt x="85529" y="118859"/>
                </a:lnTo>
                <a:lnTo>
                  <a:pt x="86235" y="118342"/>
                </a:lnTo>
                <a:lnTo>
                  <a:pt x="86924" y="117810"/>
                </a:lnTo>
                <a:lnTo>
                  <a:pt x="87598" y="117262"/>
                </a:lnTo>
                <a:lnTo>
                  <a:pt x="88255" y="116700"/>
                </a:lnTo>
                <a:lnTo>
                  <a:pt x="88896" y="116123"/>
                </a:lnTo>
                <a:lnTo>
                  <a:pt x="89521" y="115531"/>
                </a:lnTo>
                <a:lnTo>
                  <a:pt x="90130" y="114924"/>
                </a:lnTo>
                <a:lnTo>
                  <a:pt x="90723" y="114302"/>
                </a:lnTo>
                <a:lnTo>
                  <a:pt x="91300" y="113664"/>
                </a:lnTo>
                <a:lnTo>
                  <a:pt x="91860" y="113012"/>
                </a:lnTo>
                <a:lnTo>
                  <a:pt x="92404" y="112345"/>
                </a:lnTo>
                <a:lnTo>
                  <a:pt x="92930" y="111661"/>
                </a:lnTo>
                <a:lnTo>
                  <a:pt x="93432" y="110960"/>
                </a:lnTo>
                <a:lnTo>
                  <a:pt x="93913" y="110242"/>
                </a:lnTo>
                <a:lnTo>
                  <a:pt x="94371" y="109505"/>
                </a:lnTo>
                <a:lnTo>
                  <a:pt x="94807" y="108752"/>
                </a:lnTo>
                <a:lnTo>
                  <a:pt x="95220" y="107980"/>
                </a:lnTo>
                <a:lnTo>
                  <a:pt x="95611" y="107191"/>
                </a:lnTo>
                <a:lnTo>
                  <a:pt x="95980" y="106385"/>
                </a:lnTo>
                <a:lnTo>
                  <a:pt x="96326" y="105561"/>
                </a:lnTo>
                <a:lnTo>
                  <a:pt x="96651" y="104719"/>
                </a:lnTo>
                <a:lnTo>
                  <a:pt x="96952" y="103860"/>
                </a:lnTo>
                <a:lnTo>
                  <a:pt x="97232" y="102983"/>
                </a:lnTo>
                <a:lnTo>
                  <a:pt x="97489" y="102089"/>
                </a:lnTo>
                <a:lnTo>
                  <a:pt x="97723" y="101177"/>
                </a:lnTo>
                <a:lnTo>
                  <a:pt x="97936" y="100247"/>
                </a:lnTo>
                <a:lnTo>
                  <a:pt x="98125" y="99300"/>
                </a:lnTo>
                <a:lnTo>
                  <a:pt x="98293" y="98336"/>
                </a:lnTo>
                <a:lnTo>
                  <a:pt x="98438" y="97354"/>
                </a:lnTo>
                <a:lnTo>
                  <a:pt x="98561" y="96354"/>
                </a:lnTo>
                <a:lnTo>
                  <a:pt x="98662" y="95336"/>
                </a:lnTo>
                <a:lnTo>
                  <a:pt x="98740" y="94302"/>
                </a:lnTo>
                <a:lnTo>
                  <a:pt x="98796" y="93249"/>
                </a:lnTo>
                <a:lnTo>
                  <a:pt x="98829" y="92179"/>
                </a:lnTo>
                <a:lnTo>
                  <a:pt x="98841" y="91091"/>
                </a:lnTo>
                <a:lnTo>
                  <a:pt x="98833" y="90118"/>
                </a:lnTo>
                <a:lnTo>
                  <a:pt x="98810" y="89160"/>
                </a:lnTo>
                <a:lnTo>
                  <a:pt x="98772" y="88218"/>
                </a:lnTo>
                <a:lnTo>
                  <a:pt x="98719" y="87292"/>
                </a:lnTo>
                <a:lnTo>
                  <a:pt x="98651" y="86382"/>
                </a:lnTo>
                <a:lnTo>
                  <a:pt x="98568" y="85487"/>
                </a:lnTo>
                <a:lnTo>
                  <a:pt x="98469" y="84609"/>
                </a:lnTo>
                <a:lnTo>
                  <a:pt x="98355" y="83746"/>
                </a:lnTo>
                <a:lnTo>
                  <a:pt x="98226" y="82899"/>
                </a:lnTo>
                <a:lnTo>
                  <a:pt x="98082" y="82067"/>
                </a:lnTo>
                <a:lnTo>
                  <a:pt x="97923" y="81252"/>
                </a:lnTo>
                <a:lnTo>
                  <a:pt x="97749" y="80452"/>
                </a:lnTo>
                <a:lnTo>
                  <a:pt x="97559" y="79669"/>
                </a:lnTo>
                <a:lnTo>
                  <a:pt x="97354" y="78901"/>
                </a:lnTo>
                <a:lnTo>
                  <a:pt x="97135" y="78148"/>
                </a:lnTo>
                <a:lnTo>
                  <a:pt x="96900" y="77412"/>
                </a:lnTo>
                <a:lnTo>
                  <a:pt x="96649" y="76692"/>
                </a:lnTo>
                <a:lnTo>
                  <a:pt x="96384" y="75987"/>
                </a:lnTo>
                <a:lnTo>
                  <a:pt x="96103" y="75298"/>
                </a:lnTo>
                <a:lnTo>
                  <a:pt x="95808" y="74625"/>
                </a:lnTo>
                <a:lnTo>
                  <a:pt x="95497" y="73967"/>
                </a:lnTo>
                <a:lnTo>
                  <a:pt x="95171" y="73326"/>
                </a:lnTo>
                <a:lnTo>
                  <a:pt x="94830" y="72700"/>
                </a:lnTo>
                <a:lnTo>
                  <a:pt x="94473" y="72090"/>
                </a:lnTo>
                <a:lnTo>
                  <a:pt x="94101" y="71493"/>
                </a:lnTo>
                <a:lnTo>
                  <a:pt x="93713" y="70905"/>
                </a:lnTo>
                <a:lnTo>
                  <a:pt x="93309" y="70326"/>
                </a:lnTo>
                <a:lnTo>
                  <a:pt x="92888" y="69757"/>
                </a:lnTo>
                <a:lnTo>
                  <a:pt x="92452" y="69197"/>
                </a:lnTo>
                <a:lnTo>
                  <a:pt x="91999" y="68646"/>
                </a:lnTo>
                <a:lnTo>
                  <a:pt x="91531" y="68104"/>
                </a:lnTo>
                <a:lnTo>
                  <a:pt x="91046" y="67571"/>
                </a:lnTo>
                <a:lnTo>
                  <a:pt x="90545" y="67048"/>
                </a:lnTo>
                <a:lnTo>
                  <a:pt x="90028" y="66534"/>
                </a:lnTo>
                <a:lnTo>
                  <a:pt x="89494" y="66030"/>
                </a:lnTo>
                <a:lnTo>
                  <a:pt x="88945" y="65534"/>
                </a:lnTo>
                <a:lnTo>
                  <a:pt x="88380" y="65048"/>
                </a:lnTo>
                <a:lnTo>
                  <a:pt x="87798" y="64571"/>
                </a:lnTo>
                <a:lnTo>
                  <a:pt x="87200" y="64104"/>
                </a:lnTo>
                <a:lnTo>
                  <a:pt x="86586" y="63646"/>
                </a:lnTo>
                <a:lnTo>
                  <a:pt x="85956" y="63197"/>
                </a:lnTo>
                <a:lnTo>
                  <a:pt x="85310" y="62757"/>
                </a:lnTo>
                <a:lnTo>
                  <a:pt x="84648" y="62326"/>
                </a:lnTo>
                <a:lnTo>
                  <a:pt x="83970" y="61905"/>
                </a:lnTo>
                <a:lnTo>
                  <a:pt x="83275" y="61493"/>
                </a:lnTo>
                <a:lnTo>
                  <a:pt x="82565" y="61090"/>
                </a:lnTo>
                <a:lnTo>
                  <a:pt x="81838" y="60697"/>
                </a:lnTo>
                <a:lnTo>
                  <a:pt x="81095" y="60313"/>
                </a:lnTo>
                <a:lnTo>
                  <a:pt x="80336" y="59934"/>
                </a:lnTo>
                <a:lnTo>
                  <a:pt x="79558" y="59557"/>
                </a:lnTo>
                <a:lnTo>
                  <a:pt x="78764" y="59181"/>
                </a:lnTo>
                <a:lnTo>
                  <a:pt x="77951" y="58806"/>
                </a:lnTo>
                <a:lnTo>
                  <a:pt x="77121" y="58433"/>
                </a:lnTo>
                <a:lnTo>
                  <a:pt x="76274" y="58062"/>
                </a:lnTo>
                <a:lnTo>
                  <a:pt x="75409" y="57692"/>
                </a:lnTo>
                <a:lnTo>
                  <a:pt x="74526" y="57323"/>
                </a:lnTo>
                <a:lnTo>
                  <a:pt x="73626" y="56955"/>
                </a:lnTo>
                <a:lnTo>
                  <a:pt x="72709" y="56590"/>
                </a:lnTo>
                <a:lnTo>
                  <a:pt x="71773" y="56225"/>
                </a:lnTo>
                <a:lnTo>
                  <a:pt x="70820" y="55862"/>
                </a:lnTo>
                <a:lnTo>
                  <a:pt x="69850" y="55501"/>
                </a:lnTo>
                <a:lnTo>
                  <a:pt x="68862" y="55141"/>
                </a:lnTo>
                <a:lnTo>
                  <a:pt x="67857" y="54782"/>
                </a:lnTo>
                <a:lnTo>
                  <a:pt x="66834" y="54425"/>
                </a:lnTo>
                <a:lnTo>
                  <a:pt x="65793" y="54069"/>
                </a:lnTo>
                <a:lnTo>
                  <a:pt x="64735" y="53714"/>
                </a:lnTo>
                <a:lnTo>
                  <a:pt x="63659" y="53361"/>
                </a:lnTo>
                <a:lnTo>
                  <a:pt x="62566" y="53010"/>
                </a:lnTo>
                <a:lnTo>
                  <a:pt x="61455" y="52660"/>
                </a:lnTo>
                <a:lnTo>
                  <a:pt x="60327" y="52311"/>
                </a:lnTo>
                <a:lnTo>
                  <a:pt x="59181" y="51964"/>
                </a:lnTo>
                <a:lnTo>
                  <a:pt x="58017" y="51618"/>
                </a:lnTo>
                <a:lnTo>
                  <a:pt x="57046" y="51336"/>
                </a:lnTo>
                <a:lnTo>
                  <a:pt x="56094" y="51056"/>
                </a:lnTo>
                <a:lnTo>
                  <a:pt x="55162" y="50779"/>
                </a:lnTo>
                <a:lnTo>
                  <a:pt x="54249" y="50504"/>
                </a:lnTo>
                <a:lnTo>
                  <a:pt x="53355" y="50232"/>
                </a:lnTo>
                <a:lnTo>
                  <a:pt x="52480" y="49962"/>
                </a:lnTo>
                <a:lnTo>
                  <a:pt x="51625" y="49695"/>
                </a:lnTo>
                <a:lnTo>
                  <a:pt x="50789" y="49431"/>
                </a:lnTo>
                <a:lnTo>
                  <a:pt x="49973" y="49169"/>
                </a:lnTo>
                <a:lnTo>
                  <a:pt x="49175" y="48909"/>
                </a:lnTo>
                <a:lnTo>
                  <a:pt x="48397" y="48652"/>
                </a:lnTo>
                <a:lnTo>
                  <a:pt x="47639" y="48398"/>
                </a:lnTo>
                <a:lnTo>
                  <a:pt x="46900" y="48146"/>
                </a:lnTo>
                <a:lnTo>
                  <a:pt x="46180" y="47897"/>
                </a:lnTo>
                <a:lnTo>
                  <a:pt x="45479" y="47651"/>
                </a:lnTo>
                <a:lnTo>
                  <a:pt x="44798" y="47407"/>
                </a:lnTo>
                <a:lnTo>
                  <a:pt x="44135" y="47165"/>
                </a:lnTo>
                <a:lnTo>
                  <a:pt x="43493" y="46926"/>
                </a:lnTo>
                <a:lnTo>
                  <a:pt x="42869" y="46690"/>
                </a:lnTo>
                <a:lnTo>
                  <a:pt x="42265" y="46456"/>
                </a:lnTo>
                <a:lnTo>
                  <a:pt x="41680" y="46225"/>
                </a:lnTo>
                <a:lnTo>
                  <a:pt x="41115" y="45997"/>
                </a:lnTo>
                <a:lnTo>
                  <a:pt x="40569" y="45771"/>
                </a:lnTo>
                <a:lnTo>
                  <a:pt x="40042" y="45547"/>
                </a:lnTo>
                <a:lnTo>
                  <a:pt x="39532" y="45324"/>
                </a:lnTo>
                <a:lnTo>
                  <a:pt x="39035" y="45101"/>
                </a:lnTo>
                <a:lnTo>
                  <a:pt x="38551" y="44878"/>
                </a:lnTo>
                <a:lnTo>
                  <a:pt x="38082" y="44654"/>
                </a:lnTo>
                <a:lnTo>
                  <a:pt x="37626" y="44429"/>
                </a:lnTo>
                <a:lnTo>
                  <a:pt x="37183" y="44204"/>
                </a:lnTo>
                <a:lnTo>
                  <a:pt x="36754" y="43978"/>
                </a:lnTo>
                <a:lnTo>
                  <a:pt x="36339" y="43752"/>
                </a:lnTo>
                <a:lnTo>
                  <a:pt x="35937" y="43526"/>
                </a:lnTo>
                <a:lnTo>
                  <a:pt x="35548" y="43299"/>
                </a:lnTo>
                <a:lnTo>
                  <a:pt x="35174" y="43071"/>
                </a:lnTo>
                <a:lnTo>
                  <a:pt x="34813" y="42843"/>
                </a:lnTo>
                <a:lnTo>
                  <a:pt x="34465" y="42615"/>
                </a:lnTo>
                <a:lnTo>
                  <a:pt x="34131" y="42386"/>
                </a:lnTo>
                <a:lnTo>
                  <a:pt x="33811" y="42157"/>
                </a:lnTo>
                <a:lnTo>
                  <a:pt x="33504" y="41927"/>
                </a:lnTo>
                <a:lnTo>
                  <a:pt x="33210" y="41696"/>
                </a:lnTo>
                <a:lnTo>
                  <a:pt x="32931" y="41466"/>
                </a:lnTo>
                <a:lnTo>
                  <a:pt x="32664" y="41234"/>
                </a:lnTo>
                <a:lnTo>
                  <a:pt x="32412" y="41003"/>
                </a:lnTo>
                <a:lnTo>
                  <a:pt x="32173" y="40770"/>
                </a:lnTo>
                <a:lnTo>
                  <a:pt x="31947" y="40538"/>
                </a:lnTo>
                <a:lnTo>
                  <a:pt x="31735" y="40304"/>
                </a:lnTo>
                <a:lnTo>
                  <a:pt x="31537" y="40071"/>
                </a:lnTo>
                <a:lnTo>
                  <a:pt x="31349" y="39835"/>
                </a:lnTo>
                <a:lnTo>
                  <a:pt x="31170" y="39597"/>
                </a:lnTo>
                <a:lnTo>
                  <a:pt x="30998" y="39355"/>
                </a:lnTo>
                <a:lnTo>
                  <a:pt x="30835" y="39111"/>
                </a:lnTo>
                <a:lnTo>
                  <a:pt x="30679" y="38863"/>
                </a:lnTo>
                <a:lnTo>
                  <a:pt x="30531" y="38612"/>
                </a:lnTo>
                <a:lnTo>
                  <a:pt x="30392" y="38359"/>
                </a:lnTo>
                <a:lnTo>
                  <a:pt x="30260" y="38102"/>
                </a:lnTo>
                <a:lnTo>
                  <a:pt x="30136" y="37842"/>
                </a:lnTo>
                <a:lnTo>
                  <a:pt x="30021" y="37580"/>
                </a:lnTo>
                <a:lnTo>
                  <a:pt x="29913" y="37314"/>
                </a:lnTo>
                <a:lnTo>
                  <a:pt x="29813" y="37045"/>
                </a:lnTo>
                <a:lnTo>
                  <a:pt x="29721" y="36773"/>
                </a:lnTo>
                <a:lnTo>
                  <a:pt x="29637" y="36498"/>
                </a:lnTo>
                <a:lnTo>
                  <a:pt x="29562" y="36220"/>
                </a:lnTo>
                <a:lnTo>
                  <a:pt x="29494" y="35940"/>
                </a:lnTo>
                <a:lnTo>
                  <a:pt x="29434" y="35656"/>
                </a:lnTo>
                <a:lnTo>
                  <a:pt x="29382" y="35369"/>
                </a:lnTo>
                <a:lnTo>
                  <a:pt x="29338" y="35079"/>
                </a:lnTo>
                <a:lnTo>
                  <a:pt x="29302" y="34785"/>
                </a:lnTo>
                <a:lnTo>
                  <a:pt x="29274" y="34489"/>
                </a:lnTo>
                <a:lnTo>
                  <a:pt x="29254" y="34190"/>
                </a:lnTo>
                <a:lnTo>
                  <a:pt x="29242" y="33888"/>
                </a:lnTo>
                <a:lnTo>
                  <a:pt x="29238" y="33583"/>
                </a:lnTo>
                <a:lnTo>
                  <a:pt x="29248" y="33051"/>
                </a:lnTo>
                <a:lnTo>
                  <a:pt x="29276" y="32532"/>
                </a:lnTo>
                <a:lnTo>
                  <a:pt x="29323" y="32023"/>
                </a:lnTo>
                <a:lnTo>
                  <a:pt x="29389" y="31527"/>
                </a:lnTo>
                <a:lnTo>
                  <a:pt x="29474" y="31042"/>
                </a:lnTo>
                <a:lnTo>
                  <a:pt x="29577" y="30569"/>
                </a:lnTo>
                <a:lnTo>
                  <a:pt x="29700" y="30108"/>
                </a:lnTo>
                <a:lnTo>
                  <a:pt x="29841" y="29658"/>
                </a:lnTo>
                <a:lnTo>
                  <a:pt x="30001" y="29220"/>
                </a:lnTo>
                <a:lnTo>
                  <a:pt x="30180" y="28793"/>
                </a:lnTo>
                <a:lnTo>
                  <a:pt x="30378" y="28379"/>
                </a:lnTo>
                <a:lnTo>
                  <a:pt x="30595" y="27976"/>
                </a:lnTo>
                <a:lnTo>
                  <a:pt x="30830" y="27584"/>
                </a:lnTo>
                <a:lnTo>
                  <a:pt x="31084" y="27205"/>
                </a:lnTo>
                <a:lnTo>
                  <a:pt x="31357" y="26836"/>
                </a:lnTo>
                <a:lnTo>
                  <a:pt x="31649" y="26480"/>
                </a:lnTo>
                <a:lnTo>
                  <a:pt x="31960" y="26135"/>
                </a:lnTo>
                <a:lnTo>
                  <a:pt x="32290" y="25802"/>
                </a:lnTo>
                <a:lnTo>
                  <a:pt x="32638" y="25481"/>
                </a:lnTo>
                <a:lnTo>
                  <a:pt x="33006" y="25171"/>
                </a:lnTo>
                <a:lnTo>
                  <a:pt x="33392" y="24873"/>
                </a:lnTo>
                <a:lnTo>
                  <a:pt x="33797" y="24587"/>
                </a:lnTo>
                <a:lnTo>
                  <a:pt x="34221" y="24312"/>
                </a:lnTo>
                <a:lnTo>
                  <a:pt x="34663" y="24049"/>
                </a:lnTo>
                <a:lnTo>
                  <a:pt x="35120" y="23797"/>
                </a:lnTo>
                <a:lnTo>
                  <a:pt x="35587" y="23556"/>
                </a:lnTo>
                <a:lnTo>
                  <a:pt x="36064" y="23326"/>
                </a:lnTo>
                <a:lnTo>
                  <a:pt x="36551" y="23106"/>
                </a:lnTo>
                <a:lnTo>
                  <a:pt x="37047" y="22897"/>
                </a:lnTo>
                <a:lnTo>
                  <a:pt x="37554" y="22699"/>
                </a:lnTo>
                <a:lnTo>
                  <a:pt x="38070" y="22512"/>
                </a:lnTo>
                <a:lnTo>
                  <a:pt x="38596" y="22335"/>
                </a:lnTo>
                <a:lnTo>
                  <a:pt x="39133" y="22169"/>
                </a:lnTo>
                <a:lnTo>
                  <a:pt x="39679" y="22013"/>
                </a:lnTo>
                <a:lnTo>
                  <a:pt x="40235" y="21869"/>
                </a:lnTo>
                <a:lnTo>
                  <a:pt x="40800" y="21735"/>
                </a:lnTo>
                <a:lnTo>
                  <a:pt x="41376" y="21612"/>
                </a:lnTo>
                <a:lnTo>
                  <a:pt x="41962" y="21499"/>
                </a:lnTo>
                <a:lnTo>
                  <a:pt x="42557" y="21397"/>
                </a:lnTo>
                <a:lnTo>
                  <a:pt x="43163" y="21306"/>
                </a:lnTo>
                <a:lnTo>
                  <a:pt x="43778" y="21226"/>
                </a:lnTo>
                <a:lnTo>
                  <a:pt x="44404" y="21156"/>
                </a:lnTo>
                <a:lnTo>
                  <a:pt x="45039" y="21097"/>
                </a:lnTo>
                <a:lnTo>
                  <a:pt x="45684" y="21049"/>
                </a:lnTo>
                <a:lnTo>
                  <a:pt x="46339" y="21012"/>
                </a:lnTo>
                <a:lnTo>
                  <a:pt x="47004" y="20985"/>
                </a:lnTo>
                <a:lnTo>
                  <a:pt x="47678" y="20969"/>
                </a:lnTo>
                <a:lnTo>
                  <a:pt x="48363" y="20963"/>
                </a:lnTo>
                <a:lnTo>
                  <a:pt x="49056" y="20970"/>
                </a:lnTo>
                <a:lnTo>
                  <a:pt x="49741" y="20991"/>
                </a:lnTo>
                <a:lnTo>
                  <a:pt x="50417" y="21025"/>
                </a:lnTo>
                <a:lnTo>
                  <a:pt x="51086" y="21072"/>
                </a:lnTo>
                <a:lnTo>
                  <a:pt x="51745" y="21133"/>
                </a:lnTo>
                <a:lnTo>
                  <a:pt x="52397" y="21208"/>
                </a:lnTo>
                <a:lnTo>
                  <a:pt x="53040" y="21296"/>
                </a:lnTo>
                <a:lnTo>
                  <a:pt x="53675" y="21398"/>
                </a:lnTo>
                <a:lnTo>
                  <a:pt x="54302" y="21514"/>
                </a:lnTo>
                <a:lnTo>
                  <a:pt x="54920" y="21643"/>
                </a:lnTo>
                <a:lnTo>
                  <a:pt x="55530" y="21785"/>
                </a:lnTo>
                <a:lnTo>
                  <a:pt x="56132" y="21942"/>
                </a:lnTo>
                <a:lnTo>
                  <a:pt x="56726" y="22112"/>
                </a:lnTo>
                <a:lnTo>
                  <a:pt x="57311" y="22295"/>
                </a:lnTo>
                <a:lnTo>
                  <a:pt x="57888" y="22492"/>
                </a:lnTo>
                <a:lnTo>
                  <a:pt x="58456" y="22703"/>
                </a:lnTo>
                <a:lnTo>
                  <a:pt x="59017" y="22927"/>
                </a:lnTo>
                <a:lnTo>
                  <a:pt x="59569" y="23165"/>
                </a:lnTo>
                <a:lnTo>
                  <a:pt x="60112" y="23416"/>
                </a:lnTo>
                <a:lnTo>
                  <a:pt x="60648" y="23681"/>
                </a:lnTo>
                <a:lnTo>
                  <a:pt x="61175" y="23960"/>
                </a:lnTo>
                <a:lnTo>
                  <a:pt x="61694" y="24252"/>
                </a:lnTo>
                <a:lnTo>
                  <a:pt x="62204" y="24557"/>
                </a:lnTo>
                <a:lnTo>
                  <a:pt x="62706" y="24877"/>
                </a:lnTo>
                <a:lnTo>
                  <a:pt x="63194" y="25210"/>
                </a:lnTo>
                <a:lnTo>
                  <a:pt x="63660" y="25557"/>
                </a:lnTo>
                <a:lnTo>
                  <a:pt x="64106" y="25918"/>
                </a:lnTo>
                <a:lnTo>
                  <a:pt x="64530" y="26293"/>
                </a:lnTo>
                <a:lnTo>
                  <a:pt x="64933" y="26681"/>
                </a:lnTo>
                <a:lnTo>
                  <a:pt x="65315" y="27084"/>
                </a:lnTo>
                <a:lnTo>
                  <a:pt x="65676" y="27501"/>
                </a:lnTo>
                <a:lnTo>
                  <a:pt x="66016" y="27931"/>
                </a:lnTo>
                <a:lnTo>
                  <a:pt x="66335" y="28376"/>
                </a:lnTo>
                <a:lnTo>
                  <a:pt x="66633" y="28834"/>
                </a:lnTo>
                <a:lnTo>
                  <a:pt x="66910" y="29306"/>
                </a:lnTo>
                <a:lnTo>
                  <a:pt x="67166" y="29792"/>
                </a:lnTo>
                <a:lnTo>
                  <a:pt x="67400" y="30292"/>
                </a:lnTo>
                <a:lnTo>
                  <a:pt x="67614" y="30806"/>
                </a:lnTo>
                <a:lnTo>
                  <a:pt x="67806" y="31334"/>
                </a:lnTo>
                <a:lnTo>
                  <a:pt x="67978" y="31876"/>
                </a:lnTo>
                <a:lnTo>
                  <a:pt x="68128" y="32432"/>
                </a:lnTo>
                <a:lnTo>
                  <a:pt x="68257" y="33002"/>
                </a:lnTo>
                <a:lnTo>
                  <a:pt x="68366" y="33585"/>
                </a:lnTo>
                <a:lnTo>
                  <a:pt x="68453" y="34183"/>
                </a:lnTo>
                <a:lnTo>
                  <a:pt x="68519" y="34794"/>
                </a:lnTo>
                <a:lnTo>
                  <a:pt x="68564" y="35419"/>
                </a:lnTo>
                <a:lnTo>
                  <a:pt x="68588" y="36059"/>
                </a:lnTo>
                <a:lnTo>
                  <a:pt x="68591" y="36712"/>
                </a:lnTo>
                <a:lnTo>
                  <a:pt x="95071" y="36712"/>
                </a:lnTo>
                <a:lnTo>
                  <a:pt x="95060" y="35700"/>
                </a:lnTo>
                <a:lnTo>
                  <a:pt x="95027" y="34702"/>
                </a:lnTo>
                <a:lnTo>
                  <a:pt x="94972" y="33720"/>
                </a:lnTo>
                <a:lnTo>
                  <a:pt x="94895" y="32753"/>
                </a:lnTo>
                <a:lnTo>
                  <a:pt x="94796" y="31801"/>
                </a:lnTo>
                <a:lnTo>
                  <a:pt x="94674" y="30863"/>
                </a:lnTo>
                <a:lnTo>
                  <a:pt x="94531" y="29941"/>
                </a:lnTo>
                <a:lnTo>
                  <a:pt x="94366" y="29034"/>
                </a:lnTo>
                <a:lnTo>
                  <a:pt x="94179" y="28142"/>
                </a:lnTo>
                <a:lnTo>
                  <a:pt x="93969" y="27265"/>
                </a:lnTo>
                <a:lnTo>
                  <a:pt x="93738" y="26403"/>
                </a:lnTo>
                <a:lnTo>
                  <a:pt x="93485" y="25556"/>
                </a:lnTo>
                <a:lnTo>
                  <a:pt x="93209" y="24724"/>
                </a:lnTo>
                <a:lnTo>
                  <a:pt x="92912" y="23906"/>
                </a:lnTo>
                <a:lnTo>
                  <a:pt x="92593" y="23104"/>
                </a:lnTo>
                <a:lnTo>
                  <a:pt x="92251" y="22317"/>
                </a:lnTo>
                <a:lnTo>
                  <a:pt x="91888" y="21545"/>
                </a:lnTo>
                <a:lnTo>
                  <a:pt x="91502" y="20788"/>
                </a:lnTo>
                <a:lnTo>
                  <a:pt x="91095" y="20046"/>
                </a:lnTo>
                <a:lnTo>
                  <a:pt x="90665" y="19319"/>
                </a:lnTo>
                <a:lnTo>
                  <a:pt x="90214" y="18607"/>
                </a:lnTo>
                <a:lnTo>
                  <a:pt x="89740" y="17910"/>
                </a:lnTo>
                <a:lnTo>
                  <a:pt x="89244" y="17228"/>
                </a:lnTo>
                <a:lnTo>
                  <a:pt x="88727" y="16562"/>
                </a:lnTo>
                <a:lnTo>
                  <a:pt x="88191" y="15909"/>
                </a:lnTo>
                <a:lnTo>
                  <a:pt x="87640" y="15271"/>
                </a:lnTo>
                <a:lnTo>
                  <a:pt x="87074" y="14647"/>
                </a:lnTo>
                <a:lnTo>
                  <a:pt x="86493" y="14036"/>
                </a:lnTo>
                <a:lnTo>
                  <a:pt x="85898" y="13440"/>
                </a:lnTo>
                <a:lnTo>
                  <a:pt x="85287" y="12858"/>
                </a:lnTo>
                <a:lnTo>
                  <a:pt x="84662" y="12290"/>
                </a:lnTo>
                <a:lnTo>
                  <a:pt x="84022" y="11736"/>
                </a:lnTo>
                <a:lnTo>
                  <a:pt x="83367" y="11196"/>
                </a:lnTo>
                <a:lnTo>
                  <a:pt x="82698" y="10670"/>
                </a:lnTo>
                <a:lnTo>
                  <a:pt x="82013" y="10158"/>
                </a:lnTo>
                <a:lnTo>
                  <a:pt x="81314" y="9661"/>
                </a:lnTo>
                <a:lnTo>
                  <a:pt x="80599" y="9177"/>
                </a:lnTo>
                <a:lnTo>
                  <a:pt x="79870" y="8707"/>
                </a:lnTo>
                <a:lnTo>
                  <a:pt x="79126" y="8252"/>
                </a:lnTo>
                <a:lnTo>
                  <a:pt x="78368" y="7810"/>
                </a:lnTo>
                <a:lnTo>
                  <a:pt x="77594" y="7383"/>
                </a:lnTo>
                <a:lnTo>
                  <a:pt x="76805" y="6969"/>
                </a:lnTo>
                <a:lnTo>
                  <a:pt x="76002" y="6570"/>
                </a:lnTo>
                <a:lnTo>
                  <a:pt x="75184" y="6185"/>
                </a:lnTo>
                <a:lnTo>
                  <a:pt x="74351" y="5813"/>
                </a:lnTo>
                <a:lnTo>
                  <a:pt x="73503" y="5456"/>
                </a:lnTo>
                <a:lnTo>
                  <a:pt x="72640" y="5113"/>
                </a:lnTo>
                <a:lnTo>
                  <a:pt x="71763" y="4784"/>
                </a:lnTo>
                <a:lnTo>
                  <a:pt x="70874" y="4469"/>
                </a:lnTo>
                <a:lnTo>
                  <a:pt x="69979" y="4167"/>
                </a:lnTo>
                <a:lnTo>
                  <a:pt x="69076" y="3878"/>
                </a:lnTo>
                <a:lnTo>
                  <a:pt x="68166" y="3603"/>
                </a:lnTo>
                <a:lnTo>
                  <a:pt x="67248" y="3342"/>
                </a:lnTo>
                <a:lnTo>
                  <a:pt x="66324" y="3093"/>
                </a:lnTo>
                <a:lnTo>
                  <a:pt x="65392" y="2858"/>
                </a:lnTo>
                <a:lnTo>
                  <a:pt x="64453" y="2637"/>
                </a:lnTo>
                <a:lnTo>
                  <a:pt x="63507" y="2429"/>
                </a:lnTo>
                <a:lnTo>
                  <a:pt x="62554" y="2234"/>
                </a:lnTo>
                <a:lnTo>
                  <a:pt x="61594" y="2053"/>
                </a:lnTo>
                <a:lnTo>
                  <a:pt x="60626" y="1886"/>
                </a:lnTo>
                <a:lnTo>
                  <a:pt x="59651" y="1731"/>
                </a:lnTo>
                <a:lnTo>
                  <a:pt x="58669" y="1590"/>
                </a:lnTo>
                <a:lnTo>
                  <a:pt x="57680" y="1463"/>
                </a:lnTo>
                <a:lnTo>
                  <a:pt x="56684" y="1349"/>
                </a:lnTo>
                <a:lnTo>
                  <a:pt x="55680" y="1248"/>
                </a:lnTo>
                <a:lnTo>
                  <a:pt x="54670" y="1161"/>
                </a:lnTo>
                <a:lnTo>
                  <a:pt x="53652" y="1087"/>
                </a:lnTo>
                <a:lnTo>
                  <a:pt x="52627" y="1027"/>
                </a:lnTo>
                <a:lnTo>
                  <a:pt x="51595" y="980"/>
                </a:lnTo>
                <a:lnTo>
                  <a:pt x="50555" y="946"/>
                </a:lnTo>
                <a:lnTo>
                  <a:pt x="49509" y="926"/>
                </a:lnTo>
                <a:lnTo>
                  <a:pt x="48455" y="919"/>
                </a:lnTo>
                <a:lnTo>
                  <a:pt x="47349" y="926"/>
                </a:lnTo>
                <a:lnTo>
                  <a:pt x="46254" y="944"/>
                </a:lnTo>
                <a:lnTo>
                  <a:pt x="45169" y="976"/>
                </a:lnTo>
                <a:lnTo>
                  <a:pt x="44095" y="1019"/>
                </a:lnTo>
                <a:lnTo>
                  <a:pt x="43032" y="1075"/>
                </a:lnTo>
                <a:lnTo>
                  <a:pt x="41979" y="1144"/>
                </a:lnTo>
                <a:lnTo>
                  <a:pt x="40936" y="1225"/>
                </a:lnTo>
                <a:lnTo>
                  <a:pt x="39904" y="1318"/>
                </a:lnTo>
                <a:lnTo>
                  <a:pt x="38883" y="1424"/>
                </a:lnTo>
                <a:lnTo>
                  <a:pt x="37872" y="1542"/>
                </a:lnTo>
                <a:lnTo>
                  <a:pt x="36871" y="1673"/>
                </a:lnTo>
                <a:lnTo>
                  <a:pt x="35881" y="1817"/>
                </a:lnTo>
                <a:lnTo>
                  <a:pt x="34902" y="1972"/>
                </a:lnTo>
                <a:lnTo>
                  <a:pt x="33933" y="2141"/>
                </a:lnTo>
                <a:lnTo>
                  <a:pt x="32975" y="2321"/>
                </a:lnTo>
                <a:lnTo>
                  <a:pt x="32027" y="2514"/>
                </a:lnTo>
                <a:lnTo>
                  <a:pt x="31090" y="2720"/>
                </a:lnTo>
                <a:lnTo>
                  <a:pt x="30164" y="2938"/>
                </a:lnTo>
                <a:lnTo>
                  <a:pt x="29248" y="3169"/>
                </a:lnTo>
                <a:lnTo>
                  <a:pt x="28342" y="3412"/>
                </a:lnTo>
                <a:lnTo>
                  <a:pt x="27447" y="3667"/>
                </a:lnTo>
                <a:lnTo>
                  <a:pt x="26562" y="3935"/>
                </a:lnTo>
                <a:lnTo>
                  <a:pt x="25688" y="4215"/>
                </a:lnTo>
                <a:lnTo>
                  <a:pt x="24825" y="4508"/>
                </a:lnTo>
                <a:lnTo>
                  <a:pt x="23975" y="4814"/>
                </a:lnTo>
                <a:lnTo>
                  <a:pt x="23140" y="5134"/>
                </a:lnTo>
                <a:lnTo>
                  <a:pt x="22320" y="5468"/>
                </a:lnTo>
                <a:lnTo>
                  <a:pt x="21516" y="5816"/>
                </a:lnTo>
                <a:lnTo>
                  <a:pt x="20728" y="6177"/>
                </a:lnTo>
                <a:lnTo>
                  <a:pt x="19955" y="6553"/>
                </a:lnTo>
                <a:lnTo>
                  <a:pt x="19197" y="6942"/>
                </a:lnTo>
                <a:lnTo>
                  <a:pt x="18455" y="7345"/>
                </a:lnTo>
                <a:lnTo>
                  <a:pt x="17729" y="7763"/>
                </a:lnTo>
                <a:lnTo>
                  <a:pt x="17018" y="8194"/>
                </a:lnTo>
                <a:lnTo>
                  <a:pt x="16322" y="8639"/>
                </a:lnTo>
                <a:lnTo>
                  <a:pt x="15642" y="9098"/>
                </a:lnTo>
                <a:lnTo>
                  <a:pt x="14977" y="9570"/>
                </a:lnTo>
                <a:lnTo>
                  <a:pt x="14328" y="10057"/>
                </a:lnTo>
                <a:lnTo>
                  <a:pt x="13695" y="10558"/>
                </a:lnTo>
                <a:lnTo>
                  <a:pt x="13077" y="11072"/>
                </a:lnTo>
                <a:lnTo>
                  <a:pt x="12474" y="11600"/>
                </a:lnTo>
                <a:lnTo>
                  <a:pt x="11887" y="12143"/>
                </a:lnTo>
                <a:lnTo>
                  <a:pt x="11315" y="12699"/>
                </a:lnTo>
                <a:lnTo>
                  <a:pt x="10759" y="13269"/>
                </a:lnTo>
                <a:lnTo>
                  <a:pt x="10218" y="13853"/>
                </a:lnTo>
                <a:lnTo>
                  <a:pt x="9693" y="14451"/>
                </a:lnTo>
                <a:lnTo>
                  <a:pt x="9183" y="15062"/>
                </a:lnTo>
                <a:lnTo>
                  <a:pt x="8689" y="15688"/>
                </a:lnTo>
                <a:lnTo>
                  <a:pt x="8212" y="16328"/>
                </a:lnTo>
                <a:lnTo>
                  <a:pt x="7756" y="16984"/>
                </a:lnTo>
                <a:lnTo>
                  <a:pt x="7320" y="17656"/>
                </a:lnTo>
                <a:lnTo>
                  <a:pt x="6905" y="18342"/>
                </a:lnTo>
                <a:lnTo>
                  <a:pt x="6509" y="19045"/>
                </a:lnTo>
                <a:lnTo>
                  <a:pt x="6134" y="19763"/>
                </a:lnTo>
                <a:lnTo>
                  <a:pt x="5780" y="20496"/>
                </a:lnTo>
                <a:lnTo>
                  <a:pt x="5445" y="21245"/>
                </a:lnTo>
                <a:lnTo>
                  <a:pt x="5131" y="22009"/>
                </a:lnTo>
                <a:lnTo>
                  <a:pt x="4837" y="22789"/>
                </a:lnTo>
                <a:lnTo>
                  <a:pt x="4563" y="23584"/>
                </a:lnTo>
                <a:lnTo>
                  <a:pt x="4310" y="24395"/>
                </a:lnTo>
                <a:lnTo>
                  <a:pt x="4077" y="25221"/>
                </a:lnTo>
                <a:lnTo>
                  <a:pt x="3864" y="26063"/>
                </a:lnTo>
                <a:lnTo>
                  <a:pt x="3671" y="26920"/>
                </a:lnTo>
                <a:lnTo>
                  <a:pt x="3499" y="27793"/>
                </a:lnTo>
                <a:lnTo>
                  <a:pt x="3347" y="28681"/>
                </a:lnTo>
                <a:lnTo>
                  <a:pt x="3215" y="29585"/>
                </a:lnTo>
                <a:lnTo>
                  <a:pt x="3104" y="30504"/>
                </a:lnTo>
                <a:lnTo>
                  <a:pt x="3012" y="31439"/>
                </a:lnTo>
                <a:lnTo>
                  <a:pt x="2942" y="32389"/>
                </a:lnTo>
                <a:lnTo>
                  <a:pt x="2891" y="33355"/>
                </a:lnTo>
                <a:lnTo>
                  <a:pt x="2860" y="34336"/>
                </a:lnTo>
                <a:lnTo>
                  <a:pt x="2850" y="35333"/>
                </a:lnTo>
                <a:lnTo>
                  <a:pt x="2859" y="36261"/>
                </a:lnTo>
                <a:lnTo>
                  <a:pt x="2886" y="37174"/>
                </a:lnTo>
                <a:lnTo>
                  <a:pt x="2930" y="38073"/>
                </a:lnTo>
                <a:lnTo>
                  <a:pt x="2992" y="38957"/>
                </a:lnTo>
                <a:lnTo>
                  <a:pt x="3072" y="39826"/>
                </a:lnTo>
                <a:lnTo>
                  <a:pt x="3169" y="40681"/>
                </a:lnTo>
                <a:lnTo>
                  <a:pt x="3284" y="41521"/>
                </a:lnTo>
                <a:lnTo>
                  <a:pt x="3417" y="42346"/>
                </a:lnTo>
                <a:lnTo>
                  <a:pt x="3568" y="43157"/>
                </a:lnTo>
                <a:lnTo>
                  <a:pt x="3736" y="43953"/>
                </a:lnTo>
                <a:lnTo>
                  <a:pt x="3922" y="44734"/>
                </a:lnTo>
                <a:lnTo>
                  <a:pt x="4126" y="45500"/>
                </a:lnTo>
                <a:lnTo>
                  <a:pt x="4348" y="46252"/>
                </a:lnTo>
                <a:lnTo>
                  <a:pt x="4587" y="46989"/>
                </a:lnTo>
                <a:lnTo>
                  <a:pt x="4844" y="47712"/>
                </a:lnTo>
                <a:lnTo>
                  <a:pt x="5118" y="48419"/>
                </a:lnTo>
                <a:lnTo>
                  <a:pt x="5411" y="49112"/>
                </a:lnTo>
                <a:lnTo>
                  <a:pt x="5721" y="49791"/>
                </a:lnTo>
                <a:lnTo>
                  <a:pt x="6048" y="50454"/>
                </a:lnTo>
                <a:lnTo>
                  <a:pt x="6394" y="51103"/>
                </a:lnTo>
                <a:lnTo>
                  <a:pt x="6757" y="51738"/>
                </a:lnTo>
                <a:lnTo>
                  <a:pt x="7138" y="52357"/>
                </a:lnTo>
                <a:lnTo>
                  <a:pt x="7537" y="52962"/>
                </a:lnTo>
                <a:lnTo>
                  <a:pt x="7953" y="53552"/>
                </a:lnTo>
                <a:lnTo>
                  <a:pt x="8386" y="54130"/>
                </a:lnTo>
                <a:lnTo>
                  <a:pt x="8833" y="54699"/>
                </a:lnTo>
                <a:lnTo>
                  <a:pt x="9295" y="55260"/>
                </a:lnTo>
                <a:lnTo>
                  <a:pt x="9772" y="55811"/>
                </a:lnTo>
                <a:lnTo>
                  <a:pt x="10263" y="56353"/>
                </a:lnTo>
                <a:lnTo>
                  <a:pt x="10769" y="56887"/>
                </a:lnTo>
                <a:lnTo>
                  <a:pt x="11290" y="57411"/>
                </a:lnTo>
                <a:lnTo>
                  <a:pt x="11825" y="57926"/>
                </a:lnTo>
                <a:lnTo>
                  <a:pt x="12375" y="58433"/>
                </a:lnTo>
                <a:lnTo>
                  <a:pt x="12940" y="58931"/>
                </a:lnTo>
                <a:lnTo>
                  <a:pt x="13519" y="59419"/>
                </a:lnTo>
                <a:lnTo>
                  <a:pt x="14114" y="59899"/>
                </a:lnTo>
                <a:lnTo>
                  <a:pt x="14722" y="60370"/>
                </a:lnTo>
                <a:lnTo>
                  <a:pt x="15346" y="60832"/>
                </a:lnTo>
                <a:lnTo>
                  <a:pt x="15984" y="61285"/>
                </a:lnTo>
                <a:lnTo>
                  <a:pt x="16637" y="61729"/>
                </a:lnTo>
                <a:lnTo>
                  <a:pt x="17304" y="62164"/>
                </a:lnTo>
                <a:lnTo>
                  <a:pt x="17987" y="62590"/>
                </a:lnTo>
                <a:lnTo>
                  <a:pt x="18684" y="63007"/>
                </a:lnTo>
                <a:lnTo>
                  <a:pt x="19395" y="63415"/>
                </a:lnTo>
                <a:lnTo>
                  <a:pt x="20122" y="63815"/>
                </a:lnTo>
                <a:lnTo>
                  <a:pt x="20863" y="64205"/>
                </a:lnTo>
                <a:lnTo>
                  <a:pt x="21618" y="64586"/>
                </a:lnTo>
                <a:lnTo>
                  <a:pt x="22389" y="64959"/>
                </a:lnTo>
                <a:lnTo>
                  <a:pt x="23172" y="65326"/>
                </a:lnTo>
                <a:lnTo>
                  <a:pt x="23968" y="65690"/>
                </a:lnTo>
                <a:lnTo>
                  <a:pt x="24776" y="66052"/>
                </a:lnTo>
                <a:lnTo>
                  <a:pt x="25595" y="66411"/>
                </a:lnTo>
                <a:lnTo>
                  <a:pt x="26427" y="66767"/>
                </a:lnTo>
                <a:lnTo>
                  <a:pt x="27270" y="67121"/>
                </a:lnTo>
                <a:lnTo>
                  <a:pt x="28126" y="67473"/>
                </a:lnTo>
                <a:lnTo>
                  <a:pt x="28993" y="67821"/>
                </a:lnTo>
                <a:lnTo>
                  <a:pt x="29873" y="68168"/>
                </a:lnTo>
                <a:lnTo>
                  <a:pt x="30764" y="68511"/>
                </a:lnTo>
                <a:lnTo>
                  <a:pt x="31668" y="68853"/>
                </a:lnTo>
                <a:lnTo>
                  <a:pt x="32583" y="69191"/>
                </a:lnTo>
                <a:lnTo>
                  <a:pt x="33510" y="69527"/>
                </a:lnTo>
                <a:lnTo>
                  <a:pt x="34450" y="69861"/>
                </a:lnTo>
                <a:lnTo>
                  <a:pt x="35401" y="70192"/>
                </a:lnTo>
                <a:lnTo>
                  <a:pt x="36364" y="70520"/>
                </a:lnTo>
                <a:lnTo>
                  <a:pt x="37339" y="70846"/>
                </a:lnTo>
                <a:lnTo>
                  <a:pt x="38327" y="71170"/>
                </a:lnTo>
                <a:lnTo>
                  <a:pt x="39326" y="71490"/>
                </a:lnTo>
                <a:lnTo>
                  <a:pt x="40337" y="71809"/>
                </a:lnTo>
                <a:lnTo>
                  <a:pt x="41360" y="72124"/>
                </a:lnTo>
                <a:lnTo>
                  <a:pt x="42395" y="72437"/>
                </a:lnTo>
                <a:lnTo>
                  <a:pt x="43442" y="72748"/>
                </a:lnTo>
                <a:lnTo>
                  <a:pt x="44501" y="73056"/>
                </a:lnTo>
                <a:lnTo>
                  <a:pt x="45405" y="73308"/>
                </a:lnTo>
                <a:lnTo>
                  <a:pt x="46291" y="73559"/>
                </a:lnTo>
                <a:lnTo>
                  <a:pt x="47160" y="73809"/>
                </a:lnTo>
                <a:lnTo>
                  <a:pt x="48013" y="74057"/>
                </a:lnTo>
                <a:lnTo>
                  <a:pt x="48849" y="74303"/>
                </a:lnTo>
                <a:lnTo>
                  <a:pt x="49667" y="74549"/>
                </a:lnTo>
                <a:lnTo>
                  <a:pt x="50469" y="74792"/>
                </a:lnTo>
                <a:lnTo>
                  <a:pt x="51254" y="75035"/>
                </a:lnTo>
                <a:lnTo>
                  <a:pt x="52022" y="75275"/>
                </a:lnTo>
                <a:lnTo>
                  <a:pt x="52773" y="75515"/>
                </a:lnTo>
                <a:lnTo>
                  <a:pt x="53507" y="75753"/>
                </a:lnTo>
                <a:lnTo>
                  <a:pt x="54224" y="75989"/>
                </a:lnTo>
                <a:lnTo>
                  <a:pt x="54925" y="76225"/>
                </a:lnTo>
                <a:lnTo>
                  <a:pt x="55608" y="76458"/>
                </a:lnTo>
                <a:lnTo>
                  <a:pt x="56274" y="76691"/>
                </a:lnTo>
                <a:lnTo>
                  <a:pt x="56924" y="76921"/>
                </a:lnTo>
                <a:lnTo>
                  <a:pt x="57557" y="77151"/>
                </a:lnTo>
                <a:lnTo>
                  <a:pt x="58172" y="77379"/>
                </a:lnTo>
                <a:lnTo>
                  <a:pt x="58771" y="77605"/>
                </a:lnTo>
                <a:lnTo>
                  <a:pt x="59353" y="77830"/>
                </a:lnTo>
                <a:lnTo>
                  <a:pt x="59918" y="78054"/>
                </a:lnTo>
                <a:lnTo>
                  <a:pt x="60466" y="78276"/>
                </a:lnTo>
                <a:lnTo>
                  <a:pt x="60997" y="78497"/>
                </a:lnTo>
                <a:lnTo>
                  <a:pt x="61511" y="78716"/>
                </a:lnTo>
                <a:lnTo>
                  <a:pt x="62010" y="78936"/>
                </a:lnTo>
                <a:lnTo>
                  <a:pt x="62497" y="79157"/>
                </a:lnTo>
                <a:lnTo>
                  <a:pt x="62971" y="79380"/>
                </a:lnTo>
                <a:lnTo>
                  <a:pt x="63432" y="79605"/>
                </a:lnTo>
                <a:lnTo>
                  <a:pt x="63880" y="79832"/>
                </a:lnTo>
                <a:lnTo>
                  <a:pt x="64315" y="80061"/>
                </a:lnTo>
                <a:lnTo>
                  <a:pt x="64738" y="80292"/>
                </a:lnTo>
                <a:lnTo>
                  <a:pt x="65148" y="80525"/>
                </a:lnTo>
                <a:lnTo>
                  <a:pt x="65545" y="80760"/>
                </a:lnTo>
                <a:lnTo>
                  <a:pt x="65929" y="80996"/>
                </a:lnTo>
                <a:lnTo>
                  <a:pt x="66301" y="81235"/>
                </a:lnTo>
                <a:lnTo>
                  <a:pt x="66660" y="81475"/>
                </a:lnTo>
                <a:lnTo>
                  <a:pt x="67006" y="81718"/>
                </a:lnTo>
                <a:lnTo>
                  <a:pt x="67339" y="81962"/>
                </a:lnTo>
                <a:lnTo>
                  <a:pt x="67660" y="82208"/>
                </a:lnTo>
                <a:lnTo>
                  <a:pt x="67968" y="82457"/>
                </a:lnTo>
                <a:lnTo>
                  <a:pt x="68263" y="82707"/>
                </a:lnTo>
                <a:lnTo>
                  <a:pt x="68545" y="82959"/>
                </a:lnTo>
                <a:lnTo>
                  <a:pt x="68814" y="83213"/>
                </a:lnTo>
                <a:lnTo>
                  <a:pt x="69071" y="83469"/>
                </a:lnTo>
                <a:lnTo>
                  <a:pt x="69315" y="83727"/>
                </a:lnTo>
                <a:lnTo>
                  <a:pt x="69546" y="83986"/>
                </a:lnTo>
                <a:lnTo>
                  <a:pt x="69764" y="84248"/>
                </a:lnTo>
                <a:lnTo>
                  <a:pt x="69970" y="84512"/>
                </a:lnTo>
                <a:lnTo>
                  <a:pt x="70165" y="84779"/>
                </a:lnTo>
                <a:lnTo>
                  <a:pt x="70352" y="85053"/>
                </a:lnTo>
                <a:lnTo>
                  <a:pt x="70530" y="85332"/>
                </a:lnTo>
                <a:lnTo>
                  <a:pt x="70700" y="85617"/>
                </a:lnTo>
                <a:lnTo>
                  <a:pt x="70862" y="85908"/>
                </a:lnTo>
                <a:lnTo>
                  <a:pt x="71016" y="86205"/>
                </a:lnTo>
                <a:lnTo>
                  <a:pt x="71161" y="86508"/>
                </a:lnTo>
                <a:lnTo>
                  <a:pt x="71298" y="86817"/>
                </a:lnTo>
                <a:lnTo>
                  <a:pt x="71427" y="87132"/>
                </a:lnTo>
                <a:lnTo>
                  <a:pt x="71547" y="87453"/>
                </a:lnTo>
                <a:lnTo>
                  <a:pt x="71659" y="87779"/>
                </a:lnTo>
                <a:lnTo>
                  <a:pt x="71763" y="88112"/>
                </a:lnTo>
                <a:lnTo>
                  <a:pt x="71858" y="88450"/>
                </a:lnTo>
                <a:lnTo>
                  <a:pt x="71945" y="88795"/>
                </a:lnTo>
                <a:lnTo>
                  <a:pt x="72024" y="89145"/>
                </a:lnTo>
                <a:lnTo>
                  <a:pt x="72095" y="89501"/>
                </a:lnTo>
                <a:lnTo>
                  <a:pt x="72157" y="89863"/>
                </a:lnTo>
                <a:lnTo>
                  <a:pt x="72211" y="90231"/>
                </a:lnTo>
                <a:lnTo>
                  <a:pt x="72257" y="90605"/>
                </a:lnTo>
                <a:lnTo>
                  <a:pt x="72294" y="90984"/>
                </a:lnTo>
                <a:lnTo>
                  <a:pt x="72323" y="91370"/>
                </a:lnTo>
                <a:lnTo>
                  <a:pt x="72344" y="91762"/>
                </a:lnTo>
                <a:lnTo>
                  <a:pt x="72356" y="92159"/>
                </a:lnTo>
                <a:lnTo>
                  <a:pt x="72361" y="92563"/>
                </a:lnTo>
                <a:lnTo>
                  <a:pt x="72356" y="92982"/>
                </a:lnTo>
                <a:lnTo>
                  <a:pt x="72341" y="93394"/>
                </a:lnTo>
                <a:lnTo>
                  <a:pt x="72317" y="93801"/>
                </a:lnTo>
                <a:lnTo>
                  <a:pt x="72283" y="94201"/>
                </a:lnTo>
                <a:lnTo>
                  <a:pt x="72239" y="94595"/>
                </a:lnTo>
                <a:lnTo>
                  <a:pt x="72185" y="94983"/>
                </a:lnTo>
                <a:lnTo>
                  <a:pt x="72122" y="95365"/>
                </a:lnTo>
                <a:lnTo>
                  <a:pt x="72049" y="95740"/>
                </a:lnTo>
                <a:lnTo>
                  <a:pt x="71966" y="96109"/>
                </a:lnTo>
                <a:lnTo>
                  <a:pt x="71874" y="96472"/>
                </a:lnTo>
                <a:lnTo>
                  <a:pt x="71771" y="96829"/>
                </a:lnTo>
                <a:lnTo>
                  <a:pt x="71659" y="97179"/>
                </a:lnTo>
                <a:lnTo>
                  <a:pt x="71538" y="97523"/>
                </a:lnTo>
                <a:lnTo>
                  <a:pt x="71406" y="97861"/>
                </a:lnTo>
                <a:lnTo>
                  <a:pt x="71265" y="98193"/>
                </a:lnTo>
                <a:lnTo>
                  <a:pt x="71114" y="98518"/>
                </a:lnTo>
                <a:lnTo>
                  <a:pt x="70953" y="98838"/>
                </a:lnTo>
                <a:lnTo>
                  <a:pt x="70783" y="99151"/>
                </a:lnTo>
                <a:lnTo>
                  <a:pt x="70603" y="99458"/>
                </a:lnTo>
                <a:lnTo>
                  <a:pt x="70413" y="99758"/>
                </a:lnTo>
                <a:lnTo>
                  <a:pt x="70213" y="100052"/>
                </a:lnTo>
                <a:lnTo>
                  <a:pt x="70004" y="100340"/>
                </a:lnTo>
                <a:lnTo>
                  <a:pt x="69785" y="100622"/>
                </a:lnTo>
                <a:lnTo>
                  <a:pt x="69556" y="100898"/>
                </a:lnTo>
                <a:lnTo>
                  <a:pt x="69319" y="101167"/>
                </a:lnTo>
                <a:lnTo>
                  <a:pt x="69074" y="101431"/>
                </a:lnTo>
                <a:lnTo>
                  <a:pt x="68821" y="101689"/>
                </a:lnTo>
                <a:lnTo>
                  <a:pt x="68561" y="101940"/>
                </a:lnTo>
                <a:lnTo>
                  <a:pt x="68294" y="102186"/>
                </a:lnTo>
                <a:lnTo>
                  <a:pt x="68019" y="102426"/>
                </a:lnTo>
                <a:lnTo>
                  <a:pt x="67737" y="102660"/>
                </a:lnTo>
                <a:lnTo>
                  <a:pt x="67447" y="102888"/>
                </a:lnTo>
                <a:lnTo>
                  <a:pt x="67149" y="103111"/>
                </a:lnTo>
                <a:lnTo>
                  <a:pt x="66844" y="103327"/>
                </a:lnTo>
                <a:lnTo>
                  <a:pt x="66532" y="103537"/>
                </a:lnTo>
                <a:lnTo>
                  <a:pt x="66212" y="103742"/>
                </a:lnTo>
                <a:lnTo>
                  <a:pt x="65884" y="103940"/>
                </a:lnTo>
                <a:lnTo>
                  <a:pt x="65549" y="104133"/>
                </a:lnTo>
                <a:lnTo>
                  <a:pt x="65207" y="104320"/>
                </a:lnTo>
                <a:lnTo>
                  <a:pt x="64857" y="104500"/>
                </a:lnTo>
                <a:lnTo>
                  <a:pt x="64499" y="104675"/>
                </a:lnTo>
                <a:lnTo>
                  <a:pt x="64134" y="104844"/>
                </a:lnTo>
                <a:lnTo>
                  <a:pt x="63762" y="105007"/>
                </a:lnTo>
                <a:lnTo>
                  <a:pt x="63382" y="105164"/>
                </a:lnTo>
                <a:lnTo>
                  <a:pt x="62994" y="105315"/>
                </a:lnTo>
                <a:lnTo>
                  <a:pt x="62599" y="105461"/>
                </a:lnTo>
                <a:lnTo>
                  <a:pt x="62197" y="105600"/>
                </a:lnTo>
                <a:lnTo>
                  <a:pt x="61787" y="105734"/>
                </a:lnTo>
                <a:lnTo>
                  <a:pt x="61370" y="105861"/>
                </a:lnTo>
                <a:lnTo>
                  <a:pt x="60949" y="105984"/>
                </a:lnTo>
                <a:lnTo>
                  <a:pt x="60521" y="106101"/>
                </a:lnTo>
                <a:lnTo>
                  <a:pt x="60088" y="106212"/>
                </a:lnTo>
                <a:lnTo>
                  <a:pt x="59650" y="106318"/>
                </a:lnTo>
                <a:lnTo>
                  <a:pt x="59207" y="106419"/>
                </a:lnTo>
                <a:lnTo>
                  <a:pt x="58758" y="106514"/>
                </a:lnTo>
                <a:lnTo>
                  <a:pt x="58303" y="106604"/>
                </a:lnTo>
                <a:lnTo>
                  <a:pt x="57843" y="106688"/>
                </a:lnTo>
                <a:lnTo>
                  <a:pt x="57378" y="106767"/>
                </a:lnTo>
                <a:lnTo>
                  <a:pt x="56907" y="106840"/>
                </a:lnTo>
                <a:lnTo>
                  <a:pt x="56431" y="106908"/>
                </a:lnTo>
                <a:lnTo>
                  <a:pt x="55949" y="106971"/>
                </a:lnTo>
                <a:lnTo>
                  <a:pt x="55462" y="107028"/>
                </a:lnTo>
                <a:lnTo>
                  <a:pt x="54970" y="107079"/>
                </a:lnTo>
                <a:lnTo>
                  <a:pt x="54472" y="107126"/>
                </a:lnTo>
                <a:lnTo>
                  <a:pt x="53969" y="107166"/>
                </a:lnTo>
                <a:lnTo>
                  <a:pt x="53460" y="107202"/>
                </a:lnTo>
                <a:lnTo>
                  <a:pt x="52946" y="107232"/>
                </a:lnTo>
                <a:lnTo>
                  <a:pt x="52426" y="107256"/>
                </a:lnTo>
                <a:lnTo>
                  <a:pt x="51901" y="107275"/>
                </a:lnTo>
                <a:lnTo>
                  <a:pt x="51371" y="107289"/>
                </a:lnTo>
                <a:lnTo>
                  <a:pt x="50835" y="107297"/>
                </a:lnTo>
                <a:lnTo>
                  <a:pt x="50294" y="107300"/>
                </a:lnTo>
                <a:lnTo>
                  <a:pt x="49729" y="107296"/>
                </a:lnTo>
                <a:lnTo>
                  <a:pt x="49170" y="107287"/>
                </a:lnTo>
                <a:lnTo>
                  <a:pt x="48617" y="107272"/>
                </a:lnTo>
                <a:lnTo>
                  <a:pt x="48068" y="107251"/>
                </a:lnTo>
                <a:lnTo>
                  <a:pt x="47525" y="107224"/>
                </a:lnTo>
                <a:lnTo>
                  <a:pt x="46987" y="107190"/>
                </a:lnTo>
                <a:lnTo>
                  <a:pt x="46454" y="107151"/>
                </a:lnTo>
                <a:lnTo>
                  <a:pt x="45926" y="107105"/>
                </a:lnTo>
                <a:lnTo>
                  <a:pt x="45404" y="107053"/>
                </a:lnTo>
                <a:lnTo>
                  <a:pt x="44887" y="106996"/>
                </a:lnTo>
                <a:lnTo>
                  <a:pt x="44376" y="106932"/>
                </a:lnTo>
                <a:lnTo>
                  <a:pt x="43869" y="106862"/>
                </a:lnTo>
                <a:lnTo>
                  <a:pt x="43368" y="106786"/>
                </a:lnTo>
                <a:lnTo>
                  <a:pt x="42872" y="106704"/>
                </a:lnTo>
                <a:lnTo>
                  <a:pt x="42382" y="106616"/>
                </a:lnTo>
                <a:lnTo>
                  <a:pt x="41896" y="106522"/>
                </a:lnTo>
                <a:lnTo>
                  <a:pt x="41416" y="106422"/>
                </a:lnTo>
                <a:lnTo>
                  <a:pt x="40941" y="106315"/>
                </a:lnTo>
                <a:lnTo>
                  <a:pt x="40472" y="106203"/>
                </a:lnTo>
                <a:lnTo>
                  <a:pt x="40007" y="106084"/>
                </a:lnTo>
                <a:lnTo>
                  <a:pt x="39548" y="105960"/>
                </a:lnTo>
                <a:lnTo>
                  <a:pt x="39095" y="105829"/>
                </a:lnTo>
                <a:lnTo>
                  <a:pt x="38646" y="105692"/>
                </a:lnTo>
                <a:lnTo>
                  <a:pt x="38203" y="105550"/>
                </a:lnTo>
                <a:lnTo>
                  <a:pt x="37766" y="105400"/>
                </a:lnTo>
                <a:lnTo>
                  <a:pt x="37337" y="105242"/>
                </a:lnTo>
                <a:lnTo>
                  <a:pt x="36915" y="105076"/>
                </a:lnTo>
                <a:lnTo>
                  <a:pt x="36501" y="104901"/>
                </a:lnTo>
                <a:lnTo>
                  <a:pt x="36094" y="104719"/>
                </a:lnTo>
                <a:lnTo>
                  <a:pt x="35695" y="104528"/>
                </a:lnTo>
                <a:lnTo>
                  <a:pt x="35303" y="104329"/>
                </a:lnTo>
                <a:lnTo>
                  <a:pt x="34919" y="104122"/>
                </a:lnTo>
                <a:lnTo>
                  <a:pt x="34542" y="103907"/>
                </a:lnTo>
                <a:lnTo>
                  <a:pt x="34172" y="103684"/>
                </a:lnTo>
                <a:lnTo>
                  <a:pt x="33811" y="103453"/>
                </a:lnTo>
                <a:lnTo>
                  <a:pt x="33456" y="103213"/>
                </a:lnTo>
                <a:lnTo>
                  <a:pt x="33110" y="102965"/>
                </a:lnTo>
                <a:lnTo>
                  <a:pt x="32770" y="102709"/>
                </a:lnTo>
                <a:lnTo>
                  <a:pt x="32439" y="102445"/>
                </a:lnTo>
                <a:lnTo>
                  <a:pt x="32114" y="102173"/>
                </a:lnTo>
                <a:lnTo>
                  <a:pt x="31797" y="101893"/>
                </a:lnTo>
                <a:lnTo>
                  <a:pt x="31488" y="101605"/>
                </a:lnTo>
                <a:lnTo>
                  <a:pt x="31186" y="101308"/>
                </a:lnTo>
                <a:lnTo>
                  <a:pt x="30892" y="101003"/>
                </a:lnTo>
                <a:lnTo>
                  <a:pt x="30605" y="100690"/>
                </a:lnTo>
                <a:lnTo>
                  <a:pt x="30326" y="100369"/>
                </a:lnTo>
                <a:lnTo>
                  <a:pt x="30054" y="100040"/>
                </a:lnTo>
                <a:lnTo>
                  <a:pt x="29790" y="99703"/>
                </a:lnTo>
                <a:lnTo>
                  <a:pt x="29535" y="99356"/>
                </a:lnTo>
                <a:lnTo>
                  <a:pt x="29290" y="98998"/>
                </a:lnTo>
                <a:lnTo>
                  <a:pt x="29055" y="98630"/>
                </a:lnTo>
                <a:lnTo>
                  <a:pt x="28830" y="98251"/>
                </a:lnTo>
                <a:lnTo>
                  <a:pt x="28615" y="97861"/>
                </a:lnTo>
                <a:lnTo>
                  <a:pt x="28411" y="97461"/>
                </a:lnTo>
                <a:lnTo>
                  <a:pt x="28217" y="97050"/>
                </a:lnTo>
                <a:lnTo>
                  <a:pt x="28033" y="96628"/>
                </a:lnTo>
                <a:lnTo>
                  <a:pt x="27859" y="96196"/>
                </a:lnTo>
                <a:lnTo>
                  <a:pt x="27696" y="95752"/>
                </a:lnTo>
                <a:lnTo>
                  <a:pt x="27543" y="95298"/>
                </a:lnTo>
                <a:lnTo>
                  <a:pt x="27400" y="94834"/>
                </a:lnTo>
                <a:lnTo>
                  <a:pt x="27267" y="94358"/>
                </a:lnTo>
                <a:lnTo>
                  <a:pt x="27144" y="93872"/>
                </a:lnTo>
                <a:lnTo>
                  <a:pt x="27032" y="93376"/>
                </a:lnTo>
                <a:lnTo>
                  <a:pt x="26930" y="92868"/>
                </a:lnTo>
                <a:lnTo>
                  <a:pt x="26838" y="92350"/>
                </a:lnTo>
                <a:lnTo>
                  <a:pt x="26756" y="91821"/>
                </a:lnTo>
                <a:lnTo>
                  <a:pt x="26684" y="91281"/>
                </a:lnTo>
                <a:lnTo>
                  <a:pt x="26623" y="90731"/>
                </a:lnTo>
                <a:lnTo>
                  <a:pt x="26572" y="90170"/>
                </a:lnTo>
                <a:lnTo>
                  <a:pt x="26531" y="89598"/>
                </a:lnTo>
                <a:lnTo>
                  <a:pt x="26501" y="89015"/>
                </a:lnTo>
                <a:lnTo>
                  <a:pt x="26480" y="88422"/>
                </a:lnTo>
                <a:lnTo>
                  <a:pt x="0" y="88422"/>
                </a:lnTo>
                <a:lnTo>
                  <a:pt x="11" y="89586"/>
                </a:lnTo>
                <a:lnTo>
                  <a:pt x="46" y="90732"/>
                </a:lnTo>
                <a:lnTo>
                  <a:pt x="103" y="91858"/>
                </a:lnTo>
                <a:lnTo>
                  <a:pt x="184" y="92967"/>
                </a:lnTo>
                <a:lnTo>
                  <a:pt x="287" y="94057"/>
                </a:lnTo>
                <a:lnTo>
                  <a:pt x="414" y="95128"/>
                </a:lnTo>
                <a:lnTo>
                  <a:pt x="563" y="96181"/>
                </a:lnTo>
                <a:lnTo>
                  <a:pt x="736" y="97215"/>
                </a:lnTo>
                <a:lnTo>
                  <a:pt x="931" y="98231"/>
                </a:lnTo>
                <a:lnTo>
                  <a:pt x="1149" y="99228"/>
                </a:lnTo>
                <a:lnTo>
                  <a:pt x="1391" y="100206"/>
                </a:lnTo>
                <a:lnTo>
                  <a:pt x="1655" y="101167"/>
                </a:lnTo>
                <a:lnTo>
                  <a:pt x="1942" y="102108"/>
                </a:lnTo>
                <a:lnTo>
                  <a:pt x="2253" y="103031"/>
                </a:lnTo>
                <a:lnTo>
                  <a:pt x="2586" y="103936"/>
                </a:lnTo>
                <a:lnTo>
                  <a:pt x="2942" y="104821"/>
                </a:lnTo>
                <a:lnTo>
                  <a:pt x="3322" y="105689"/>
                </a:lnTo>
                <a:lnTo>
                  <a:pt x="3724" y="106538"/>
                </a:lnTo>
                <a:lnTo>
                  <a:pt x="4149" y="107368"/>
                </a:lnTo>
                <a:lnTo>
                  <a:pt x="4597" y="108180"/>
                </a:lnTo>
                <a:lnTo>
                  <a:pt x="5068" y="108973"/>
                </a:lnTo>
                <a:lnTo>
                  <a:pt x="5563" y="109748"/>
                </a:lnTo>
                <a:lnTo>
                  <a:pt x="6080" y="110504"/>
                </a:lnTo>
                <a:lnTo>
                  <a:pt x="6620" y="111242"/>
                </a:lnTo>
                <a:lnTo>
                  <a:pt x="7180" y="111962"/>
                </a:lnTo>
                <a:lnTo>
                  <a:pt x="7756" y="112666"/>
                </a:lnTo>
                <a:lnTo>
                  <a:pt x="8348" y="113353"/>
                </a:lnTo>
                <a:lnTo>
                  <a:pt x="8956" y="114024"/>
                </a:lnTo>
                <a:lnTo>
                  <a:pt x="9580" y="114678"/>
                </a:lnTo>
                <a:lnTo>
                  <a:pt x="10220" y="115316"/>
                </a:lnTo>
                <a:lnTo>
                  <a:pt x="10877" y="115937"/>
                </a:lnTo>
                <a:lnTo>
                  <a:pt x="11549" y="116542"/>
                </a:lnTo>
                <a:lnTo>
                  <a:pt x="12238" y="117131"/>
                </a:lnTo>
                <a:lnTo>
                  <a:pt x="12943" y="117703"/>
                </a:lnTo>
                <a:lnTo>
                  <a:pt x="13664" y="118258"/>
                </a:lnTo>
                <a:lnTo>
                  <a:pt x="14401" y="118798"/>
                </a:lnTo>
                <a:lnTo>
                  <a:pt x="15154" y="119320"/>
                </a:lnTo>
                <a:lnTo>
                  <a:pt x="15923" y="119827"/>
                </a:lnTo>
                <a:lnTo>
                  <a:pt x="16709" y="120316"/>
                </a:lnTo>
                <a:lnTo>
                  <a:pt x="17510" y="120790"/>
                </a:lnTo>
                <a:lnTo>
                  <a:pt x="18328" y="121247"/>
                </a:lnTo>
                <a:lnTo>
                  <a:pt x="19162" y="121687"/>
                </a:lnTo>
                <a:lnTo>
                  <a:pt x="20012" y="122111"/>
                </a:lnTo>
                <a:lnTo>
                  <a:pt x="20878" y="122519"/>
                </a:lnTo>
                <a:lnTo>
                  <a:pt x="21760" y="122910"/>
                </a:lnTo>
                <a:lnTo>
                  <a:pt x="22658" y="123285"/>
                </a:lnTo>
                <a:lnTo>
                  <a:pt x="23573" y="123643"/>
                </a:lnTo>
                <a:lnTo>
                  <a:pt x="24503" y="123985"/>
                </a:lnTo>
                <a:lnTo>
                  <a:pt x="25447" y="124311"/>
                </a:lnTo>
                <a:lnTo>
                  <a:pt x="26400" y="124624"/>
                </a:lnTo>
                <a:lnTo>
                  <a:pt x="27363" y="124923"/>
                </a:lnTo>
                <a:lnTo>
                  <a:pt x="28336" y="125208"/>
                </a:lnTo>
                <a:lnTo>
                  <a:pt x="29318" y="125479"/>
                </a:lnTo>
                <a:lnTo>
                  <a:pt x="30310" y="125736"/>
                </a:lnTo>
                <a:lnTo>
                  <a:pt x="31312" y="125979"/>
                </a:lnTo>
                <a:lnTo>
                  <a:pt x="32324" y="126208"/>
                </a:lnTo>
                <a:lnTo>
                  <a:pt x="33345" y="126424"/>
                </a:lnTo>
                <a:lnTo>
                  <a:pt x="34376" y="126625"/>
                </a:lnTo>
                <a:lnTo>
                  <a:pt x="35417" y="126813"/>
                </a:lnTo>
                <a:lnTo>
                  <a:pt x="36468" y="126986"/>
                </a:lnTo>
                <a:lnTo>
                  <a:pt x="37528" y="127146"/>
                </a:lnTo>
                <a:lnTo>
                  <a:pt x="38598" y="127292"/>
                </a:lnTo>
                <a:lnTo>
                  <a:pt x="39678" y="127424"/>
                </a:lnTo>
                <a:lnTo>
                  <a:pt x="40767" y="127542"/>
                </a:lnTo>
                <a:lnTo>
                  <a:pt x="41867" y="127647"/>
                </a:lnTo>
                <a:lnTo>
                  <a:pt x="42976" y="127737"/>
                </a:lnTo>
                <a:lnTo>
                  <a:pt x="44094" y="127813"/>
                </a:lnTo>
                <a:lnTo>
                  <a:pt x="45223" y="127876"/>
                </a:lnTo>
                <a:lnTo>
                  <a:pt x="46361" y="127925"/>
                </a:lnTo>
                <a:lnTo>
                  <a:pt x="47509" y="127959"/>
                </a:lnTo>
                <a:lnTo>
                  <a:pt x="48667" y="127980"/>
                </a:lnTo>
                <a:lnTo>
                  <a:pt x="49834" y="127987"/>
                </a:lnTo>
                <a:lnTo>
                  <a:pt x="50994" y="127981"/>
                </a:lnTo>
                <a:lnTo>
                  <a:pt x="52143" y="127961"/>
                </a:lnTo>
                <a:lnTo>
                  <a:pt x="53283" y="127928"/>
                </a:lnTo>
                <a:lnTo>
                  <a:pt x="54412" y="127882"/>
                </a:lnTo>
                <a:close/>
                <a:moveTo>
                  <a:pt x="555430" y="127838"/>
                </a:moveTo>
                <a:lnTo>
                  <a:pt x="556725" y="127754"/>
                </a:lnTo>
                <a:lnTo>
                  <a:pt x="558004" y="127651"/>
                </a:lnTo>
                <a:lnTo>
                  <a:pt x="559269" y="127530"/>
                </a:lnTo>
                <a:lnTo>
                  <a:pt x="560518" y="127389"/>
                </a:lnTo>
                <a:lnTo>
                  <a:pt x="561751" y="127231"/>
                </a:lnTo>
                <a:lnTo>
                  <a:pt x="562969" y="127053"/>
                </a:lnTo>
                <a:lnTo>
                  <a:pt x="564172" y="126857"/>
                </a:lnTo>
                <a:lnTo>
                  <a:pt x="565360" y="126642"/>
                </a:lnTo>
                <a:lnTo>
                  <a:pt x="566532" y="126409"/>
                </a:lnTo>
                <a:lnTo>
                  <a:pt x="567689" y="126157"/>
                </a:lnTo>
                <a:lnTo>
                  <a:pt x="568831" y="125886"/>
                </a:lnTo>
                <a:lnTo>
                  <a:pt x="569957" y="125597"/>
                </a:lnTo>
                <a:lnTo>
                  <a:pt x="571068" y="125288"/>
                </a:lnTo>
                <a:lnTo>
                  <a:pt x="572164" y="124962"/>
                </a:lnTo>
                <a:lnTo>
                  <a:pt x="573244" y="124616"/>
                </a:lnTo>
                <a:lnTo>
                  <a:pt x="574309" y="124252"/>
                </a:lnTo>
                <a:lnTo>
                  <a:pt x="575359" y="123869"/>
                </a:lnTo>
                <a:lnTo>
                  <a:pt x="576393" y="123467"/>
                </a:lnTo>
                <a:lnTo>
                  <a:pt x="577412" y="123047"/>
                </a:lnTo>
                <a:lnTo>
                  <a:pt x="578416" y="122608"/>
                </a:lnTo>
                <a:lnTo>
                  <a:pt x="579403" y="122151"/>
                </a:lnTo>
                <a:lnTo>
                  <a:pt x="580373" y="121677"/>
                </a:lnTo>
                <a:lnTo>
                  <a:pt x="581325" y="121185"/>
                </a:lnTo>
                <a:lnTo>
                  <a:pt x="582260" y="120675"/>
                </a:lnTo>
                <a:lnTo>
                  <a:pt x="583177" y="120148"/>
                </a:lnTo>
                <a:lnTo>
                  <a:pt x="584076" y="119603"/>
                </a:lnTo>
                <a:lnTo>
                  <a:pt x="584958" y="119041"/>
                </a:lnTo>
                <a:lnTo>
                  <a:pt x="585823" y="118461"/>
                </a:lnTo>
                <a:lnTo>
                  <a:pt x="586670" y="117863"/>
                </a:lnTo>
                <a:lnTo>
                  <a:pt x="587499" y="117248"/>
                </a:lnTo>
                <a:lnTo>
                  <a:pt x="588311" y="116615"/>
                </a:lnTo>
                <a:lnTo>
                  <a:pt x="589105" y="115965"/>
                </a:lnTo>
                <a:lnTo>
                  <a:pt x="589881" y="115298"/>
                </a:lnTo>
                <a:lnTo>
                  <a:pt x="590640" y="114612"/>
                </a:lnTo>
                <a:lnTo>
                  <a:pt x="591382" y="113909"/>
                </a:lnTo>
                <a:lnTo>
                  <a:pt x="592106" y="113189"/>
                </a:lnTo>
                <a:lnTo>
                  <a:pt x="592812" y="112451"/>
                </a:lnTo>
                <a:lnTo>
                  <a:pt x="593501" y="111696"/>
                </a:lnTo>
                <a:lnTo>
                  <a:pt x="594172" y="110923"/>
                </a:lnTo>
                <a:lnTo>
                  <a:pt x="594826" y="110132"/>
                </a:lnTo>
                <a:lnTo>
                  <a:pt x="595462" y="109324"/>
                </a:lnTo>
                <a:lnTo>
                  <a:pt x="596080" y="108498"/>
                </a:lnTo>
                <a:lnTo>
                  <a:pt x="596681" y="107655"/>
                </a:lnTo>
                <a:lnTo>
                  <a:pt x="597265" y="106794"/>
                </a:lnTo>
                <a:lnTo>
                  <a:pt x="597829" y="105916"/>
                </a:lnTo>
                <a:lnTo>
                  <a:pt x="598374" y="105022"/>
                </a:lnTo>
                <a:lnTo>
                  <a:pt x="598898" y="104111"/>
                </a:lnTo>
                <a:lnTo>
                  <a:pt x="599403" y="103184"/>
                </a:lnTo>
                <a:lnTo>
                  <a:pt x="599887" y="102240"/>
                </a:lnTo>
                <a:lnTo>
                  <a:pt x="600351" y="101280"/>
                </a:lnTo>
                <a:lnTo>
                  <a:pt x="600795" y="100304"/>
                </a:lnTo>
                <a:lnTo>
                  <a:pt x="601218" y="99311"/>
                </a:lnTo>
                <a:lnTo>
                  <a:pt x="601622" y="98301"/>
                </a:lnTo>
                <a:lnTo>
                  <a:pt x="602006" y="97275"/>
                </a:lnTo>
                <a:lnTo>
                  <a:pt x="602369" y="96233"/>
                </a:lnTo>
                <a:lnTo>
                  <a:pt x="602713" y="95174"/>
                </a:lnTo>
                <a:lnTo>
                  <a:pt x="603036" y="94099"/>
                </a:lnTo>
                <a:lnTo>
                  <a:pt x="603339" y="93008"/>
                </a:lnTo>
                <a:lnTo>
                  <a:pt x="603622" y="91899"/>
                </a:lnTo>
                <a:lnTo>
                  <a:pt x="603885" y="90775"/>
                </a:lnTo>
                <a:lnTo>
                  <a:pt x="604128" y="89634"/>
                </a:lnTo>
                <a:lnTo>
                  <a:pt x="604350" y="88477"/>
                </a:lnTo>
                <a:lnTo>
                  <a:pt x="604553" y="87303"/>
                </a:lnTo>
                <a:lnTo>
                  <a:pt x="604735" y="86113"/>
                </a:lnTo>
                <a:lnTo>
                  <a:pt x="604898" y="84906"/>
                </a:lnTo>
                <a:lnTo>
                  <a:pt x="605040" y="83683"/>
                </a:lnTo>
                <a:lnTo>
                  <a:pt x="605162" y="82443"/>
                </a:lnTo>
                <a:lnTo>
                  <a:pt x="605264" y="81187"/>
                </a:lnTo>
                <a:lnTo>
                  <a:pt x="578784" y="81187"/>
                </a:lnTo>
                <a:lnTo>
                  <a:pt x="578681" y="82189"/>
                </a:lnTo>
                <a:lnTo>
                  <a:pt x="578556" y="83171"/>
                </a:lnTo>
                <a:lnTo>
                  <a:pt x="578410" y="84134"/>
                </a:lnTo>
                <a:lnTo>
                  <a:pt x="578241" y="85078"/>
                </a:lnTo>
                <a:lnTo>
                  <a:pt x="578051" y="86003"/>
                </a:lnTo>
                <a:lnTo>
                  <a:pt x="577839" y="86908"/>
                </a:lnTo>
                <a:lnTo>
                  <a:pt x="577605" y="87794"/>
                </a:lnTo>
                <a:lnTo>
                  <a:pt x="577349" y="88660"/>
                </a:lnTo>
                <a:lnTo>
                  <a:pt x="577071" y="89507"/>
                </a:lnTo>
                <a:lnTo>
                  <a:pt x="576771" y="90335"/>
                </a:lnTo>
                <a:lnTo>
                  <a:pt x="576449" y="91144"/>
                </a:lnTo>
                <a:lnTo>
                  <a:pt x="576106" y="91933"/>
                </a:lnTo>
                <a:lnTo>
                  <a:pt x="575741" y="92703"/>
                </a:lnTo>
                <a:lnTo>
                  <a:pt x="575354" y="93454"/>
                </a:lnTo>
                <a:lnTo>
                  <a:pt x="574944" y="94185"/>
                </a:lnTo>
                <a:lnTo>
                  <a:pt x="574514" y="94897"/>
                </a:lnTo>
                <a:lnTo>
                  <a:pt x="574061" y="95590"/>
                </a:lnTo>
                <a:lnTo>
                  <a:pt x="573586" y="96263"/>
                </a:lnTo>
                <a:lnTo>
                  <a:pt x="573090" y="96917"/>
                </a:lnTo>
                <a:lnTo>
                  <a:pt x="572571" y="97552"/>
                </a:lnTo>
                <a:lnTo>
                  <a:pt x="572031" y="98168"/>
                </a:lnTo>
                <a:lnTo>
                  <a:pt x="571469" y="98764"/>
                </a:lnTo>
                <a:lnTo>
                  <a:pt x="570885" y="99340"/>
                </a:lnTo>
                <a:lnTo>
                  <a:pt x="570279" y="99898"/>
                </a:lnTo>
                <a:lnTo>
                  <a:pt x="569653" y="100434"/>
                </a:lnTo>
                <a:lnTo>
                  <a:pt x="569008" y="100948"/>
                </a:lnTo>
                <a:lnTo>
                  <a:pt x="568345" y="101439"/>
                </a:lnTo>
                <a:lnTo>
                  <a:pt x="567662" y="101907"/>
                </a:lnTo>
                <a:lnTo>
                  <a:pt x="566962" y="102352"/>
                </a:lnTo>
                <a:lnTo>
                  <a:pt x="566242" y="102774"/>
                </a:lnTo>
                <a:lnTo>
                  <a:pt x="565504" y="103174"/>
                </a:lnTo>
                <a:lnTo>
                  <a:pt x="564747" y="103550"/>
                </a:lnTo>
                <a:lnTo>
                  <a:pt x="563971" y="103904"/>
                </a:lnTo>
                <a:lnTo>
                  <a:pt x="563177" y="104235"/>
                </a:lnTo>
                <a:lnTo>
                  <a:pt x="562364" y="104543"/>
                </a:lnTo>
                <a:lnTo>
                  <a:pt x="561533" y="104829"/>
                </a:lnTo>
                <a:lnTo>
                  <a:pt x="560683" y="105091"/>
                </a:lnTo>
                <a:lnTo>
                  <a:pt x="559814" y="105331"/>
                </a:lnTo>
                <a:lnTo>
                  <a:pt x="558926" y="105548"/>
                </a:lnTo>
                <a:lnTo>
                  <a:pt x="558020" y="105742"/>
                </a:lnTo>
                <a:lnTo>
                  <a:pt x="557095" y="105913"/>
                </a:lnTo>
                <a:lnTo>
                  <a:pt x="556151" y="106061"/>
                </a:lnTo>
                <a:lnTo>
                  <a:pt x="555189" y="106187"/>
                </a:lnTo>
                <a:lnTo>
                  <a:pt x="554208" y="106289"/>
                </a:lnTo>
                <a:lnTo>
                  <a:pt x="553208" y="106369"/>
                </a:lnTo>
                <a:lnTo>
                  <a:pt x="552190" y="106426"/>
                </a:lnTo>
                <a:lnTo>
                  <a:pt x="551153" y="106461"/>
                </a:lnTo>
                <a:lnTo>
                  <a:pt x="550097" y="106472"/>
                </a:lnTo>
                <a:lnTo>
                  <a:pt x="549094" y="106462"/>
                </a:lnTo>
                <a:lnTo>
                  <a:pt x="548107" y="106432"/>
                </a:lnTo>
                <a:lnTo>
                  <a:pt x="547137" y="106382"/>
                </a:lnTo>
                <a:lnTo>
                  <a:pt x="546183" y="106311"/>
                </a:lnTo>
                <a:lnTo>
                  <a:pt x="545246" y="106221"/>
                </a:lnTo>
                <a:lnTo>
                  <a:pt x="544325" y="106110"/>
                </a:lnTo>
                <a:lnTo>
                  <a:pt x="543420" y="105979"/>
                </a:lnTo>
                <a:lnTo>
                  <a:pt x="542532" y="105828"/>
                </a:lnTo>
                <a:lnTo>
                  <a:pt x="541661" y="105657"/>
                </a:lnTo>
                <a:lnTo>
                  <a:pt x="540805" y="105466"/>
                </a:lnTo>
                <a:lnTo>
                  <a:pt x="539967" y="105255"/>
                </a:lnTo>
                <a:lnTo>
                  <a:pt x="539144" y="105024"/>
                </a:lnTo>
                <a:lnTo>
                  <a:pt x="538338" y="104772"/>
                </a:lnTo>
                <a:lnTo>
                  <a:pt x="537549" y="104501"/>
                </a:lnTo>
                <a:lnTo>
                  <a:pt x="536776" y="104209"/>
                </a:lnTo>
                <a:lnTo>
                  <a:pt x="536019" y="103898"/>
                </a:lnTo>
                <a:lnTo>
                  <a:pt x="535279" y="103566"/>
                </a:lnTo>
                <a:lnTo>
                  <a:pt x="534556" y="103214"/>
                </a:lnTo>
                <a:lnTo>
                  <a:pt x="533848" y="102842"/>
                </a:lnTo>
                <a:lnTo>
                  <a:pt x="533158" y="102449"/>
                </a:lnTo>
                <a:lnTo>
                  <a:pt x="532483" y="102037"/>
                </a:lnTo>
                <a:lnTo>
                  <a:pt x="531825" y="101605"/>
                </a:lnTo>
                <a:lnTo>
                  <a:pt x="531184" y="101152"/>
                </a:lnTo>
                <a:lnTo>
                  <a:pt x="530559" y="100680"/>
                </a:lnTo>
                <a:lnTo>
                  <a:pt x="529949" y="100190"/>
                </a:lnTo>
                <a:lnTo>
                  <a:pt x="529353" y="99688"/>
                </a:lnTo>
                <a:lnTo>
                  <a:pt x="528772" y="99172"/>
                </a:lnTo>
                <a:lnTo>
                  <a:pt x="528204" y="98644"/>
                </a:lnTo>
                <a:lnTo>
                  <a:pt x="527651" y="98102"/>
                </a:lnTo>
                <a:lnTo>
                  <a:pt x="527111" y="97548"/>
                </a:lnTo>
                <a:lnTo>
                  <a:pt x="526585" y="96980"/>
                </a:lnTo>
                <a:lnTo>
                  <a:pt x="526074" y="96399"/>
                </a:lnTo>
                <a:lnTo>
                  <a:pt x="525577" y="95805"/>
                </a:lnTo>
                <a:lnTo>
                  <a:pt x="525093" y="95198"/>
                </a:lnTo>
                <a:lnTo>
                  <a:pt x="524624" y="94578"/>
                </a:lnTo>
                <a:lnTo>
                  <a:pt x="524169" y="93945"/>
                </a:lnTo>
                <a:lnTo>
                  <a:pt x="523728" y="93298"/>
                </a:lnTo>
                <a:lnTo>
                  <a:pt x="523300" y="92639"/>
                </a:lnTo>
                <a:lnTo>
                  <a:pt x="522887" y="91966"/>
                </a:lnTo>
                <a:lnTo>
                  <a:pt x="522488" y="91281"/>
                </a:lnTo>
                <a:lnTo>
                  <a:pt x="522103" y="90582"/>
                </a:lnTo>
                <a:lnTo>
                  <a:pt x="521732" y="89870"/>
                </a:lnTo>
                <a:lnTo>
                  <a:pt x="521375" y="89145"/>
                </a:lnTo>
                <a:lnTo>
                  <a:pt x="521032" y="88407"/>
                </a:lnTo>
                <a:lnTo>
                  <a:pt x="520704" y="87656"/>
                </a:lnTo>
                <a:lnTo>
                  <a:pt x="520389" y="86892"/>
                </a:lnTo>
                <a:lnTo>
                  <a:pt x="520088" y="86115"/>
                </a:lnTo>
                <a:lnTo>
                  <a:pt x="519801" y="85325"/>
                </a:lnTo>
                <a:lnTo>
                  <a:pt x="519528" y="84525"/>
                </a:lnTo>
                <a:lnTo>
                  <a:pt x="519265" y="83720"/>
                </a:lnTo>
                <a:lnTo>
                  <a:pt x="519015" y="82908"/>
                </a:lnTo>
                <a:lnTo>
                  <a:pt x="518776" y="82091"/>
                </a:lnTo>
                <a:lnTo>
                  <a:pt x="518549" y="81269"/>
                </a:lnTo>
                <a:lnTo>
                  <a:pt x="518333" y="80440"/>
                </a:lnTo>
                <a:lnTo>
                  <a:pt x="518129" y="79606"/>
                </a:lnTo>
                <a:lnTo>
                  <a:pt x="517937" y="78766"/>
                </a:lnTo>
                <a:lnTo>
                  <a:pt x="517756" y="77920"/>
                </a:lnTo>
                <a:lnTo>
                  <a:pt x="517587" y="77069"/>
                </a:lnTo>
                <a:lnTo>
                  <a:pt x="517430" y="76212"/>
                </a:lnTo>
                <a:lnTo>
                  <a:pt x="517284" y="75349"/>
                </a:lnTo>
                <a:lnTo>
                  <a:pt x="517150" y="74480"/>
                </a:lnTo>
                <a:lnTo>
                  <a:pt x="517028" y="73606"/>
                </a:lnTo>
                <a:lnTo>
                  <a:pt x="516917" y="72725"/>
                </a:lnTo>
                <a:lnTo>
                  <a:pt x="516818" y="71839"/>
                </a:lnTo>
                <a:lnTo>
                  <a:pt x="516731" y="70948"/>
                </a:lnTo>
                <a:lnTo>
                  <a:pt x="516655" y="70050"/>
                </a:lnTo>
                <a:lnTo>
                  <a:pt x="516591" y="69147"/>
                </a:lnTo>
                <a:lnTo>
                  <a:pt x="516539" y="68238"/>
                </a:lnTo>
                <a:lnTo>
                  <a:pt x="516498" y="67324"/>
                </a:lnTo>
                <a:lnTo>
                  <a:pt x="516469" y="66403"/>
                </a:lnTo>
                <a:lnTo>
                  <a:pt x="516451" y="65477"/>
                </a:lnTo>
                <a:lnTo>
                  <a:pt x="516445" y="64545"/>
                </a:lnTo>
                <a:lnTo>
                  <a:pt x="516451" y="63606"/>
                </a:lnTo>
                <a:lnTo>
                  <a:pt x="516469" y="62673"/>
                </a:lnTo>
                <a:lnTo>
                  <a:pt x="516498" y="61746"/>
                </a:lnTo>
                <a:lnTo>
                  <a:pt x="516539" y="60825"/>
                </a:lnTo>
                <a:lnTo>
                  <a:pt x="516591" y="59911"/>
                </a:lnTo>
                <a:lnTo>
                  <a:pt x="516655" y="59003"/>
                </a:lnTo>
                <a:lnTo>
                  <a:pt x="516731" y="58101"/>
                </a:lnTo>
                <a:lnTo>
                  <a:pt x="516818" y="57205"/>
                </a:lnTo>
                <a:lnTo>
                  <a:pt x="516917" y="56315"/>
                </a:lnTo>
                <a:lnTo>
                  <a:pt x="517028" y="55432"/>
                </a:lnTo>
                <a:lnTo>
                  <a:pt x="517150" y="54555"/>
                </a:lnTo>
                <a:lnTo>
                  <a:pt x="517284" y="53684"/>
                </a:lnTo>
                <a:lnTo>
                  <a:pt x="517430" y="52820"/>
                </a:lnTo>
                <a:lnTo>
                  <a:pt x="517587" y="51961"/>
                </a:lnTo>
                <a:lnTo>
                  <a:pt x="517756" y="51109"/>
                </a:lnTo>
                <a:lnTo>
                  <a:pt x="517937" y="50263"/>
                </a:lnTo>
                <a:lnTo>
                  <a:pt x="518129" y="49423"/>
                </a:lnTo>
                <a:lnTo>
                  <a:pt x="518333" y="48590"/>
                </a:lnTo>
                <a:lnTo>
                  <a:pt x="518549" y="47763"/>
                </a:lnTo>
                <a:lnTo>
                  <a:pt x="518776" y="46942"/>
                </a:lnTo>
                <a:lnTo>
                  <a:pt x="519015" y="46127"/>
                </a:lnTo>
                <a:lnTo>
                  <a:pt x="519265" y="45318"/>
                </a:lnTo>
                <a:lnTo>
                  <a:pt x="519528" y="44516"/>
                </a:lnTo>
                <a:lnTo>
                  <a:pt x="519801" y="43720"/>
                </a:lnTo>
                <a:lnTo>
                  <a:pt x="520088" y="42933"/>
                </a:lnTo>
                <a:lnTo>
                  <a:pt x="520389" y="42159"/>
                </a:lnTo>
                <a:lnTo>
                  <a:pt x="520704" y="41397"/>
                </a:lnTo>
                <a:lnTo>
                  <a:pt x="521032" y="40649"/>
                </a:lnTo>
                <a:lnTo>
                  <a:pt x="521375" y="39912"/>
                </a:lnTo>
                <a:lnTo>
                  <a:pt x="521732" y="39189"/>
                </a:lnTo>
                <a:lnTo>
                  <a:pt x="522103" y="38478"/>
                </a:lnTo>
                <a:lnTo>
                  <a:pt x="522488" y="37779"/>
                </a:lnTo>
                <a:lnTo>
                  <a:pt x="522887" y="37093"/>
                </a:lnTo>
                <a:lnTo>
                  <a:pt x="523300" y="36420"/>
                </a:lnTo>
                <a:lnTo>
                  <a:pt x="523728" y="35759"/>
                </a:lnTo>
                <a:lnTo>
                  <a:pt x="524169" y="35111"/>
                </a:lnTo>
                <a:lnTo>
                  <a:pt x="524624" y="34476"/>
                </a:lnTo>
                <a:lnTo>
                  <a:pt x="525093" y="33853"/>
                </a:lnTo>
                <a:lnTo>
                  <a:pt x="525577" y="33243"/>
                </a:lnTo>
                <a:lnTo>
                  <a:pt x="526074" y="32645"/>
                </a:lnTo>
                <a:lnTo>
                  <a:pt x="526585" y="32061"/>
                </a:lnTo>
                <a:lnTo>
                  <a:pt x="527111" y="31488"/>
                </a:lnTo>
                <a:lnTo>
                  <a:pt x="527651" y="30928"/>
                </a:lnTo>
                <a:lnTo>
                  <a:pt x="528204" y="30381"/>
                </a:lnTo>
                <a:lnTo>
                  <a:pt x="528772" y="29847"/>
                </a:lnTo>
                <a:lnTo>
                  <a:pt x="529353" y="29325"/>
                </a:lnTo>
                <a:lnTo>
                  <a:pt x="529949" y="28816"/>
                </a:lnTo>
                <a:lnTo>
                  <a:pt x="530559" y="28319"/>
                </a:lnTo>
                <a:lnTo>
                  <a:pt x="531184" y="27839"/>
                </a:lnTo>
                <a:lnTo>
                  <a:pt x="531825" y="27379"/>
                </a:lnTo>
                <a:lnTo>
                  <a:pt x="532483" y="26940"/>
                </a:lnTo>
                <a:lnTo>
                  <a:pt x="533158" y="26521"/>
                </a:lnTo>
                <a:lnTo>
                  <a:pt x="533848" y="26123"/>
                </a:lnTo>
                <a:lnTo>
                  <a:pt x="534556" y="25745"/>
                </a:lnTo>
                <a:lnTo>
                  <a:pt x="535279" y="25387"/>
                </a:lnTo>
                <a:lnTo>
                  <a:pt x="536019" y="25050"/>
                </a:lnTo>
                <a:lnTo>
                  <a:pt x="536776" y="24733"/>
                </a:lnTo>
                <a:lnTo>
                  <a:pt x="537549" y="24437"/>
                </a:lnTo>
                <a:lnTo>
                  <a:pt x="538338" y="24161"/>
                </a:lnTo>
                <a:lnTo>
                  <a:pt x="539144" y="23906"/>
                </a:lnTo>
                <a:lnTo>
                  <a:pt x="539967" y="23671"/>
                </a:lnTo>
                <a:lnTo>
                  <a:pt x="540805" y="23456"/>
                </a:lnTo>
                <a:lnTo>
                  <a:pt x="541661" y="23262"/>
                </a:lnTo>
                <a:lnTo>
                  <a:pt x="542532" y="23088"/>
                </a:lnTo>
                <a:lnTo>
                  <a:pt x="543420" y="22935"/>
                </a:lnTo>
                <a:lnTo>
                  <a:pt x="544325" y="22802"/>
                </a:lnTo>
                <a:lnTo>
                  <a:pt x="545246" y="22690"/>
                </a:lnTo>
                <a:lnTo>
                  <a:pt x="546183" y="22598"/>
                </a:lnTo>
                <a:lnTo>
                  <a:pt x="547137" y="22526"/>
                </a:lnTo>
                <a:lnTo>
                  <a:pt x="548107" y="22475"/>
                </a:lnTo>
                <a:lnTo>
                  <a:pt x="549094" y="22445"/>
                </a:lnTo>
                <a:lnTo>
                  <a:pt x="550097" y="22435"/>
                </a:lnTo>
                <a:lnTo>
                  <a:pt x="550723" y="22439"/>
                </a:lnTo>
                <a:lnTo>
                  <a:pt x="551344" y="22452"/>
                </a:lnTo>
                <a:lnTo>
                  <a:pt x="551959" y="22473"/>
                </a:lnTo>
                <a:lnTo>
                  <a:pt x="552569" y="22503"/>
                </a:lnTo>
                <a:lnTo>
                  <a:pt x="553175" y="22542"/>
                </a:lnTo>
                <a:lnTo>
                  <a:pt x="553775" y="22590"/>
                </a:lnTo>
                <a:lnTo>
                  <a:pt x="554370" y="22646"/>
                </a:lnTo>
                <a:lnTo>
                  <a:pt x="554960" y="22710"/>
                </a:lnTo>
                <a:lnTo>
                  <a:pt x="555545" y="22784"/>
                </a:lnTo>
                <a:lnTo>
                  <a:pt x="556125" y="22866"/>
                </a:lnTo>
                <a:lnTo>
                  <a:pt x="556699" y="22956"/>
                </a:lnTo>
                <a:lnTo>
                  <a:pt x="557269" y="23055"/>
                </a:lnTo>
                <a:lnTo>
                  <a:pt x="557833" y="23163"/>
                </a:lnTo>
                <a:lnTo>
                  <a:pt x="558393" y="23279"/>
                </a:lnTo>
                <a:lnTo>
                  <a:pt x="558947" y="23404"/>
                </a:lnTo>
                <a:lnTo>
                  <a:pt x="559496" y="23538"/>
                </a:lnTo>
                <a:lnTo>
                  <a:pt x="560040" y="23680"/>
                </a:lnTo>
                <a:lnTo>
                  <a:pt x="560579" y="23831"/>
                </a:lnTo>
                <a:lnTo>
                  <a:pt x="561113" y="23990"/>
                </a:lnTo>
                <a:lnTo>
                  <a:pt x="561641" y="24158"/>
                </a:lnTo>
                <a:lnTo>
                  <a:pt x="562165" y="24335"/>
                </a:lnTo>
                <a:lnTo>
                  <a:pt x="562683" y="24521"/>
                </a:lnTo>
                <a:lnTo>
                  <a:pt x="563197" y="24714"/>
                </a:lnTo>
                <a:lnTo>
                  <a:pt x="563705" y="24917"/>
                </a:lnTo>
                <a:lnTo>
                  <a:pt x="564207" y="25128"/>
                </a:lnTo>
                <a:lnTo>
                  <a:pt x="564701" y="25348"/>
                </a:lnTo>
                <a:lnTo>
                  <a:pt x="565188" y="25576"/>
                </a:lnTo>
                <a:lnTo>
                  <a:pt x="565668" y="25813"/>
                </a:lnTo>
                <a:lnTo>
                  <a:pt x="566140" y="26059"/>
                </a:lnTo>
                <a:lnTo>
                  <a:pt x="566604" y="26313"/>
                </a:lnTo>
                <a:lnTo>
                  <a:pt x="567061" y="26576"/>
                </a:lnTo>
                <a:lnTo>
                  <a:pt x="567510" y="26848"/>
                </a:lnTo>
                <a:lnTo>
                  <a:pt x="567952" y="27128"/>
                </a:lnTo>
                <a:lnTo>
                  <a:pt x="568387" y="27417"/>
                </a:lnTo>
                <a:lnTo>
                  <a:pt x="568814" y="27714"/>
                </a:lnTo>
                <a:lnTo>
                  <a:pt x="569233" y="28020"/>
                </a:lnTo>
                <a:lnTo>
                  <a:pt x="569645" y="28335"/>
                </a:lnTo>
                <a:lnTo>
                  <a:pt x="570049" y="28658"/>
                </a:lnTo>
                <a:lnTo>
                  <a:pt x="570446" y="28990"/>
                </a:lnTo>
                <a:lnTo>
                  <a:pt x="570836" y="29330"/>
                </a:lnTo>
                <a:lnTo>
                  <a:pt x="571218" y="29679"/>
                </a:lnTo>
                <a:lnTo>
                  <a:pt x="571592" y="30037"/>
                </a:lnTo>
                <a:lnTo>
                  <a:pt x="571959" y="30404"/>
                </a:lnTo>
                <a:lnTo>
                  <a:pt x="572318" y="30779"/>
                </a:lnTo>
                <a:lnTo>
                  <a:pt x="572670" y="31162"/>
                </a:lnTo>
                <a:lnTo>
                  <a:pt x="573015" y="31554"/>
                </a:lnTo>
                <a:lnTo>
                  <a:pt x="573352" y="31955"/>
                </a:lnTo>
                <a:lnTo>
                  <a:pt x="573681" y="32365"/>
                </a:lnTo>
                <a:lnTo>
                  <a:pt x="574002" y="32783"/>
                </a:lnTo>
                <a:lnTo>
                  <a:pt x="574312" y="33210"/>
                </a:lnTo>
                <a:lnTo>
                  <a:pt x="574613" y="33646"/>
                </a:lnTo>
                <a:lnTo>
                  <a:pt x="574903" y="34091"/>
                </a:lnTo>
                <a:lnTo>
                  <a:pt x="575183" y="34545"/>
                </a:lnTo>
                <a:lnTo>
                  <a:pt x="575454" y="35008"/>
                </a:lnTo>
                <a:lnTo>
                  <a:pt x="575714" y="35480"/>
                </a:lnTo>
                <a:lnTo>
                  <a:pt x="575964" y="35961"/>
                </a:lnTo>
                <a:lnTo>
                  <a:pt x="576204" y="36450"/>
                </a:lnTo>
                <a:lnTo>
                  <a:pt x="576435" y="36949"/>
                </a:lnTo>
                <a:lnTo>
                  <a:pt x="576655" y="37457"/>
                </a:lnTo>
                <a:lnTo>
                  <a:pt x="576865" y="37973"/>
                </a:lnTo>
                <a:lnTo>
                  <a:pt x="577064" y="38499"/>
                </a:lnTo>
                <a:lnTo>
                  <a:pt x="577254" y="39033"/>
                </a:lnTo>
                <a:lnTo>
                  <a:pt x="577434" y="39576"/>
                </a:lnTo>
                <a:lnTo>
                  <a:pt x="577604" y="40129"/>
                </a:lnTo>
                <a:lnTo>
                  <a:pt x="577764" y="40690"/>
                </a:lnTo>
                <a:lnTo>
                  <a:pt x="577913" y="41260"/>
                </a:lnTo>
                <a:lnTo>
                  <a:pt x="578053" y="41839"/>
                </a:lnTo>
                <a:lnTo>
                  <a:pt x="578182" y="42427"/>
                </a:lnTo>
                <a:lnTo>
                  <a:pt x="578302" y="43024"/>
                </a:lnTo>
                <a:lnTo>
                  <a:pt x="578411" y="43630"/>
                </a:lnTo>
                <a:lnTo>
                  <a:pt x="578511" y="44245"/>
                </a:lnTo>
                <a:lnTo>
                  <a:pt x="578600" y="44869"/>
                </a:lnTo>
                <a:lnTo>
                  <a:pt x="605080" y="44869"/>
                </a:lnTo>
                <a:lnTo>
                  <a:pt x="605007" y="43682"/>
                </a:lnTo>
                <a:lnTo>
                  <a:pt x="604910" y="42510"/>
                </a:lnTo>
                <a:lnTo>
                  <a:pt x="604788" y="41354"/>
                </a:lnTo>
                <a:lnTo>
                  <a:pt x="604643" y="40214"/>
                </a:lnTo>
                <a:lnTo>
                  <a:pt x="604474" y="39090"/>
                </a:lnTo>
                <a:lnTo>
                  <a:pt x="604281" y="37982"/>
                </a:lnTo>
                <a:lnTo>
                  <a:pt x="604064" y="36889"/>
                </a:lnTo>
                <a:lnTo>
                  <a:pt x="603824" y="35812"/>
                </a:lnTo>
                <a:lnTo>
                  <a:pt x="603559" y="34752"/>
                </a:lnTo>
                <a:lnTo>
                  <a:pt x="603270" y="33706"/>
                </a:lnTo>
                <a:lnTo>
                  <a:pt x="602957" y="32677"/>
                </a:lnTo>
                <a:lnTo>
                  <a:pt x="602621" y="31663"/>
                </a:lnTo>
                <a:lnTo>
                  <a:pt x="602260" y="30666"/>
                </a:lnTo>
                <a:lnTo>
                  <a:pt x="601875" y="29684"/>
                </a:lnTo>
                <a:lnTo>
                  <a:pt x="601467" y="28718"/>
                </a:lnTo>
                <a:lnTo>
                  <a:pt x="601035" y="27767"/>
                </a:lnTo>
                <a:lnTo>
                  <a:pt x="600578" y="26833"/>
                </a:lnTo>
                <a:lnTo>
                  <a:pt x="600098" y="25914"/>
                </a:lnTo>
                <a:lnTo>
                  <a:pt x="599594" y="25011"/>
                </a:lnTo>
                <a:lnTo>
                  <a:pt x="599065" y="24124"/>
                </a:lnTo>
                <a:lnTo>
                  <a:pt x="598513" y="23253"/>
                </a:lnTo>
                <a:lnTo>
                  <a:pt x="597937" y="22397"/>
                </a:lnTo>
                <a:lnTo>
                  <a:pt x="597337" y="21557"/>
                </a:lnTo>
                <a:lnTo>
                  <a:pt x="596713" y="20734"/>
                </a:lnTo>
                <a:lnTo>
                  <a:pt x="596069" y="19926"/>
                </a:lnTo>
                <a:lnTo>
                  <a:pt x="595409" y="19135"/>
                </a:lnTo>
                <a:lnTo>
                  <a:pt x="594733" y="18360"/>
                </a:lnTo>
                <a:lnTo>
                  <a:pt x="594042" y="17602"/>
                </a:lnTo>
                <a:lnTo>
                  <a:pt x="593334" y="16861"/>
                </a:lnTo>
                <a:lnTo>
                  <a:pt x="592610" y="16136"/>
                </a:lnTo>
                <a:lnTo>
                  <a:pt x="591870" y="15428"/>
                </a:lnTo>
                <a:lnTo>
                  <a:pt x="591115" y="14737"/>
                </a:lnTo>
                <a:lnTo>
                  <a:pt x="590343" y="14062"/>
                </a:lnTo>
                <a:lnTo>
                  <a:pt x="589555" y="13404"/>
                </a:lnTo>
                <a:lnTo>
                  <a:pt x="588752" y="12762"/>
                </a:lnTo>
                <a:lnTo>
                  <a:pt x="587932" y="12137"/>
                </a:lnTo>
                <a:lnTo>
                  <a:pt x="587097" y="11528"/>
                </a:lnTo>
                <a:lnTo>
                  <a:pt x="586245" y="10936"/>
                </a:lnTo>
                <a:lnTo>
                  <a:pt x="585378" y="10361"/>
                </a:lnTo>
                <a:lnTo>
                  <a:pt x="584495" y="9802"/>
                </a:lnTo>
                <a:lnTo>
                  <a:pt x="583595" y="9260"/>
                </a:lnTo>
                <a:lnTo>
                  <a:pt x="582680" y="8735"/>
                </a:lnTo>
                <a:lnTo>
                  <a:pt x="581749" y="8226"/>
                </a:lnTo>
                <a:lnTo>
                  <a:pt x="580802" y="7734"/>
                </a:lnTo>
                <a:lnTo>
                  <a:pt x="579838" y="7258"/>
                </a:lnTo>
                <a:lnTo>
                  <a:pt x="578859" y="6799"/>
                </a:lnTo>
                <a:lnTo>
                  <a:pt x="577864" y="6356"/>
                </a:lnTo>
                <a:lnTo>
                  <a:pt x="576853" y="5930"/>
                </a:lnTo>
                <a:lnTo>
                  <a:pt x="575830" y="5522"/>
                </a:lnTo>
                <a:lnTo>
                  <a:pt x="574799" y="5130"/>
                </a:lnTo>
                <a:lnTo>
                  <a:pt x="573760" y="4756"/>
                </a:lnTo>
                <a:lnTo>
                  <a:pt x="572713" y="4399"/>
                </a:lnTo>
                <a:lnTo>
                  <a:pt x="571658" y="4060"/>
                </a:lnTo>
                <a:lnTo>
                  <a:pt x="570595" y="3738"/>
                </a:lnTo>
                <a:lnTo>
                  <a:pt x="569524" y="3434"/>
                </a:lnTo>
                <a:lnTo>
                  <a:pt x="568445" y="3147"/>
                </a:lnTo>
                <a:lnTo>
                  <a:pt x="567358" y="2877"/>
                </a:lnTo>
                <a:lnTo>
                  <a:pt x="566263" y="2625"/>
                </a:lnTo>
                <a:lnTo>
                  <a:pt x="565161" y="2390"/>
                </a:lnTo>
                <a:lnTo>
                  <a:pt x="564050" y="2172"/>
                </a:lnTo>
                <a:lnTo>
                  <a:pt x="562931" y="1972"/>
                </a:lnTo>
                <a:lnTo>
                  <a:pt x="561804" y="1789"/>
                </a:lnTo>
                <a:lnTo>
                  <a:pt x="560669" y="1624"/>
                </a:lnTo>
                <a:lnTo>
                  <a:pt x="559527" y="1476"/>
                </a:lnTo>
                <a:lnTo>
                  <a:pt x="558376" y="1346"/>
                </a:lnTo>
                <a:lnTo>
                  <a:pt x="557217" y="1233"/>
                </a:lnTo>
                <a:lnTo>
                  <a:pt x="556050" y="1137"/>
                </a:lnTo>
                <a:lnTo>
                  <a:pt x="554876" y="1059"/>
                </a:lnTo>
                <a:lnTo>
                  <a:pt x="553693" y="998"/>
                </a:lnTo>
                <a:lnTo>
                  <a:pt x="552502" y="954"/>
                </a:lnTo>
                <a:lnTo>
                  <a:pt x="551304" y="928"/>
                </a:lnTo>
                <a:lnTo>
                  <a:pt x="550097" y="919"/>
                </a:lnTo>
                <a:lnTo>
                  <a:pt x="548543" y="933"/>
                </a:lnTo>
                <a:lnTo>
                  <a:pt x="547007" y="974"/>
                </a:lnTo>
                <a:lnTo>
                  <a:pt x="545490" y="1042"/>
                </a:lnTo>
                <a:lnTo>
                  <a:pt x="543990" y="1138"/>
                </a:lnTo>
                <a:lnTo>
                  <a:pt x="542509" y="1261"/>
                </a:lnTo>
                <a:lnTo>
                  <a:pt x="541046" y="1411"/>
                </a:lnTo>
                <a:lnTo>
                  <a:pt x="539602" y="1588"/>
                </a:lnTo>
                <a:lnTo>
                  <a:pt x="538175" y="1793"/>
                </a:lnTo>
                <a:lnTo>
                  <a:pt x="536767" y="2025"/>
                </a:lnTo>
                <a:lnTo>
                  <a:pt x="535376" y="2284"/>
                </a:lnTo>
                <a:lnTo>
                  <a:pt x="534004" y="2571"/>
                </a:lnTo>
                <a:lnTo>
                  <a:pt x="532651" y="2885"/>
                </a:lnTo>
                <a:lnTo>
                  <a:pt x="531315" y="3226"/>
                </a:lnTo>
                <a:lnTo>
                  <a:pt x="529998" y="3594"/>
                </a:lnTo>
                <a:lnTo>
                  <a:pt x="528698" y="3990"/>
                </a:lnTo>
                <a:lnTo>
                  <a:pt x="527417" y="4413"/>
                </a:lnTo>
                <a:lnTo>
                  <a:pt x="526155" y="4864"/>
                </a:lnTo>
                <a:lnTo>
                  <a:pt x="524910" y="5341"/>
                </a:lnTo>
                <a:lnTo>
                  <a:pt x="523684" y="5846"/>
                </a:lnTo>
                <a:lnTo>
                  <a:pt x="522475" y="6379"/>
                </a:lnTo>
                <a:lnTo>
                  <a:pt x="521285" y="6938"/>
                </a:lnTo>
                <a:lnTo>
                  <a:pt x="520114" y="7525"/>
                </a:lnTo>
                <a:lnTo>
                  <a:pt x="518960" y="8139"/>
                </a:lnTo>
                <a:lnTo>
                  <a:pt x="517825" y="8781"/>
                </a:lnTo>
                <a:lnTo>
                  <a:pt x="516709" y="9447"/>
                </a:lnTo>
                <a:lnTo>
                  <a:pt x="515615" y="10136"/>
                </a:lnTo>
                <a:lnTo>
                  <a:pt x="514543" y="10847"/>
                </a:lnTo>
                <a:lnTo>
                  <a:pt x="513493" y="11580"/>
                </a:lnTo>
                <a:lnTo>
                  <a:pt x="512464" y="12336"/>
                </a:lnTo>
                <a:lnTo>
                  <a:pt x="511457" y="13114"/>
                </a:lnTo>
                <a:lnTo>
                  <a:pt x="510472" y="13914"/>
                </a:lnTo>
                <a:lnTo>
                  <a:pt x="509509" y="14737"/>
                </a:lnTo>
                <a:lnTo>
                  <a:pt x="508567" y="15582"/>
                </a:lnTo>
                <a:lnTo>
                  <a:pt x="507647" y="16449"/>
                </a:lnTo>
                <a:lnTo>
                  <a:pt x="506748" y="17339"/>
                </a:lnTo>
                <a:lnTo>
                  <a:pt x="505872" y="18251"/>
                </a:lnTo>
                <a:lnTo>
                  <a:pt x="505017" y="19185"/>
                </a:lnTo>
                <a:lnTo>
                  <a:pt x="504184" y="20142"/>
                </a:lnTo>
                <a:lnTo>
                  <a:pt x="503372" y="21121"/>
                </a:lnTo>
                <a:lnTo>
                  <a:pt x="502582" y="22123"/>
                </a:lnTo>
                <a:lnTo>
                  <a:pt x="501814" y="23147"/>
                </a:lnTo>
                <a:lnTo>
                  <a:pt x="501068" y="24193"/>
                </a:lnTo>
                <a:lnTo>
                  <a:pt x="500343" y="25262"/>
                </a:lnTo>
                <a:lnTo>
                  <a:pt x="499640" y="26352"/>
                </a:lnTo>
                <a:lnTo>
                  <a:pt x="498959" y="27466"/>
                </a:lnTo>
                <a:lnTo>
                  <a:pt x="498299" y="28601"/>
                </a:lnTo>
                <a:lnTo>
                  <a:pt x="497661" y="29759"/>
                </a:lnTo>
                <a:lnTo>
                  <a:pt x="497045" y="30939"/>
                </a:lnTo>
                <a:lnTo>
                  <a:pt x="496452" y="32140"/>
                </a:lnTo>
                <a:lnTo>
                  <a:pt x="495885" y="33357"/>
                </a:lnTo>
                <a:lnTo>
                  <a:pt x="495343" y="34592"/>
                </a:lnTo>
                <a:lnTo>
                  <a:pt x="494826" y="35844"/>
                </a:lnTo>
                <a:lnTo>
                  <a:pt x="494334" y="37114"/>
                </a:lnTo>
                <a:lnTo>
                  <a:pt x="493867" y="38401"/>
                </a:lnTo>
                <a:lnTo>
                  <a:pt x="493426" y="39706"/>
                </a:lnTo>
                <a:lnTo>
                  <a:pt x="493010" y="41028"/>
                </a:lnTo>
                <a:lnTo>
                  <a:pt x="492619" y="42367"/>
                </a:lnTo>
                <a:lnTo>
                  <a:pt x="492253" y="43724"/>
                </a:lnTo>
                <a:lnTo>
                  <a:pt x="491913" y="45098"/>
                </a:lnTo>
                <a:lnTo>
                  <a:pt x="491597" y="46490"/>
                </a:lnTo>
                <a:lnTo>
                  <a:pt x="491307" y="47899"/>
                </a:lnTo>
                <a:lnTo>
                  <a:pt x="491042" y="49325"/>
                </a:lnTo>
                <a:lnTo>
                  <a:pt x="490803" y="50769"/>
                </a:lnTo>
                <a:lnTo>
                  <a:pt x="490588" y="52230"/>
                </a:lnTo>
                <a:lnTo>
                  <a:pt x="490399" y="53708"/>
                </a:lnTo>
                <a:lnTo>
                  <a:pt x="490235" y="55204"/>
                </a:lnTo>
                <a:lnTo>
                  <a:pt x="490097" y="56718"/>
                </a:lnTo>
                <a:lnTo>
                  <a:pt x="489983" y="58248"/>
                </a:lnTo>
                <a:lnTo>
                  <a:pt x="489895" y="59796"/>
                </a:lnTo>
                <a:lnTo>
                  <a:pt x="489832" y="61362"/>
                </a:lnTo>
                <a:lnTo>
                  <a:pt x="489794" y="62945"/>
                </a:lnTo>
                <a:lnTo>
                  <a:pt x="489781" y="64545"/>
                </a:lnTo>
                <a:lnTo>
                  <a:pt x="489794" y="66145"/>
                </a:lnTo>
                <a:lnTo>
                  <a:pt x="489832" y="67728"/>
                </a:lnTo>
                <a:lnTo>
                  <a:pt x="489895" y="69293"/>
                </a:lnTo>
                <a:lnTo>
                  <a:pt x="489983" y="70840"/>
                </a:lnTo>
                <a:lnTo>
                  <a:pt x="490097" y="72369"/>
                </a:lnTo>
                <a:lnTo>
                  <a:pt x="490235" y="73880"/>
                </a:lnTo>
                <a:lnTo>
                  <a:pt x="490399" y="75374"/>
                </a:lnTo>
                <a:lnTo>
                  <a:pt x="490588" y="76850"/>
                </a:lnTo>
                <a:lnTo>
                  <a:pt x="490803" y="78309"/>
                </a:lnTo>
                <a:lnTo>
                  <a:pt x="491042" y="79750"/>
                </a:lnTo>
                <a:lnTo>
                  <a:pt x="491307" y="81173"/>
                </a:lnTo>
                <a:lnTo>
                  <a:pt x="491597" y="82578"/>
                </a:lnTo>
                <a:lnTo>
                  <a:pt x="491913" y="83965"/>
                </a:lnTo>
                <a:lnTo>
                  <a:pt x="492253" y="85335"/>
                </a:lnTo>
                <a:lnTo>
                  <a:pt x="492619" y="86687"/>
                </a:lnTo>
                <a:lnTo>
                  <a:pt x="493010" y="88022"/>
                </a:lnTo>
                <a:lnTo>
                  <a:pt x="493426" y="89338"/>
                </a:lnTo>
                <a:lnTo>
                  <a:pt x="493867" y="90637"/>
                </a:lnTo>
                <a:lnTo>
                  <a:pt x="494334" y="91919"/>
                </a:lnTo>
                <a:lnTo>
                  <a:pt x="494826" y="93182"/>
                </a:lnTo>
                <a:lnTo>
                  <a:pt x="495343" y="94428"/>
                </a:lnTo>
                <a:lnTo>
                  <a:pt x="495885" y="95656"/>
                </a:lnTo>
                <a:lnTo>
                  <a:pt x="496452" y="96866"/>
                </a:lnTo>
                <a:lnTo>
                  <a:pt x="497045" y="98059"/>
                </a:lnTo>
                <a:lnTo>
                  <a:pt x="497661" y="99232"/>
                </a:lnTo>
                <a:lnTo>
                  <a:pt x="498299" y="100383"/>
                </a:lnTo>
                <a:lnTo>
                  <a:pt x="498959" y="101511"/>
                </a:lnTo>
                <a:lnTo>
                  <a:pt x="499640" y="102618"/>
                </a:lnTo>
                <a:lnTo>
                  <a:pt x="500343" y="103703"/>
                </a:lnTo>
                <a:lnTo>
                  <a:pt x="501068" y="104765"/>
                </a:lnTo>
                <a:lnTo>
                  <a:pt x="501814" y="105806"/>
                </a:lnTo>
                <a:lnTo>
                  <a:pt x="502582" y="106824"/>
                </a:lnTo>
                <a:lnTo>
                  <a:pt x="503372" y="107821"/>
                </a:lnTo>
                <a:lnTo>
                  <a:pt x="504184" y="108796"/>
                </a:lnTo>
                <a:lnTo>
                  <a:pt x="505017" y="109748"/>
                </a:lnTo>
                <a:lnTo>
                  <a:pt x="505872" y="110678"/>
                </a:lnTo>
                <a:lnTo>
                  <a:pt x="506748" y="111587"/>
                </a:lnTo>
                <a:lnTo>
                  <a:pt x="507647" y="112473"/>
                </a:lnTo>
                <a:lnTo>
                  <a:pt x="508567" y="113338"/>
                </a:lnTo>
                <a:lnTo>
                  <a:pt x="509509" y="114180"/>
                </a:lnTo>
                <a:lnTo>
                  <a:pt x="510472" y="115000"/>
                </a:lnTo>
                <a:lnTo>
                  <a:pt x="511457" y="115799"/>
                </a:lnTo>
                <a:lnTo>
                  <a:pt x="512464" y="116575"/>
                </a:lnTo>
                <a:lnTo>
                  <a:pt x="513493" y="117329"/>
                </a:lnTo>
                <a:lnTo>
                  <a:pt x="514543" y="118061"/>
                </a:lnTo>
                <a:lnTo>
                  <a:pt x="515615" y="118772"/>
                </a:lnTo>
                <a:lnTo>
                  <a:pt x="516709" y="119460"/>
                </a:lnTo>
                <a:lnTo>
                  <a:pt x="517825" y="120126"/>
                </a:lnTo>
                <a:lnTo>
                  <a:pt x="518960" y="120767"/>
                </a:lnTo>
                <a:lnTo>
                  <a:pt x="520114" y="121381"/>
                </a:lnTo>
                <a:lnTo>
                  <a:pt x="521285" y="121968"/>
                </a:lnTo>
                <a:lnTo>
                  <a:pt x="522475" y="122528"/>
                </a:lnTo>
                <a:lnTo>
                  <a:pt x="523684" y="123060"/>
                </a:lnTo>
                <a:lnTo>
                  <a:pt x="524910" y="123565"/>
                </a:lnTo>
                <a:lnTo>
                  <a:pt x="526155" y="124043"/>
                </a:lnTo>
                <a:lnTo>
                  <a:pt x="527417" y="124493"/>
                </a:lnTo>
                <a:lnTo>
                  <a:pt x="528698" y="124916"/>
                </a:lnTo>
                <a:lnTo>
                  <a:pt x="529998" y="125312"/>
                </a:lnTo>
                <a:lnTo>
                  <a:pt x="531315" y="125681"/>
                </a:lnTo>
                <a:lnTo>
                  <a:pt x="532651" y="126022"/>
                </a:lnTo>
                <a:lnTo>
                  <a:pt x="534004" y="126336"/>
                </a:lnTo>
                <a:lnTo>
                  <a:pt x="535376" y="126622"/>
                </a:lnTo>
                <a:lnTo>
                  <a:pt x="536767" y="126882"/>
                </a:lnTo>
                <a:lnTo>
                  <a:pt x="538175" y="127114"/>
                </a:lnTo>
                <a:lnTo>
                  <a:pt x="539602" y="127318"/>
                </a:lnTo>
                <a:lnTo>
                  <a:pt x="541046" y="127496"/>
                </a:lnTo>
                <a:lnTo>
                  <a:pt x="542509" y="127646"/>
                </a:lnTo>
                <a:lnTo>
                  <a:pt x="543990" y="127769"/>
                </a:lnTo>
                <a:lnTo>
                  <a:pt x="545490" y="127864"/>
                </a:lnTo>
                <a:lnTo>
                  <a:pt x="547007" y="127933"/>
                </a:lnTo>
                <a:lnTo>
                  <a:pt x="548543" y="127973"/>
                </a:lnTo>
                <a:lnTo>
                  <a:pt x="550097" y="127987"/>
                </a:lnTo>
                <a:lnTo>
                  <a:pt x="551453" y="127978"/>
                </a:lnTo>
                <a:lnTo>
                  <a:pt x="552794" y="127950"/>
                </a:lnTo>
                <a:lnTo>
                  <a:pt x="554120" y="127903"/>
                </a:lnTo>
                <a:lnTo>
                  <a:pt x="555430" y="127838"/>
                </a:lnTo>
                <a:close/>
                <a:moveTo>
                  <a:pt x="157230" y="107477"/>
                </a:moveTo>
                <a:lnTo>
                  <a:pt x="156674" y="107459"/>
                </a:lnTo>
                <a:lnTo>
                  <a:pt x="156135" y="107429"/>
                </a:lnTo>
                <a:lnTo>
                  <a:pt x="155614" y="107387"/>
                </a:lnTo>
                <a:lnTo>
                  <a:pt x="155110" y="107333"/>
                </a:lnTo>
                <a:lnTo>
                  <a:pt x="154623" y="107266"/>
                </a:lnTo>
                <a:lnTo>
                  <a:pt x="154154" y="107188"/>
                </a:lnTo>
                <a:lnTo>
                  <a:pt x="153702" y="107097"/>
                </a:lnTo>
                <a:lnTo>
                  <a:pt x="153268" y="106995"/>
                </a:lnTo>
                <a:lnTo>
                  <a:pt x="152851" y="106880"/>
                </a:lnTo>
                <a:lnTo>
                  <a:pt x="152451" y="106754"/>
                </a:lnTo>
                <a:lnTo>
                  <a:pt x="152069" y="106615"/>
                </a:lnTo>
                <a:lnTo>
                  <a:pt x="151704" y="106464"/>
                </a:lnTo>
                <a:lnTo>
                  <a:pt x="151357" y="106301"/>
                </a:lnTo>
                <a:lnTo>
                  <a:pt x="151027" y="106126"/>
                </a:lnTo>
                <a:lnTo>
                  <a:pt x="150714" y="105940"/>
                </a:lnTo>
                <a:lnTo>
                  <a:pt x="150419" y="105740"/>
                </a:lnTo>
                <a:lnTo>
                  <a:pt x="150141" y="105529"/>
                </a:lnTo>
                <a:lnTo>
                  <a:pt x="149881" y="105306"/>
                </a:lnTo>
                <a:lnTo>
                  <a:pt x="149638" y="105071"/>
                </a:lnTo>
                <a:lnTo>
                  <a:pt x="149412" y="104824"/>
                </a:lnTo>
                <a:lnTo>
                  <a:pt x="149204" y="104564"/>
                </a:lnTo>
                <a:lnTo>
                  <a:pt x="149013" y="104293"/>
                </a:lnTo>
                <a:lnTo>
                  <a:pt x="148839" y="104010"/>
                </a:lnTo>
                <a:lnTo>
                  <a:pt x="148678" y="103714"/>
                </a:lnTo>
                <a:lnTo>
                  <a:pt x="148524" y="103405"/>
                </a:lnTo>
                <a:lnTo>
                  <a:pt x="148376" y="103083"/>
                </a:lnTo>
                <a:lnTo>
                  <a:pt x="148235" y="102747"/>
                </a:lnTo>
                <a:lnTo>
                  <a:pt x="148102" y="102399"/>
                </a:lnTo>
                <a:lnTo>
                  <a:pt x="147975" y="102038"/>
                </a:lnTo>
                <a:lnTo>
                  <a:pt x="147854" y="101664"/>
                </a:lnTo>
                <a:lnTo>
                  <a:pt x="147741" y="101277"/>
                </a:lnTo>
                <a:lnTo>
                  <a:pt x="147635" y="100876"/>
                </a:lnTo>
                <a:lnTo>
                  <a:pt x="147535" y="100463"/>
                </a:lnTo>
                <a:lnTo>
                  <a:pt x="147443" y="100036"/>
                </a:lnTo>
                <a:lnTo>
                  <a:pt x="147357" y="99597"/>
                </a:lnTo>
                <a:lnTo>
                  <a:pt x="147278" y="99145"/>
                </a:lnTo>
                <a:lnTo>
                  <a:pt x="147206" y="98679"/>
                </a:lnTo>
                <a:lnTo>
                  <a:pt x="147141" y="98200"/>
                </a:lnTo>
                <a:lnTo>
                  <a:pt x="147082" y="97709"/>
                </a:lnTo>
                <a:lnTo>
                  <a:pt x="147031" y="97204"/>
                </a:lnTo>
                <a:lnTo>
                  <a:pt x="146986" y="96687"/>
                </a:lnTo>
                <a:lnTo>
                  <a:pt x="146948" y="96156"/>
                </a:lnTo>
                <a:lnTo>
                  <a:pt x="146918" y="95612"/>
                </a:lnTo>
                <a:lnTo>
                  <a:pt x="146893" y="95055"/>
                </a:lnTo>
                <a:lnTo>
                  <a:pt x="146876" y="94485"/>
                </a:lnTo>
                <a:lnTo>
                  <a:pt x="146866" y="93903"/>
                </a:lnTo>
                <a:lnTo>
                  <a:pt x="146863" y="93307"/>
                </a:lnTo>
                <a:lnTo>
                  <a:pt x="146863" y="54247"/>
                </a:lnTo>
                <a:lnTo>
                  <a:pt x="166447" y="54247"/>
                </a:lnTo>
                <a:lnTo>
                  <a:pt x="166447" y="35491"/>
                </a:lnTo>
                <a:lnTo>
                  <a:pt x="146863" y="35491"/>
                </a:lnTo>
                <a:lnTo>
                  <a:pt x="146863" y="14343"/>
                </a:lnTo>
                <a:lnTo>
                  <a:pt x="122497" y="14343"/>
                </a:lnTo>
                <a:lnTo>
                  <a:pt x="122497" y="35491"/>
                </a:lnTo>
                <a:lnTo>
                  <a:pt x="107602" y="35491"/>
                </a:lnTo>
                <a:lnTo>
                  <a:pt x="107602" y="54247"/>
                </a:lnTo>
                <a:lnTo>
                  <a:pt x="122497" y="54247"/>
                </a:lnTo>
                <a:lnTo>
                  <a:pt x="122497" y="94585"/>
                </a:lnTo>
                <a:lnTo>
                  <a:pt x="122502" y="95512"/>
                </a:lnTo>
                <a:lnTo>
                  <a:pt x="122518" y="96423"/>
                </a:lnTo>
                <a:lnTo>
                  <a:pt x="122543" y="97320"/>
                </a:lnTo>
                <a:lnTo>
                  <a:pt x="122579" y="98203"/>
                </a:lnTo>
                <a:lnTo>
                  <a:pt x="122625" y="99070"/>
                </a:lnTo>
                <a:lnTo>
                  <a:pt x="122681" y="99923"/>
                </a:lnTo>
                <a:lnTo>
                  <a:pt x="122748" y="100760"/>
                </a:lnTo>
                <a:lnTo>
                  <a:pt x="122824" y="101584"/>
                </a:lnTo>
                <a:lnTo>
                  <a:pt x="122911" y="102392"/>
                </a:lnTo>
                <a:lnTo>
                  <a:pt x="123008" y="103186"/>
                </a:lnTo>
                <a:lnTo>
                  <a:pt x="123115" y="103965"/>
                </a:lnTo>
                <a:lnTo>
                  <a:pt x="123233" y="104729"/>
                </a:lnTo>
                <a:lnTo>
                  <a:pt x="123361" y="105478"/>
                </a:lnTo>
                <a:lnTo>
                  <a:pt x="123498" y="106213"/>
                </a:lnTo>
                <a:lnTo>
                  <a:pt x="123647" y="106933"/>
                </a:lnTo>
                <a:lnTo>
                  <a:pt x="123805" y="107638"/>
                </a:lnTo>
                <a:lnTo>
                  <a:pt x="123973" y="108328"/>
                </a:lnTo>
                <a:lnTo>
                  <a:pt x="124152" y="109004"/>
                </a:lnTo>
                <a:lnTo>
                  <a:pt x="124341" y="109664"/>
                </a:lnTo>
                <a:lnTo>
                  <a:pt x="124540" y="110310"/>
                </a:lnTo>
                <a:lnTo>
                  <a:pt x="124750" y="110942"/>
                </a:lnTo>
                <a:lnTo>
                  <a:pt x="124970" y="111558"/>
                </a:lnTo>
                <a:lnTo>
                  <a:pt x="125199" y="112160"/>
                </a:lnTo>
                <a:lnTo>
                  <a:pt x="125439" y="112747"/>
                </a:lnTo>
                <a:lnTo>
                  <a:pt x="125693" y="113321"/>
                </a:lnTo>
                <a:lnTo>
                  <a:pt x="125961" y="113881"/>
                </a:lnTo>
                <a:lnTo>
                  <a:pt x="126246" y="114429"/>
                </a:lnTo>
                <a:lnTo>
                  <a:pt x="126547" y="114965"/>
                </a:lnTo>
                <a:lnTo>
                  <a:pt x="126863" y="115488"/>
                </a:lnTo>
                <a:lnTo>
                  <a:pt x="127195" y="115998"/>
                </a:lnTo>
                <a:lnTo>
                  <a:pt x="127543" y="116495"/>
                </a:lnTo>
                <a:lnTo>
                  <a:pt x="127907" y="116980"/>
                </a:lnTo>
                <a:lnTo>
                  <a:pt x="128286" y="117452"/>
                </a:lnTo>
                <a:lnTo>
                  <a:pt x="128681" y="117912"/>
                </a:lnTo>
                <a:lnTo>
                  <a:pt x="129093" y="118359"/>
                </a:lnTo>
                <a:lnTo>
                  <a:pt x="129520" y="118793"/>
                </a:lnTo>
                <a:lnTo>
                  <a:pt x="129962" y="119215"/>
                </a:lnTo>
                <a:lnTo>
                  <a:pt x="130421" y="119624"/>
                </a:lnTo>
                <a:lnTo>
                  <a:pt x="130895" y="120020"/>
                </a:lnTo>
                <a:lnTo>
                  <a:pt x="131385" y="120404"/>
                </a:lnTo>
                <a:lnTo>
                  <a:pt x="131891" y="120775"/>
                </a:lnTo>
                <a:lnTo>
                  <a:pt x="132413" y="121134"/>
                </a:lnTo>
                <a:lnTo>
                  <a:pt x="132950" y="121480"/>
                </a:lnTo>
                <a:lnTo>
                  <a:pt x="133504" y="121813"/>
                </a:lnTo>
                <a:lnTo>
                  <a:pt x="134073" y="122133"/>
                </a:lnTo>
                <a:lnTo>
                  <a:pt x="134658" y="122441"/>
                </a:lnTo>
                <a:lnTo>
                  <a:pt x="135259" y="122737"/>
                </a:lnTo>
                <a:lnTo>
                  <a:pt x="135875" y="123019"/>
                </a:lnTo>
                <a:lnTo>
                  <a:pt x="136510" y="123290"/>
                </a:lnTo>
                <a:lnTo>
                  <a:pt x="137167" y="123548"/>
                </a:lnTo>
                <a:lnTo>
                  <a:pt x="137844" y="123796"/>
                </a:lnTo>
                <a:lnTo>
                  <a:pt x="138543" y="124031"/>
                </a:lnTo>
                <a:lnTo>
                  <a:pt x="139263" y="124256"/>
                </a:lnTo>
                <a:lnTo>
                  <a:pt x="140004" y="124469"/>
                </a:lnTo>
                <a:lnTo>
                  <a:pt x="140767" y="124670"/>
                </a:lnTo>
                <a:lnTo>
                  <a:pt x="141550" y="124860"/>
                </a:lnTo>
                <a:lnTo>
                  <a:pt x="142355" y="125038"/>
                </a:lnTo>
                <a:lnTo>
                  <a:pt x="143181" y="125205"/>
                </a:lnTo>
                <a:lnTo>
                  <a:pt x="144029" y="125360"/>
                </a:lnTo>
                <a:lnTo>
                  <a:pt x="144897" y="125504"/>
                </a:lnTo>
                <a:lnTo>
                  <a:pt x="145787" y="125636"/>
                </a:lnTo>
                <a:lnTo>
                  <a:pt x="146698" y="125757"/>
                </a:lnTo>
                <a:lnTo>
                  <a:pt x="147630" y="125866"/>
                </a:lnTo>
                <a:lnTo>
                  <a:pt x="148584" y="125964"/>
                </a:lnTo>
                <a:lnTo>
                  <a:pt x="149559" y="126050"/>
                </a:lnTo>
                <a:lnTo>
                  <a:pt x="150555" y="126125"/>
                </a:lnTo>
                <a:lnTo>
                  <a:pt x="151572" y="126188"/>
                </a:lnTo>
                <a:lnTo>
                  <a:pt x="152610" y="126240"/>
                </a:lnTo>
                <a:lnTo>
                  <a:pt x="153670" y="126280"/>
                </a:lnTo>
                <a:lnTo>
                  <a:pt x="154751" y="126309"/>
                </a:lnTo>
                <a:lnTo>
                  <a:pt x="155853" y="126326"/>
                </a:lnTo>
                <a:lnTo>
                  <a:pt x="156977" y="126332"/>
                </a:lnTo>
                <a:lnTo>
                  <a:pt x="166447" y="126332"/>
                </a:lnTo>
                <a:lnTo>
                  <a:pt x="166447" y="107483"/>
                </a:lnTo>
                <a:lnTo>
                  <a:pt x="157804" y="107483"/>
                </a:lnTo>
                <a:lnTo>
                  <a:pt x="157230" y="107477"/>
                </a:lnTo>
                <a:close/>
                <a:moveTo>
                  <a:pt x="326063" y="107477"/>
                </a:moveTo>
                <a:lnTo>
                  <a:pt x="325506" y="107459"/>
                </a:lnTo>
                <a:lnTo>
                  <a:pt x="324968" y="107429"/>
                </a:lnTo>
                <a:lnTo>
                  <a:pt x="324446" y="107387"/>
                </a:lnTo>
                <a:lnTo>
                  <a:pt x="323942" y="107333"/>
                </a:lnTo>
                <a:lnTo>
                  <a:pt x="323456" y="107266"/>
                </a:lnTo>
                <a:lnTo>
                  <a:pt x="322986" y="107188"/>
                </a:lnTo>
                <a:lnTo>
                  <a:pt x="322535" y="107097"/>
                </a:lnTo>
                <a:lnTo>
                  <a:pt x="322100" y="106995"/>
                </a:lnTo>
                <a:lnTo>
                  <a:pt x="321683" y="106880"/>
                </a:lnTo>
                <a:lnTo>
                  <a:pt x="321283" y="106754"/>
                </a:lnTo>
                <a:lnTo>
                  <a:pt x="320901" y="106615"/>
                </a:lnTo>
                <a:lnTo>
                  <a:pt x="320536" y="106464"/>
                </a:lnTo>
                <a:lnTo>
                  <a:pt x="320189" y="106301"/>
                </a:lnTo>
                <a:lnTo>
                  <a:pt x="319859" y="106126"/>
                </a:lnTo>
                <a:lnTo>
                  <a:pt x="319546" y="105940"/>
                </a:lnTo>
                <a:lnTo>
                  <a:pt x="319251" y="105740"/>
                </a:lnTo>
                <a:lnTo>
                  <a:pt x="318973" y="105529"/>
                </a:lnTo>
                <a:lnTo>
                  <a:pt x="318713" y="105306"/>
                </a:lnTo>
                <a:lnTo>
                  <a:pt x="318470" y="105071"/>
                </a:lnTo>
                <a:lnTo>
                  <a:pt x="318244" y="104824"/>
                </a:lnTo>
                <a:lnTo>
                  <a:pt x="318036" y="104564"/>
                </a:lnTo>
                <a:lnTo>
                  <a:pt x="317845" y="104293"/>
                </a:lnTo>
                <a:lnTo>
                  <a:pt x="317672" y="104010"/>
                </a:lnTo>
                <a:lnTo>
                  <a:pt x="317510" y="103714"/>
                </a:lnTo>
                <a:lnTo>
                  <a:pt x="317356" y="103405"/>
                </a:lnTo>
                <a:lnTo>
                  <a:pt x="317208" y="103083"/>
                </a:lnTo>
                <a:lnTo>
                  <a:pt x="317068" y="102747"/>
                </a:lnTo>
                <a:lnTo>
                  <a:pt x="316934" y="102399"/>
                </a:lnTo>
                <a:lnTo>
                  <a:pt x="316807" y="102038"/>
                </a:lnTo>
                <a:lnTo>
                  <a:pt x="316687" y="101664"/>
                </a:lnTo>
                <a:lnTo>
                  <a:pt x="316573" y="101277"/>
                </a:lnTo>
                <a:lnTo>
                  <a:pt x="316467" y="100876"/>
                </a:lnTo>
                <a:lnTo>
                  <a:pt x="316368" y="100463"/>
                </a:lnTo>
                <a:lnTo>
                  <a:pt x="316275" y="100036"/>
                </a:lnTo>
                <a:lnTo>
                  <a:pt x="316189" y="99597"/>
                </a:lnTo>
                <a:lnTo>
                  <a:pt x="316110" y="99145"/>
                </a:lnTo>
                <a:lnTo>
                  <a:pt x="316038" y="98679"/>
                </a:lnTo>
                <a:lnTo>
                  <a:pt x="315973" y="98200"/>
                </a:lnTo>
                <a:lnTo>
                  <a:pt x="315914" y="97709"/>
                </a:lnTo>
                <a:lnTo>
                  <a:pt x="315863" y="97204"/>
                </a:lnTo>
                <a:lnTo>
                  <a:pt x="315818" y="96687"/>
                </a:lnTo>
                <a:lnTo>
                  <a:pt x="315781" y="96156"/>
                </a:lnTo>
                <a:lnTo>
                  <a:pt x="315750" y="95612"/>
                </a:lnTo>
                <a:lnTo>
                  <a:pt x="315726" y="95055"/>
                </a:lnTo>
                <a:lnTo>
                  <a:pt x="315709" y="94485"/>
                </a:lnTo>
                <a:lnTo>
                  <a:pt x="315698" y="93903"/>
                </a:lnTo>
                <a:lnTo>
                  <a:pt x="315695" y="93307"/>
                </a:lnTo>
                <a:lnTo>
                  <a:pt x="315695" y="54247"/>
                </a:lnTo>
                <a:lnTo>
                  <a:pt x="335279" y="54247"/>
                </a:lnTo>
                <a:lnTo>
                  <a:pt x="335279" y="35491"/>
                </a:lnTo>
                <a:lnTo>
                  <a:pt x="315695" y="35491"/>
                </a:lnTo>
                <a:lnTo>
                  <a:pt x="315695" y="14343"/>
                </a:lnTo>
                <a:lnTo>
                  <a:pt x="291329" y="14343"/>
                </a:lnTo>
                <a:lnTo>
                  <a:pt x="291329" y="35491"/>
                </a:lnTo>
                <a:lnTo>
                  <a:pt x="276434" y="35491"/>
                </a:lnTo>
                <a:lnTo>
                  <a:pt x="276434" y="54247"/>
                </a:lnTo>
                <a:lnTo>
                  <a:pt x="291329" y="54247"/>
                </a:lnTo>
                <a:lnTo>
                  <a:pt x="291329" y="94585"/>
                </a:lnTo>
                <a:lnTo>
                  <a:pt x="291335" y="95512"/>
                </a:lnTo>
                <a:lnTo>
                  <a:pt x="291350" y="96423"/>
                </a:lnTo>
                <a:lnTo>
                  <a:pt x="291375" y="97320"/>
                </a:lnTo>
                <a:lnTo>
                  <a:pt x="291411" y="98203"/>
                </a:lnTo>
                <a:lnTo>
                  <a:pt x="291457" y="99070"/>
                </a:lnTo>
                <a:lnTo>
                  <a:pt x="291513" y="99923"/>
                </a:lnTo>
                <a:lnTo>
                  <a:pt x="291580" y="100760"/>
                </a:lnTo>
                <a:lnTo>
                  <a:pt x="291656" y="101584"/>
                </a:lnTo>
                <a:lnTo>
                  <a:pt x="291743" y="102392"/>
                </a:lnTo>
                <a:lnTo>
                  <a:pt x="291840" y="103186"/>
                </a:lnTo>
                <a:lnTo>
                  <a:pt x="291948" y="103965"/>
                </a:lnTo>
                <a:lnTo>
                  <a:pt x="292065" y="104729"/>
                </a:lnTo>
                <a:lnTo>
                  <a:pt x="292193" y="105478"/>
                </a:lnTo>
                <a:lnTo>
                  <a:pt x="292331" y="106213"/>
                </a:lnTo>
                <a:lnTo>
                  <a:pt x="292479" y="106933"/>
                </a:lnTo>
                <a:lnTo>
                  <a:pt x="292637" y="107638"/>
                </a:lnTo>
                <a:lnTo>
                  <a:pt x="292806" y="108328"/>
                </a:lnTo>
                <a:lnTo>
                  <a:pt x="292984" y="109004"/>
                </a:lnTo>
                <a:lnTo>
                  <a:pt x="293173" y="109664"/>
                </a:lnTo>
                <a:lnTo>
                  <a:pt x="293373" y="110310"/>
                </a:lnTo>
                <a:lnTo>
                  <a:pt x="293582" y="110942"/>
                </a:lnTo>
                <a:lnTo>
                  <a:pt x="293802" y="111558"/>
                </a:lnTo>
                <a:lnTo>
                  <a:pt x="294032" y="112160"/>
                </a:lnTo>
                <a:lnTo>
                  <a:pt x="294272" y="112747"/>
                </a:lnTo>
                <a:lnTo>
                  <a:pt x="294525" y="113321"/>
                </a:lnTo>
                <a:lnTo>
                  <a:pt x="294794" y="113881"/>
                </a:lnTo>
                <a:lnTo>
                  <a:pt x="295078" y="114429"/>
                </a:lnTo>
                <a:lnTo>
                  <a:pt x="295379" y="114965"/>
                </a:lnTo>
                <a:lnTo>
                  <a:pt x="295695" y="115488"/>
                </a:lnTo>
                <a:lnTo>
                  <a:pt x="296027" y="115998"/>
                </a:lnTo>
                <a:lnTo>
                  <a:pt x="296375" y="116495"/>
                </a:lnTo>
                <a:lnTo>
                  <a:pt x="296739" y="116980"/>
                </a:lnTo>
                <a:lnTo>
                  <a:pt x="297118" y="117452"/>
                </a:lnTo>
                <a:lnTo>
                  <a:pt x="297514" y="117912"/>
                </a:lnTo>
                <a:lnTo>
                  <a:pt x="297925" y="118359"/>
                </a:lnTo>
                <a:lnTo>
                  <a:pt x="298352" y="118793"/>
                </a:lnTo>
                <a:lnTo>
                  <a:pt x="298794" y="119215"/>
                </a:lnTo>
                <a:lnTo>
                  <a:pt x="299253" y="119624"/>
                </a:lnTo>
                <a:lnTo>
                  <a:pt x="299727" y="120020"/>
                </a:lnTo>
                <a:lnTo>
                  <a:pt x="300217" y="120404"/>
                </a:lnTo>
                <a:lnTo>
                  <a:pt x="300723" y="120775"/>
                </a:lnTo>
                <a:lnTo>
                  <a:pt x="301245" y="121134"/>
                </a:lnTo>
                <a:lnTo>
                  <a:pt x="301783" y="121480"/>
                </a:lnTo>
                <a:lnTo>
                  <a:pt x="302336" y="121813"/>
                </a:lnTo>
                <a:lnTo>
                  <a:pt x="302905" y="122133"/>
                </a:lnTo>
                <a:lnTo>
                  <a:pt x="303490" y="122441"/>
                </a:lnTo>
                <a:lnTo>
                  <a:pt x="304091" y="122737"/>
                </a:lnTo>
                <a:lnTo>
                  <a:pt x="304707" y="123019"/>
                </a:lnTo>
                <a:lnTo>
                  <a:pt x="305343" y="123290"/>
                </a:lnTo>
                <a:lnTo>
                  <a:pt x="305999" y="123548"/>
                </a:lnTo>
                <a:lnTo>
                  <a:pt x="306676" y="123796"/>
                </a:lnTo>
                <a:lnTo>
                  <a:pt x="307375" y="124031"/>
                </a:lnTo>
                <a:lnTo>
                  <a:pt x="308095" y="124256"/>
                </a:lnTo>
                <a:lnTo>
                  <a:pt x="308836" y="124469"/>
                </a:lnTo>
                <a:lnTo>
                  <a:pt x="309599" y="124670"/>
                </a:lnTo>
                <a:lnTo>
                  <a:pt x="310382" y="124860"/>
                </a:lnTo>
                <a:lnTo>
                  <a:pt x="311187" y="125038"/>
                </a:lnTo>
                <a:lnTo>
                  <a:pt x="312014" y="125205"/>
                </a:lnTo>
                <a:lnTo>
                  <a:pt x="312861" y="125360"/>
                </a:lnTo>
                <a:lnTo>
                  <a:pt x="313730" y="125504"/>
                </a:lnTo>
                <a:lnTo>
                  <a:pt x="314619" y="125636"/>
                </a:lnTo>
                <a:lnTo>
                  <a:pt x="315530" y="125757"/>
                </a:lnTo>
                <a:lnTo>
                  <a:pt x="316463" y="125866"/>
                </a:lnTo>
                <a:lnTo>
                  <a:pt x="317416" y="125964"/>
                </a:lnTo>
                <a:lnTo>
                  <a:pt x="318391" y="126050"/>
                </a:lnTo>
                <a:lnTo>
                  <a:pt x="319387" y="126125"/>
                </a:lnTo>
                <a:lnTo>
                  <a:pt x="320404" y="126188"/>
                </a:lnTo>
                <a:lnTo>
                  <a:pt x="321443" y="126240"/>
                </a:lnTo>
                <a:lnTo>
                  <a:pt x="322502" y="126280"/>
                </a:lnTo>
                <a:lnTo>
                  <a:pt x="323583" y="126309"/>
                </a:lnTo>
                <a:lnTo>
                  <a:pt x="324685" y="126326"/>
                </a:lnTo>
                <a:lnTo>
                  <a:pt x="325809" y="126332"/>
                </a:lnTo>
                <a:lnTo>
                  <a:pt x="335279" y="126332"/>
                </a:lnTo>
                <a:lnTo>
                  <a:pt x="335279" y="107483"/>
                </a:lnTo>
                <a:lnTo>
                  <a:pt x="326636" y="107483"/>
                </a:lnTo>
                <a:lnTo>
                  <a:pt x="326063" y="107477"/>
                </a:lnTo>
                <a:close/>
                <a:moveTo>
                  <a:pt x="211989" y="127894"/>
                </a:moveTo>
                <a:lnTo>
                  <a:pt x="212773" y="127841"/>
                </a:lnTo>
                <a:lnTo>
                  <a:pt x="213549" y="127777"/>
                </a:lnTo>
                <a:lnTo>
                  <a:pt x="214317" y="127702"/>
                </a:lnTo>
                <a:lnTo>
                  <a:pt x="215077" y="127614"/>
                </a:lnTo>
                <a:lnTo>
                  <a:pt x="215829" y="127515"/>
                </a:lnTo>
                <a:lnTo>
                  <a:pt x="216573" y="127404"/>
                </a:lnTo>
                <a:lnTo>
                  <a:pt x="217309" y="127282"/>
                </a:lnTo>
                <a:lnTo>
                  <a:pt x="218037" y="127148"/>
                </a:lnTo>
                <a:lnTo>
                  <a:pt x="218757" y="127002"/>
                </a:lnTo>
                <a:lnTo>
                  <a:pt x="219469" y="126845"/>
                </a:lnTo>
                <a:lnTo>
                  <a:pt x="220173" y="126676"/>
                </a:lnTo>
                <a:lnTo>
                  <a:pt x="220869" y="126496"/>
                </a:lnTo>
                <a:lnTo>
                  <a:pt x="221557" y="126303"/>
                </a:lnTo>
                <a:lnTo>
                  <a:pt x="222238" y="126099"/>
                </a:lnTo>
                <a:lnTo>
                  <a:pt x="222910" y="125884"/>
                </a:lnTo>
                <a:lnTo>
                  <a:pt x="223574" y="125657"/>
                </a:lnTo>
                <a:lnTo>
                  <a:pt x="224230" y="125418"/>
                </a:lnTo>
                <a:lnTo>
                  <a:pt x="224878" y="125167"/>
                </a:lnTo>
                <a:lnTo>
                  <a:pt x="225519" y="124905"/>
                </a:lnTo>
                <a:lnTo>
                  <a:pt x="226151" y="124631"/>
                </a:lnTo>
                <a:lnTo>
                  <a:pt x="226776" y="124346"/>
                </a:lnTo>
                <a:lnTo>
                  <a:pt x="227395" y="124050"/>
                </a:lnTo>
                <a:lnTo>
                  <a:pt x="228007" y="123743"/>
                </a:lnTo>
                <a:lnTo>
                  <a:pt x="228613" y="123424"/>
                </a:lnTo>
                <a:lnTo>
                  <a:pt x="229213" y="123095"/>
                </a:lnTo>
                <a:lnTo>
                  <a:pt x="229806" y="122755"/>
                </a:lnTo>
                <a:lnTo>
                  <a:pt x="230393" y="122404"/>
                </a:lnTo>
                <a:lnTo>
                  <a:pt x="230973" y="122041"/>
                </a:lnTo>
                <a:lnTo>
                  <a:pt x="231547" y="121668"/>
                </a:lnTo>
                <a:lnTo>
                  <a:pt x="232115" y="121284"/>
                </a:lnTo>
                <a:lnTo>
                  <a:pt x="232676" y="120888"/>
                </a:lnTo>
                <a:lnTo>
                  <a:pt x="233231" y="120482"/>
                </a:lnTo>
                <a:lnTo>
                  <a:pt x="233779" y="120065"/>
                </a:lnTo>
                <a:lnTo>
                  <a:pt x="234321" y="119636"/>
                </a:lnTo>
                <a:lnTo>
                  <a:pt x="234857" y="119197"/>
                </a:lnTo>
                <a:lnTo>
                  <a:pt x="235386" y="118747"/>
                </a:lnTo>
                <a:lnTo>
                  <a:pt x="235909" y="118285"/>
                </a:lnTo>
                <a:lnTo>
                  <a:pt x="236426" y="117813"/>
                </a:lnTo>
                <a:lnTo>
                  <a:pt x="236936" y="117329"/>
                </a:lnTo>
                <a:lnTo>
                  <a:pt x="237440" y="116835"/>
                </a:lnTo>
                <a:lnTo>
                  <a:pt x="237937" y="116330"/>
                </a:lnTo>
                <a:lnTo>
                  <a:pt x="238428" y="115813"/>
                </a:lnTo>
                <a:lnTo>
                  <a:pt x="238913" y="115286"/>
                </a:lnTo>
                <a:lnTo>
                  <a:pt x="239391" y="114747"/>
                </a:lnTo>
                <a:lnTo>
                  <a:pt x="240127" y="126332"/>
                </a:lnTo>
                <a:lnTo>
                  <a:pt x="262929" y="126332"/>
                </a:lnTo>
                <a:lnTo>
                  <a:pt x="262929" y="65378"/>
                </a:lnTo>
                <a:lnTo>
                  <a:pt x="262924" y="64624"/>
                </a:lnTo>
                <a:lnTo>
                  <a:pt x="262909" y="63880"/>
                </a:lnTo>
                <a:lnTo>
                  <a:pt x="262884" y="63146"/>
                </a:lnTo>
                <a:lnTo>
                  <a:pt x="262850" y="62423"/>
                </a:lnTo>
                <a:lnTo>
                  <a:pt x="262805" y="61710"/>
                </a:lnTo>
                <a:lnTo>
                  <a:pt x="262751" y="61008"/>
                </a:lnTo>
                <a:lnTo>
                  <a:pt x="262686" y="60316"/>
                </a:lnTo>
                <a:lnTo>
                  <a:pt x="262612" y="59635"/>
                </a:lnTo>
                <a:lnTo>
                  <a:pt x="262528" y="58964"/>
                </a:lnTo>
                <a:lnTo>
                  <a:pt x="262434" y="58304"/>
                </a:lnTo>
                <a:lnTo>
                  <a:pt x="262330" y="57654"/>
                </a:lnTo>
                <a:lnTo>
                  <a:pt x="262216" y="57015"/>
                </a:lnTo>
                <a:lnTo>
                  <a:pt x="262093" y="56386"/>
                </a:lnTo>
                <a:lnTo>
                  <a:pt x="261959" y="55768"/>
                </a:lnTo>
                <a:lnTo>
                  <a:pt x="261815" y="55161"/>
                </a:lnTo>
                <a:lnTo>
                  <a:pt x="261662" y="54563"/>
                </a:lnTo>
                <a:lnTo>
                  <a:pt x="261499" y="53977"/>
                </a:lnTo>
                <a:lnTo>
                  <a:pt x="261326" y="53401"/>
                </a:lnTo>
                <a:lnTo>
                  <a:pt x="261142" y="52835"/>
                </a:lnTo>
                <a:lnTo>
                  <a:pt x="260949" y="52280"/>
                </a:lnTo>
                <a:lnTo>
                  <a:pt x="260747" y="51735"/>
                </a:lnTo>
                <a:lnTo>
                  <a:pt x="260534" y="51201"/>
                </a:lnTo>
                <a:lnTo>
                  <a:pt x="260311" y="50678"/>
                </a:lnTo>
                <a:lnTo>
                  <a:pt x="260079" y="50164"/>
                </a:lnTo>
                <a:lnTo>
                  <a:pt x="259837" y="49661"/>
                </a:lnTo>
                <a:lnTo>
                  <a:pt x="259587" y="49166"/>
                </a:lnTo>
                <a:lnTo>
                  <a:pt x="259329" y="48680"/>
                </a:lnTo>
                <a:lnTo>
                  <a:pt x="259063" y="48203"/>
                </a:lnTo>
                <a:lnTo>
                  <a:pt x="258789" y="47735"/>
                </a:lnTo>
                <a:lnTo>
                  <a:pt x="258507" y="47276"/>
                </a:lnTo>
                <a:lnTo>
                  <a:pt x="258216" y="46826"/>
                </a:lnTo>
                <a:lnTo>
                  <a:pt x="257918" y="46385"/>
                </a:lnTo>
                <a:lnTo>
                  <a:pt x="257611" y="45952"/>
                </a:lnTo>
                <a:lnTo>
                  <a:pt x="257296" y="45529"/>
                </a:lnTo>
                <a:lnTo>
                  <a:pt x="256973" y="45114"/>
                </a:lnTo>
                <a:lnTo>
                  <a:pt x="256642" y="44708"/>
                </a:lnTo>
                <a:lnTo>
                  <a:pt x="256303" y="44311"/>
                </a:lnTo>
                <a:lnTo>
                  <a:pt x="255955" y="43923"/>
                </a:lnTo>
                <a:lnTo>
                  <a:pt x="255600" y="43544"/>
                </a:lnTo>
                <a:lnTo>
                  <a:pt x="255236" y="43174"/>
                </a:lnTo>
                <a:lnTo>
                  <a:pt x="254864" y="42813"/>
                </a:lnTo>
                <a:lnTo>
                  <a:pt x="254484" y="42461"/>
                </a:lnTo>
                <a:lnTo>
                  <a:pt x="254096" y="42117"/>
                </a:lnTo>
                <a:lnTo>
                  <a:pt x="253700" y="41783"/>
                </a:lnTo>
                <a:lnTo>
                  <a:pt x="253295" y="41457"/>
                </a:lnTo>
                <a:lnTo>
                  <a:pt x="252883" y="41140"/>
                </a:lnTo>
                <a:lnTo>
                  <a:pt x="252462" y="40832"/>
                </a:lnTo>
                <a:lnTo>
                  <a:pt x="252033" y="40533"/>
                </a:lnTo>
                <a:lnTo>
                  <a:pt x="251597" y="40242"/>
                </a:lnTo>
                <a:lnTo>
                  <a:pt x="251154" y="39958"/>
                </a:lnTo>
                <a:lnTo>
                  <a:pt x="250705" y="39682"/>
                </a:lnTo>
                <a:lnTo>
                  <a:pt x="250249" y="39412"/>
                </a:lnTo>
                <a:lnTo>
                  <a:pt x="249787" y="39150"/>
                </a:lnTo>
                <a:lnTo>
                  <a:pt x="249318" y="38896"/>
                </a:lnTo>
                <a:lnTo>
                  <a:pt x="248843" y="38648"/>
                </a:lnTo>
                <a:lnTo>
                  <a:pt x="248361" y="38408"/>
                </a:lnTo>
                <a:lnTo>
                  <a:pt x="247872" y="38175"/>
                </a:lnTo>
                <a:lnTo>
                  <a:pt x="247377" y="37949"/>
                </a:lnTo>
                <a:lnTo>
                  <a:pt x="246875" y="37731"/>
                </a:lnTo>
                <a:lnTo>
                  <a:pt x="246367" y="37520"/>
                </a:lnTo>
                <a:lnTo>
                  <a:pt x="245853" y="37316"/>
                </a:lnTo>
                <a:lnTo>
                  <a:pt x="245331" y="37120"/>
                </a:lnTo>
                <a:lnTo>
                  <a:pt x="244803" y="36930"/>
                </a:lnTo>
                <a:lnTo>
                  <a:pt x="244269" y="36748"/>
                </a:lnTo>
                <a:lnTo>
                  <a:pt x="243728" y="36573"/>
                </a:lnTo>
                <a:lnTo>
                  <a:pt x="243181" y="36406"/>
                </a:lnTo>
                <a:lnTo>
                  <a:pt x="242627" y="36246"/>
                </a:lnTo>
                <a:lnTo>
                  <a:pt x="242066" y="36093"/>
                </a:lnTo>
                <a:lnTo>
                  <a:pt x="241499" y="35947"/>
                </a:lnTo>
                <a:lnTo>
                  <a:pt x="240926" y="35809"/>
                </a:lnTo>
                <a:lnTo>
                  <a:pt x="240345" y="35678"/>
                </a:lnTo>
                <a:lnTo>
                  <a:pt x="239759" y="35554"/>
                </a:lnTo>
                <a:lnTo>
                  <a:pt x="239166" y="35436"/>
                </a:lnTo>
                <a:lnTo>
                  <a:pt x="238569" y="35324"/>
                </a:lnTo>
                <a:lnTo>
                  <a:pt x="237966" y="35216"/>
                </a:lnTo>
                <a:lnTo>
                  <a:pt x="237358" y="35113"/>
                </a:lnTo>
                <a:lnTo>
                  <a:pt x="236745" y="35015"/>
                </a:lnTo>
                <a:lnTo>
                  <a:pt x="236127" y="34923"/>
                </a:lnTo>
                <a:lnTo>
                  <a:pt x="235504" y="34835"/>
                </a:lnTo>
                <a:lnTo>
                  <a:pt x="234875" y="34753"/>
                </a:lnTo>
                <a:lnTo>
                  <a:pt x="234242" y="34675"/>
                </a:lnTo>
                <a:lnTo>
                  <a:pt x="233604" y="34602"/>
                </a:lnTo>
                <a:lnTo>
                  <a:pt x="232960" y="34535"/>
                </a:lnTo>
                <a:lnTo>
                  <a:pt x="232311" y="34472"/>
                </a:lnTo>
                <a:lnTo>
                  <a:pt x="231657" y="34415"/>
                </a:lnTo>
                <a:lnTo>
                  <a:pt x="230998" y="34362"/>
                </a:lnTo>
                <a:lnTo>
                  <a:pt x="230334" y="34314"/>
                </a:lnTo>
                <a:lnTo>
                  <a:pt x="229665" y="34272"/>
                </a:lnTo>
                <a:lnTo>
                  <a:pt x="228991" y="34234"/>
                </a:lnTo>
                <a:lnTo>
                  <a:pt x="228312" y="34202"/>
                </a:lnTo>
                <a:lnTo>
                  <a:pt x="227627" y="34174"/>
                </a:lnTo>
                <a:lnTo>
                  <a:pt x="226938" y="34152"/>
                </a:lnTo>
                <a:lnTo>
                  <a:pt x="226243" y="34134"/>
                </a:lnTo>
                <a:lnTo>
                  <a:pt x="225543" y="34122"/>
                </a:lnTo>
                <a:lnTo>
                  <a:pt x="224838" y="34114"/>
                </a:lnTo>
                <a:lnTo>
                  <a:pt x="224128" y="34112"/>
                </a:lnTo>
                <a:lnTo>
                  <a:pt x="223160" y="34117"/>
                </a:lnTo>
                <a:lnTo>
                  <a:pt x="222201" y="34132"/>
                </a:lnTo>
                <a:lnTo>
                  <a:pt x="221253" y="34158"/>
                </a:lnTo>
                <a:lnTo>
                  <a:pt x="220314" y="34194"/>
                </a:lnTo>
                <a:lnTo>
                  <a:pt x="219384" y="34241"/>
                </a:lnTo>
                <a:lnTo>
                  <a:pt x="218465" y="34298"/>
                </a:lnTo>
                <a:lnTo>
                  <a:pt x="217555" y="34365"/>
                </a:lnTo>
                <a:lnTo>
                  <a:pt x="216655" y="34443"/>
                </a:lnTo>
                <a:lnTo>
                  <a:pt x="215765" y="34531"/>
                </a:lnTo>
                <a:lnTo>
                  <a:pt x="214884" y="34629"/>
                </a:lnTo>
                <a:lnTo>
                  <a:pt x="214013" y="34737"/>
                </a:lnTo>
                <a:lnTo>
                  <a:pt x="213152" y="34856"/>
                </a:lnTo>
                <a:lnTo>
                  <a:pt x="212301" y="34986"/>
                </a:lnTo>
                <a:lnTo>
                  <a:pt x="211459" y="35125"/>
                </a:lnTo>
                <a:lnTo>
                  <a:pt x="210627" y="35275"/>
                </a:lnTo>
                <a:lnTo>
                  <a:pt x="209805" y="35436"/>
                </a:lnTo>
                <a:lnTo>
                  <a:pt x="208993" y="35606"/>
                </a:lnTo>
                <a:lnTo>
                  <a:pt x="208190" y="35788"/>
                </a:lnTo>
                <a:lnTo>
                  <a:pt x="207397" y="35979"/>
                </a:lnTo>
                <a:lnTo>
                  <a:pt x="206614" y="36181"/>
                </a:lnTo>
                <a:lnTo>
                  <a:pt x="205840" y="36393"/>
                </a:lnTo>
                <a:lnTo>
                  <a:pt x="205077" y="36615"/>
                </a:lnTo>
                <a:lnTo>
                  <a:pt x="204323" y="36848"/>
                </a:lnTo>
                <a:lnTo>
                  <a:pt x="203578" y="37091"/>
                </a:lnTo>
                <a:lnTo>
                  <a:pt x="202846" y="37346"/>
                </a:lnTo>
                <a:lnTo>
                  <a:pt x="202127" y="37614"/>
                </a:lnTo>
                <a:lnTo>
                  <a:pt x="201421" y="37896"/>
                </a:lnTo>
                <a:lnTo>
                  <a:pt x="200728" y="38190"/>
                </a:lnTo>
                <a:lnTo>
                  <a:pt x="200049" y="38498"/>
                </a:lnTo>
                <a:lnTo>
                  <a:pt x="199384" y="38820"/>
                </a:lnTo>
                <a:lnTo>
                  <a:pt x="198731" y="39154"/>
                </a:lnTo>
                <a:lnTo>
                  <a:pt x="198092" y="39502"/>
                </a:lnTo>
                <a:lnTo>
                  <a:pt x="197467" y="39863"/>
                </a:lnTo>
                <a:lnTo>
                  <a:pt x="196855" y="40238"/>
                </a:lnTo>
                <a:lnTo>
                  <a:pt x="196256" y="40625"/>
                </a:lnTo>
                <a:lnTo>
                  <a:pt x="195671" y="41026"/>
                </a:lnTo>
                <a:lnTo>
                  <a:pt x="195099" y="41440"/>
                </a:lnTo>
                <a:lnTo>
                  <a:pt x="194541" y="41868"/>
                </a:lnTo>
                <a:lnTo>
                  <a:pt x="193996" y="42308"/>
                </a:lnTo>
                <a:lnTo>
                  <a:pt x="193465" y="42762"/>
                </a:lnTo>
                <a:lnTo>
                  <a:pt x="192946" y="43230"/>
                </a:lnTo>
                <a:lnTo>
                  <a:pt x="192442" y="43710"/>
                </a:lnTo>
                <a:lnTo>
                  <a:pt x="191950" y="44204"/>
                </a:lnTo>
                <a:lnTo>
                  <a:pt x="191472" y="44711"/>
                </a:lnTo>
                <a:lnTo>
                  <a:pt x="191008" y="45231"/>
                </a:lnTo>
                <a:lnTo>
                  <a:pt x="190557" y="45765"/>
                </a:lnTo>
                <a:lnTo>
                  <a:pt x="190119" y="46312"/>
                </a:lnTo>
                <a:lnTo>
                  <a:pt x="189695" y="46872"/>
                </a:lnTo>
                <a:lnTo>
                  <a:pt x="189286" y="47447"/>
                </a:lnTo>
                <a:lnTo>
                  <a:pt x="188894" y="48038"/>
                </a:lnTo>
                <a:lnTo>
                  <a:pt x="188520" y="48647"/>
                </a:lnTo>
                <a:lnTo>
                  <a:pt x="188164" y="49272"/>
                </a:lnTo>
                <a:lnTo>
                  <a:pt x="187824" y="49914"/>
                </a:lnTo>
                <a:lnTo>
                  <a:pt x="187503" y="50573"/>
                </a:lnTo>
                <a:lnTo>
                  <a:pt x="187198" y="51249"/>
                </a:lnTo>
                <a:lnTo>
                  <a:pt x="186911" y="51942"/>
                </a:lnTo>
                <a:lnTo>
                  <a:pt x="186641" y="52651"/>
                </a:lnTo>
                <a:lnTo>
                  <a:pt x="186389" y="53377"/>
                </a:lnTo>
                <a:lnTo>
                  <a:pt x="186154" y="54120"/>
                </a:lnTo>
                <a:lnTo>
                  <a:pt x="185937" y="54880"/>
                </a:lnTo>
                <a:lnTo>
                  <a:pt x="185736" y="55657"/>
                </a:lnTo>
                <a:lnTo>
                  <a:pt x="185554" y="56450"/>
                </a:lnTo>
                <a:lnTo>
                  <a:pt x="185389" y="57261"/>
                </a:lnTo>
                <a:lnTo>
                  <a:pt x="185241" y="58088"/>
                </a:lnTo>
                <a:lnTo>
                  <a:pt x="185110" y="58932"/>
                </a:lnTo>
                <a:lnTo>
                  <a:pt x="184997" y="59792"/>
                </a:lnTo>
                <a:lnTo>
                  <a:pt x="184901" y="60670"/>
                </a:lnTo>
                <a:lnTo>
                  <a:pt x="184823" y="61564"/>
                </a:lnTo>
                <a:lnTo>
                  <a:pt x="184762" y="62475"/>
                </a:lnTo>
                <a:lnTo>
                  <a:pt x="184719" y="63403"/>
                </a:lnTo>
                <a:lnTo>
                  <a:pt x="184693" y="64348"/>
                </a:lnTo>
                <a:lnTo>
                  <a:pt x="184684" y="65310"/>
                </a:lnTo>
                <a:lnTo>
                  <a:pt x="207486" y="65310"/>
                </a:lnTo>
                <a:lnTo>
                  <a:pt x="207494" y="64656"/>
                </a:lnTo>
                <a:lnTo>
                  <a:pt x="207519" y="64018"/>
                </a:lnTo>
                <a:lnTo>
                  <a:pt x="207559" y="63395"/>
                </a:lnTo>
                <a:lnTo>
                  <a:pt x="207616" y="62787"/>
                </a:lnTo>
                <a:lnTo>
                  <a:pt x="207690" y="62195"/>
                </a:lnTo>
                <a:lnTo>
                  <a:pt x="207779" y="61618"/>
                </a:lnTo>
                <a:lnTo>
                  <a:pt x="207885" y="61056"/>
                </a:lnTo>
                <a:lnTo>
                  <a:pt x="208007" y="60509"/>
                </a:lnTo>
                <a:lnTo>
                  <a:pt x="208146" y="59977"/>
                </a:lnTo>
                <a:lnTo>
                  <a:pt x="208300" y="59461"/>
                </a:lnTo>
                <a:lnTo>
                  <a:pt x="208471" y="58960"/>
                </a:lnTo>
                <a:lnTo>
                  <a:pt x="208658" y="58475"/>
                </a:lnTo>
                <a:lnTo>
                  <a:pt x="208862" y="58004"/>
                </a:lnTo>
                <a:lnTo>
                  <a:pt x="209082" y="57549"/>
                </a:lnTo>
                <a:lnTo>
                  <a:pt x="209318" y="57109"/>
                </a:lnTo>
                <a:lnTo>
                  <a:pt x="209570" y="56685"/>
                </a:lnTo>
                <a:lnTo>
                  <a:pt x="209839" y="56275"/>
                </a:lnTo>
                <a:lnTo>
                  <a:pt x="210124" y="55881"/>
                </a:lnTo>
                <a:lnTo>
                  <a:pt x="210425" y="55502"/>
                </a:lnTo>
                <a:lnTo>
                  <a:pt x="210743" y="55139"/>
                </a:lnTo>
                <a:lnTo>
                  <a:pt x="211076" y="54790"/>
                </a:lnTo>
                <a:lnTo>
                  <a:pt x="211426" y="54457"/>
                </a:lnTo>
                <a:lnTo>
                  <a:pt x="211793" y="54139"/>
                </a:lnTo>
                <a:lnTo>
                  <a:pt x="212175" y="53837"/>
                </a:lnTo>
                <a:lnTo>
                  <a:pt x="212571" y="53547"/>
                </a:lnTo>
                <a:lnTo>
                  <a:pt x="212975" y="53271"/>
                </a:lnTo>
                <a:lnTo>
                  <a:pt x="213388" y="53006"/>
                </a:lnTo>
                <a:lnTo>
                  <a:pt x="213810" y="52754"/>
                </a:lnTo>
                <a:lnTo>
                  <a:pt x="214241" y="52514"/>
                </a:lnTo>
                <a:lnTo>
                  <a:pt x="214681" y="52287"/>
                </a:lnTo>
                <a:lnTo>
                  <a:pt x="215130" y="52071"/>
                </a:lnTo>
                <a:lnTo>
                  <a:pt x="215587" y="51868"/>
                </a:lnTo>
                <a:lnTo>
                  <a:pt x="216054" y="51678"/>
                </a:lnTo>
                <a:lnTo>
                  <a:pt x="216530" y="51499"/>
                </a:lnTo>
                <a:lnTo>
                  <a:pt x="217015" y="51333"/>
                </a:lnTo>
                <a:lnTo>
                  <a:pt x="217508" y="51179"/>
                </a:lnTo>
                <a:lnTo>
                  <a:pt x="218011" y="51038"/>
                </a:lnTo>
                <a:lnTo>
                  <a:pt x="218522" y="50909"/>
                </a:lnTo>
                <a:lnTo>
                  <a:pt x="219042" y="50792"/>
                </a:lnTo>
                <a:lnTo>
                  <a:pt x="219572" y="50687"/>
                </a:lnTo>
                <a:lnTo>
                  <a:pt x="220110" y="50595"/>
                </a:lnTo>
                <a:lnTo>
                  <a:pt x="220657" y="50515"/>
                </a:lnTo>
                <a:lnTo>
                  <a:pt x="221213" y="50448"/>
                </a:lnTo>
                <a:lnTo>
                  <a:pt x="221778" y="50392"/>
                </a:lnTo>
                <a:lnTo>
                  <a:pt x="222352" y="50349"/>
                </a:lnTo>
                <a:lnTo>
                  <a:pt x="222935" y="50318"/>
                </a:lnTo>
                <a:lnTo>
                  <a:pt x="223527" y="50300"/>
                </a:lnTo>
                <a:lnTo>
                  <a:pt x="224128" y="50294"/>
                </a:lnTo>
                <a:lnTo>
                  <a:pt x="224676" y="50300"/>
                </a:lnTo>
                <a:lnTo>
                  <a:pt x="225215" y="50317"/>
                </a:lnTo>
                <a:lnTo>
                  <a:pt x="225745" y="50346"/>
                </a:lnTo>
                <a:lnTo>
                  <a:pt x="226267" y="50386"/>
                </a:lnTo>
                <a:lnTo>
                  <a:pt x="226781" y="50438"/>
                </a:lnTo>
                <a:lnTo>
                  <a:pt x="227286" y="50501"/>
                </a:lnTo>
                <a:lnTo>
                  <a:pt x="227783" y="50576"/>
                </a:lnTo>
                <a:lnTo>
                  <a:pt x="228271" y="50663"/>
                </a:lnTo>
                <a:lnTo>
                  <a:pt x="228751" y="50761"/>
                </a:lnTo>
                <a:lnTo>
                  <a:pt x="229222" y="50870"/>
                </a:lnTo>
                <a:lnTo>
                  <a:pt x="229685" y="50992"/>
                </a:lnTo>
                <a:lnTo>
                  <a:pt x="230139" y="51124"/>
                </a:lnTo>
                <a:lnTo>
                  <a:pt x="230585" y="51268"/>
                </a:lnTo>
                <a:lnTo>
                  <a:pt x="231022" y="51424"/>
                </a:lnTo>
                <a:lnTo>
                  <a:pt x="231451" y="51591"/>
                </a:lnTo>
                <a:lnTo>
                  <a:pt x="231872" y="51770"/>
                </a:lnTo>
                <a:lnTo>
                  <a:pt x="232284" y="51960"/>
                </a:lnTo>
                <a:lnTo>
                  <a:pt x="232688" y="52162"/>
                </a:lnTo>
                <a:lnTo>
                  <a:pt x="233083" y="52375"/>
                </a:lnTo>
                <a:lnTo>
                  <a:pt x="233469" y="52600"/>
                </a:lnTo>
                <a:lnTo>
                  <a:pt x="233848" y="52837"/>
                </a:lnTo>
                <a:lnTo>
                  <a:pt x="234217" y="53085"/>
                </a:lnTo>
                <a:lnTo>
                  <a:pt x="234579" y="53344"/>
                </a:lnTo>
                <a:lnTo>
                  <a:pt x="234932" y="53615"/>
                </a:lnTo>
                <a:lnTo>
                  <a:pt x="235273" y="53902"/>
                </a:lnTo>
                <a:lnTo>
                  <a:pt x="235600" y="54208"/>
                </a:lnTo>
                <a:lnTo>
                  <a:pt x="235912" y="54535"/>
                </a:lnTo>
                <a:lnTo>
                  <a:pt x="236210" y="54881"/>
                </a:lnTo>
                <a:lnTo>
                  <a:pt x="236493" y="55246"/>
                </a:lnTo>
                <a:lnTo>
                  <a:pt x="236762" y="55632"/>
                </a:lnTo>
                <a:lnTo>
                  <a:pt x="237016" y="56037"/>
                </a:lnTo>
                <a:lnTo>
                  <a:pt x="237256" y="56462"/>
                </a:lnTo>
                <a:lnTo>
                  <a:pt x="237481" y="56907"/>
                </a:lnTo>
                <a:lnTo>
                  <a:pt x="237692" y="57372"/>
                </a:lnTo>
                <a:lnTo>
                  <a:pt x="237888" y="57856"/>
                </a:lnTo>
                <a:lnTo>
                  <a:pt x="238069" y="58360"/>
                </a:lnTo>
                <a:lnTo>
                  <a:pt x="238236" y="58884"/>
                </a:lnTo>
                <a:lnTo>
                  <a:pt x="238389" y="59428"/>
                </a:lnTo>
                <a:lnTo>
                  <a:pt x="238527" y="59992"/>
                </a:lnTo>
                <a:lnTo>
                  <a:pt x="238650" y="60575"/>
                </a:lnTo>
                <a:lnTo>
                  <a:pt x="238759" y="61178"/>
                </a:lnTo>
                <a:lnTo>
                  <a:pt x="238854" y="61801"/>
                </a:lnTo>
                <a:lnTo>
                  <a:pt x="238934" y="62443"/>
                </a:lnTo>
                <a:lnTo>
                  <a:pt x="238999" y="63106"/>
                </a:lnTo>
                <a:lnTo>
                  <a:pt x="239050" y="63788"/>
                </a:lnTo>
                <a:lnTo>
                  <a:pt x="239086" y="64490"/>
                </a:lnTo>
                <a:lnTo>
                  <a:pt x="239108" y="65212"/>
                </a:lnTo>
                <a:lnTo>
                  <a:pt x="239115" y="65953"/>
                </a:lnTo>
                <a:lnTo>
                  <a:pt x="239115" y="70887"/>
                </a:lnTo>
                <a:lnTo>
                  <a:pt x="237644" y="70921"/>
                </a:lnTo>
                <a:lnTo>
                  <a:pt x="236188" y="70962"/>
                </a:lnTo>
                <a:lnTo>
                  <a:pt x="234747" y="71009"/>
                </a:lnTo>
                <a:lnTo>
                  <a:pt x="233321" y="71063"/>
                </a:lnTo>
                <a:lnTo>
                  <a:pt x="231911" y="71124"/>
                </a:lnTo>
                <a:lnTo>
                  <a:pt x="230515" y="71191"/>
                </a:lnTo>
                <a:lnTo>
                  <a:pt x="229135" y="71265"/>
                </a:lnTo>
                <a:lnTo>
                  <a:pt x="227770" y="71345"/>
                </a:lnTo>
                <a:lnTo>
                  <a:pt x="226420" y="71432"/>
                </a:lnTo>
                <a:lnTo>
                  <a:pt x="225086" y="71526"/>
                </a:lnTo>
                <a:lnTo>
                  <a:pt x="223766" y="71626"/>
                </a:lnTo>
                <a:lnTo>
                  <a:pt x="222462" y="71733"/>
                </a:lnTo>
                <a:lnTo>
                  <a:pt x="221172" y="71847"/>
                </a:lnTo>
                <a:lnTo>
                  <a:pt x="219898" y="71967"/>
                </a:lnTo>
                <a:lnTo>
                  <a:pt x="218639" y="72094"/>
                </a:lnTo>
                <a:lnTo>
                  <a:pt x="217396" y="72227"/>
                </a:lnTo>
                <a:lnTo>
                  <a:pt x="216167" y="72367"/>
                </a:lnTo>
                <a:lnTo>
                  <a:pt x="214954" y="72514"/>
                </a:lnTo>
                <a:lnTo>
                  <a:pt x="213756" y="72667"/>
                </a:lnTo>
                <a:lnTo>
                  <a:pt x="212572" y="72827"/>
                </a:lnTo>
                <a:lnTo>
                  <a:pt x="211405" y="72994"/>
                </a:lnTo>
                <a:lnTo>
                  <a:pt x="210252" y="73167"/>
                </a:lnTo>
                <a:lnTo>
                  <a:pt x="209114" y="73346"/>
                </a:lnTo>
                <a:lnTo>
                  <a:pt x="207992" y="73533"/>
                </a:lnTo>
                <a:lnTo>
                  <a:pt x="206887" y="73730"/>
                </a:lnTo>
                <a:lnTo>
                  <a:pt x="205803" y="73940"/>
                </a:lnTo>
                <a:lnTo>
                  <a:pt x="204740" y="74166"/>
                </a:lnTo>
                <a:lnTo>
                  <a:pt x="203697" y="74405"/>
                </a:lnTo>
                <a:lnTo>
                  <a:pt x="202675" y="74658"/>
                </a:lnTo>
                <a:lnTo>
                  <a:pt x="201674" y="74926"/>
                </a:lnTo>
                <a:lnTo>
                  <a:pt x="200693" y="75208"/>
                </a:lnTo>
                <a:lnTo>
                  <a:pt x="199732" y="75504"/>
                </a:lnTo>
                <a:lnTo>
                  <a:pt x="198792" y="75814"/>
                </a:lnTo>
                <a:lnTo>
                  <a:pt x="197873" y="76139"/>
                </a:lnTo>
                <a:lnTo>
                  <a:pt x="196975" y="76477"/>
                </a:lnTo>
                <a:lnTo>
                  <a:pt x="196096" y="76830"/>
                </a:lnTo>
                <a:lnTo>
                  <a:pt x="195239" y="77197"/>
                </a:lnTo>
                <a:lnTo>
                  <a:pt x="194402" y="77578"/>
                </a:lnTo>
                <a:lnTo>
                  <a:pt x="193586" y="77973"/>
                </a:lnTo>
                <a:lnTo>
                  <a:pt x="192790" y="78383"/>
                </a:lnTo>
                <a:lnTo>
                  <a:pt x="192015" y="78807"/>
                </a:lnTo>
                <a:lnTo>
                  <a:pt x="191261" y="79245"/>
                </a:lnTo>
                <a:lnTo>
                  <a:pt x="190527" y="79697"/>
                </a:lnTo>
                <a:lnTo>
                  <a:pt x="189814" y="80163"/>
                </a:lnTo>
                <a:lnTo>
                  <a:pt x="189121" y="80643"/>
                </a:lnTo>
                <a:lnTo>
                  <a:pt x="188449" y="81138"/>
                </a:lnTo>
                <a:lnTo>
                  <a:pt x="187797" y="81647"/>
                </a:lnTo>
                <a:lnTo>
                  <a:pt x="187166" y="82170"/>
                </a:lnTo>
                <a:lnTo>
                  <a:pt x="186559" y="82710"/>
                </a:lnTo>
                <a:lnTo>
                  <a:pt x="185977" y="83273"/>
                </a:lnTo>
                <a:lnTo>
                  <a:pt x="185421" y="83856"/>
                </a:lnTo>
                <a:lnTo>
                  <a:pt x="184891" y="84461"/>
                </a:lnTo>
                <a:lnTo>
                  <a:pt x="184386" y="85087"/>
                </a:lnTo>
                <a:lnTo>
                  <a:pt x="183908" y="85735"/>
                </a:lnTo>
                <a:lnTo>
                  <a:pt x="183456" y="86404"/>
                </a:lnTo>
                <a:lnTo>
                  <a:pt x="183029" y="87095"/>
                </a:lnTo>
                <a:lnTo>
                  <a:pt x="182628" y="87807"/>
                </a:lnTo>
                <a:lnTo>
                  <a:pt x="182253" y="88541"/>
                </a:lnTo>
                <a:lnTo>
                  <a:pt x="181904" y="89296"/>
                </a:lnTo>
                <a:lnTo>
                  <a:pt x="181581" y="90072"/>
                </a:lnTo>
                <a:lnTo>
                  <a:pt x="181283" y="90870"/>
                </a:lnTo>
                <a:lnTo>
                  <a:pt x="181012" y="91689"/>
                </a:lnTo>
                <a:lnTo>
                  <a:pt x="180766" y="92530"/>
                </a:lnTo>
                <a:lnTo>
                  <a:pt x="180546" y="93392"/>
                </a:lnTo>
                <a:lnTo>
                  <a:pt x="180352" y="94276"/>
                </a:lnTo>
                <a:lnTo>
                  <a:pt x="180184" y="95181"/>
                </a:lnTo>
                <a:lnTo>
                  <a:pt x="180042" y="96107"/>
                </a:lnTo>
                <a:lnTo>
                  <a:pt x="179926" y="97055"/>
                </a:lnTo>
                <a:lnTo>
                  <a:pt x="179835" y="98025"/>
                </a:lnTo>
                <a:lnTo>
                  <a:pt x="179771" y="99016"/>
                </a:lnTo>
                <a:lnTo>
                  <a:pt x="179732" y="100028"/>
                </a:lnTo>
                <a:lnTo>
                  <a:pt x="179719" y="101062"/>
                </a:lnTo>
                <a:lnTo>
                  <a:pt x="179726" y="101807"/>
                </a:lnTo>
                <a:lnTo>
                  <a:pt x="179747" y="102542"/>
                </a:lnTo>
                <a:lnTo>
                  <a:pt x="179783" y="103266"/>
                </a:lnTo>
                <a:lnTo>
                  <a:pt x="179832" y="103980"/>
                </a:lnTo>
                <a:lnTo>
                  <a:pt x="179896" y="104683"/>
                </a:lnTo>
                <a:lnTo>
                  <a:pt x="179975" y="105376"/>
                </a:lnTo>
                <a:lnTo>
                  <a:pt x="180067" y="106058"/>
                </a:lnTo>
                <a:lnTo>
                  <a:pt x="180173" y="106730"/>
                </a:lnTo>
                <a:lnTo>
                  <a:pt x="180294" y="107391"/>
                </a:lnTo>
                <a:lnTo>
                  <a:pt x="180429" y="108042"/>
                </a:lnTo>
                <a:lnTo>
                  <a:pt x="180578" y="108683"/>
                </a:lnTo>
                <a:lnTo>
                  <a:pt x="180742" y="109313"/>
                </a:lnTo>
                <a:lnTo>
                  <a:pt x="180919" y="109933"/>
                </a:lnTo>
                <a:lnTo>
                  <a:pt x="181111" y="110542"/>
                </a:lnTo>
                <a:lnTo>
                  <a:pt x="181317" y="111140"/>
                </a:lnTo>
                <a:lnTo>
                  <a:pt x="181537" y="111729"/>
                </a:lnTo>
                <a:lnTo>
                  <a:pt x="181772" y="112306"/>
                </a:lnTo>
                <a:lnTo>
                  <a:pt x="182020" y="112873"/>
                </a:lnTo>
                <a:lnTo>
                  <a:pt x="182283" y="113430"/>
                </a:lnTo>
                <a:lnTo>
                  <a:pt x="182560" y="113977"/>
                </a:lnTo>
                <a:lnTo>
                  <a:pt x="182851" y="114512"/>
                </a:lnTo>
                <a:lnTo>
                  <a:pt x="183157" y="115038"/>
                </a:lnTo>
                <a:lnTo>
                  <a:pt x="183477" y="115553"/>
                </a:lnTo>
                <a:lnTo>
                  <a:pt x="183810" y="116057"/>
                </a:lnTo>
                <a:lnTo>
                  <a:pt x="184156" y="116551"/>
                </a:lnTo>
                <a:lnTo>
                  <a:pt x="184510" y="117034"/>
                </a:lnTo>
                <a:lnTo>
                  <a:pt x="184873" y="117507"/>
                </a:lnTo>
                <a:lnTo>
                  <a:pt x="185244" y="117969"/>
                </a:lnTo>
                <a:lnTo>
                  <a:pt x="185625" y="118421"/>
                </a:lnTo>
                <a:lnTo>
                  <a:pt x="186014" y="118863"/>
                </a:lnTo>
                <a:lnTo>
                  <a:pt x="186412" y="119294"/>
                </a:lnTo>
                <a:lnTo>
                  <a:pt x="186819" y="119714"/>
                </a:lnTo>
                <a:lnTo>
                  <a:pt x="187235" y="120124"/>
                </a:lnTo>
                <a:lnTo>
                  <a:pt x="187659" y="120523"/>
                </a:lnTo>
                <a:lnTo>
                  <a:pt x="188092" y="120912"/>
                </a:lnTo>
                <a:lnTo>
                  <a:pt x="188534" y="121291"/>
                </a:lnTo>
                <a:lnTo>
                  <a:pt x="188985" y="121659"/>
                </a:lnTo>
                <a:lnTo>
                  <a:pt x="189444" y="122017"/>
                </a:lnTo>
                <a:lnTo>
                  <a:pt x="189912" y="122364"/>
                </a:lnTo>
                <a:lnTo>
                  <a:pt x="190390" y="122700"/>
                </a:lnTo>
                <a:lnTo>
                  <a:pt x="190875" y="123026"/>
                </a:lnTo>
                <a:lnTo>
                  <a:pt x="191370" y="123342"/>
                </a:lnTo>
                <a:lnTo>
                  <a:pt x="191873" y="123647"/>
                </a:lnTo>
                <a:lnTo>
                  <a:pt x="192385" y="123942"/>
                </a:lnTo>
                <a:lnTo>
                  <a:pt x="192906" y="124226"/>
                </a:lnTo>
                <a:lnTo>
                  <a:pt x="193436" y="124500"/>
                </a:lnTo>
                <a:lnTo>
                  <a:pt x="193975" y="124763"/>
                </a:lnTo>
                <a:lnTo>
                  <a:pt x="194522" y="125016"/>
                </a:lnTo>
                <a:lnTo>
                  <a:pt x="195075" y="125259"/>
                </a:lnTo>
                <a:lnTo>
                  <a:pt x="195632" y="125491"/>
                </a:lnTo>
                <a:lnTo>
                  <a:pt x="196193" y="125712"/>
                </a:lnTo>
                <a:lnTo>
                  <a:pt x="196757" y="125924"/>
                </a:lnTo>
                <a:lnTo>
                  <a:pt x="197324" y="126125"/>
                </a:lnTo>
                <a:lnTo>
                  <a:pt x="197895" y="126316"/>
                </a:lnTo>
                <a:lnTo>
                  <a:pt x="198470" y="126496"/>
                </a:lnTo>
                <a:lnTo>
                  <a:pt x="199048" y="126667"/>
                </a:lnTo>
                <a:lnTo>
                  <a:pt x="199629" y="126827"/>
                </a:lnTo>
                <a:lnTo>
                  <a:pt x="200214" y="126976"/>
                </a:lnTo>
                <a:lnTo>
                  <a:pt x="200803" y="127115"/>
                </a:lnTo>
                <a:lnTo>
                  <a:pt x="201395" y="127244"/>
                </a:lnTo>
                <a:lnTo>
                  <a:pt x="201990" y="127363"/>
                </a:lnTo>
                <a:lnTo>
                  <a:pt x="202589" y="127471"/>
                </a:lnTo>
                <a:lnTo>
                  <a:pt x="203192" y="127569"/>
                </a:lnTo>
                <a:lnTo>
                  <a:pt x="203798" y="127657"/>
                </a:lnTo>
                <a:lnTo>
                  <a:pt x="204408" y="127734"/>
                </a:lnTo>
                <a:lnTo>
                  <a:pt x="205021" y="127801"/>
                </a:lnTo>
                <a:lnTo>
                  <a:pt x="205638" y="127858"/>
                </a:lnTo>
                <a:lnTo>
                  <a:pt x="206258" y="127905"/>
                </a:lnTo>
                <a:lnTo>
                  <a:pt x="206881" y="127941"/>
                </a:lnTo>
                <a:lnTo>
                  <a:pt x="207508" y="127966"/>
                </a:lnTo>
                <a:lnTo>
                  <a:pt x="208139" y="127982"/>
                </a:lnTo>
                <a:lnTo>
                  <a:pt x="208773" y="127987"/>
                </a:lnTo>
                <a:lnTo>
                  <a:pt x="209589" y="127981"/>
                </a:lnTo>
                <a:lnTo>
                  <a:pt x="210397" y="127964"/>
                </a:lnTo>
                <a:lnTo>
                  <a:pt x="211197" y="127935"/>
                </a:lnTo>
                <a:lnTo>
                  <a:pt x="211989" y="127894"/>
                </a:lnTo>
                <a:close/>
                <a:moveTo>
                  <a:pt x="214960" y="111175"/>
                </a:moveTo>
                <a:lnTo>
                  <a:pt x="214525" y="111131"/>
                </a:lnTo>
                <a:lnTo>
                  <a:pt x="214098" y="111077"/>
                </a:lnTo>
                <a:lnTo>
                  <a:pt x="213677" y="111014"/>
                </a:lnTo>
                <a:lnTo>
                  <a:pt x="213263" y="110940"/>
                </a:lnTo>
                <a:lnTo>
                  <a:pt x="212857" y="110857"/>
                </a:lnTo>
                <a:lnTo>
                  <a:pt x="212458" y="110764"/>
                </a:lnTo>
                <a:lnTo>
                  <a:pt x="212066" y="110662"/>
                </a:lnTo>
                <a:lnTo>
                  <a:pt x="211681" y="110549"/>
                </a:lnTo>
                <a:lnTo>
                  <a:pt x="211304" y="110427"/>
                </a:lnTo>
                <a:lnTo>
                  <a:pt x="210933" y="110295"/>
                </a:lnTo>
                <a:lnTo>
                  <a:pt x="210570" y="110153"/>
                </a:lnTo>
                <a:lnTo>
                  <a:pt x="210214" y="110002"/>
                </a:lnTo>
                <a:lnTo>
                  <a:pt x="209865" y="109840"/>
                </a:lnTo>
                <a:lnTo>
                  <a:pt x="209523" y="109669"/>
                </a:lnTo>
                <a:lnTo>
                  <a:pt x="209189" y="109488"/>
                </a:lnTo>
                <a:lnTo>
                  <a:pt x="208861" y="109298"/>
                </a:lnTo>
                <a:lnTo>
                  <a:pt x="208541" y="109097"/>
                </a:lnTo>
                <a:lnTo>
                  <a:pt x="208228" y="108887"/>
                </a:lnTo>
                <a:lnTo>
                  <a:pt x="207923" y="108667"/>
                </a:lnTo>
                <a:lnTo>
                  <a:pt x="207624" y="108437"/>
                </a:lnTo>
                <a:lnTo>
                  <a:pt x="207335" y="108197"/>
                </a:lnTo>
                <a:lnTo>
                  <a:pt x="207059" y="107947"/>
                </a:lnTo>
                <a:lnTo>
                  <a:pt x="206794" y="107686"/>
                </a:lnTo>
                <a:lnTo>
                  <a:pt x="206542" y="107415"/>
                </a:lnTo>
                <a:lnTo>
                  <a:pt x="206303" y="107134"/>
                </a:lnTo>
                <a:lnTo>
                  <a:pt x="206075" y="106842"/>
                </a:lnTo>
                <a:lnTo>
                  <a:pt x="205860" y="106539"/>
                </a:lnTo>
                <a:lnTo>
                  <a:pt x="205657" y="106226"/>
                </a:lnTo>
                <a:lnTo>
                  <a:pt x="205467" y="105903"/>
                </a:lnTo>
                <a:lnTo>
                  <a:pt x="205289" y="105569"/>
                </a:lnTo>
                <a:lnTo>
                  <a:pt x="205123" y="105225"/>
                </a:lnTo>
                <a:lnTo>
                  <a:pt x="204969" y="104870"/>
                </a:lnTo>
                <a:lnTo>
                  <a:pt x="204828" y="104505"/>
                </a:lnTo>
                <a:lnTo>
                  <a:pt x="204699" y="104130"/>
                </a:lnTo>
                <a:lnTo>
                  <a:pt x="204582" y="103744"/>
                </a:lnTo>
                <a:lnTo>
                  <a:pt x="204477" y="103347"/>
                </a:lnTo>
                <a:lnTo>
                  <a:pt x="204385" y="102940"/>
                </a:lnTo>
                <a:lnTo>
                  <a:pt x="204305" y="102523"/>
                </a:lnTo>
                <a:lnTo>
                  <a:pt x="204238" y="102095"/>
                </a:lnTo>
                <a:lnTo>
                  <a:pt x="204183" y="101657"/>
                </a:lnTo>
                <a:lnTo>
                  <a:pt x="204139" y="101209"/>
                </a:lnTo>
                <a:lnTo>
                  <a:pt x="204109" y="100750"/>
                </a:lnTo>
                <a:lnTo>
                  <a:pt x="204090" y="100280"/>
                </a:lnTo>
                <a:lnTo>
                  <a:pt x="204084" y="99800"/>
                </a:lnTo>
                <a:lnTo>
                  <a:pt x="204098" y="99135"/>
                </a:lnTo>
                <a:lnTo>
                  <a:pt x="204138" y="98486"/>
                </a:lnTo>
                <a:lnTo>
                  <a:pt x="204205" y="97851"/>
                </a:lnTo>
                <a:lnTo>
                  <a:pt x="204299" y="97233"/>
                </a:lnTo>
                <a:lnTo>
                  <a:pt x="204419" y="96630"/>
                </a:lnTo>
                <a:lnTo>
                  <a:pt x="204567" y="96042"/>
                </a:lnTo>
                <a:lnTo>
                  <a:pt x="204741" y="95470"/>
                </a:lnTo>
                <a:lnTo>
                  <a:pt x="204942" y="94913"/>
                </a:lnTo>
                <a:lnTo>
                  <a:pt x="205170" y="94372"/>
                </a:lnTo>
                <a:lnTo>
                  <a:pt x="205425" y="93846"/>
                </a:lnTo>
                <a:lnTo>
                  <a:pt x="205707" y="93336"/>
                </a:lnTo>
                <a:lnTo>
                  <a:pt x="206015" y="92841"/>
                </a:lnTo>
                <a:lnTo>
                  <a:pt x="206350" y="92362"/>
                </a:lnTo>
                <a:lnTo>
                  <a:pt x="206712" y="91898"/>
                </a:lnTo>
                <a:lnTo>
                  <a:pt x="207101" y="91450"/>
                </a:lnTo>
                <a:lnTo>
                  <a:pt x="207517" y="91017"/>
                </a:lnTo>
                <a:lnTo>
                  <a:pt x="207959" y="90600"/>
                </a:lnTo>
                <a:lnTo>
                  <a:pt x="208429" y="90198"/>
                </a:lnTo>
                <a:lnTo>
                  <a:pt x="208925" y="89811"/>
                </a:lnTo>
                <a:lnTo>
                  <a:pt x="209448" y="89441"/>
                </a:lnTo>
                <a:lnTo>
                  <a:pt x="209997" y="89085"/>
                </a:lnTo>
                <a:lnTo>
                  <a:pt x="210574" y="88745"/>
                </a:lnTo>
                <a:lnTo>
                  <a:pt x="211177" y="88421"/>
                </a:lnTo>
                <a:lnTo>
                  <a:pt x="211808" y="88112"/>
                </a:lnTo>
                <a:lnTo>
                  <a:pt x="212471" y="87817"/>
                </a:lnTo>
                <a:lnTo>
                  <a:pt x="213175" y="87534"/>
                </a:lnTo>
                <a:lnTo>
                  <a:pt x="213919" y="87263"/>
                </a:lnTo>
                <a:lnTo>
                  <a:pt x="214704" y="87005"/>
                </a:lnTo>
                <a:lnTo>
                  <a:pt x="215528" y="86758"/>
                </a:lnTo>
                <a:lnTo>
                  <a:pt x="216393" y="86525"/>
                </a:lnTo>
                <a:lnTo>
                  <a:pt x="217298" y="86303"/>
                </a:lnTo>
                <a:lnTo>
                  <a:pt x="218244" y="86093"/>
                </a:lnTo>
                <a:lnTo>
                  <a:pt x="219229" y="85896"/>
                </a:lnTo>
                <a:lnTo>
                  <a:pt x="220255" y="85711"/>
                </a:lnTo>
                <a:lnTo>
                  <a:pt x="221321" y="85538"/>
                </a:lnTo>
                <a:lnTo>
                  <a:pt x="222427" y="85377"/>
                </a:lnTo>
                <a:lnTo>
                  <a:pt x="223574" y="85229"/>
                </a:lnTo>
                <a:lnTo>
                  <a:pt x="224760" y="85092"/>
                </a:lnTo>
                <a:lnTo>
                  <a:pt x="225987" y="84968"/>
                </a:lnTo>
                <a:lnTo>
                  <a:pt x="227254" y="84857"/>
                </a:lnTo>
                <a:lnTo>
                  <a:pt x="228562" y="84757"/>
                </a:lnTo>
                <a:lnTo>
                  <a:pt x="229909" y="84670"/>
                </a:lnTo>
                <a:lnTo>
                  <a:pt x="231297" y="84595"/>
                </a:lnTo>
                <a:lnTo>
                  <a:pt x="232725" y="84532"/>
                </a:lnTo>
                <a:lnTo>
                  <a:pt x="234193" y="84481"/>
                </a:lnTo>
                <a:lnTo>
                  <a:pt x="235702" y="84443"/>
                </a:lnTo>
                <a:lnTo>
                  <a:pt x="237250" y="84416"/>
                </a:lnTo>
                <a:lnTo>
                  <a:pt x="238839" y="84402"/>
                </a:lnTo>
                <a:lnTo>
                  <a:pt x="238839" y="99237"/>
                </a:lnTo>
                <a:lnTo>
                  <a:pt x="238544" y="99626"/>
                </a:lnTo>
                <a:lnTo>
                  <a:pt x="238241" y="100012"/>
                </a:lnTo>
                <a:lnTo>
                  <a:pt x="237929" y="100394"/>
                </a:lnTo>
                <a:lnTo>
                  <a:pt x="237610" y="100773"/>
                </a:lnTo>
                <a:lnTo>
                  <a:pt x="237282" y="101147"/>
                </a:lnTo>
                <a:lnTo>
                  <a:pt x="236946" y="101519"/>
                </a:lnTo>
                <a:lnTo>
                  <a:pt x="236602" y="101887"/>
                </a:lnTo>
                <a:lnTo>
                  <a:pt x="236250" y="102251"/>
                </a:lnTo>
                <a:lnTo>
                  <a:pt x="235889" y="102612"/>
                </a:lnTo>
                <a:lnTo>
                  <a:pt x="235521" y="102969"/>
                </a:lnTo>
                <a:lnTo>
                  <a:pt x="235144" y="103322"/>
                </a:lnTo>
                <a:lnTo>
                  <a:pt x="234759" y="103672"/>
                </a:lnTo>
                <a:lnTo>
                  <a:pt x="234366" y="104018"/>
                </a:lnTo>
                <a:lnTo>
                  <a:pt x="233965" y="104361"/>
                </a:lnTo>
                <a:lnTo>
                  <a:pt x="233556" y="104700"/>
                </a:lnTo>
                <a:lnTo>
                  <a:pt x="233139" y="105036"/>
                </a:lnTo>
                <a:lnTo>
                  <a:pt x="232713" y="105368"/>
                </a:lnTo>
                <a:lnTo>
                  <a:pt x="232280" y="105697"/>
                </a:lnTo>
                <a:lnTo>
                  <a:pt x="231838" y="106022"/>
                </a:lnTo>
                <a:lnTo>
                  <a:pt x="231388" y="106343"/>
                </a:lnTo>
                <a:lnTo>
                  <a:pt x="230930" y="106661"/>
                </a:lnTo>
                <a:lnTo>
                  <a:pt x="230464" y="106975"/>
                </a:lnTo>
                <a:lnTo>
                  <a:pt x="229989" y="107286"/>
                </a:lnTo>
                <a:lnTo>
                  <a:pt x="229507" y="107593"/>
                </a:lnTo>
                <a:lnTo>
                  <a:pt x="229019" y="107891"/>
                </a:lnTo>
                <a:lnTo>
                  <a:pt x="228526" y="108177"/>
                </a:lnTo>
                <a:lnTo>
                  <a:pt x="228031" y="108451"/>
                </a:lnTo>
                <a:lnTo>
                  <a:pt x="227531" y="108711"/>
                </a:lnTo>
                <a:lnTo>
                  <a:pt x="227028" y="108959"/>
                </a:lnTo>
                <a:lnTo>
                  <a:pt x="226522" y="109194"/>
                </a:lnTo>
                <a:lnTo>
                  <a:pt x="226011" y="109417"/>
                </a:lnTo>
                <a:lnTo>
                  <a:pt x="225497" y="109626"/>
                </a:lnTo>
                <a:lnTo>
                  <a:pt x="224979" y="109823"/>
                </a:lnTo>
                <a:lnTo>
                  <a:pt x="224458" y="110008"/>
                </a:lnTo>
                <a:lnTo>
                  <a:pt x="223933" y="110179"/>
                </a:lnTo>
                <a:lnTo>
                  <a:pt x="223404" y="110338"/>
                </a:lnTo>
                <a:lnTo>
                  <a:pt x="222872" y="110484"/>
                </a:lnTo>
                <a:lnTo>
                  <a:pt x="222336" y="110618"/>
                </a:lnTo>
                <a:lnTo>
                  <a:pt x="221796" y="110738"/>
                </a:lnTo>
                <a:lnTo>
                  <a:pt x="221252" y="110846"/>
                </a:lnTo>
                <a:lnTo>
                  <a:pt x="220705" y="110942"/>
                </a:lnTo>
                <a:lnTo>
                  <a:pt x="220154" y="111024"/>
                </a:lnTo>
                <a:lnTo>
                  <a:pt x="219600" y="111094"/>
                </a:lnTo>
                <a:lnTo>
                  <a:pt x="219042" y="111151"/>
                </a:lnTo>
                <a:lnTo>
                  <a:pt x="218480" y="111196"/>
                </a:lnTo>
                <a:lnTo>
                  <a:pt x="217915" y="111228"/>
                </a:lnTo>
                <a:lnTo>
                  <a:pt x="217345" y="111247"/>
                </a:lnTo>
                <a:lnTo>
                  <a:pt x="216773" y="111253"/>
                </a:lnTo>
                <a:lnTo>
                  <a:pt x="216309" y="111248"/>
                </a:lnTo>
                <a:lnTo>
                  <a:pt x="215852" y="111234"/>
                </a:lnTo>
                <a:lnTo>
                  <a:pt x="215403" y="111209"/>
                </a:lnTo>
                <a:lnTo>
                  <a:pt x="214960" y="111175"/>
                </a:lnTo>
                <a:close/>
                <a:moveTo>
                  <a:pt x="399393" y="127835"/>
                </a:moveTo>
                <a:lnTo>
                  <a:pt x="400353" y="127769"/>
                </a:lnTo>
                <a:lnTo>
                  <a:pt x="401302" y="127690"/>
                </a:lnTo>
                <a:lnTo>
                  <a:pt x="402241" y="127599"/>
                </a:lnTo>
                <a:lnTo>
                  <a:pt x="403169" y="127496"/>
                </a:lnTo>
                <a:lnTo>
                  <a:pt x="404087" y="127381"/>
                </a:lnTo>
                <a:lnTo>
                  <a:pt x="404993" y="127253"/>
                </a:lnTo>
                <a:lnTo>
                  <a:pt x="405890" y="127114"/>
                </a:lnTo>
                <a:lnTo>
                  <a:pt x="406775" y="126962"/>
                </a:lnTo>
                <a:lnTo>
                  <a:pt x="407650" y="126798"/>
                </a:lnTo>
                <a:lnTo>
                  <a:pt x="408514" y="126622"/>
                </a:lnTo>
                <a:lnTo>
                  <a:pt x="409367" y="126434"/>
                </a:lnTo>
                <a:lnTo>
                  <a:pt x="410209" y="126234"/>
                </a:lnTo>
                <a:lnTo>
                  <a:pt x="411041" y="126022"/>
                </a:lnTo>
                <a:lnTo>
                  <a:pt x="411863" y="125797"/>
                </a:lnTo>
                <a:lnTo>
                  <a:pt x="412673" y="125561"/>
                </a:lnTo>
                <a:lnTo>
                  <a:pt x="413473" y="125312"/>
                </a:lnTo>
                <a:lnTo>
                  <a:pt x="414262" y="125051"/>
                </a:lnTo>
                <a:lnTo>
                  <a:pt x="415040" y="124778"/>
                </a:lnTo>
                <a:lnTo>
                  <a:pt x="415808" y="124493"/>
                </a:lnTo>
                <a:lnTo>
                  <a:pt x="416564" y="124196"/>
                </a:lnTo>
                <a:lnTo>
                  <a:pt x="417306" y="123886"/>
                </a:lnTo>
                <a:lnTo>
                  <a:pt x="418035" y="123564"/>
                </a:lnTo>
                <a:lnTo>
                  <a:pt x="418750" y="123229"/>
                </a:lnTo>
                <a:lnTo>
                  <a:pt x="419452" y="122882"/>
                </a:lnTo>
                <a:lnTo>
                  <a:pt x="420141" y="122522"/>
                </a:lnTo>
                <a:lnTo>
                  <a:pt x="420816" y="122150"/>
                </a:lnTo>
                <a:lnTo>
                  <a:pt x="421478" y="121765"/>
                </a:lnTo>
                <a:lnTo>
                  <a:pt x="422126" y="121369"/>
                </a:lnTo>
                <a:lnTo>
                  <a:pt x="422761" y="120959"/>
                </a:lnTo>
                <a:lnTo>
                  <a:pt x="423383" y="120537"/>
                </a:lnTo>
                <a:lnTo>
                  <a:pt x="423991" y="120103"/>
                </a:lnTo>
                <a:lnTo>
                  <a:pt x="424586" y="119656"/>
                </a:lnTo>
                <a:lnTo>
                  <a:pt x="425167" y="119197"/>
                </a:lnTo>
                <a:lnTo>
                  <a:pt x="425735" y="118725"/>
                </a:lnTo>
                <a:lnTo>
                  <a:pt x="426290" y="118241"/>
                </a:lnTo>
                <a:lnTo>
                  <a:pt x="426831" y="117744"/>
                </a:lnTo>
                <a:lnTo>
                  <a:pt x="427359" y="117235"/>
                </a:lnTo>
                <a:lnTo>
                  <a:pt x="427873" y="116714"/>
                </a:lnTo>
                <a:lnTo>
                  <a:pt x="428374" y="116180"/>
                </a:lnTo>
                <a:lnTo>
                  <a:pt x="428861" y="115633"/>
                </a:lnTo>
                <a:lnTo>
                  <a:pt x="429335" y="115075"/>
                </a:lnTo>
                <a:lnTo>
                  <a:pt x="429796" y="114503"/>
                </a:lnTo>
                <a:lnTo>
                  <a:pt x="430243" y="113920"/>
                </a:lnTo>
                <a:lnTo>
                  <a:pt x="430676" y="113323"/>
                </a:lnTo>
                <a:lnTo>
                  <a:pt x="431091" y="112715"/>
                </a:lnTo>
                <a:lnTo>
                  <a:pt x="431490" y="112094"/>
                </a:lnTo>
                <a:lnTo>
                  <a:pt x="431872" y="111461"/>
                </a:lnTo>
                <a:lnTo>
                  <a:pt x="432237" y="110816"/>
                </a:lnTo>
                <a:lnTo>
                  <a:pt x="432585" y="110158"/>
                </a:lnTo>
                <a:lnTo>
                  <a:pt x="432917" y="109489"/>
                </a:lnTo>
                <a:lnTo>
                  <a:pt x="433232" y="108806"/>
                </a:lnTo>
                <a:lnTo>
                  <a:pt x="433530" y="108112"/>
                </a:lnTo>
                <a:lnTo>
                  <a:pt x="433811" y="107405"/>
                </a:lnTo>
                <a:lnTo>
                  <a:pt x="434076" y="106686"/>
                </a:lnTo>
                <a:lnTo>
                  <a:pt x="434323" y="105955"/>
                </a:lnTo>
                <a:lnTo>
                  <a:pt x="434555" y="105211"/>
                </a:lnTo>
                <a:lnTo>
                  <a:pt x="434769" y="104455"/>
                </a:lnTo>
                <a:lnTo>
                  <a:pt x="434966" y="103687"/>
                </a:lnTo>
                <a:lnTo>
                  <a:pt x="435147" y="102907"/>
                </a:lnTo>
                <a:lnTo>
                  <a:pt x="435311" y="102114"/>
                </a:lnTo>
                <a:lnTo>
                  <a:pt x="435458" y="101309"/>
                </a:lnTo>
                <a:lnTo>
                  <a:pt x="435589" y="100491"/>
                </a:lnTo>
                <a:lnTo>
                  <a:pt x="435703" y="99662"/>
                </a:lnTo>
                <a:lnTo>
                  <a:pt x="435800" y="98820"/>
                </a:lnTo>
                <a:lnTo>
                  <a:pt x="435880" y="97966"/>
                </a:lnTo>
                <a:lnTo>
                  <a:pt x="435943" y="97099"/>
                </a:lnTo>
                <a:lnTo>
                  <a:pt x="435990" y="96220"/>
                </a:lnTo>
                <a:lnTo>
                  <a:pt x="411992" y="96220"/>
                </a:lnTo>
                <a:lnTo>
                  <a:pt x="411977" y="96798"/>
                </a:lnTo>
                <a:lnTo>
                  <a:pt x="411944" y="97365"/>
                </a:lnTo>
                <a:lnTo>
                  <a:pt x="411896" y="97919"/>
                </a:lnTo>
                <a:lnTo>
                  <a:pt x="411831" y="98461"/>
                </a:lnTo>
                <a:lnTo>
                  <a:pt x="411751" y="98991"/>
                </a:lnTo>
                <a:lnTo>
                  <a:pt x="411653" y="99509"/>
                </a:lnTo>
                <a:lnTo>
                  <a:pt x="411540" y="100016"/>
                </a:lnTo>
                <a:lnTo>
                  <a:pt x="411410" y="100510"/>
                </a:lnTo>
                <a:lnTo>
                  <a:pt x="411264" y="100992"/>
                </a:lnTo>
                <a:lnTo>
                  <a:pt x="411102" y="101462"/>
                </a:lnTo>
                <a:lnTo>
                  <a:pt x="410923" y="101920"/>
                </a:lnTo>
                <a:lnTo>
                  <a:pt x="410728" y="102366"/>
                </a:lnTo>
                <a:lnTo>
                  <a:pt x="410517" y="102800"/>
                </a:lnTo>
                <a:lnTo>
                  <a:pt x="410289" y="103222"/>
                </a:lnTo>
                <a:lnTo>
                  <a:pt x="410046" y="103632"/>
                </a:lnTo>
                <a:lnTo>
                  <a:pt x="409786" y="104030"/>
                </a:lnTo>
                <a:lnTo>
                  <a:pt x="409509" y="104416"/>
                </a:lnTo>
                <a:lnTo>
                  <a:pt x="409217" y="104790"/>
                </a:lnTo>
                <a:lnTo>
                  <a:pt x="408908" y="105152"/>
                </a:lnTo>
                <a:lnTo>
                  <a:pt x="408583" y="105502"/>
                </a:lnTo>
                <a:lnTo>
                  <a:pt x="408241" y="105840"/>
                </a:lnTo>
                <a:lnTo>
                  <a:pt x="407884" y="106166"/>
                </a:lnTo>
                <a:lnTo>
                  <a:pt x="407510" y="106480"/>
                </a:lnTo>
                <a:lnTo>
                  <a:pt x="407119" y="106782"/>
                </a:lnTo>
                <a:lnTo>
                  <a:pt x="406715" y="107072"/>
                </a:lnTo>
                <a:lnTo>
                  <a:pt x="406301" y="107350"/>
                </a:lnTo>
                <a:lnTo>
                  <a:pt x="405875" y="107615"/>
                </a:lnTo>
                <a:lnTo>
                  <a:pt x="405439" y="107867"/>
                </a:lnTo>
                <a:lnTo>
                  <a:pt x="404991" y="108108"/>
                </a:lnTo>
                <a:lnTo>
                  <a:pt x="404533" y="108336"/>
                </a:lnTo>
                <a:lnTo>
                  <a:pt x="404064" y="108552"/>
                </a:lnTo>
                <a:lnTo>
                  <a:pt x="403585" y="108755"/>
                </a:lnTo>
                <a:lnTo>
                  <a:pt x="403094" y="108946"/>
                </a:lnTo>
                <a:lnTo>
                  <a:pt x="402592" y="109125"/>
                </a:lnTo>
                <a:lnTo>
                  <a:pt x="402080" y="109292"/>
                </a:lnTo>
                <a:lnTo>
                  <a:pt x="401557" y="109446"/>
                </a:lnTo>
                <a:lnTo>
                  <a:pt x="401023" y="109588"/>
                </a:lnTo>
                <a:lnTo>
                  <a:pt x="400478" y="109717"/>
                </a:lnTo>
                <a:lnTo>
                  <a:pt x="399922" y="109834"/>
                </a:lnTo>
                <a:lnTo>
                  <a:pt x="399355" y="109939"/>
                </a:lnTo>
                <a:lnTo>
                  <a:pt x="398778" y="110032"/>
                </a:lnTo>
                <a:lnTo>
                  <a:pt x="398189" y="110112"/>
                </a:lnTo>
                <a:lnTo>
                  <a:pt x="397590" y="110180"/>
                </a:lnTo>
                <a:lnTo>
                  <a:pt x="396980" y="110235"/>
                </a:lnTo>
                <a:lnTo>
                  <a:pt x="396359" y="110278"/>
                </a:lnTo>
                <a:lnTo>
                  <a:pt x="395727" y="110309"/>
                </a:lnTo>
                <a:lnTo>
                  <a:pt x="395084" y="110328"/>
                </a:lnTo>
                <a:lnTo>
                  <a:pt x="394431" y="110334"/>
                </a:lnTo>
                <a:lnTo>
                  <a:pt x="393800" y="110328"/>
                </a:lnTo>
                <a:lnTo>
                  <a:pt x="393179" y="110310"/>
                </a:lnTo>
                <a:lnTo>
                  <a:pt x="392569" y="110280"/>
                </a:lnTo>
                <a:lnTo>
                  <a:pt x="391969" y="110238"/>
                </a:lnTo>
                <a:lnTo>
                  <a:pt x="391379" y="110185"/>
                </a:lnTo>
                <a:lnTo>
                  <a:pt x="390799" y="110119"/>
                </a:lnTo>
                <a:lnTo>
                  <a:pt x="390230" y="110042"/>
                </a:lnTo>
                <a:lnTo>
                  <a:pt x="389670" y="109953"/>
                </a:lnTo>
                <a:lnTo>
                  <a:pt x="389121" y="109851"/>
                </a:lnTo>
                <a:lnTo>
                  <a:pt x="388582" y="109738"/>
                </a:lnTo>
                <a:lnTo>
                  <a:pt x="388054" y="109613"/>
                </a:lnTo>
                <a:lnTo>
                  <a:pt x="387535" y="109476"/>
                </a:lnTo>
                <a:lnTo>
                  <a:pt x="387027" y="109327"/>
                </a:lnTo>
                <a:lnTo>
                  <a:pt x="386529" y="109166"/>
                </a:lnTo>
                <a:lnTo>
                  <a:pt x="386041" y="108994"/>
                </a:lnTo>
                <a:lnTo>
                  <a:pt x="385563" y="108809"/>
                </a:lnTo>
                <a:lnTo>
                  <a:pt x="385096" y="108612"/>
                </a:lnTo>
                <a:lnTo>
                  <a:pt x="384639" y="108404"/>
                </a:lnTo>
                <a:lnTo>
                  <a:pt x="384192" y="108184"/>
                </a:lnTo>
                <a:lnTo>
                  <a:pt x="383755" y="107951"/>
                </a:lnTo>
                <a:lnTo>
                  <a:pt x="383329" y="107707"/>
                </a:lnTo>
                <a:lnTo>
                  <a:pt x="382912" y="107451"/>
                </a:lnTo>
                <a:lnTo>
                  <a:pt x="382506" y="107183"/>
                </a:lnTo>
                <a:lnTo>
                  <a:pt x="382110" y="106903"/>
                </a:lnTo>
                <a:lnTo>
                  <a:pt x="381724" y="106613"/>
                </a:lnTo>
                <a:lnTo>
                  <a:pt x="381346" y="106315"/>
                </a:lnTo>
                <a:lnTo>
                  <a:pt x="380978" y="106010"/>
                </a:lnTo>
                <a:lnTo>
                  <a:pt x="380618" y="105697"/>
                </a:lnTo>
                <a:lnTo>
                  <a:pt x="380266" y="105376"/>
                </a:lnTo>
                <a:lnTo>
                  <a:pt x="379924" y="105048"/>
                </a:lnTo>
                <a:lnTo>
                  <a:pt x="379590" y="104712"/>
                </a:lnTo>
                <a:lnTo>
                  <a:pt x="379265" y="104368"/>
                </a:lnTo>
                <a:lnTo>
                  <a:pt x="378949" y="104017"/>
                </a:lnTo>
                <a:lnTo>
                  <a:pt x="378642" y="103658"/>
                </a:lnTo>
                <a:lnTo>
                  <a:pt x="378343" y="103291"/>
                </a:lnTo>
                <a:lnTo>
                  <a:pt x="378053" y="102917"/>
                </a:lnTo>
                <a:lnTo>
                  <a:pt x="377772" y="102535"/>
                </a:lnTo>
                <a:lnTo>
                  <a:pt x="377500" y="102145"/>
                </a:lnTo>
                <a:lnTo>
                  <a:pt x="377237" y="101748"/>
                </a:lnTo>
                <a:lnTo>
                  <a:pt x="376982" y="101343"/>
                </a:lnTo>
                <a:lnTo>
                  <a:pt x="376736" y="100930"/>
                </a:lnTo>
                <a:lnTo>
                  <a:pt x="376499" y="100510"/>
                </a:lnTo>
                <a:lnTo>
                  <a:pt x="376270" y="100082"/>
                </a:lnTo>
                <a:lnTo>
                  <a:pt x="376051" y="99646"/>
                </a:lnTo>
                <a:lnTo>
                  <a:pt x="375840" y="99203"/>
                </a:lnTo>
                <a:lnTo>
                  <a:pt x="375638" y="98752"/>
                </a:lnTo>
                <a:lnTo>
                  <a:pt x="375445" y="98293"/>
                </a:lnTo>
                <a:lnTo>
                  <a:pt x="375260" y="97826"/>
                </a:lnTo>
                <a:lnTo>
                  <a:pt x="375084" y="97355"/>
                </a:lnTo>
                <a:lnTo>
                  <a:pt x="374914" y="96880"/>
                </a:lnTo>
                <a:lnTo>
                  <a:pt x="374751" y="96402"/>
                </a:lnTo>
                <a:lnTo>
                  <a:pt x="374595" y="95922"/>
                </a:lnTo>
                <a:lnTo>
                  <a:pt x="374446" y="95438"/>
                </a:lnTo>
                <a:lnTo>
                  <a:pt x="374304" y="94952"/>
                </a:lnTo>
                <a:lnTo>
                  <a:pt x="374168" y="94462"/>
                </a:lnTo>
                <a:lnTo>
                  <a:pt x="374040" y="93970"/>
                </a:lnTo>
                <a:lnTo>
                  <a:pt x="373918" y="93475"/>
                </a:lnTo>
                <a:lnTo>
                  <a:pt x="373803" y="92977"/>
                </a:lnTo>
                <a:lnTo>
                  <a:pt x="373695" y="92475"/>
                </a:lnTo>
                <a:lnTo>
                  <a:pt x="373594" y="91971"/>
                </a:lnTo>
                <a:lnTo>
                  <a:pt x="373500" y="91464"/>
                </a:lnTo>
                <a:lnTo>
                  <a:pt x="373412" y="90954"/>
                </a:lnTo>
                <a:lnTo>
                  <a:pt x="373332" y="90441"/>
                </a:lnTo>
                <a:lnTo>
                  <a:pt x="373258" y="89925"/>
                </a:lnTo>
                <a:lnTo>
                  <a:pt x="373191" y="89407"/>
                </a:lnTo>
                <a:lnTo>
                  <a:pt x="373131" y="88885"/>
                </a:lnTo>
                <a:lnTo>
                  <a:pt x="373078" y="88360"/>
                </a:lnTo>
                <a:lnTo>
                  <a:pt x="373032" y="87833"/>
                </a:lnTo>
                <a:lnTo>
                  <a:pt x="372993" y="87302"/>
                </a:lnTo>
                <a:lnTo>
                  <a:pt x="372960" y="86768"/>
                </a:lnTo>
                <a:lnTo>
                  <a:pt x="372935" y="86232"/>
                </a:lnTo>
                <a:lnTo>
                  <a:pt x="372916" y="85693"/>
                </a:lnTo>
                <a:lnTo>
                  <a:pt x="435898" y="85693"/>
                </a:lnTo>
                <a:lnTo>
                  <a:pt x="435913" y="85606"/>
                </a:lnTo>
                <a:lnTo>
                  <a:pt x="435928" y="85516"/>
                </a:lnTo>
                <a:lnTo>
                  <a:pt x="435943" y="85423"/>
                </a:lnTo>
                <a:lnTo>
                  <a:pt x="435957" y="85327"/>
                </a:lnTo>
                <a:lnTo>
                  <a:pt x="435971" y="85228"/>
                </a:lnTo>
                <a:lnTo>
                  <a:pt x="435984" y="85126"/>
                </a:lnTo>
                <a:lnTo>
                  <a:pt x="435997" y="85021"/>
                </a:lnTo>
                <a:lnTo>
                  <a:pt x="436010" y="84913"/>
                </a:lnTo>
                <a:lnTo>
                  <a:pt x="436023" y="84801"/>
                </a:lnTo>
                <a:lnTo>
                  <a:pt x="436035" y="84687"/>
                </a:lnTo>
                <a:lnTo>
                  <a:pt x="436047" y="84570"/>
                </a:lnTo>
                <a:lnTo>
                  <a:pt x="436059" y="84449"/>
                </a:lnTo>
                <a:lnTo>
                  <a:pt x="436070" y="84326"/>
                </a:lnTo>
                <a:lnTo>
                  <a:pt x="436081" y="84199"/>
                </a:lnTo>
                <a:lnTo>
                  <a:pt x="436092" y="84069"/>
                </a:lnTo>
                <a:lnTo>
                  <a:pt x="436102" y="83937"/>
                </a:lnTo>
                <a:lnTo>
                  <a:pt x="436112" y="83801"/>
                </a:lnTo>
                <a:lnTo>
                  <a:pt x="436122" y="83662"/>
                </a:lnTo>
                <a:lnTo>
                  <a:pt x="436132" y="83520"/>
                </a:lnTo>
                <a:lnTo>
                  <a:pt x="436141" y="83375"/>
                </a:lnTo>
                <a:lnTo>
                  <a:pt x="436149" y="83227"/>
                </a:lnTo>
                <a:lnTo>
                  <a:pt x="436158" y="83076"/>
                </a:lnTo>
                <a:lnTo>
                  <a:pt x="436166" y="82922"/>
                </a:lnTo>
                <a:lnTo>
                  <a:pt x="436174" y="82765"/>
                </a:lnTo>
                <a:lnTo>
                  <a:pt x="436181" y="82607"/>
                </a:lnTo>
                <a:lnTo>
                  <a:pt x="436189" y="82453"/>
                </a:lnTo>
                <a:lnTo>
                  <a:pt x="436195" y="82301"/>
                </a:lnTo>
                <a:lnTo>
                  <a:pt x="436202" y="82152"/>
                </a:lnTo>
                <a:lnTo>
                  <a:pt x="436208" y="82005"/>
                </a:lnTo>
                <a:lnTo>
                  <a:pt x="436214" y="81862"/>
                </a:lnTo>
                <a:lnTo>
                  <a:pt x="436220" y="81721"/>
                </a:lnTo>
                <a:lnTo>
                  <a:pt x="436225" y="81582"/>
                </a:lnTo>
                <a:lnTo>
                  <a:pt x="436230" y="81447"/>
                </a:lnTo>
                <a:lnTo>
                  <a:pt x="436234" y="81314"/>
                </a:lnTo>
                <a:lnTo>
                  <a:pt x="436239" y="81184"/>
                </a:lnTo>
                <a:lnTo>
                  <a:pt x="436243" y="81057"/>
                </a:lnTo>
                <a:lnTo>
                  <a:pt x="436246" y="80933"/>
                </a:lnTo>
                <a:lnTo>
                  <a:pt x="436250" y="80811"/>
                </a:lnTo>
                <a:lnTo>
                  <a:pt x="436253" y="80692"/>
                </a:lnTo>
                <a:lnTo>
                  <a:pt x="436256" y="80576"/>
                </a:lnTo>
                <a:lnTo>
                  <a:pt x="436258" y="80462"/>
                </a:lnTo>
                <a:lnTo>
                  <a:pt x="436260" y="80352"/>
                </a:lnTo>
                <a:lnTo>
                  <a:pt x="436262" y="80244"/>
                </a:lnTo>
                <a:lnTo>
                  <a:pt x="436263" y="80138"/>
                </a:lnTo>
                <a:lnTo>
                  <a:pt x="436264" y="80036"/>
                </a:lnTo>
                <a:lnTo>
                  <a:pt x="436265" y="79936"/>
                </a:lnTo>
                <a:lnTo>
                  <a:pt x="436266" y="79839"/>
                </a:lnTo>
                <a:lnTo>
                  <a:pt x="436266" y="79745"/>
                </a:lnTo>
                <a:lnTo>
                  <a:pt x="436246" y="77934"/>
                </a:lnTo>
                <a:lnTo>
                  <a:pt x="436185" y="76159"/>
                </a:lnTo>
                <a:lnTo>
                  <a:pt x="436084" y="74419"/>
                </a:lnTo>
                <a:lnTo>
                  <a:pt x="435943" y="72713"/>
                </a:lnTo>
                <a:lnTo>
                  <a:pt x="435761" y="71043"/>
                </a:lnTo>
                <a:lnTo>
                  <a:pt x="435539" y="69408"/>
                </a:lnTo>
                <a:lnTo>
                  <a:pt x="435276" y="67808"/>
                </a:lnTo>
                <a:lnTo>
                  <a:pt x="434973" y="66242"/>
                </a:lnTo>
                <a:lnTo>
                  <a:pt x="434630" y="64712"/>
                </a:lnTo>
                <a:lnTo>
                  <a:pt x="434247" y="63217"/>
                </a:lnTo>
                <a:lnTo>
                  <a:pt x="433822" y="61757"/>
                </a:lnTo>
                <a:lnTo>
                  <a:pt x="433358" y="60332"/>
                </a:lnTo>
                <a:lnTo>
                  <a:pt x="432853" y="58941"/>
                </a:lnTo>
                <a:lnTo>
                  <a:pt x="432308" y="57586"/>
                </a:lnTo>
                <a:lnTo>
                  <a:pt x="431722" y="56266"/>
                </a:lnTo>
                <a:lnTo>
                  <a:pt x="431096" y="54981"/>
                </a:lnTo>
                <a:lnTo>
                  <a:pt x="430430" y="53731"/>
                </a:lnTo>
                <a:lnTo>
                  <a:pt x="429723" y="52516"/>
                </a:lnTo>
                <a:lnTo>
                  <a:pt x="428976" y="51336"/>
                </a:lnTo>
                <a:lnTo>
                  <a:pt x="428189" y="50191"/>
                </a:lnTo>
                <a:lnTo>
                  <a:pt x="427361" y="49081"/>
                </a:lnTo>
                <a:lnTo>
                  <a:pt x="426493" y="48006"/>
                </a:lnTo>
                <a:lnTo>
                  <a:pt x="425584" y="46966"/>
                </a:lnTo>
                <a:lnTo>
                  <a:pt x="424635" y="45961"/>
                </a:lnTo>
                <a:lnTo>
                  <a:pt x="423651" y="44994"/>
                </a:lnTo>
                <a:lnTo>
                  <a:pt x="422638" y="44068"/>
                </a:lnTo>
                <a:lnTo>
                  <a:pt x="421596" y="43184"/>
                </a:lnTo>
                <a:lnTo>
                  <a:pt x="420524" y="42340"/>
                </a:lnTo>
                <a:lnTo>
                  <a:pt x="419423" y="41538"/>
                </a:lnTo>
                <a:lnTo>
                  <a:pt x="418293" y="40777"/>
                </a:lnTo>
                <a:lnTo>
                  <a:pt x="417134" y="40057"/>
                </a:lnTo>
                <a:lnTo>
                  <a:pt x="415946" y="39378"/>
                </a:lnTo>
                <a:lnTo>
                  <a:pt x="414728" y="38740"/>
                </a:lnTo>
                <a:lnTo>
                  <a:pt x="413482" y="38144"/>
                </a:lnTo>
                <a:lnTo>
                  <a:pt x="412206" y="37588"/>
                </a:lnTo>
                <a:lnTo>
                  <a:pt x="410901" y="37074"/>
                </a:lnTo>
                <a:lnTo>
                  <a:pt x="409566" y="36601"/>
                </a:lnTo>
                <a:lnTo>
                  <a:pt x="408203" y="36169"/>
                </a:lnTo>
                <a:lnTo>
                  <a:pt x="406810" y="35778"/>
                </a:lnTo>
                <a:lnTo>
                  <a:pt x="405388" y="35428"/>
                </a:lnTo>
                <a:lnTo>
                  <a:pt x="403936" y="35120"/>
                </a:lnTo>
                <a:lnTo>
                  <a:pt x="402456" y="34852"/>
                </a:lnTo>
                <a:lnTo>
                  <a:pt x="400946" y="34626"/>
                </a:lnTo>
                <a:lnTo>
                  <a:pt x="399407" y="34441"/>
                </a:lnTo>
                <a:lnTo>
                  <a:pt x="397839" y="34297"/>
                </a:lnTo>
                <a:lnTo>
                  <a:pt x="396242" y="34194"/>
                </a:lnTo>
                <a:lnTo>
                  <a:pt x="394616" y="34132"/>
                </a:lnTo>
                <a:lnTo>
                  <a:pt x="392960" y="34112"/>
                </a:lnTo>
                <a:lnTo>
                  <a:pt x="391765" y="34121"/>
                </a:lnTo>
                <a:lnTo>
                  <a:pt x="390586" y="34151"/>
                </a:lnTo>
                <a:lnTo>
                  <a:pt x="389422" y="34199"/>
                </a:lnTo>
                <a:lnTo>
                  <a:pt x="388274" y="34268"/>
                </a:lnTo>
                <a:lnTo>
                  <a:pt x="387143" y="34356"/>
                </a:lnTo>
                <a:lnTo>
                  <a:pt x="386027" y="34463"/>
                </a:lnTo>
                <a:lnTo>
                  <a:pt x="384926" y="34590"/>
                </a:lnTo>
                <a:lnTo>
                  <a:pt x="383842" y="34737"/>
                </a:lnTo>
                <a:lnTo>
                  <a:pt x="382773" y="34903"/>
                </a:lnTo>
                <a:lnTo>
                  <a:pt x="381721" y="35089"/>
                </a:lnTo>
                <a:lnTo>
                  <a:pt x="380684" y="35294"/>
                </a:lnTo>
                <a:lnTo>
                  <a:pt x="379662" y="35519"/>
                </a:lnTo>
                <a:lnTo>
                  <a:pt x="378657" y="35763"/>
                </a:lnTo>
                <a:lnTo>
                  <a:pt x="377667" y="36027"/>
                </a:lnTo>
                <a:lnTo>
                  <a:pt x="376693" y="36310"/>
                </a:lnTo>
                <a:lnTo>
                  <a:pt x="375735" y="36613"/>
                </a:lnTo>
                <a:lnTo>
                  <a:pt x="374793" y="36936"/>
                </a:lnTo>
                <a:lnTo>
                  <a:pt x="373867" y="37278"/>
                </a:lnTo>
                <a:lnTo>
                  <a:pt x="372956" y="37639"/>
                </a:lnTo>
                <a:lnTo>
                  <a:pt x="372062" y="38020"/>
                </a:lnTo>
                <a:lnTo>
                  <a:pt x="371183" y="38421"/>
                </a:lnTo>
                <a:lnTo>
                  <a:pt x="370319" y="38841"/>
                </a:lnTo>
                <a:lnTo>
                  <a:pt x="369472" y="39281"/>
                </a:lnTo>
                <a:lnTo>
                  <a:pt x="368640" y="39740"/>
                </a:lnTo>
                <a:lnTo>
                  <a:pt x="367825" y="40218"/>
                </a:lnTo>
                <a:lnTo>
                  <a:pt x="367026" y="40712"/>
                </a:lnTo>
                <a:lnTo>
                  <a:pt x="366244" y="41222"/>
                </a:lnTo>
                <a:lnTo>
                  <a:pt x="365479" y="41750"/>
                </a:lnTo>
                <a:lnTo>
                  <a:pt x="364730" y="42294"/>
                </a:lnTo>
                <a:lnTo>
                  <a:pt x="363997" y="42854"/>
                </a:lnTo>
                <a:lnTo>
                  <a:pt x="363281" y="43431"/>
                </a:lnTo>
                <a:lnTo>
                  <a:pt x="362582" y="44025"/>
                </a:lnTo>
                <a:lnTo>
                  <a:pt x="361900" y="44636"/>
                </a:lnTo>
                <a:lnTo>
                  <a:pt x="361234" y="45263"/>
                </a:lnTo>
                <a:lnTo>
                  <a:pt x="360584" y="45907"/>
                </a:lnTo>
                <a:lnTo>
                  <a:pt x="359952" y="46567"/>
                </a:lnTo>
                <a:lnTo>
                  <a:pt x="359335" y="47244"/>
                </a:lnTo>
                <a:lnTo>
                  <a:pt x="358736" y="47938"/>
                </a:lnTo>
                <a:lnTo>
                  <a:pt x="358153" y="48648"/>
                </a:lnTo>
                <a:lnTo>
                  <a:pt x="357587" y="49375"/>
                </a:lnTo>
                <a:lnTo>
                  <a:pt x="357037" y="50119"/>
                </a:lnTo>
                <a:lnTo>
                  <a:pt x="356504" y="50879"/>
                </a:lnTo>
                <a:lnTo>
                  <a:pt x="355987" y="51656"/>
                </a:lnTo>
                <a:lnTo>
                  <a:pt x="355487" y="52450"/>
                </a:lnTo>
                <a:lnTo>
                  <a:pt x="355004" y="53260"/>
                </a:lnTo>
                <a:lnTo>
                  <a:pt x="354537" y="54087"/>
                </a:lnTo>
                <a:lnTo>
                  <a:pt x="354087" y="54930"/>
                </a:lnTo>
                <a:lnTo>
                  <a:pt x="353653" y="55790"/>
                </a:lnTo>
                <a:lnTo>
                  <a:pt x="353237" y="56666"/>
                </a:lnTo>
                <a:lnTo>
                  <a:pt x="352838" y="57555"/>
                </a:lnTo>
                <a:lnTo>
                  <a:pt x="352457" y="58458"/>
                </a:lnTo>
                <a:lnTo>
                  <a:pt x="352094" y="59374"/>
                </a:lnTo>
                <a:lnTo>
                  <a:pt x="351749" y="60305"/>
                </a:lnTo>
                <a:lnTo>
                  <a:pt x="351421" y="61250"/>
                </a:lnTo>
                <a:lnTo>
                  <a:pt x="351111" y="62208"/>
                </a:lnTo>
                <a:lnTo>
                  <a:pt x="350818" y="63181"/>
                </a:lnTo>
                <a:lnTo>
                  <a:pt x="350544" y="64167"/>
                </a:lnTo>
                <a:lnTo>
                  <a:pt x="350287" y="65167"/>
                </a:lnTo>
                <a:lnTo>
                  <a:pt x="350048" y="66181"/>
                </a:lnTo>
                <a:lnTo>
                  <a:pt x="349826" y="67209"/>
                </a:lnTo>
                <a:lnTo>
                  <a:pt x="349622" y="68251"/>
                </a:lnTo>
                <a:lnTo>
                  <a:pt x="349436" y="69307"/>
                </a:lnTo>
                <a:lnTo>
                  <a:pt x="349268" y="70377"/>
                </a:lnTo>
                <a:lnTo>
                  <a:pt x="349117" y="71461"/>
                </a:lnTo>
                <a:lnTo>
                  <a:pt x="348985" y="72558"/>
                </a:lnTo>
                <a:lnTo>
                  <a:pt x="348869" y="73669"/>
                </a:lnTo>
                <a:lnTo>
                  <a:pt x="348772" y="74795"/>
                </a:lnTo>
                <a:lnTo>
                  <a:pt x="348692" y="75934"/>
                </a:lnTo>
                <a:lnTo>
                  <a:pt x="348630" y="77087"/>
                </a:lnTo>
                <a:lnTo>
                  <a:pt x="348586" y="78254"/>
                </a:lnTo>
                <a:lnTo>
                  <a:pt x="348559" y="79435"/>
                </a:lnTo>
                <a:lnTo>
                  <a:pt x="348550" y="80630"/>
                </a:lnTo>
                <a:lnTo>
                  <a:pt x="348560" y="81863"/>
                </a:lnTo>
                <a:lnTo>
                  <a:pt x="348587" y="83081"/>
                </a:lnTo>
                <a:lnTo>
                  <a:pt x="348632" y="84285"/>
                </a:lnTo>
                <a:lnTo>
                  <a:pt x="348696" y="85473"/>
                </a:lnTo>
                <a:lnTo>
                  <a:pt x="348778" y="86647"/>
                </a:lnTo>
                <a:lnTo>
                  <a:pt x="348878" y="87806"/>
                </a:lnTo>
                <a:lnTo>
                  <a:pt x="348996" y="88950"/>
                </a:lnTo>
                <a:lnTo>
                  <a:pt x="349133" y="90079"/>
                </a:lnTo>
                <a:lnTo>
                  <a:pt x="349287" y="91193"/>
                </a:lnTo>
                <a:lnTo>
                  <a:pt x="349460" y="92292"/>
                </a:lnTo>
                <a:lnTo>
                  <a:pt x="349651" y="93377"/>
                </a:lnTo>
                <a:lnTo>
                  <a:pt x="349861" y="94447"/>
                </a:lnTo>
                <a:lnTo>
                  <a:pt x="350088" y="95502"/>
                </a:lnTo>
                <a:lnTo>
                  <a:pt x="350334" y="96541"/>
                </a:lnTo>
                <a:lnTo>
                  <a:pt x="350598" y="97567"/>
                </a:lnTo>
                <a:lnTo>
                  <a:pt x="350880" y="98577"/>
                </a:lnTo>
                <a:lnTo>
                  <a:pt x="351180" y="99572"/>
                </a:lnTo>
                <a:lnTo>
                  <a:pt x="351498" y="100553"/>
                </a:lnTo>
                <a:lnTo>
                  <a:pt x="351835" y="101519"/>
                </a:lnTo>
                <a:lnTo>
                  <a:pt x="352190" y="102469"/>
                </a:lnTo>
                <a:lnTo>
                  <a:pt x="352563" y="103405"/>
                </a:lnTo>
                <a:lnTo>
                  <a:pt x="352954" y="104327"/>
                </a:lnTo>
                <a:lnTo>
                  <a:pt x="353364" y="105233"/>
                </a:lnTo>
                <a:lnTo>
                  <a:pt x="353791" y="106124"/>
                </a:lnTo>
                <a:lnTo>
                  <a:pt x="354237" y="106999"/>
                </a:lnTo>
                <a:lnTo>
                  <a:pt x="354699" y="107857"/>
                </a:lnTo>
                <a:lnTo>
                  <a:pt x="355179" y="108698"/>
                </a:lnTo>
                <a:lnTo>
                  <a:pt x="355676" y="109521"/>
                </a:lnTo>
                <a:lnTo>
                  <a:pt x="356191" y="110327"/>
                </a:lnTo>
                <a:lnTo>
                  <a:pt x="356722" y="111116"/>
                </a:lnTo>
                <a:lnTo>
                  <a:pt x="357271" y="111887"/>
                </a:lnTo>
                <a:lnTo>
                  <a:pt x="357837" y="112642"/>
                </a:lnTo>
                <a:lnTo>
                  <a:pt x="358420" y="113378"/>
                </a:lnTo>
                <a:lnTo>
                  <a:pt x="359021" y="114098"/>
                </a:lnTo>
                <a:lnTo>
                  <a:pt x="359638" y="114800"/>
                </a:lnTo>
                <a:lnTo>
                  <a:pt x="360273" y="115485"/>
                </a:lnTo>
                <a:lnTo>
                  <a:pt x="360926" y="116153"/>
                </a:lnTo>
                <a:lnTo>
                  <a:pt x="361595" y="116804"/>
                </a:lnTo>
                <a:lnTo>
                  <a:pt x="362282" y="117437"/>
                </a:lnTo>
                <a:lnTo>
                  <a:pt x="362986" y="118053"/>
                </a:lnTo>
                <a:lnTo>
                  <a:pt x="363707" y="118652"/>
                </a:lnTo>
                <a:lnTo>
                  <a:pt x="364445" y="119233"/>
                </a:lnTo>
                <a:lnTo>
                  <a:pt x="365201" y="119797"/>
                </a:lnTo>
                <a:lnTo>
                  <a:pt x="365974" y="120344"/>
                </a:lnTo>
                <a:lnTo>
                  <a:pt x="366764" y="120873"/>
                </a:lnTo>
                <a:lnTo>
                  <a:pt x="367572" y="121386"/>
                </a:lnTo>
                <a:lnTo>
                  <a:pt x="368396" y="121881"/>
                </a:lnTo>
                <a:lnTo>
                  <a:pt x="369238" y="122358"/>
                </a:lnTo>
                <a:lnTo>
                  <a:pt x="370097" y="122818"/>
                </a:lnTo>
                <a:lnTo>
                  <a:pt x="370972" y="123257"/>
                </a:lnTo>
                <a:lnTo>
                  <a:pt x="371864" y="123678"/>
                </a:lnTo>
                <a:lnTo>
                  <a:pt x="372773" y="124078"/>
                </a:lnTo>
                <a:lnTo>
                  <a:pt x="373698" y="124459"/>
                </a:lnTo>
                <a:lnTo>
                  <a:pt x="374640" y="124821"/>
                </a:lnTo>
                <a:lnTo>
                  <a:pt x="375598" y="125163"/>
                </a:lnTo>
                <a:lnTo>
                  <a:pt x="376573" y="125485"/>
                </a:lnTo>
                <a:lnTo>
                  <a:pt x="377565" y="125788"/>
                </a:lnTo>
                <a:lnTo>
                  <a:pt x="378573" y="126072"/>
                </a:lnTo>
                <a:lnTo>
                  <a:pt x="379598" y="126336"/>
                </a:lnTo>
                <a:lnTo>
                  <a:pt x="380639" y="126580"/>
                </a:lnTo>
                <a:lnTo>
                  <a:pt x="381697" y="126805"/>
                </a:lnTo>
                <a:lnTo>
                  <a:pt x="382772" y="127010"/>
                </a:lnTo>
                <a:lnTo>
                  <a:pt x="383863" y="127196"/>
                </a:lnTo>
                <a:lnTo>
                  <a:pt x="384971" y="127362"/>
                </a:lnTo>
                <a:lnTo>
                  <a:pt x="386095" y="127508"/>
                </a:lnTo>
                <a:lnTo>
                  <a:pt x="387236" y="127635"/>
                </a:lnTo>
                <a:lnTo>
                  <a:pt x="388394" y="127743"/>
                </a:lnTo>
                <a:lnTo>
                  <a:pt x="389568" y="127831"/>
                </a:lnTo>
                <a:lnTo>
                  <a:pt x="390759" y="127899"/>
                </a:lnTo>
                <a:lnTo>
                  <a:pt x="391966" y="127948"/>
                </a:lnTo>
                <a:lnTo>
                  <a:pt x="393190" y="127977"/>
                </a:lnTo>
                <a:lnTo>
                  <a:pt x="394431" y="127987"/>
                </a:lnTo>
                <a:lnTo>
                  <a:pt x="395445" y="127981"/>
                </a:lnTo>
                <a:lnTo>
                  <a:pt x="396448" y="127963"/>
                </a:lnTo>
                <a:lnTo>
                  <a:pt x="397440" y="127933"/>
                </a:lnTo>
                <a:lnTo>
                  <a:pt x="398422" y="127890"/>
                </a:lnTo>
                <a:lnTo>
                  <a:pt x="399393" y="127835"/>
                </a:lnTo>
                <a:close/>
                <a:moveTo>
                  <a:pt x="373631" y="66534"/>
                </a:moveTo>
                <a:lnTo>
                  <a:pt x="373769" y="65838"/>
                </a:lnTo>
                <a:lnTo>
                  <a:pt x="373924" y="65157"/>
                </a:lnTo>
                <a:lnTo>
                  <a:pt x="374096" y="64492"/>
                </a:lnTo>
                <a:lnTo>
                  <a:pt x="374284" y="63842"/>
                </a:lnTo>
                <a:lnTo>
                  <a:pt x="374489" y="63208"/>
                </a:lnTo>
                <a:lnTo>
                  <a:pt x="374711" y="62589"/>
                </a:lnTo>
                <a:lnTo>
                  <a:pt x="374950" y="61986"/>
                </a:lnTo>
                <a:lnTo>
                  <a:pt x="375206" y="61398"/>
                </a:lnTo>
                <a:lnTo>
                  <a:pt x="375478" y="60826"/>
                </a:lnTo>
                <a:lnTo>
                  <a:pt x="375767" y="60269"/>
                </a:lnTo>
                <a:lnTo>
                  <a:pt x="376073" y="59727"/>
                </a:lnTo>
                <a:lnTo>
                  <a:pt x="376395" y="59201"/>
                </a:lnTo>
                <a:lnTo>
                  <a:pt x="376734" y="58690"/>
                </a:lnTo>
                <a:lnTo>
                  <a:pt x="377090" y="58195"/>
                </a:lnTo>
                <a:lnTo>
                  <a:pt x="377463" y="57716"/>
                </a:lnTo>
                <a:lnTo>
                  <a:pt x="377853" y="57251"/>
                </a:lnTo>
                <a:lnTo>
                  <a:pt x="378259" y="56802"/>
                </a:lnTo>
                <a:lnTo>
                  <a:pt x="378682" y="56369"/>
                </a:lnTo>
                <a:lnTo>
                  <a:pt x="379122" y="55951"/>
                </a:lnTo>
                <a:lnTo>
                  <a:pt x="379576" y="55550"/>
                </a:lnTo>
                <a:lnTo>
                  <a:pt x="380040" y="55165"/>
                </a:lnTo>
                <a:lnTo>
                  <a:pt x="380515" y="54798"/>
                </a:lnTo>
                <a:lnTo>
                  <a:pt x="381001" y="54447"/>
                </a:lnTo>
                <a:lnTo>
                  <a:pt x="381497" y="54114"/>
                </a:lnTo>
                <a:lnTo>
                  <a:pt x="382004" y="53798"/>
                </a:lnTo>
                <a:lnTo>
                  <a:pt x="382522" y="53499"/>
                </a:lnTo>
                <a:lnTo>
                  <a:pt x="383050" y="53217"/>
                </a:lnTo>
                <a:lnTo>
                  <a:pt x="383589" y="52952"/>
                </a:lnTo>
                <a:lnTo>
                  <a:pt x="384139" y="52704"/>
                </a:lnTo>
                <a:lnTo>
                  <a:pt x="384700" y="52473"/>
                </a:lnTo>
                <a:lnTo>
                  <a:pt x="385271" y="52260"/>
                </a:lnTo>
                <a:lnTo>
                  <a:pt x="385853" y="52063"/>
                </a:lnTo>
                <a:lnTo>
                  <a:pt x="386445" y="51884"/>
                </a:lnTo>
                <a:lnTo>
                  <a:pt x="387049" y="51721"/>
                </a:lnTo>
                <a:lnTo>
                  <a:pt x="387663" y="51576"/>
                </a:lnTo>
                <a:lnTo>
                  <a:pt x="388287" y="51448"/>
                </a:lnTo>
                <a:lnTo>
                  <a:pt x="388923" y="51337"/>
                </a:lnTo>
                <a:lnTo>
                  <a:pt x="389569" y="51243"/>
                </a:lnTo>
                <a:lnTo>
                  <a:pt x="390226" y="51166"/>
                </a:lnTo>
                <a:lnTo>
                  <a:pt x="390893" y="51106"/>
                </a:lnTo>
                <a:lnTo>
                  <a:pt x="391571" y="51064"/>
                </a:lnTo>
                <a:lnTo>
                  <a:pt x="392260" y="51038"/>
                </a:lnTo>
                <a:lnTo>
                  <a:pt x="392960" y="51029"/>
                </a:lnTo>
                <a:lnTo>
                  <a:pt x="393644" y="51038"/>
                </a:lnTo>
                <a:lnTo>
                  <a:pt x="394318" y="51063"/>
                </a:lnTo>
                <a:lnTo>
                  <a:pt x="394982" y="51104"/>
                </a:lnTo>
                <a:lnTo>
                  <a:pt x="395635" y="51162"/>
                </a:lnTo>
                <a:lnTo>
                  <a:pt x="396278" y="51237"/>
                </a:lnTo>
                <a:lnTo>
                  <a:pt x="396911" y="51328"/>
                </a:lnTo>
                <a:lnTo>
                  <a:pt x="397533" y="51436"/>
                </a:lnTo>
                <a:lnTo>
                  <a:pt x="398144" y="51561"/>
                </a:lnTo>
                <a:lnTo>
                  <a:pt x="398746" y="51702"/>
                </a:lnTo>
                <a:lnTo>
                  <a:pt x="399337" y="51859"/>
                </a:lnTo>
                <a:lnTo>
                  <a:pt x="399918" y="52034"/>
                </a:lnTo>
                <a:lnTo>
                  <a:pt x="400488" y="52225"/>
                </a:lnTo>
                <a:lnTo>
                  <a:pt x="401048" y="52432"/>
                </a:lnTo>
                <a:lnTo>
                  <a:pt x="401597" y="52656"/>
                </a:lnTo>
                <a:lnTo>
                  <a:pt x="402136" y="52897"/>
                </a:lnTo>
                <a:lnTo>
                  <a:pt x="402665" y="53154"/>
                </a:lnTo>
                <a:lnTo>
                  <a:pt x="403183" y="53428"/>
                </a:lnTo>
                <a:lnTo>
                  <a:pt x="403691" y="53719"/>
                </a:lnTo>
                <a:lnTo>
                  <a:pt x="404189" y="54026"/>
                </a:lnTo>
                <a:lnTo>
                  <a:pt x="404676" y="54350"/>
                </a:lnTo>
                <a:lnTo>
                  <a:pt x="405153" y="54690"/>
                </a:lnTo>
                <a:lnTo>
                  <a:pt x="405620" y="55047"/>
                </a:lnTo>
                <a:lnTo>
                  <a:pt x="406076" y="55420"/>
                </a:lnTo>
                <a:lnTo>
                  <a:pt x="406522" y="55810"/>
                </a:lnTo>
                <a:lnTo>
                  <a:pt x="406954" y="56217"/>
                </a:lnTo>
                <a:lnTo>
                  <a:pt x="407368" y="56641"/>
                </a:lnTo>
                <a:lnTo>
                  <a:pt x="407765" y="57082"/>
                </a:lnTo>
                <a:lnTo>
                  <a:pt x="408145" y="57540"/>
                </a:lnTo>
                <a:lnTo>
                  <a:pt x="408507" y="58014"/>
                </a:lnTo>
                <a:lnTo>
                  <a:pt x="408852" y="58506"/>
                </a:lnTo>
                <a:lnTo>
                  <a:pt x="409179" y="59014"/>
                </a:lnTo>
                <a:lnTo>
                  <a:pt x="409489" y="59539"/>
                </a:lnTo>
                <a:lnTo>
                  <a:pt x="409782" y="60082"/>
                </a:lnTo>
                <a:lnTo>
                  <a:pt x="410057" y="60641"/>
                </a:lnTo>
                <a:lnTo>
                  <a:pt x="410315" y="61217"/>
                </a:lnTo>
                <a:lnTo>
                  <a:pt x="410556" y="61810"/>
                </a:lnTo>
                <a:lnTo>
                  <a:pt x="410779" y="62420"/>
                </a:lnTo>
                <a:lnTo>
                  <a:pt x="410984" y="63047"/>
                </a:lnTo>
                <a:lnTo>
                  <a:pt x="411173" y="63690"/>
                </a:lnTo>
                <a:lnTo>
                  <a:pt x="411344" y="64351"/>
                </a:lnTo>
                <a:lnTo>
                  <a:pt x="411497" y="65029"/>
                </a:lnTo>
                <a:lnTo>
                  <a:pt x="411633" y="65723"/>
                </a:lnTo>
                <a:lnTo>
                  <a:pt x="411752" y="66435"/>
                </a:lnTo>
                <a:lnTo>
                  <a:pt x="411853" y="67163"/>
                </a:lnTo>
                <a:lnTo>
                  <a:pt x="411937" y="67908"/>
                </a:lnTo>
                <a:lnTo>
                  <a:pt x="412004" y="68671"/>
                </a:lnTo>
                <a:lnTo>
                  <a:pt x="412053" y="69450"/>
                </a:lnTo>
                <a:lnTo>
                  <a:pt x="412084" y="70246"/>
                </a:lnTo>
                <a:lnTo>
                  <a:pt x="373192" y="70246"/>
                </a:lnTo>
                <a:lnTo>
                  <a:pt x="373246" y="69472"/>
                </a:lnTo>
                <a:lnTo>
                  <a:pt x="373317" y="68715"/>
                </a:lnTo>
                <a:lnTo>
                  <a:pt x="373405" y="67972"/>
                </a:lnTo>
                <a:lnTo>
                  <a:pt x="373510" y="67245"/>
                </a:lnTo>
                <a:lnTo>
                  <a:pt x="373631" y="66534"/>
                </a:lnTo>
                <a:close/>
                <a:moveTo>
                  <a:pt x="673717" y="127749"/>
                </a:moveTo>
                <a:lnTo>
                  <a:pt x="674798" y="127644"/>
                </a:lnTo>
                <a:lnTo>
                  <a:pt x="675868" y="127520"/>
                </a:lnTo>
                <a:lnTo>
                  <a:pt x="676925" y="127377"/>
                </a:lnTo>
                <a:lnTo>
                  <a:pt x="677970" y="127215"/>
                </a:lnTo>
                <a:lnTo>
                  <a:pt x="679002" y="127034"/>
                </a:lnTo>
                <a:lnTo>
                  <a:pt x="680023" y="126834"/>
                </a:lnTo>
                <a:lnTo>
                  <a:pt x="681031" y="126615"/>
                </a:lnTo>
                <a:lnTo>
                  <a:pt x="682026" y="126377"/>
                </a:lnTo>
                <a:lnTo>
                  <a:pt x="683010" y="126120"/>
                </a:lnTo>
                <a:lnTo>
                  <a:pt x="683981" y="125843"/>
                </a:lnTo>
                <a:lnTo>
                  <a:pt x="684939" y="125548"/>
                </a:lnTo>
                <a:lnTo>
                  <a:pt x="685886" y="125234"/>
                </a:lnTo>
                <a:lnTo>
                  <a:pt x="686820" y="124900"/>
                </a:lnTo>
                <a:lnTo>
                  <a:pt x="687742" y="124548"/>
                </a:lnTo>
                <a:lnTo>
                  <a:pt x="688652" y="124176"/>
                </a:lnTo>
                <a:lnTo>
                  <a:pt x="689549" y="123785"/>
                </a:lnTo>
                <a:lnTo>
                  <a:pt x="690434" y="123376"/>
                </a:lnTo>
                <a:lnTo>
                  <a:pt x="691307" y="122947"/>
                </a:lnTo>
                <a:lnTo>
                  <a:pt x="692167" y="122499"/>
                </a:lnTo>
                <a:lnTo>
                  <a:pt x="693014" y="122033"/>
                </a:lnTo>
                <a:lnTo>
                  <a:pt x="693844" y="121550"/>
                </a:lnTo>
                <a:lnTo>
                  <a:pt x="694659" y="121049"/>
                </a:lnTo>
                <a:lnTo>
                  <a:pt x="695458" y="120532"/>
                </a:lnTo>
                <a:lnTo>
                  <a:pt x="696241" y="119997"/>
                </a:lnTo>
                <a:lnTo>
                  <a:pt x="697009" y="119446"/>
                </a:lnTo>
                <a:lnTo>
                  <a:pt x="697760" y="118877"/>
                </a:lnTo>
                <a:lnTo>
                  <a:pt x="698496" y="118291"/>
                </a:lnTo>
                <a:lnTo>
                  <a:pt x="699216" y="117688"/>
                </a:lnTo>
                <a:lnTo>
                  <a:pt x="699920" y="117068"/>
                </a:lnTo>
                <a:lnTo>
                  <a:pt x="700609" y="116431"/>
                </a:lnTo>
                <a:lnTo>
                  <a:pt x="701281" y="115776"/>
                </a:lnTo>
                <a:lnTo>
                  <a:pt x="701938" y="115105"/>
                </a:lnTo>
                <a:lnTo>
                  <a:pt x="702579" y="114416"/>
                </a:lnTo>
                <a:lnTo>
                  <a:pt x="703204" y="113711"/>
                </a:lnTo>
                <a:lnTo>
                  <a:pt x="703814" y="112988"/>
                </a:lnTo>
                <a:lnTo>
                  <a:pt x="704407" y="112248"/>
                </a:lnTo>
                <a:lnTo>
                  <a:pt x="704985" y="111491"/>
                </a:lnTo>
                <a:lnTo>
                  <a:pt x="705547" y="110717"/>
                </a:lnTo>
                <a:lnTo>
                  <a:pt x="706093" y="109926"/>
                </a:lnTo>
                <a:lnTo>
                  <a:pt x="706624" y="109117"/>
                </a:lnTo>
                <a:lnTo>
                  <a:pt x="707138" y="108292"/>
                </a:lnTo>
                <a:lnTo>
                  <a:pt x="707637" y="107449"/>
                </a:lnTo>
                <a:lnTo>
                  <a:pt x="708120" y="106590"/>
                </a:lnTo>
                <a:lnTo>
                  <a:pt x="708585" y="105714"/>
                </a:lnTo>
                <a:lnTo>
                  <a:pt x="709030" y="104823"/>
                </a:lnTo>
                <a:lnTo>
                  <a:pt x="709456" y="103916"/>
                </a:lnTo>
                <a:lnTo>
                  <a:pt x="709862" y="102995"/>
                </a:lnTo>
                <a:lnTo>
                  <a:pt x="710248" y="102058"/>
                </a:lnTo>
                <a:lnTo>
                  <a:pt x="710614" y="101106"/>
                </a:lnTo>
                <a:lnTo>
                  <a:pt x="710960" y="100139"/>
                </a:lnTo>
                <a:lnTo>
                  <a:pt x="711287" y="99156"/>
                </a:lnTo>
                <a:lnTo>
                  <a:pt x="711594" y="98159"/>
                </a:lnTo>
                <a:lnTo>
                  <a:pt x="711881" y="97146"/>
                </a:lnTo>
                <a:lnTo>
                  <a:pt x="712148" y="96118"/>
                </a:lnTo>
                <a:lnTo>
                  <a:pt x="712395" y="95075"/>
                </a:lnTo>
                <a:lnTo>
                  <a:pt x="712623" y="94017"/>
                </a:lnTo>
                <a:lnTo>
                  <a:pt x="712831" y="92943"/>
                </a:lnTo>
                <a:lnTo>
                  <a:pt x="713019" y="91855"/>
                </a:lnTo>
                <a:lnTo>
                  <a:pt x="713187" y="90751"/>
                </a:lnTo>
                <a:lnTo>
                  <a:pt x="713335" y="89632"/>
                </a:lnTo>
                <a:lnTo>
                  <a:pt x="713464" y="88498"/>
                </a:lnTo>
                <a:lnTo>
                  <a:pt x="713573" y="87349"/>
                </a:lnTo>
                <a:lnTo>
                  <a:pt x="713662" y="86184"/>
                </a:lnTo>
                <a:lnTo>
                  <a:pt x="713731" y="85004"/>
                </a:lnTo>
                <a:lnTo>
                  <a:pt x="713781" y="83809"/>
                </a:lnTo>
                <a:lnTo>
                  <a:pt x="713810" y="82599"/>
                </a:lnTo>
                <a:lnTo>
                  <a:pt x="713820" y="81374"/>
                </a:lnTo>
                <a:lnTo>
                  <a:pt x="713810" y="80126"/>
                </a:lnTo>
                <a:lnTo>
                  <a:pt x="713781" y="78894"/>
                </a:lnTo>
                <a:lnTo>
                  <a:pt x="713731" y="77677"/>
                </a:lnTo>
                <a:lnTo>
                  <a:pt x="713662" y="76476"/>
                </a:lnTo>
                <a:lnTo>
                  <a:pt x="713573" y="75290"/>
                </a:lnTo>
                <a:lnTo>
                  <a:pt x="713464" y="74121"/>
                </a:lnTo>
                <a:lnTo>
                  <a:pt x="713335" y="72967"/>
                </a:lnTo>
                <a:lnTo>
                  <a:pt x="713187" y="71828"/>
                </a:lnTo>
                <a:lnTo>
                  <a:pt x="713019" y="70706"/>
                </a:lnTo>
                <a:lnTo>
                  <a:pt x="712831" y="69599"/>
                </a:lnTo>
                <a:lnTo>
                  <a:pt x="712623" y="68507"/>
                </a:lnTo>
                <a:lnTo>
                  <a:pt x="712395" y="67431"/>
                </a:lnTo>
                <a:lnTo>
                  <a:pt x="712148" y="66371"/>
                </a:lnTo>
                <a:lnTo>
                  <a:pt x="711881" y="65327"/>
                </a:lnTo>
                <a:lnTo>
                  <a:pt x="711594" y="64298"/>
                </a:lnTo>
                <a:lnTo>
                  <a:pt x="711287" y="63285"/>
                </a:lnTo>
                <a:lnTo>
                  <a:pt x="710960" y="62288"/>
                </a:lnTo>
                <a:lnTo>
                  <a:pt x="710614" y="61306"/>
                </a:lnTo>
                <a:lnTo>
                  <a:pt x="710248" y="60340"/>
                </a:lnTo>
                <a:lnTo>
                  <a:pt x="709862" y="59389"/>
                </a:lnTo>
                <a:lnTo>
                  <a:pt x="709456" y="58455"/>
                </a:lnTo>
                <a:lnTo>
                  <a:pt x="709030" y="57536"/>
                </a:lnTo>
                <a:lnTo>
                  <a:pt x="708585" y="56632"/>
                </a:lnTo>
                <a:lnTo>
                  <a:pt x="708120" y="55744"/>
                </a:lnTo>
                <a:lnTo>
                  <a:pt x="707637" y="54873"/>
                </a:lnTo>
                <a:lnTo>
                  <a:pt x="707138" y="54019"/>
                </a:lnTo>
                <a:lnTo>
                  <a:pt x="706624" y="53182"/>
                </a:lnTo>
                <a:lnTo>
                  <a:pt x="706093" y="52363"/>
                </a:lnTo>
                <a:lnTo>
                  <a:pt x="705547" y="51562"/>
                </a:lnTo>
                <a:lnTo>
                  <a:pt x="704985" y="50778"/>
                </a:lnTo>
                <a:lnTo>
                  <a:pt x="704407" y="50011"/>
                </a:lnTo>
                <a:lnTo>
                  <a:pt x="703814" y="49262"/>
                </a:lnTo>
                <a:lnTo>
                  <a:pt x="703204" y="48530"/>
                </a:lnTo>
                <a:lnTo>
                  <a:pt x="702579" y="47816"/>
                </a:lnTo>
                <a:lnTo>
                  <a:pt x="701938" y="47119"/>
                </a:lnTo>
                <a:lnTo>
                  <a:pt x="701281" y="46439"/>
                </a:lnTo>
                <a:lnTo>
                  <a:pt x="700609" y="45777"/>
                </a:lnTo>
                <a:lnTo>
                  <a:pt x="699920" y="45133"/>
                </a:lnTo>
                <a:lnTo>
                  <a:pt x="699216" y="44506"/>
                </a:lnTo>
                <a:lnTo>
                  <a:pt x="698496" y="43896"/>
                </a:lnTo>
                <a:lnTo>
                  <a:pt x="697760" y="43304"/>
                </a:lnTo>
                <a:lnTo>
                  <a:pt x="697009" y="42730"/>
                </a:lnTo>
                <a:lnTo>
                  <a:pt x="696241" y="42172"/>
                </a:lnTo>
                <a:lnTo>
                  <a:pt x="695458" y="41633"/>
                </a:lnTo>
                <a:lnTo>
                  <a:pt x="694659" y="41110"/>
                </a:lnTo>
                <a:lnTo>
                  <a:pt x="693844" y="40606"/>
                </a:lnTo>
                <a:lnTo>
                  <a:pt x="693014" y="40118"/>
                </a:lnTo>
                <a:lnTo>
                  <a:pt x="692167" y="39648"/>
                </a:lnTo>
                <a:lnTo>
                  <a:pt x="691307" y="39197"/>
                </a:lnTo>
                <a:lnTo>
                  <a:pt x="690434" y="38764"/>
                </a:lnTo>
                <a:lnTo>
                  <a:pt x="689549" y="38351"/>
                </a:lnTo>
                <a:lnTo>
                  <a:pt x="688652" y="37957"/>
                </a:lnTo>
                <a:lnTo>
                  <a:pt x="687742" y="37582"/>
                </a:lnTo>
                <a:lnTo>
                  <a:pt x="686820" y="37226"/>
                </a:lnTo>
                <a:lnTo>
                  <a:pt x="685886" y="36890"/>
                </a:lnTo>
                <a:lnTo>
                  <a:pt x="684939" y="36572"/>
                </a:lnTo>
                <a:lnTo>
                  <a:pt x="683981" y="36274"/>
                </a:lnTo>
                <a:lnTo>
                  <a:pt x="683010" y="35996"/>
                </a:lnTo>
                <a:lnTo>
                  <a:pt x="682026" y="35736"/>
                </a:lnTo>
                <a:lnTo>
                  <a:pt x="681031" y="35496"/>
                </a:lnTo>
                <a:lnTo>
                  <a:pt x="680023" y="35275"/>
                </a:lnTo>
                <a:lnTo>
                  <a:pt x="679002" y="35073"/>
                </a:lnTo>
                <a:lnTo>
                  <a:pt x="677970" y="34890"/>
                </a:lnTo>
                <a:lnTo>
                  <a:pt x="676925" y="34727"/>
                </a:lnTo>
                <a:lnTo>
                  <a:pt x="675868" y="34583"/>
                </a:lnTo>
                <a:lnTo>
                  <a:pt x="674798" y="34458"/>
                </a:lnTo>
                <a:lnTo>
                  <a:pt x="673717" y="34352"/>
                </a:lnTo>
                <a:lnTo>
                  <a:pt x="672623" y="34265"/>
                </a:lnTo>
                <a:lnTo>
                  <a:pt x="671516" y="34198"/>
                </a:lnTo>
                <a:lnTo>
                  <a:pt x="670398" y="34150"/>
                </a:lnTo>
                <a:lnTo>
                  <a:pt x="669267" y="34121"/>
                </a:lnTo>
                <a:lnTo>
                  <a:pt x="668124" y="34112"/>
                </a:lnTo>
                <a:lnTo>
                  <a:pt x="666996" y="34121"/>
                </a:lnTo>
                <a:lnTo>
                  <a:pt x="665879" y="34150"/>
                </a:lnTo>
                <a:lnTo>
                  <a:pt x="664774" y="34198"/>
                </a:lnTo>
                <a:lnTo>
                  <a:pt x="663681" y="34265"/>
                </a:lnTo>
                <a:lnTo>
                  <a:pt x="662600" y="34352"/>
                </a:lnTo>
                <a:lnTo>
                  <a:pt x="661530" y="34458"/>
                </a:lnTo>
                <a:lnTo>
                  <a:pt x="660471" y="34583"/>
                </a:lnTo>
                <a:lnTo>
                  <a:pt x="659425" y="34727"/>
                </a:lnTo>
                <a:lnTo>
                  <a:pt x="658390" y="34890"/>
                </a:lnTo>
                <a:lnTo>
                  <a:pt x="657367" y="35073"/>
                </a:lnTo>
                <a:lnTo>
                  <a:pt x="656355" y="35275"/>
                </a:lnTo>
                <a:lnTo>
                  <a:pt x="655355" y="35496"/>
                </a:lnTo>
                <a:lnTo>
                  <a:pt x="654367" y="35736"/>
                </a:lnTo>
                <a:lnTo>
                  <a:pt x="653390" y="35996"/>
                </a:lnTo>
                <a:lnTo>
                  <a:pt x="652425" y="36274"/>
                </a:lnTo>
                <a:lnTo>
                  <a:pt x="651472" y="36572"/>
                </a:lnTo>
                <a:lnTo>
                  <a:pt x="650530" y="36890"/>
                </a:lnTo>
                <a:lnTo>
                  <a:pt x="649600" y="37226"/>
                </a:lnTo>
                <a:lnTo>
                  <a:pt x="648681" y="37582"/>
                </a:lnTo>
                <a:lnTo>
                  <a:pt x="647775" y="37957"/>
                </a:lnTo>
                <a:lnTo>
                  <a:pt x="646880" y="38351"/>
                </a:lnTo>
                <a:lnTo>
                  <a:pt x="645996" y="38764"/>
                </a:lnTo>
                <a:lnTo>
                  <a:pt x="645124" y="39197"/>
                </a:lnTo>
                <a:lnTo>
                  <a:pt x="644264" y="39648"/>
                </a:lnTo>
                <a:lnTo>
                  <a:pt x="643418" y="40118"/>
                </a:lnTo>
                <a:lnTo>
                  <a:pt x="642588" y="40606"/>
                </a:lnTo>
                <a:lnTo>
                  <a:pt x="641774" y="41110"/>
                </a:lnTo>
                <a:lnTo>
                  <a:pt x="640976" y="41633"/>
                </a:lnTo>
                <a:lnTo>
                  <a:pt x="640194" y="42172"/>
                </a:lnTo>
                <a:lnTo>
                  <a:pt x="639428" y="42730"/>
                </a:lnTo>
                <a:lnTo>
                  <a:pt x="638679" y="43304"/>
                </a:lnTo>
                <a:lnTo>
                  <a:pt x="637946" y="43896"/>
                </a:lnTo>
                <a:lnTo>
                  <a:pt x="637228" y="44506"/>
                </a:lnTo>
                <a:lnTo>
                  <a:pt x="636527" y="45133"/>
                </a:lnTo>
                <a:lnTo>
                  <a:pt x="635842" y="45777"/>
                </a:lnTo>
                <a:lnTo>
                  <a:pt x="635173" y="46439"/>
                </a:lnTo>
                <a:lnTo>
                  <a:pt x="634520" y="47119"/>
                </a:lnTo>
                <a:lnTo>
                  <a:pt x="633884" y="47816"/>
                </a:lnTo>
                <a:lnTo>
                  <a:pt x="633263" y="48530"/>
                </a:lnTo>
                <a:lnTo>
                  <a:pt x="632659" y="49262"/>
                </a:lnTo>
                <a:lnTo>
                  <a:pt x="632070" y="50011"/>
                </a:lnTo>
                <a:lnTo>
                  <a:pt x="631498" y="50778"/>
                </a:lnTo>
                <a:lnTo>
                  <a:pt x="630942" y="51562"/>
                </a:lnTo>
                <a:lnTo>
                  <a:pt x="630402" y="52363"/>
                </a:lnTo>
                <a:lnTo>
                  <a:pt x="629878" y="53182"/>
                </a:lnTo>
                <a:lnTo>
                  <a:pt x="629371" y="54019"/>
                </a:lnTo>
                <a:lnTo>
                  <a:pt x="628879" y="54873"/>
                </a:lnTo>
                <a:lnTo>
                  <a:pt x="628404" y="55744"/>
                </a:lnTo>
                <a:lnTo>
                  <a:pt x="627946" y="56632"/>
                </a:lnTo>
                <a:lnTo>
                  <a:pt x="627508" y="57536"/>
                </a:lnTo>
                <a:lnTo>
                  <a:pt x="627089" y="58455"/>
                </a:lnTo>
                <a:lnTo>
                  <a:pt x="626690" y="59389"/>
                </a:lnTo>
                <a:lnTo>
                  <a:pt x="626310" y="60340"/>
                </a:lnTo>
                <a:lnTo>
                  <a:pt x="625950" y="61306"/>
                </a:lnTo>
                <a:lnTo>
                  <a:pt x="625609" y="62288"/>
                </a:lnTo>
                <a:lnTo>
                  <a:pt x="625288" y="63285"/>
                </a:lnTo>
                <a:lnTo>
                  <a:pt x="624986" y="64298"/>
                </a:lnTo>
                <a:lnTo>
                  <a:pt x="624704" y="65327"/>
                </a:lnTo>
                <a:lnTo>
                  <a:pt x="624441" y="66371"/>
                </a:lnTo>
                <a:lnTo>
                  <a:pt x="624197" y="67431"/>
                </a:lnTo>
                <a:lnTo>
                  <a:pt x="623973" y="68507"/>
                </a:lnTo>
                <a:lnTo>
                  <a:pt x="623769" y="69599"/>
                </a:lnTo>
                <a:lnTo>
                  <a:pt x="623584" y="70706"/>
                </a:lnTo>
                <a:lnTo>
                  <a:pt x="623418" y="71828"/>
                </a:lnTo>
                <a:lnTo>
                  <a:pt x="623272" y="72967"/>
                </a:lnTo>
                <a:lnTo>
                  <a:pt x="623146" y="74121"/>
                </a:lnTo>
                <a:lnTo>
                  <a:pt x="623038" y="75290"/>
                </a:lnTo>
                <a:lnTo>
                  <a:pt x="622951" y="76476"/>
                </a:lnTo>
                <a:lnTo>
                  <a:pt x="622883" y="77677"/>
                </a:lnTo>
                <a:lnTo>
                  <a:pt x="622834" y="78894"/>
                </a:lnTo>
                <a:lnTo>
                  <a:pt x="622805" y="80126"/>
                </a:lnTo>
                <a:lnTo>
                  <a:pt x="622795" y="81374"/>
                </a:lnTo>
                <a:lnTo>
                  <a:pt x="622805" y="82599"/>
                </a:lnTo>
                <a:lnTo>
                  <a:pt x="622834" y="83809"/>
                </a:lnTo>
                <a:lnTo>
                  <a:pt x="622883" y="85004"/>
                </a:lnTo>
                <a:lnTo>
                  <a:pt x="622951" y="86184"/>
                </a:lnTo>
                <a:lnTo>
                  <a:pt x="623038" y="87349"/>
                </a:lnTo>
                <a:lnTo>
                  <a:pt x="623146" y="88498"/>
                </a:lnTo>
                <a:lnTo>
                  <a:pt x="623272" y="89632"/>
                </a:lnTo>
                <a:lnTo>
                  <a:pt x="623418" y="90751"/>
                </a:lnTo>
                <a:lnTo>
                  <a:pt x="623584" y="91855"/>
                </a:lnTo>
                <a:lnTo>
                  <a:pt x="623769" y="92943"/>
                </a:lnTo>
                <a:lnTo>
                  <a:pt x="623973" y="94017"/>
                </a:lnTo>
                <a:lnTo>
                  <a:pt x="624197" y="95075"/>
                </a:lnTo>
                <a:lnTo>
                  <a:pt x="624441" y="96118"/>
                </a:lnTo>
                <a:lnTo>
                  <a:pt x="624704" y="97146"/>
                </a:lnTo>
                <a:lnTo>
                  <a:pt x="624986" y="98159"/>
                </a:lnTo>
                <a:lnTo>
                  <a:pt x="625288" y="99156"/>
                </a:lnTo>
                <a:lnTo>
                  <a:pt x="625609" y="100139"/>
                </a:lnTo>
                <a:lnTo>
                  <a:pt x="625950" y="101106"/>
                </a:lnTo>
                <a:lnTo>
                  <a:pt x="626310" y="102058"/>
                </a:lnTo>
                <a:lnTo>
                  <a:pt x="626690" y="102995"/>
                </a:lnTo>
                <a:lnTo>
                  <a:pt x="627089" y="103916"/>
                </a:lnTo>
                <a:lnTo>
                  <a:pt x="627508" y="104823"/>
                </a:lnTo>
                <a:lnTo>
                  <a:pt x="627946" y="105714"/>
                </a:lnTo>
                <a:lnTo>
                  <a:pt x="628404" y="106590"/>
                </a:lnTo>
                <a:lnTo>
                  <a:pt x="628879" y="107449"/>
                </a:lnTo>
                <a:lnTo>
                  <a:pt x="629371" y="108292"/>
                </a:lnTo>
                <a:lnTo>
                  <a:pt x="629878" y="109117"/>
                </a:lnTo>
                <a:lnTo>
                  <a:pt x="630402" y="109926"/>
                </a:lnTo>
                <a:lnTo>
                  <a:pt x="630942" y="110717"/>
                </a:lnTo>
                <a:lnTo>
                  <a:pt x="631498" y="111491"/>
                </a:lnTo>
                <a:lnTo>
                  <a:pt x="632070" y="112248"/>
                </a:lnTo>
                <a:lnTo>
                  <a:pt x="632659" y="112988"/>
                </a:lnTo>
                <a:lnTo>
                  <a:pt x="633263" y="113711"/>
                </a:lnTo>
                <a:lnTo>
                  <a:pt x="633884" y="114416"/>
                </a:lnTo>
                <a:lnTo>
                  <a:pt x="634520" y="115105"/>
                </a:lnTo>
                <a:lnTo>
                  <a:pt x="635173" y="115776"/>
                </a:lnTo>
                <a:lnTo>
                  <a:pt x="635842" y="116431"/>
                </a:lnTo>
                <a:lnTo>
                  <a:pt x="636527" y="117068"/>
                </a:lnTo>
                <a:lnTo>
                  <a:pt x="637228" y="117688"/>
                </a:lnTo>
                <a:lnTo>
                  <a:pt x="637946" y="118291"/>
                </a:lnTo>
                <a:lnTo>
                  <a:pt x="638679" y="118877"/>
                </a:lnTo>
                <a:lnTo>
                  <a:pt x="639428" y="119446"/>
                </a:lnTo>
                <a:lnTo>
                  <a:pt x="640194" y="119997"/>
                </a:lnTo>
                <a:lnTo>
                  <a:pt x="640976" y="120532"/>
                </a:lnTo>
                <a:lnTo>
                  <a:pt x="641774" y="121049"/>
                </a:lnTo>
                <a:lnTo>
                  <a:pt x="642588" y="121550"/>
                </a:lnTo>
                <a:lnTo>
                  <a:pt x="643418" y="122033"/>
                </a:lnTo>
                <a:lnTo>
                  <a:pt x="644264" y="122499"/>
                </a:lnTo>
                <a:lnTo>
                  <a:pt x="645124" y="122947"/>
                </a:lnTo>
                <a:lnTo>
                  <a:pt x="645996" y="123376"/>
                </a:lnTo>
                <a:lnTo>
                  <a:pt x="646880" y="123785"/>
                </a:lnTo>
                <a:lnTo>
                  <a:pt x="647775" y="124176"/>
                </a:lnTo>
                <a:lnTo>
                  <a:pt x="648681" y="124548"/>
                </a:lnTo>
                <a:lnTo>
                  <a:pt x="649600" y="124900"/>
                </a:lnTo>
                <a:lnTo>
                  <a:pt x="650530" y="125234"/>
                </a:lnTo>
                <a:lnTo>
                  <a:pt x="651472" y="125548"/>
                </a:lnTo>
                <a:lnTo>
                  <a:pt x="652425" y="125843"/>
                </a:lnTo>
                <a:lnTo>
                  <a:pt x="653390" y="126120"/>
                </a:lnTo>
                <a:lnTo>
                  <a:pt x="654367" y="126377"/>
                </a:lnTo>
                <a:lnTo>
                  <a:pt x="655355" y="126615"/>
                </a:lnTo>
                <a:lnTo>
                  <a:pt x="656355" y="126834"/>
                </a:lnTo>
                <a:lnTo>
                  <a:pt x="657367" y="127034"/>
                </a:lnTo>
                <a:lnTo>
                  <a:pt x="658390" y="127215"/>
                </a:lnTo>
                <a:lnTo>
                  <a:pt x="659425" y="127377"/>
                </a:lnTo>
                <a:lnTo>
                  <a:pt x="660471" y="127520"/>
                </a:lnTo>
                <a:lnTo>
                  <a:pt x="661530" y="127644"/>
                </a:lnTo>
                <a:lnTo>
                  <a:pt x="662600" y="127749"/>
                </a:lnTo>
                <a:lnTo>
                  <a:pt x="663681" y="127835"/>
                </a:lnTo>
                <a:lnTo>
                  <a:pt x="664774" y="127901"/>
                </a:lnTo>
                <a:lnTo>
                  <a:pt x="665879" y="127949"/>
                </a:lnTo>
                <a:lnTo>
                  <a:pt x="666996" y="127978"/>
                </a:lnTo>
                <a:lnTo>
                  <a:pt x="668124" y="127987"/>
                </a:lnTo>
                <a:lnTo>
                  <a:pt x="669267" y="127978"/>
                </a:lnTo>
                <a:lnTo>
                  <a:pt x="670398" y="127949"/>
                </a:lnTo>
                <a:lnTo>
                  <a:pt x="671516" y="127901"/>
                </a:lnTo>
                <a:lnTo>
                  <a:pt x="672623" y="127835"/>
                </a:lnTo>
                <a:lnTo>
                  <a:pt x="673717" y="127749"/>
                </a:lnTo>
                <a:close/>
                <a:moveTo>
                  <a:pt x="665013" y="109249"/>
                </a:moveTo>
                <a:lnTo>
                  <a:pt x="664426" y="109177"/>
                </a:lnTo>
                <a:lnTo>
                  <a:pt x="663850" y="109091"/>
                </a:lnTo>
                <a:lnTo>
                  <a:pt x="663287" y="108992"/>
                </a:lnTo>
                <a:lnTo>
                  <a:pt x="662734" y="108880"/>
                </a:lnTo>
                <a:lnTo>
                  <a:pt x="662194" y="108755"/>
                </a:lnTo>
                <a:lnTo>
                  <a:pt x="661665" y="108616"/>
                </a:lnTo>
                <a:lnTo>
                  <a:pt x="661148" y="108465"/>
                </a:lnTo>
                <a:lnTo>
                  <a:pt x="660642" y="108300"/>
                </a:lnTo>
                <a:lnTo>
                  <a:pt x="660148" y="108122"/>
                </a:lnTo>
                <a:lnTo>
                  <a:pt x="659666" y="107930"/>
                </a:lnTo>
                <a:lnTo>
                  <a:pt x="659195" y="107726"/>
                </a:lnTo>
                <a:lnTo>
                  <a:pt x="658736" y="107508"/>
                </a:lnTo>
                <a:lnTo>
                  <a:pt x="658289" y="107278"/>
                </a:lnTo>
                <a:lnTo>
                  <a:pt x="657853" y="107034"/>
                </a:lnTo>
                <a:lnTo>
                  <a:pt x="657429" y="106776"/>
                </a:lnTo>
                <a:lnTo>
                  <a:pt x="657016" y="106506"/>
                </a:lnTo>
                <a:lnTo>
                  <a:pt x="656616" y="106222"/>
                </a:lnTo>
                <a:lnTo>
                  <a:pt x="656227" y="105926"/>
                </a:lnTo>
                <a:lnTo>
                  <a:pt x="655849" y="105616"/>
                </a:lnTo>
                <a:lnTo>
                  <a:pt x="655482" y="105295"/>
                </a:lnTo>
                <a:lnTo>
                  <a:pt x="655124" y="104965"/>
                </a:lnTo>
                <a:lnTo>
                  <a:pt x="654775" y="104626"/>
                </a:lnTo>
                <a:lnTo>
                  <a:pt x="654436" y="104278"/>
                </a:lnTo>
                <a:lnTo>
                  <a:pt x="654105" y="103921"/>
                </a:lnTo>
                <a:lnTo>
                  <a:pt x="653783" y="103555"/>
                </a:lnTo>
                <a:lnTo>
                  <a:pt x="653471" y="103181"/>
                </a:lnTo>
                <a:lnTo>
                  <a:pt x="653167" y="102797"/>
                </a:lnTo>
                <a:lnTo>
                  <a:pt x="652873" y="102404"/>
                </a:lnTo>
                <a:lnTo>
                  <a:pt x="652588" y="102003"/>
                </a:lnTo>
                <a:lnTo>
                  <a:pt x="652312" y="101592"/>
                </a:lnTo>
                <a:lnTo>
                  <a:pt x="652045" y="101173"/>
                </a:lnTo>
                <a:lnTo>
                  <a:pt x="651787" y="100745"/>
                </a:lnTo>
                <a:lnTo>
                  <a:pt x="651538" y="100307"/>
                </a:lnTo>
                <a:lnTo>
                  <a:pt x="651299" y="99861"/>
                </a:lnTo>
                <a:lnTo>
                  <a:pt x="651068" y="99406"/>
                </a:lnTo>
                <a:lnTo>
                  <a:pt x="650847" y="98941"/>
                </a:lnTo>
                <a:lnTo>
                  <a:pt x="650634" y="98468"/>
                </a:lnTo>
                <a:lnTo>
                  <a:pt x="650431" y="97986"/>
                </a:lnTo>
                <a:lnTo>
                  <a:pt x="650237" y="97495"/>
                </a:lnTo>
                <a:lnTo>
                  <a:pt x="650052" y="96995"/>
                </a:lnTo>
                <a:lnTo>
                  <a:pt x="649876" y="96486"/>
                </a:lnTo>
                <a:lnTo>
                  <a:pt x="649709" y="95968"/>
                </a:lnTo>
                <a:lnTo>
                  <a:pt x="649551" y="95442"/>
                </a:lnTo>
                <a:lnTo>
                  <a:pt x="649401" y="94908"/>
                </a:lnTo>
                <a:lnTo>
                  <a:pt x="649257" y="94370"/>
                </a:lnTo>
                <a:lnTo>
                  <a:pt x="649120" y="93827"/>
                </a:lnTo>
                <a:lnTo>
                  <a:pt x="648989" y="93280"/>
                </a:lnTo>
                <a:lnTo>
                  <a:pt x="648865" y="92728"/>
                </a:lnTo>
                <a:lnTo>
                  <a:pt x="648746" y="92172"/>
                </a:lnTo>
                <a:lnTo>
                  <a:pt x="648635" y="91611"/>
                </a:lnTo>
                <a:lnTo>
                  <a:pt x="648529" y="91045"/>
                </a:lnTo>
                <a:lnTo>
                  <a:pt x="648430" y="90475"/>
                </a:lnTo>
                <a:lnTo>
                  <a:pt x="648338" y="89900"/>
                </a:lnTo>
                <a:lnTo>
                  <a:pt x="648252" y="89321"/>
                </a:lnTo>
                <a:lnTo>
                  <a:pt x="648172" y="88737"/>
                </a:lnTo>
                <a:lnTo>
                  <a:pt x="648098" y="88149"/>
                </a:lnTo>
                <a:lnTo>
                  <a:pt x="648031" y="87556"/>
                </a:lnTo>
                <a:lnTo>
                  <a:pt x="647971" y="86959"/>
                </a:lnTo>
                <a:lnTo>
                  <a:pt x="647916" y="86357"/>
                </a:lnTo>
                <a:lnTo>
                  <a:pt x="647869" y="85750"/>
                </a:lnTo>
                <a:lnTo>
                  <a:pt x="647827" y="85139"/>
                </a:lnTo>
                <a:lnTo>
                  <a:pt x="647792" y="84524"/>
                </a:lnTo>
                <a:lnTo>
                  <a:pt x="647763" y="83903"/>
                </a:lnTo>
                <a:lnTo>
                  <a:pt x="647741" y="83279"/>
                </a:lnTo>
                <a:lnTo>
                  <a:pt x="647725" y="82649"/>
                </a:lnTo>
                <a:lnTo>
                  <a:pt x="647715" y="82015"/>
                </a:lnTo>
                <a:lnTo>
                  <a:pt x="647712" y="81377"/>
                </a:lnTo>
                <a:lnTo>
                  <a:pt x="647715" y="80723"/>
                </a:lnTo>
                <a:lnTo>
                  <a:pt x="647725" y="80074"/>
                </a:lnTo>
                <a:lnTo>
                  <a:pt x="647741" y="79429"/>
                </a:lnTo>
                <a:lnTo>
                  <a:pt x="647763" y="78790"/>
                </a:lnTo>
                <a:lnTo>
                  <a:pt x="647792" y="78155"/>
                </a:lnTo>
                <a:lnTo>
                  <a:pt x="647827" y="77526"/>
                </a:lnTo>
                <a:lnTo>
                  <a:pt x="647869" y="76901"/>
                </a:lnTo>
                <a:lnTo>
                  <a:pt x="647916" y="76281"/>
                </a:lnTo>
                <a:lnTo>
                  <a:pt x="647971" y="75666"/>
                </a:lnTo>
                <a:lnTo>
                  <a:pt x="648031" y="75056"/>
                </a:lnTo>
                <a:lnTo>
                  <a:pt x="648098" y="74451"/>
                </a:lnTo>
                <a:lnTo>
                  <a:pt x="648172" y="73850"/>
                </a:lnTo>
                <a:lnTo>
                  <a:pt x="648252" y="73255"/>
                </a:lnTo>
                <a:lnTo>
                  <a:pt x="648338" y="72664"/>
                </a:lnTo>
                <a:lnTo>
                  <a:pt x="648430" y="72079"/>
                </a:lnTo>
                <a:lnTo>
                  <a:pt x="648529" y="71498"/>
                </a:lnTo>
                <a:lnTo>
                  <a:pt x="648635" y="70922"/>
                </a:lnTo>
                <a:lnTo>
                  <a:pt x="648746" y="70351"/>
                </a:lnTo>
                <a:lnTo>
                  <a:pt x="648865" y="69785"/>
                </a:lnTo>
                <a:lnTo>
                  <a:pt x="648989" y="69224"/>
                </a:lnTo>
                <a:lnTo>
                  <a:pt x="649120" y="68667"/>
                </a:lnTo>
                <a:lnTo>
                  <a:pt x="649257" y="68116"/>
                </a:lnTo>
                <a:lnTo>
                  <a:pt x="649401" y="67569"/>
                </a:lnTo>
                <a:lnTo>
                  <a:pt x="649551" y="67028"/>
                </a:lnTo>
                <a:lnTo>
                  <a:pt x="649709" y="66493"/>
                </a:lnTo>
                <a:lnTo>
                  <a:pt x="649876" y="65968"/>
                </a:lnTo>
                <a:lnTo>
                  <a:pt x="650052" y="65451"/>
                </a:lnTo>
                <a:lnTo>
                  <a:pt x="650237" y="64944"/>
                </a:lnTo>
                <a:lnTo>
                  <a:pt x="650431" y="64446"/>
                </a:lnTo>
                <a:lnTo>
                  <a:pt x="650634" y="63957"/>
                </a:lnTo>
                <a:lnTo>
                  <a:pt x="650847" y="63477"/>
                </a:lnTo>
                <a:lnTo>
                  <a:pt x="651068" y="63006"/>
                </a:lnTo>
                <a:lnTo>
                  <a:pt x="651299" y="62544"/>
                </a:lnTo>
                <a:lnTo>
                  <a:pt x="651538" y="62091"/>
                </a:lnTo>
                <a:lnTo>
                  <a:pt x="651787" y="61648"/>
                </a:lnTo>
                <a:lnTo>
                  <a:pt x="652045" y="61214"/>
                </a:lnTo>
                <a:lnTo>
                  <a:pt x="652312" y="60788"/>
                </a:lnTo>
                <a:lnTo>
                  <a:pt x="652588" y="60372"/>
                </a:lnTo>
                <a:lnTo>
                  <a:pt x="652873" y="59965"/>
                </a:lnTo>
                <a:lnTo>
                  <a:pt x="653167" y="59567"/>
                </a:lnTo>
                <a:lnTo>
                  <a:pt x="653471" y="59179"/>
                </a:lnTo>
                <a:lnTo>
                  <a:pt x="653783" y="58799"/>
                </a:lnTo>
                <a:lnTo>
                  <a:pt x="654105" y="58429"/>
                </a:lnTo>
                <a:lnTo>
                  <a:pt x="654436" y="58067"/>
                </a:lnTo>
                <a:lnTo>
                  <a:pt x="654775" y="57715"/>
                </a:lnTo>
                <a:lnTo>
                  <a:pt x="655124" y="57372"/>
                </a:lnTo>
                <a:lnTo>
                  <a:pt x="655482" y="57038"/>
                </a:lnTo>
                <a:lnTo>
                  <a:pt x="655849" y="56713"/>
                </a:lnTo>
                <a:lnTo>
                  <a:pt x="656227" y="56399"/>
                </a:lnTo>
                <a:lnTo>
                  <a:pt x="656616" y="56099"/>
                </a:lnTo>
                <a:lnTo>
                  <a:pt x="657016" y="55812"/>
                </a:lnTo>
                <a:lnTo>
                  <a:pt x="657429" y="55538"/>
                </a:lnTo>
                <a:lnTo>
                  <a:pt x="657853" y="55278"/>
                </a:lnTo>
                <a:lnTo>
                  <a:pt x="658289" y="55031"/>
                </a:lnTo>
                <a:lnTo>
                  <a:pt x="658736" y="54797"/>
                </a:lnTo>
                <a:lnTo>
                  <a:pt x="659195" y="54577"/>
                </a:lnTo>
                <a:lnTo>
                  <a:pt x="659666" y="54370"/>
                </a:lnTo>
                <a:lnTo>
                  <a:pt x="660148" y="54176"/>
                </a:lnTo>
                <a:lnTo>
                  <a:pt x="660642" y="53996"/>
                </a:lnTo>
                <a:lnTo>
                  <a:pt x="661148" y="53829"/>
                </a:lnTo>
                <a:lnTo>
                  <a:pt x="661665" y="53676"/>
                </a:lnTo>
                <a:lnTo>
                  <a:pt x="662194" y="53536"/>
                </a:lnTo>
                <a:lnTo>
                  <a:pt x="662734" y="53409"/>
                </a:lnTo>
                <a:lnTo>
                  <a:pt x="663287" y="53295"/>
                </a:lnTo>
                <a:lnTo>
                  <a:pt x="663850" y="53195"/>
                </a:lnTo>
                <a:lnTo>
                  <a:pt x="664426" y="53109"/>
                </a:lnTo>
                <a:lnTo>
                  <a:pt x="665013" y="53035"/>
                </a:lnTo>
                <a:lnTo>
                  <a:pt x="665612" y="52975"/>
                </a:lnTo>
                <a:lnTo>
                  <a:pt x="666222" y="52928"/>
                </a:lnTo>
                <a:lnTo>
                  <a:pt x="666845" y="52895"/>
                </a:lnTo>
                <a:lnTo>
                  <a:pt x="667478" y="52875"/>
                </a:lnTo>
                <a:lnTo>
                  <a:pt x="668124" y="52868"/>
                </a:lnTo>
                <a:lnTo>
                  <a:pt x="668784" y="52875"/>
                </a:lnTo>
                <a:lnTo>
                  <a:pt x="669433" y="52895"/>
                </a:lnTo>
                <a:lnTo>
                  <a:pt x="670070" y="52928"/>
                </a:lnTo>
                <a:lnTo>
                  <a:pt x="670694" y="52975"/>
                </a:lnTo>
                <a:lnTo>
                  <a:pt x="671307" y="53035"/>
                </a:lnTo>
                <a:lnTo>
                  <a:pt x="671908" y="53109"/>
                </a:lnTo>
                <a:lnTo>
                  <a:pt x="672497" y="53195"/>
                </a:lnTo>
                <a:lnTo>
                  <a:pt x="673074" y="53295"/>
                </a:lnTo>
                <a:lnTo>
                  <a:pt x="673638" y="53409"/>
                </a:lnTo>
                <a:lnTo>
                  <a:pt x="674191" y="53536"/>
                </a:lnTo>
                <a:lnTo>
                  <a:pt x="674732" y="53676"/>
                </a:lnTo>
                <a:lnTo>
                  <a:pt x="675261" y="53829"/>
                </a:lnTo>
                <a:lnTo>
                  <a:pt x="675778" y="53996"/>
                </a:lnTo>
                <a:lnTo>
                  <a:pt x="676283" y="54176"/>
                </a:lnTo>
                <a:lnTo>
                  <a:pt x="676776" y="54370"/>
                </a:lnTo>
                <a:lnTo>
                  <a:pt x="677257" y="54577"/>
                </a:lnTo>
                <a:lnTo>
                  <a:pt x="677726" y="54797"/>
                </a:lnTo>
                <a:lnTo>
                  <a:pt x="678183" y="55031"/>
                </a:lnTo>
                <a:lnTo>
                  <a:pt x="678628" y="55278"/>
                </a:lnTo>
                <a:lnTo>
                  <a:pt x="679061" y="55538"/>
                </a:lnTo>
                <a:lnTo>
                  <a:pt x="679483" y="55812"/>
                </a:lnTo>
                <a:lnTo>
                  <a:pt x="679892" y="56099"/>
                </a:lnTo>
                <a:lnTo>
                  <a:pt x="680289" y="56399"/>
                </a:lnTo>
                <a:lnTo>
                  <a:pt x="680674" y="56713"/>
                </a:lnTo>
                <a:lnTo>
                  <a:pt x="681049" y="57038"/>
                </a:lnTo>
                <a:lnTo>
                  <a:pt x="681414" y="57372"/>
                </a:lnTo>
                <a:lnTo>
                  <a:pt x="681770" y="57715"/>
                </a:lnTo>
                <a:lnTo>
                  <a:pt x="682117" y="58067"/>
                </a:lnTo>
                <a:lnTo>
                  <a:pt x="682455" y="58429"/>
                </a:lnTo>
                <a:lnTo>
                  <a:pt x="682783" y="58799"/>
                </a:lnTo>
                <a:lnTo>
                  <a:pt x="683102" y="59179"/>
                </a:lnTo>
                <a:lnTo>
                  <a:pt x="683412" y="59567"/>
                </a:lnTo>
                <a:lnTo>
                  <a:pt x="683713" y="59965"/>
                </a:lnTo>
                <a:lnTo>
                  <a:pt x="684004" y="60372"/>
                </a:lnTo>
                <a:lnTo>
                  <a:pt x="684286" y="60788"/>
                </a:lnTo>
                <a:lnTo>
                  <a:pt x="684559" y="61214"/>
                </a:lnTo>
                <a:lnTo>
                  <a:pt x="684822" y="61648"/>
                </a:lnTo>
                <a:lnTo>
                  <a:pt x="685077" y="62091"/>
                </a:lnTo>
                <a:lnTo>
                  <a:pt x="685322" y="62544"/>
                </a:lnTo>
                <a:lnTo>
                  <a:pt x="685558" y="63006"/>
                </a:lnTo>
                <a:lnTo>
                  <a:pt x="685784" y="63477"/>
                </a:lnTo>
                <a:lnTo>
                  <a:pt x="686001" y="63957"/>
                </a:lnTo>
                <a:lnTo>
                  <a:pt x="686209" y="64446"/>
                </a:lnTo>
                <a:lnTo>
                  <a:pt x="686408" y="64944"/>
                </a:lnTo>
                <a:lnTo>
                  <a:pt x="686598" y="65451"/>
                </a:lnTo>
                <a:lnTo>
                  <a:pt x="686778" y="65968"/>
                </a:lnTo>
                <a:lnTo>
                  <a:pt x="686949" y="66493"/>
                </a:lnTo>
                <a:lnTo>
                  <a:pt x="687110" y="67028"/>
                </a:lnTo>
                <a:lnTo>
                  <a:pt x="687264" y="67569"/>
                </a:lnTo>
                <a:lnTo>
                  <a:pt x="687411" y="68116"/>
                </a:lnTo>
                <a:lnTo>
                  <a:pt x="687552" y="68667"/>
                </a:lnTo>
                <a:lnTo>
                  <a:pt x="687686" y="69224"/>
                </a:lnTo>
                <a:lnTo>
                  <a:pt x="687814" y="69785"/>
                </a:lnTo>
                <a:lnTo>
                  <a:pt x="687935" y="70351"/>
                </a:lnTo>
                <a:lnTo>
                  <a:pt x="688050" y="70922"/>
                </a:lnTo>
                <a:lnTo>
                  <a:pt x="688158" y="71498"/>
                </a:lnTo>
                <a:lnTo>
                  <a:pt x="688259" y="72079"/>
                </a:lnTo>
                <a:lnTo>
                  <a:pt x="688354" y="72664"/>
                </a:lnTo>
                <a:lnTo>
                  <a:pt x="688442" y="73255"/>
                </a:lnTo>
                <a:lnTo>
                  <a:pt x="688524" y="73850"/>
                </a:lnTo>
                <a:lnTo>
                  <a:pt x="688599" y="74451"/>
                </a:lnTo>
                <a:lnTo>
                  <a:pt x="688668" y="75056"/>
                </a:lnTo>
                <a:lnTo>
                  <a:pt x="688730" y="75666"/>
                </a:lnTo>
                <a:lnTo>
                  <a:pt x="688786" y="76281"/>
                </a:lnTo>
                <a:lnTo>
                  <a:pt x="688835" y="76901"/>
                </a:lnTo>
                <a:lnTo>
                  <a:pt x="688877" y="77526"/>
                </a:lnTo>
                <a:lnTo>
                  <a:pt x="688913" y="78155"/>
                </a:lnTo>
                <a:lnTo>
                  <a:pt x="688943" y="78790"/>
                </a:lnTo>
                <a:lnTo>
                  <a:pt x="688966" y="79429"/>
                </a:lnTo>
                <a:lnTo>
                  <a:pt x="688982" y="80074"/>
                </a:lnTo>
                <a:lnTo>
                  <a:pt x="688992" y="80723"/>
                </a:lnTo>
                <a:lnTo>
                  <a:pt x="688995" y="81377"/>
                </a:lnTo>
                <a:lnTo>
                  <a:pt x="688992" y="82015"/>
                </a:lnTo>
                <a:lnTo>
                  <a:pt x="688982" y="82649"/>
                </a:lnTo>
                <a:lnTo>
                  <a:pt x="688966" y="83279"/>
                </a:lnTo>
                <a:lnTo>
                  <a:pt x="688943" y="83903"/>
                </a:lnTo>
                <a:lnTo>
                  <a:pt x="688913" y="84524"/>
                </a:lnTo>
                <a:lnTo>
                  <a:pt x="688877" y="85139"/>
                </a:lnTo>
                <a:lnTo>
                  <a:pt x="688835" y="85750"/>
                </a:lnTo>
                <a:lnTo>
                  <a:pt x="688786" y="86357"/>
                </a:lnTo>
                <a:lnTo>
                  <a:pt x="688730" y="86959"/>
                </a:lnTo>
                <a:lnTo>
                  <a:pt x="688668" y="87556"/>
                </a:lnTo>
                <a:lnTo>
                  <a:pt x="688599" y="88149"/>
                </a:lnTo>
                <a:lnTo>
                  <a:pt x="688524" y="88737"/>
                </a:lnTo>
                <a:lnTo>
                  <a:pt x="688442" y="89321"/>
                </a:lnTo>
                <a:lnTo>
                  <a:pt x="688354" y="89900"/>
                </a:lnTo>
                <a:lnTo>
                  <a:pt x="688259" y="90475"/>
                </a:lnTo>
                <a:lnTo>
                  <a:pt x="688158" y="91045"/>
                </a:lnTo>
                <a:lnTo>
                  <a:pt x="688050" y="91611"/>
                </a:lnTo>
                <a:lnTo>
                  <a:pt x="687935" y="92172"/>
                </a:lnTo>
                <a:lnTo>
                  <a:pt x="687814" y="92728"/>
                </a:lnTo>
                <a:lnTo>
                  <a:pt x="687686" y="93280"/>
                </a:lnTo>
                <a:lnTo>
                  <a:pt x="687552" y="93827"/>
                </a:lnTo>
                <a:lnTo>
                  <a:pt x="687411" y="94370"/>
                </a:lnTo>
                <a:lnTo>
                  <a:pt x="687264" y="94908"/>
                </a:lnTo>
                <a:lnTo>
                  <a:pt x="687110" y="95442"/>
                </a:lnTo>
                <a:lnTo>
                  <a:pt x="686949" y="95968"/>
                </a:lnTo>
                <a:lnTo>
                  <a:pt x="686778" y="96486"/>
                </a:lnTo>
                <a:lnTo>
                  <a:pt x="686598" y="96995"/>
                </a:lnTo>
                <a:lnTo>
                  <a:pt x="686408" y="97495"/>
                </a:lnTo>
                <a:lnTo>
                  <a:pt x="686209" y="97986"/>
                </a:lnTo>
                <a:lnTo>
                  <a:pt x="686001" y="98468"/>
                </a:lnTo>
                <a:lnTo>
                  <a:pt x="685784" y="98941"/>
                </a:lnTo>
                <a:lnTo>
                  <a:pt x="685558" y="99406"/>
                </a:lnTo>
                <a:lnTo>
                  <a:pt x="685322" y="99861"/>
                </a:lnTo>
                <a:lnTo>
                  <a:pt x="685077" y="100307"/>
                </a:lnTo>
                <a:lnTo>
                  <a:pt x="684822" y="100745"/>
                </a:lnTo>
                <a:lnTo>
                  <a:pt x="684559" y="101173"/>
                </a:lnTo>
                <a:lnTo>
                  <a:pt x="684286" y="101592"/>
                </a:lnTo>
                <a:lnTo>
                  <a:pt x="684004" y="102003"/>
                </a:lnTo>
                <a:lnTo>
                  <a:pt x="683713" y="102404"/>
                </a:lnTo>
                <a:lnTo>
                  <a:pt x="683412" y="102797"/>
                </a:lnTo>
                <a:lnTo>
                  <a:pt x="683102" y="103181"/>
                </a:lnTo>
                <a:lnTo>
                  <a:pt x="682783" y="103555"/>
                </a:lnTo>
                <a:lnTo>
                  <a:pt x="682455" y="103921"/>
                </a:lnTo>
                <a:lnTo>
                  <a:pt x="682117" y="104278"/>
                </a:lnTo>
                <a:lnTo>
                  <a:pt x="681770" y="104626"/>
                </a:lnTo>
                <a:lnTo>
                  <a:pt x="681414" y="104965"/>
                </a:lnTo>
                <a:lnTo>
                  <a:pt x="681049" y="105295"/>
                </a:lnTo>
                <a:lnTo>
                  <a:pt x="680674" y="105616"/>
                </a:lnTo>
                <a:lnTo>
                  <a:pt x="680289" y="105926"/>
                </a:lnTo>
                <a:lnTo>
                  <a:pt x="679892" y="106222"/>
                </a:lnTo>
                <a:lnTo>
                  <a:pt x="679483" y="106506"/>
                </a:lnTo>
                <a:lnTo>
                  <a:pt x="679061" y="106776"/>
                </a:lnTo>
                <a:lnTo>
                  <a:pt x="678628" y="107034"/>
                </a:lnTo>
                <a:lnTo>
                  <a:pt x="678183" y="107278"/>
                </a:lnTo>
                <a:lnTo>
                  <a:pt x="677726" y="107508"/>
                </a:lnTo>
                <a:lnTo>
                  <a:pt x="677257" y="107726"/>
                </a:lnTo>
                <a:lnTo>
                  <a:pt x="676776" y="107930"/>
                </a:lnTo>
                <a:lnTo>
                  <a:pt x="676283" y="108122"/>
                </a:lnTo>
                <a:lnTo>
                  <a:pt x="675778" y="108300"/>
                </a:lnTo>
                <a:lnTo>
                  <a:pt x="675261" y="108465"/>
                </a:lnTo>
                <a:lnTo>
                  <a:pt x="674732" y="108616"/>
                </a:lnTo>
                <a:lnTo>
                  <a:pt x="674191" y="108755"/>
                </a:lnTo>
                <a:lnTo>
                  <a:pt x="673638" y="108880"/>
                </a:lnTo>
                <a:lnTo>
                  <a:pt x="673074" y="108992"/>
                </a:lnTo>
                <a:lnTo>
                  <a:pt x="672497" y="109091"/>
                </a:lnTo>
                <a:lnTo>
                  <a:pt x="671908" y="109177"/>
                </a:lnTo>
                <a:lnTo>
                  <a:pt x="671307" y="109249"/>
                </a:lnTo>
                <a:lnTo>
                  <a:pt x="670694" y="109309"/>
                </a:lnTo>
                <a:lnTo>
                  <a:pt x="670070" y="109355"/>
                </a:lnTo>
                <a:lnTo>
                  <a:pt x="669433" y="109388"/>
                </a:lnTo>
                <a:lnTo>
                  <a:pt x="668784" y="109408"/>
                </a:lnTo>
                <a:lnTo>
                  <a:pt x="668124" y="109414"/>
                </a:lnTo>
                <a:lnTo>
                  <a:pt x="667478" y="109408"/>
                </a:lnTo>
                <a:lnTo>
                  <a:pt x="666845" y="109388"/>
                </a:lnTo>
                <a:lnTo>
                  <a:pt x="666222" y="109355"/>
                </a:lnTo>
                <a:lnTo>
                  <a:pt x="665612" y="109309"/>
                </a:lnTo>
                <a:lnTo>
                  <a:pt x="665013" y="109249"/>
                </a:lnTo>
                <a:close/>
                <a:moveTo>
                  <a:pt x="1199900" y="23627"/>
                </a:moveTo>
                <a:lnTo>
                  <a:pt x="1200410" y="23574"/>
                </a:lnTo>
                <a:lnTo>
                  <a:pt x="1200909" y="23509"/>
                </a:lnTo>
                <a:lnTo>
                  <a:pt x="1201396" y="23432"/>
                </a:lnTo>
                <a:lnTo>
                  <a:pt x="1201873" y="23344"/>
                </a:lnTo>
                <a:lnTo>
                  <a:pt x="1202339" y="23243"/>
                </a:lnTo>
                <a:lnTo>
                  <a:pt x="1202794" y="23131"/>
                </a:lnTo>
                <a:lnTo>
                  <a:pt x="1203237" y="23007"/>
                </a:lnTo>
                <a:lnTo>
                  <a:pt x="1203670" y="22871"/>
                </a:lnTo>
                <a:lnTo>
                  <a:pt x="1204092" y="22724"/>
                </a:lnTo>
                <a:lnTo>
                  <a:pt x="1204502" y="22564"/>
                </a:lnTo>
                <a:lnTo>
                  <a:pt x="1204902" y="22393"/>
                </a:lnTo>
                <a:lnTo>
                  <a:pt x="1205290" y="22210"/>
                </a:lnTo>
                <a:lnTo>
                  <a:pt x="1205668" y="22015"/>
                </a:lnTo>
                <a:lnTo>
                  <a:pt x="1206035" y="21808"/>
                </a:lnTo>
                <a:lnTo>
                  <a:pt x="1206390" y="21590"/>
                </a:lnTo>
                <a:lnTo>
                  <a:pt x="1206735" y="21359"/>
                </a:lnTo>
                <a:lnTo>
                  <a:pt x="1207068" y="21117"/>
                </a:lnTo>
                <a:lnTo>
                  <a:pt x="1207391" y="20863"/>
                </a:lnTo>
                <a:lnTo>
                  <a:pt x="1207702" y="20597"/>
                </a:lnTo>
                <a:lnTo>
                  <a:pt x="1208003" y="20320"/>
                </a:lnTo>
                <a:lnTo>
                  <a:pt x="1208292" y="20033"/>
                </a:lnTo>
                <a:lnTo>
                  <a:pt x="1208568" y="19741"/>
                </a:lnTo>
                <a:lnTo>
                  <a:pt x="1208832" y="19443"/>
                </a:lnTo>
                <a:lnTo>
                  <a:pt x="1209084" y="19140"/>
                </a:lnTo>
                <a:lnTo>
                  <a:pt x="1209324" y="18830"/>
                </a:lnTo>
                <a:lnTo>
                  <a:pt x="1209552" y="18515"/>
                </a:lnTo>
                <a:lnTo>
                  <a:pt x="1209767" y="18195"/>
                </a:lnTo>
                <a:lnTo>
                  <a:pt x="1209969" y="17868"/>
                </a:lnTo>
                <a:lnTo>
                  <a:pt x="1210160" y="17536"/>
                </a:lnTo>
                <a:lnTo>
                  <a:pt x="1210338" y="17197"/>
                </a:lnTo>
                <a:lnTo>
                  <a:pt x="1210504" y="16854"/>
                </a:lnTo>
                <a:lnTo>
                  <a:pt x="1210658" y="16504"/>
                </a:lnTo>
                <a:lnTo>
                  <a:pt x="1210799" y="16149"/>
                </a:lnTo>
                <a:lnTo>
                  <a:pt x="1210928" y="15788"/>
                </a:lnTo>
                <a:lnTo>
                  <a:pt x="1211045" y="15421"/>
                </a:lnTo>
                <a:lnTo>
                  <a:pt x="1211149" y="15048"/>
                </a:lnTo>
                <a:lnTo>
                  <a:pt x="1211242" y="14670"/>
                </a:lnTo>
                <a:lnTo>
                  <a:pt x="1211321" y="14286"/>
                </a:lnTo>
                <a:lnTo>
                  <a:pt x="1211389" y="13896"/>
                </a:lnTo>
                <a:lnTo>
                  <a:pt x="1211444" y="13501"/>
                </a:lnTo>
                <a:lnTo>
                  <a:pt x="1211487" y="13099"/>
                </a:lnTo>
                <a:lnTo>
                  <a:pt x="1211518" y="12692"/>
                </a:lnTo>
                <a:lnTo>
                  <a:pt x="1211537" y="12279"/>
                </a:lnTo>
                <a:lnTo>
                  <a:pt x="1211543" y="11861"/>
                </a:lnTo>
                <a:lnTo>
                  <a:pt x="1211537" y="11435"/>
                </a:lnTo>
                <a:lnTo>
                  <a:pt x="1211518" y="11015"/>
                </a:lnTo>
                <a:lnTo>
                  <a:pt x="1211487" y="10602"/>
                </a:lnTo>
                <a:lnTo>
                  <a:pt x="1211444" y="10194"/>
                </a:lnTo>
                <a:lnTo>
                  <a:pt x="1211389" y="9793"/>
                </a:lnTo>
                <a:lnTo>
                  <a:pt x="1211321" y="9398"/>
                </a:lnTo>
                <a:lnTo>
                  <a:pt x="1211242" y="9010"/>
                </a:lnTo>
                <a:lnTo>
                  <a:pt x="1211149" y="8627"/>
                </a:lnTo>
                <a:lnTo>
                  <a:pt x="1211045" y="8251"/>
                </a:lnTo>
                <a:lnTo>
                  <a:pt x="1210928" y="7881"/>
                </a:lnTo>
                <a:lnTo>
                  <a:pt x="1210799" y="7518"/>
                </a:lnTo>
                <a:lnTo>
                  <a:pt x="1210658" y="7160"/>
                </a:lnTo>
                <a:lnTo>
                  <a:pt x="1210504" y="6809"/>
                </a:lnTo>
                <a:lnTo>
                  <a:pt x="1210338" y="6464"/>
                </a:lnTo>
                <a:lnTo>
                  <a:pt x="1210160" y="6125"/>
                </a:lnTo>
                <a:lnTo>
                  <a:pt x="1209969" y="5793"/>
                </a:lnTo>
                <a:lnTo>
                  <a:pt x="1209767" y="5466"/>
                </a:lnTo>
                <a:lnTo>
                  <a:pt x="1209552" y="5146"/>
                </a:lnTo>
                <a:lnTo>
                  <a:pt x="1209324" y="4832"/>
                </a:lnTo>
                <a:lnTo>
                  <a:pt x="1209084" y="4524"/>
                </a:lnTo>
                <a:lnTo>
                  <a:pt x="1208832" y="4223"/>
                </a:lnTo>
                <a:lnTo>
                  <a:pt x="1208568" y="3928"/>
                </a:lnTo>
                <a:lnTo>
                  <a:pt x="1208292" y="3639"/>
                </a:lnTo>
                <a:lnTo>
                  <a:pt x="1208003" y="3356"/>
                </a:lnTo>
                <a:lnTo>
                  <a:pt x="1207702" y="3082"/>
                </a:lnTo>
                <a:lnTo>
                  <a:pt x="1207391" y="2820"/>
                </a:lnTo>
                <a:lnTo>
                  <a:pt x="1207068" y="2569"/>
                </a:lnTo>
                <a:lnTo>
                  <a:pt x="1206735" y="2331"/>
                </a:lnTo>
                <a:lnTo>
                  <a:pt x="1206390" y="2103"/>
                </a:lnTo>
                <a:lnTo>
                  <a:pt x="1206035" y="1888"/>
                </a:lnTo>
                <a:lnTo>
                  <a:pt x="1205668" y="1684"/>
                </a:lnTo>
                <a:lnTo>
                  <a:pt x="1205290" y="1492"/>
                </a:lnTo>
                <a:lnTo>
                  <a:pt x="1204902" y="1311"/>
                </a:lnTo>
                <a:lnTo>
                  <a:pt x="1204502" y="1142"/>
                </a:lnTo>
                <a:lnTo>
                  <a:pt x="1204092" y="985"/>
                </a:lnTo>
                <a:lnTo>
                  <a:pt x="1203670" y="839"/>
                </a:lnTo>
                <a:lnTo>
                  <a:pt x="1203237" y="705"/>
                </a:lnTo>
                <a:lnTo>
                  <a:pt x="1202794" y="583"/>
                </a:lnTo>
                <a:lnTo>
                  <a:pt x="1202339" y="472"/>
                </a:lnTo>
                <a:lnTo>
                  <a:pt x="1201873" y="373"/>
                </a:lnTo>
                <a:lnTo>
                  <a:pt x="1201396" y="285"/>
                </a:lnTo>
                <a:lnTo>
                  <a:pt x="1200909" y="210"/>
                </a:lnTo>
                <a:lnTo>
                  <a:pt x="1200410" y="146"/>
                </a:lnTo>
                <a:lnTo>
                  <a:pt x="1199900" y="93"/>
                </a:lnTo>
                <a:lnTo>
                  <a:pt x="1199379" y="52"/>
                </a:lnTo>
                <a:lnTo>
                  <a:pt x="1198848" y="23"/>
                </a:lnTo>
                <a:lnTo>
                  <a:pt x="1198305" y="6"/>
                </a:lnTo>
                <a:lnTo>
                  <a:pt x="1197751" y="0"/>
                </a:lnTo>
                <a:lnTo>
                  <a:pt x="1197197" y="6"/>
                </a:lnTo>
                <a:lnTo>
                  <a:pt x="1196654" y="23"/>
                </a:lnTo>
                <a:lnTo>
                  <a:pt x="1196123" y="52"/>
                </a:lnTo>
                <a:lnTo>
                  <a:pt x="1195602" y="93"/>
                </a:lnTo>
                <a:lnTo>
                  <a:pt x="1195092" y="146"/>
                </a:lnTo>
                <a:lnTo>
                  <a:pt x="1194593" y="210"/>
                </a:lnTo>
                <a:lnTo>
                  <a:pt x="1194106" y="285"/>
                </a:lnTo>
                <a:lnTo>
                  <a:pt x="1193629" y="373"/>
                </a:lnTo>
                <a:lnTo>
                  <a:pt x="1193163" y="472"/>
                </a:lnTo>
                <a:lnTo>
                  <a:pt x="1192708" y="583"/>
                </a:lnTo>
                <a:lnTo>
                  <a:pt x="1192265" y="705"/>
                </a:lnTo>
                <a:lnTo>
                  <a:pt x="1191832" y="839"/>
                </a:lnTo>
                <a:lnTo>
                  <a:pt x="1191410" y="985"/>
                </a:lnTo>
                <a:lnTo>
                  <a:pt x="1191000" y="1142"/>
                </a:lnTo>
                <a:lnTo>
                  <a:pt x="1190600" y="1311"/>
                </a:lnTo>
                <a:lnTo>
                  <a:pt x="1190212" y="1492"/>
                </a:lnTo>
                <a:lnTo>
                  <a:pt x="1189834" y="1684"/>
                </a:lnTo>
                <a:lnTo>
                  <a:pt x="1189467" y="1888"/>
                </a:lnTo>
                <a:lnTo>
                  <a:pt x="1189112" y="2103"/>
                </a:lnTo>
                <a:lnTo>
                  <a:pt x="1188767" y="2331"/>
                </a:lnTo>
                <a:lnTo>
                  <a:pt x="1188434" y="2569"/>
                </a:lnTo>
                <a:lnTo>
                  <a:pt x="1188111" y="2820"/>
                </a:lnTo>
                <a:lnTo>
                  <a:pt x="1187800" y="3082"/>
                </a:lnTo>
                <a:lnTo>
                  <a:pt x="1187499" y="3356"/>
                </a:lnTo>
                <a:lnTo>
                  <a:pt x="1187210" y="3639"/>
                </a:lnTo>
                <a:lnTo>
                  <a:pt x="1186934" y="3928"/>
                </a:lnTo>
                <a:lnTo>
                  <a:pt x="1186669" y="4223"/>
                </a:lnTo>
                <a:lnTo>
                  <a:pt x="1186418" y="4524"/>
                </a:lnTo>
                <a:lnTo>
                  <a:pt x="1186178" y="4832"/>
                </a:lnTo>
                <a:lnTo>
                  <a:pt x="1185950" y="5146"/>
                </a:lnTo>
                <a:lnTo>
                  <a:pt x="1185735" y="5466"/>
                </a:lnTo>
                <a:lnTo>
                  <a:pt x="1185533" y="5793"/>
                </a:lnTo>
                <a:lnTo>
                  <a:pt x="1185342" y="6125"/>
                </a:lnTo>
                <a:lnTo>
                  <a:pt x="1185164" y="6464"/>
                </a:lnTo>
                <a:lnTo>
                  <a:pt x="1184998" y="6809"/>
                </a:lnTo>
                <a:lnTo>
                  <a:pt x="1184844" y="7160"/>
                </a:lnTo>
                <a:lnTo>
                  <a:pt x="1184703" y="7518"/>
                </a:lnTo>
                <a:lnTo>
                  <a:pt x="1184574" y="7881"/>
                </a:lnTo>
                <a:lnTo>
                  <a:pt x="1184457" y="8251"/>
                </a:lnTo>
                <a:lnTo>
                  <a:pt x="1184353" y="8627"/>
                </a:lnTo>
                <a:lnTo>
                  <a:pt x="1184260" y="9010"/>
                </a:lnTo>
                <a:lnTo>
                  <a:pt x="1184181" y="9398"/>
                </a:lnTo>
                <a:lnTo>
                  <a:pt x="1184113" y="9793"/>
                </a:lnTo>
                <a:lnTo>
                  <a:pt x="1184058" y="10194"/>
                </a:lnTo>
                <a:lnTo>
                  <a:pt x="1184015" y="10602"/>
                </a:lnTo>
                <a:lnTo>
                  <a:pt x="1183984" y="11015"/>
                </a:lnTo>
                <a:lnTo>
                  <a:pt x="1183965" y="11435"/>
                </a:lnTo>
                <a:lnTo>
                  <a:pt x="1183959" y="11861"/>
                </a:lnTo>
                <a:lnTo>
                  <a:pt x="1183965" y="12279"/>
                </a:lnTo>
                <a:lnTo>
                  <a:pt x="1183984" y="12692"/>
                </a:lnTo>
                <a:lnTo>
                  <a:pt x="1184015" y="13099"/>
                </a:lnTo>
                <a:lnTo>
                  <a:pt x="1184058" y="13501"/>
                </a:lnTo>
                <a:lnTo>
                  <a:pt x="1184113" y="13896"/>
                </a:lnTo>
                <a:lnTo>
                  <a:pt x="1184181" y="14286"/>
                </a:lnTo>
                <a:lnTo>
                  <a:pt x="1184260" y="14670"/>
                </a:lnTo>
                <a:lnTo>
                  <a:pt x="1184353" y="15048"/>
                </a:lnTo>
                <a:lnTo>
                  <a:pt x="1184457" y="15421"/>
                </a:lnTo>
                <a:lnTo>
                  <a:pt x="1184574" y="15788"/>
                </a:lnTo>
                <a:lnTo>
                  <a:pt x="1184703" y="16149"/>
                </a:lnTo>
                <a:lnTo>
                  <a:pt x="1184844" y="16504"/>
                </a:lnTo>
                <a:lnTo>
                  <a:pt x="1184998" y="16854"/>
                </a:lnTo>
                <a:lnTo>
                  <a:pt x="1185164" y="17197"/>
                </a:lnTo>
                <a:lnTo>
                  <a:pt x="1185342" y="17536"/>
                </a:lnTo>
                <a:lnTo>
                  <a:pt x="1185533" y="17868"/>
                </a:lnTo>
                <a:lnTo>
                  <a:pt x="1185735" y="18195"/>
                </a:lnTo>
                <a:lnTo>
                  <a:pt x="1185950" y="18515"/>
                </a:lnTo>
                <a:lnTo>
                  <a:pt x="1186178" y="18830"/>
                </a:lnTo>
                <a:lnTo>
                  <a:pt x="1186418" y="19140"/>
                </a:lnTo>
                <a:lnTo>
                  <a:pt x="1186669" y="19443"/>
                </a:lnTo>
                <a:lnTo>
                  <a:pt x="1186934" y="19741"/>
                </a:lnTo>
                <a:lnTo>
                  <a:pt x="1187210" y="20033"/>
                </a:lnTo>
                <a:lnTo>
                  <a:pt x="1187499" y="20320"/>
                </a:lnTo>
                <a:lnTo>
                  <a:pt x="1187800" y="20597"/>
                </a:lnTo>
                <a:lnTo>
                  <a:pt x="1188111" y="20863"/>
                </a:lnTo>
                <a:lnTo>
                  <a:pt x="1188434" y="21117"/>
                </a:lnTo>
                <a:lnTo>
                  <a:pt x="1188767" y="21359"/>
                </a:lnTo>
                <a:lnTo>
                  <a:pt x="1189112" y="21590"/>
                </a:lnTo>
                <a:lnTo>
                  <a:pt x="1189467" y="21808"/>
                </a:lnTo>
                <a:lnTo>
                  <a:pt x="1189834" y="22015"/>
                </a:lnTo>
                <a:lnTo>
                  <a:pt x="1190212" y="22210"/>
                </a:lnTo>
                <a:lnTo>
                  <a:pt x="1190600" y="22393"/>
                </a:lnTo>
                <a:lnTo>
                  <a:pt x="1191000" y="22564"/>
                </a:lnTo>
                <a:lnTo>
                  <a:pt x="1191410" y="22724"/>
                </a:lnTo>
                <a:lnTo>
                  <a:pt x="1191832" y="22871"/>
                </a:lnTo>
                <a:lnTo>
                  <a:pt x="1192265" y="23007"/>
                </a:lnTo>
                <a:lnTo>
                  <a:pt x="1192708" y="23131"/>
                </a:lnTo>
                <a:lnTo>
                  <a:pt x="1193163" y="23243"/>
                </a:lnTo>
                <a:lnTo>
                  <a:pt x="1193629" y="23344"/>
                </a:lnTo>
                <a:lnTo>
                  <a:pt x="1194106" y="23432"/>
                </a:lnTo>
                <a:lnTo>
                  <a:pt x="1194593" y="23509"/>
                </a:lnTo>
                <a:lnTo>
                  <a:pt x="1195092" y="23574"/>
                </a:lnTo>
                <a:lnTo>
                  <a:pt x="1195602" y="23627"/>
                </a:lnTo>
                <a:lnTo>
                  <a:pt x="1196123" y="23669"/>
                </a:lnTo>
                <a:lnTo>
                  <a:pt x="1196654" y="23698"/>
                </a:lnTo>
                <a:lnTo>
                  <a:pt x="1197197" y="23716"/>
                </a:lnTo>
                <a:lnTo>
                  <a:pt x="1197751" y="23722"/>
                </a:lnTo>
                <a:lnTo>
                  <a:pt x="1198305" y="23716"/>
                </a:lnTo>
                <a:lnTo>
                  <a:pt x="1198848" y="23698"/>
                </a:lnTo>
                <a:lnTo>
                  <a:pt x="1199379" y="23669"/>
                </a:lnTo>
                <a:lnTo>
                  <a:pt x="1199900" y="23627"/>
                </a:lnTo>
                <a:close/>
                <a:moveTo>
                  <a:pt x="1139998" y="64879"/>
                </a:moveTo>
                <a:lnTo>
                  <a:pt x="1140253" y="64544"/>
                </a:lnTo>
                <a:lnTo>
                  <a:pt x="1140511" y="64215"/>
                </a:lnTo>
                <a:lnTo>
                  <a:pt x="1140774" y="63892"/>
                </a:lnTo>
                <a:lnTo>
                  <a:pt x="1141040" y="63576"/>
                </a:lnTo>
                <a:lnTo>
                  <a:pt x="1141310" y="63266"/>
                </a:lnTo>
                <a:lnTo>
                  <a:pt x="1141584" y="62963"/>
                </a:lnTo>
                <a:lnTo>
                  <a:pt x="1141862" y="62666"/>
                </a:lnTo>
                <a:lnTo>
                  <a:pt x="1142143" y="62375"/>
                </a:lnTo>
                <a:lnTo>
                  <a:pt x="1142429" y="62090"/>
                </a:lnTo>
                <a:lnTo>
                  <a:pt x="1142718" y="61812"/>
                </a:lnTo>
                <a:lnTo>
                  <a:pt x="1143011" y="61540"/>
                </a:lnTo>
                <a:lnTo>
                  <a:pt x="1143308" y="61275"/>
                </a:lnTo>
                <a:lnTo>
                  <a:pt x="1143609" y="61016"/>
                </a:lnTo>
                <a:lnTo>
                  <a:pt x="1143913" y="60763"/>
                </a:lnTo>
                <a:lnTo>
                  <a:pt x="1144222" y="60516"/>
                </a:lnTo>
                <a:lnTo>
                  <a:pt x="1144534" y="60276"/>
                </a:lnTo>
                <a:lnTo>
                  <a:pt x="1144850" y="60042"/>
                </a:lnTo>
                <a:lnTo>
                  <a:pt x="1145170" y="59815"/>
                </a:lnTo>
                <a:lnTo>
                  <a:pt x="1145493" y="59594"/>
                </a:lnTo>
                <a:lnTo>
                  <a:pt x="1145821" y="59379"/>
                </a:lnTo>
                <a:lnTo>
                  <a:pt x="1146152" y="59170"/>
                </a:lnTo>
                <a:lnTo>
                  <a:pt x="1146488" y="58968"/>
                </a:lnTo>
                <a:lnTo>
                  <a:pt x="1146826" y="58772"/>
                </a:lnTo>
                <a:lnTo>
                  <a:pt x="1147168" y="58580"/>
                </a:lnTo>
                <a:lnTo>
                  <a:pt x="1147513" y="58393"/>
                </a:lnTo>
                <a:lnTo>
                  <a:pt x="1147862" y="58211"/>
                </a:lnTo>
                <a:lnTo>
                  <a:pt x="1148213" y="58034"/>
                </a:lnTo>
                <a:lnTo>
                  <a:pt x="1148568" y="57862"/>
                </a:lnTo>
                <a:lnTo>
                  <a:pt x="1148926" y="57695"/>
                </a:lnTo>
                <a:lnTo>
                  <a:pt x="1149287" y="57533"/>
                </a:lnTo>
                <a:lnTo>
                  <a:pt x="1149651" y="57375"/>
                </a:lnTo>
                <a:lnTo>
                  <a:pt x="1150018" y="57222"/>
                </a:lnTo>
                <a:lnTo>
                  <a:pt x="1150389" y="57075"/>
                </a:lnTo>
                <a:lnTo>
                  <a:pt x="1150763" y="56932"/>
                </a:lnTo>
                <a:lnTo>
                  <a:pt x="1151140" y="56794"/>
                </a:lnTo>
                <a:lnTo>
                  <a:pt x="1151520" y="56661"/>
                </a:lnTo>
                <a:lnTo>
                  <a:pt x="1151904" y="56532"/>
                </a:lnTo>
                <a:lnTo>
                  <a:pt x="1152290" y="56409"/>
                </a:lnTo>
                <a:lnTo>
                  <a:pt x="1152680" y="56291"/>
                </a:lnTo>
                <a:lnTo>
                  <a:pt x="1153073" y="56177"/>
                </a:lnTo>
                <a:lnTo>
                  <a:pt x="1153469" y="56068"/>
                </a:lnTo>
                <a:lnTo>
                  <a:pt x="1153869" y="55964"/>
                </a:lnTo>
                <a:lnTo>
                  <a:pt x="1154271" y="55865"/>
                </a:lnTo>
                <a:lnTo>
                  <a:pt x="1154677" y="55771"/>
                </a:lnTo>
                <a:lnTo>
                  <a:pt x="1155086" y="55682"/>
                </a:lnTo>
                <a:lnTo>
                  <a:pt x="1155498" y="55598"/>
                </a:lnTo>
                <a:lnTo>
                  <a:pt x="1155913" y="55518"/>
                </a:lnTo>
                <a:lnTo>
                  <a:pt x="1156329" y="55441"/>
                </a:lnTo>
                <a:lnTo>
                  <a:pt x="1156747" y="55368"/>
                </a:lnTo>
                <a:lnTo>
                  <a:pt x="1157166" y="55298"/>
                </a:lnTo>
                <a:lnTo>
                  <a:pt x="1157587" y="55231"/>
                </a:lnTo>
                <a:lnTo>
                  <a:pt x="1158009" y="55168"/>
                </a:lnTo>
                <a:lnTo>
                  <a:pt x="1158434" y="55108"/>
                </a:lnTo>
                <a:lnTo>
                  <a:pt x="1158859" y="55052"/>
                </a:lnTo>
                <a:lnTo>
                  <a:pt x="1159287" y="54999"/>
                </a:lnTo>
                <a:lnTo>
                  <a:pt x="1159715" y="54950"/>
                </a:lnTo>
                <a:lnTo>
                  <a:pt x="1160146" y="54903"/>
                </a:lnTo>
                <a:lnTo>
                  <a:pt x="1160578" y="54861"/>
                </a:lnTo>
                <a:lnTo>
                  <a:pt x="1161012" y="54822"/>
                </a:lnTo>
                <a:lnTo>
                  <a:pt x="1161447" y="54786"/>
                </a:lnTo>
                <a:lnTo>
                  <a:pt x="1161884" y="54753"/>
                </a:lnTo>
                <a:lnTo>
                  <a:pt x="1162322" y="54724"/>
                </a:lnTo>
                <a:lnTo>
                  <a:pt x="1162763" y="54699"/>
                </a:lnTo>
                <a:lnTo>
                  <a:pt x="1163204" y="54677"/>
                </a:lnTo>
                <a:lnTo>
                  <a:pt x="1163648" y="54658"/>
                </a:lnTo>
                <a:lnTo>
                  <a:pt x="1164092" y="54642"/>
                </a:lnTo>
                <a:lnTo>
                  <a:pt x="1164539" y="54631"/>
                </a:lnTo>
                <a:lnTo>
                  <a:pt x="1164987" y="54622"/>
                </a:lnTo>
                <a:lnTo>
                  <a:pt x="1165437" y="54617"/>
                </a:lnTo>
                <a:lnTo>
                  <a:pt x="1165888" y="54615"/>
                </a:lnTo>
                <a:lnTo>
                  <a:pt x="1168187" y="54615"/>
                </a:lnTo>
                <a:lnTo>
                  <a:pt x="1168187" y="34112"/>
                </a:lnTo>
                <a:lnTo>
                  <a:pt x="1166348" y="34112"/>
                </a:lnTo>
                <a:lnTo>
                  <a:pt x="1165525" y="34119"/>
                </a:lnTo>
                <a:lnTo>
                  <a:pt x="1164713" y="34142"/>
                </a:lnTo>
                <a:lnTo>
                  <a:pt x="1163911" y="34179"/>
                </a:lnTo>
                <a:lnTo>
                  <a:pt x="1163119" y="34232"/>
                </a:lnTo>
                <a:lnTo>
                  <a:pt x="1162338" y="34299"/>
                </a:lnTo>
                <a:lnTo>
                  <a:pt x="1161566" y="34382"/>
                </a:lnTo>
                <a:lnTo>
                  <a:pt x="1160805" y="34479"/>
                </a:lnTo>
                <a:lnTo>
                  <a:pt x="1160055" y="34592"/>
                </a:lnTo>
                <a:lnTo>
                  <a:pt x="1159314" y="34719"/>
                </a:lnTo>
                <a:lnTo>
                  <a:pt x="1158583" y="34862"/>
                </a:lnTo>
                <a:lnTo>
                  <a:pt x="1157863" y="35019"/>
                </a:lnTo>
                <a:lnTo>
                  <a:pt x="1157153" y="35192"/>
                </a:lnTo>
                <a:lnTo>
                  <a:pt x="1156453" y="35379"/>
                </a:lnTo>
                <a:lnTo>
                  <a:pt x="1155764" y="35582"/>
                </a:lnTo>
                <a:lnTo>
                  <a:pt x="1155084" y="35800"/>
                </a:lnTo>
                <a:lnTo>
                  <a:pt x="1154415" y="36032"/>
                </a:lnTo>
                <a:lnTo>
                  <a:pt x="1153756" y="36280"/>
                </a:lnTo>
                <a:lnTo>
                  <a:pt x="1153108" y="36542"/>
                </a:lnTo>
                <a:lnTo>
                  <a:pt x="1152469" y="36820"/>
                </a:lnTo>
                <a:lnTo>
                  <a:pt x="1151841" y="37112"/>
                </a:lnTo>
                <a:lnTo>
                  <a:pt x="1151223" y="37420"/>
                </a:lnTo>
                <a:lnTo>
                  <a:pt x="1150615" y="37743"/>
                </a:lnTo>
                <a:lnTo>
                  <a:pt x="1150017" y="38080"/>
                </a:lnTo>
                <a:lnTo>
                  <a:pt x="1149430" y="38433"/>
                </a:lnTo>
                <a:lnTo>
                  <a:pt x="1148854" y="38800"/>
                </a:lnTo>
                <a:lnTo>
                  <a:pt x="1148289" y="39179"/>
                </a:lnTo>
                <a:lnTo>
                  <a:pt x="1147737" y="39572"/>
                </a:lnTo>
                <a:lnTo>
                  <a:pt x="1147198" y="39978"/>
                </a:lnTo>
                <a:lnTo>
                  <a:pt x="1146670" y="40397"/>
                </a:lnTo>
                <a:lnTo>
                  <a:pt x="1146154" y="40829"/>
                </a:lnTo>
                <a:lnTo>
                  <a:pt x="1145651" y="41274"/>
                </a:lnTo>
                <a:lnTo>
                  <a:pt x="1145159" y="41733"/>
                </a:lnTo>
                <a:lnTo>
                  <a:pt x="1144680" y="42204"/>
                </a:lnTo>
                <a:lnTo>
                  <a:pt x="1144213" y="42689"/>
                </a:lnTo>
                <a:lnTo>
                  <a:pt x="1143758" y="43186"/>
                </a:lnTo>
                <a:lnTo>
                  <a:pt x="1143315" y="43697"/>
                </a:lnTo>
                <a:lnTo>
                  <a:pt x="1142885" y="44220"/>
                </a:lnTo>
                <a:lnTo>
                  <a:pt x="1142466" y="44757"/>
                </a:lnTo>
                <a:lnTo>
                  <a:pt x="1142060" y="45307"/>
                </a:lnTo>
                <a:lnTo>
                  <a:pt x="1141666" y="45870"/>
                </a:lnTo>
                <a:lnTo>
                  <a:pt x="1141283" y="46446"/>
                </a:lnTo>
                <a:lnTo>
                  <a:pt x="1140913" y="47035"/>
                </a:lnTo>
                <a:lnTo>
                  <a:pt x="1140556" y="47638"/>
                </a:lnTo>
                <a:lnTo>
                  <a:pt x="1140210" y="48253"/>
                </a:lnTo>
                <a:lnTo>
                  <a:pt x="1139876" y="48882"/>
                </a:lnTo>
                <a:lnTo>
                  <a:pt x="1139555" y="49523"/>
                </a:lnTo>
                <a:lnTo>
                  <a:pt x="1139245" y="50178"/>
                </a:lnTo>
                <a:lnTo>
                  <a:pt x="1138948" y="50845"/>
                </a:lnTo>
                <a:lnTo>
                  <a:pt x="1138488" y="35491"/>
                </a:lnTo>
                <a:lnTo>
                  <a:pt x="1115134" y="35491"/>
                </a:lnTo>
                <a:lnTo>
                  <a:pt x="1115134" y="126332"/>
                </a:lnTo>
                <a:lnTo>
                  <a:pt x="1139500" y="126332"/>
                </a:lnTo>
                <a:lnTo>
                  <a:pt x="1139500" y="65568"/>
                </a:lnTo>
                <a:lnTo>
                  <a:pt x="1139747" y="65220"/>
                </a:lnTo>
                <a:lnTo>
                  <a:pt x="1139998" y="64879"/>
                </a:lnTo>
                <a:close/>
                <a:moveTo>
                  <a:pt x="1463883" y="64661"/>
                </a:moveTo>
                <a:lnTo>
                  <a:pt x="1464216" y="64261"/>
                </a:lnTo>
                <a:lnTo>
                  <a:pt x="1464554" y="63866"/>
                </a:lnTo>
                <a:lnTo>
                  <a:pt x="1464897" y="63477"/>
                </a:lnTo>
                <a:lnTo>
                  <a:pt x="1465244" y="63093"/>
                </a:lnTo>
                <a:lnTo>
                  <a:pt x="1465596" y="62714"/>
                </a:lnTo>
                <a:lnTo>
                  <a:pt x="1465953" y="62340"/>
                </a:lnTo>
                <a:lnTo>
                  <a:pt x="1466314" y="61971"/>
                </a:lnTo>
                <a:lnTo>
                  <a:pt x="1466679" y="61608"/>
                </a:lnTo>
                <a:lnTo>
                  <a:pt x="1467050" y="61249"/>
                </a:lnTo>
                <a:lnTo>
                  <a:pt x="1467425" y="60896"/>
                </a:lnTo>
                <a:lnTo>
                  <a:pt x="1467805" y="60548"/>
                </a:lnTo>
                <a:lnTo>
                  <a:pt x="1468189" y="60205"/>
                </a:lnTo>
                <a:lnTo>
                  <a:pt x="1468578" y="59868"/>
                </a:lnTo>
                <a:lnTo>
                  <a:pt x="1468971" y="59536"/>
                </a:lnTo>
                <a:lnTo>
                  <a:pt x="1469370" y="59208"/>
                </a:lnTo>
                <a:lnTo>
                  <a:pt x="1469772" y="58886"/>
                </a:lnTo>
                <a:lnTo>
                  <a:pt x="1470180" y="58569"/>
                </a:lnTo>
                <a:lnTo>
                  <a:pt x="1470592" y="58258"/>
                </a:lnTo>
                <a:lnTo>
                  <a:pt x="1471009" y="57951"/>
                </a:lnTo>
                <a:lnTo>
                  <a:pt x="1471430" y="57650"/>
                </a:lnTo>
                <a:lnTo>
                  <a:pt x="1471856" y="57354"/>
                </a:lnTo>
                <a:lnTo>
                  <a:pt x="1472286" y="57063"/>
                </a:lnTo>
                <a:lnTo>
                  <a:pt x="1472723" y="56781"/>
                </a:lnTo>
                <a:lnTo>
                  <a:pt x="1473167" y="56511"/>
                </a:lnTo>
                <a:lnTo>
                  <a:pt x="1473618" y="56252"/>
                </a:lnTo>
                <a:lnTo>
                  <a:pt x="1474076" y="56006"/>
                </a:lnTo>
                <a:lnTo>
                  <a:pt x="1474541" y="55772"/>
                </a:lnTo>
                <a:lnTo>
                  <a:pt x="1475013" y="55550"/>
                </a:lnTo>
                <a:lnTo>
                  <a:pt x="1475493" y="55340"/>
                </a:lnTo>
                <a:lnTo>
                  <a:pt x="1475980" y="55141"/>
                </a:lnTo>
                <a:lnTo>
                  <a:pt x="1476474" y="54955"/>
                </a:lnTo>
                <a:lnTo>
                  <a:pt x="1476975" y="54781"/>
                </a:lnTo>
                <a:lnTo>
                  <a:pt x="1477483" y="54619"/>
                </a:lnTo>
                <a:lnTo>
                  <a:pt x="1477999" y="54469"/>
                </a:lnTo>
                <a:lnTo>
                  <a:pt x="1478521" y="54331"/>
                </a:lnTo>
                <a:lnTo>
                  <a:pt x="1479051" y="54204"/>
                </a:lnTo>
                <a:lnTo>
                  <a:pt x="1479588" y="54090"/>
                </a:lnTo>
                <a:lnTo>
                  <a:pt x="1480132" y="53988"/>
                </a:lnTo>
                <a:lnTo>
                  <a:pt x="1480684" y="53898"/>
                </a:lnTo>
                <a:lnTo>
                  <a:pt x="1481242" y="53820"/>
                </a:lnTo>
                <a:lnTo>
                  <a:pt x="1481808" y="53754"/>
                </a:lnTo>
                <a:lnTo>
                  <a:pt x="1482381" y="53700"/>
                </a:lnTo>
                <a:lnTo>
                  <a:pt x="1482961" y="53658"/>
                </a:lnTo>
                <a:lnTo>
                  <a:pt x="1483549" y="53628"/>
                </a:lnTo>
                <a:lnTo>
                  <a:pt x="1484143" y="53610"/>
                </a:lnTo>
                <a:lnTo>
                  <a:pt x="1484745" y="53604"/>
                </a:lnTo>
                <a:lnTo>
                  <a:pt x="1485148" y="53607"/>
                </a:lnTo>
                <a:lnTo>
                  <a:pt x="1485544" y="53618"/>
                </a:lnTo>
                <a:lnTo>
                  <a:pt x="1485934" y="53636"/>
                </a:lnTo>
                <a:lnTo>
                  <a:pt x="1486317" y="53661"/>
                </a:lnTo>
                <a:lnTo>
                  <a:pt x="1486694" y="53693"/>
                </a:lnTo>
                <a:lnTo>
                  <a:pt x="1487064" y="53732"/>
                </a:lnTo>
                <a:lnTo>
                  <a:pt x="1487427" y="53779"/>
                </a:lnTo>
                <a:lnTo>
                  <a:pt x="1487784" y="53832"/>
                </a:lnTo>
                <a:lnTo>
                  <a:pt x="1488135" y="53893"/>
                </a:lnTo>
                <a:lnTo>
                  <a:pt x="1488479" y="53961"/>
                </a:lnTo>
                <a:lnTo>
                  <a:pt x="1488816" y="54036"/>
                </a:lnTo>
                <a:lnTo>
                  <a:pt x="1489147" y="54118"/>
                </a:lnTo>
                <a:lnTo>
                  <a:pt x="1489471" y="54207"/>
                </a:lnTo>
                <a:lnTo>
                  <a:pt x="1489789" y="54304"/>
                </a:lnTo>
                <a:lnTo>
                  <a:pt x="1490100" y="54407"/>
                </a:lnTo>
                <a:lnTo>
                  <a:pt x="1490405" y="54518"/>
                </a:lnTo>
                <a:lnTo>
                  <a:pt x="1490703" y="54636"/>
                </a:lnTo>
                <a:lnTo>
                  <a:pt x="1490994" y="54761"/>
                </a:lnTo>
                <a:lnTo>
                  <a:pt x="1491279" y="54893"/>
                </a:lnTo>
                <a:lnTo>
                  <a:pt x="1491558" y="55032"/>
                </a:lnTo>
                <a:lnTo>
                  <a:pt x="1491830" y="55179"/>
                </a:lnTo>
                <a:lnTo>
                  <a:pt x="1492095" y="55332"/>
                </a:lnTo>
                <a:lnTo>
                  <a:pt x="1492354" y="55493"/>
                </a:lnTo>
                <a:lnTo>
                  <a:pt x="1492606" y="55661"/>
                </a:lnTo>
                <a:lnTo>
                  <a:pt x="1492853" y="55835"/>
                </a:lnTo>
                <a:lnTo>
                  <a:pt x="1493093" y="56016"/>
                </a:lnTo>
                <a:lnTo>
                  <a:pt x="1493328" y="56202"/>
                </a:lnTo>
                <a:lnTo>
                  <a:pt x="1493558" y="56393"/>
                </a:lnTo>
                <a:lnTo>
                  <a:pt x="1493782" y="56591"/>
                </a:lnTo>
                <a:lnTo>
                  <a:pt x="1494000" y="56795"/>
                </a:lnTo>
                <a:lnTo>
                  <a:pt x="1494213" y="57004"/>
                </a:lnTo>
                <a:lnTo>
                  <a:pt x="1494420" y="57219"/>
                </a:lnTo>
                <a:lnTo>
                  <a:pt x="1494621" y="57440"/>
                </a:lnTo>
                <a:lnTo>
                  <a:pt x="1494817" y="57667"/>
                </a:lnTo>
                <a:lnTo>
                  <a:pt x="1495007" y="57900"/>
                </a:lnTo>
                <a:lnTo>
                  <a:pt x="1495192" y="58139"/>
                </a:lnTo>
                <a:lnTo>
                  <a:pt x="1495371" y="58383"/>
                </a:lnTo>
                <a:lnTo>
                  <a:pt x="1495545" y="58633"/>
                </a:lnTo>
                <a:lnTo>
                  <a:pt x="1495713" y="58889"/>
                </a:lnTo>
                <a:lnTo>
                  <a:pt x="1495875" y="59151"/>
                </a:lnTo>
                <a:lnTo>
                  <a:pt x="1496032" y="59419"/>
                </a:lnTo>
                <a:lnTo>
                  <a:pt x="1496184" y="59692"/>
                </a:lnTo>
                <a:lnTo>
                  <a:pt x="1496329" y="59972"/>
                </a:lnTo>
                <a:lnTo>
                  <a:pt x="1496469" y="60257"/>
                </a:lnTo>
                <a:lnTo>
                  <a:pt x="1496604" y="60548"/>
                </a:lnTo>
                <a:lnTo>
                  <a:pt x="1496733" y="60845"/>
                </a:lnTo>
                <a:lnTo>
                  <a:pt x="1496856" y="61148"/>
                </a:lnTo>
                <a:lnTo>
                  <a:pt x="1496974" y="61456"/>
                </a:lnTo>
                <a:lnTo>
                  <a:pt x="1497086" y="61770"/>
                </a:lnTo>
                <a:lnTo>
                  <a:pt x="1497194" y="62088"/>
                </a:lnTo>
                <a:lnTo>
                  <a:pt x="1497297" y="62410"/>
                </a:lnTo>
                <a:lnTo>
                  <a:pt x="1497395" y="62736"/>
                </a:lnTo>
                <a:lnTo>
                  <a:pt x="1497488" y="63067"/>
                </a:lnTo>
                <a:lnTo>
                  <a:pt x="1497577" y="63402"/>
                </a:lnTo>
                <a:lnTo>
                  <a:pt x="1497661" y="63741"/>
                </a:lnTo>
                <a:lnTo>
                  <a:pt x="1497740" y="64084"/>
                </a:lnTo>
                <a:lnTo>
                  <a:pt x="1497814" y="64431"/>
                </a:lnTo>
                <a:lnTo>
                  <a:pt x="1497884" y="64783"/>
                </a:lnTo>
                <a:lnTo>
                  <a:pt x="1497948" y="65139"/>
                </a:lnTo>
                <a:lnTo>
                  <a:pt x="1498008" y="65499"/>
                </a:lnTo>
                <a:lnTo>
                  <a:pt x="1498063" y="65864"/>
                </a:lnTo>
                <a:lnTo>
                  <a:pt x="1498113" y="66232"/>
                </a:lnTo>
                <a:lnTo>
                  <a:pt x="1498159" y="66605"/>
                </a:lnTo>
                <a:lnTo>
                  <a:pt x="1498200" y="66982"/>
                </a:lnTo>
                <a:lnTo>
                  <a:pt x="1498235" y="67363"/>
                </a:lnTo>
                <a:lnTo>
                  <a:pt x="1498267" y="67749"/>
                </a:lnTo>
                <a:lnTo>
                  <a:pt x="1498293" y="68139"/>
                </a:lnTo>
                <a:lnTo>
                  <a:pt x="1498315" y="68533"/>
                </a:lnTo>
                <a:lnTo>
                  <a:pt x="1498331" y="68931"/>
                </a:lnTo>
                <a:lnTo>
                  <a:pt x="1498343" y="69333"/>
                </a:lnTo>
                <a:lnTo>
                  <a:pt x="1498350" y="69740"/>
                </a:lnTo>
                <a:lnTo>
                  <a:pt x="1498353" y="70151"/>
                </a:lnTo>
                <a:lnTo>
                  <a:pt x="1498353" y="126332"/>
                </a:lnTo>
                <a:lnTo>
                  <a:pt x="1522534" y="126332"/>
                </a:lnTo>
                <a:lnTo>
                  <a:pt x="1522534" y="67180"/>
                </a:lnTo>
                <a:lnTo>
                  <a:pt x="1522521" y="65843"/>
                </a:lnTo>
                <a:lnTo>
                  <a:pt x="1522482" y="64533"/>
                </a:lnTo>
                <a:lnTo>
                  <a:pt x="1522416" y="63250"/>
                </a:lnTo>
                <a:lnTo>
                  <a:pt x="1522325" y="61993"/>
                </a:lnTo>
                <a:lnTo>
                  <a:pt x="1522207" y="60764"/>
                </a:lnTo>
                <a:lnTo>
                  <a:pt x="1522063" y="59562"/>
                </a:lnTo>
                <a:lnTo>
                  <a:pt x="1521893" y="58387"/>
                </a:lnTo>
                <a:lnTo>
                  <a:pt x="1521697" y="57239"/>
                </a:lnTo>
                <a:lnTo>
                  <a:pt x="1521474" y="56118"/>
                </a:lnTo>
                <a:lnTo>
                  <a:pt x="1521225" y="55024"/>
                </a:lnTo>
                <a:lnTo>
                  <a:pt x="1520950" y="53956"/>
                </a:lnTo>
                <a:lnTo>
                  <a:pt x="1520649" y="52916"/>
                </a:lnTo>
                <a:lnTo>
                  <a:pt x="1520322" y="51903"/>
                </a:lnTo>
                <a:lnTo>
                  <a:pt x="1519969" y="50917"/>
                </a:lnTo>
                <a:lnTo>
                  <a:pt x="1519589" y="49958"/>
                </a:lnTo>
                <a:lnTo>
                  <a:pt x="1519183" y="49026"/>
                </a:lnTo>
                <a:lnTo>
                  <a:pt x="1518751" y="48121"/>
                </a:lnTo>
                <a:lnTo>
                  <a:pt x="1518293" y="47243"/>
                </a:lnTo>
                <a:lnTo>
                  <a:pt x="1517809" y="46392"/>
                </a:lnTo>
                <a:lnTo>
                  <a:pt x="1517299" y="45568"/>
                </a:lnTo>
                <a:lnTo>
                  <a:pt x="1516762" y="44771"/>
                </a:lnTo>
                <a:lnTo>
                  <a:pt x="1516199" y="44001"/>
                </a:lnTo>
                <a:lnTo>
                  <a:pt x="1515610" y="43258"/>
                </a:lnTo>
                <a:lnTo>
                  <a:pt x="1514995" y="42542"/>
                </a:lnTo>
                <a:lnTo>
                  <a:pt x="1514356" y="41854"/>
                </a:lnTo>
                <a:lnTo>
                  <a:pt x="1513695" y="41195"/>
                </a:lnTo>
                <a:lnTo>
                  <a:pt x="1513014" y="40566"/>
                </a:lnTo>
                <a:lnTo>
                  <a:pt x="1512311" y="39966"/>
                </a:lnTo>
                <a:lnTo>
                  <a:pt x="1511586" y="39395"/>
                </a:lnTo>
                <a:lnTo>
                  <a:pt x="1510840" y="38853"/>
                </a:lnTo>
                <a:lnTo>
                  <a:pt x="1510073" y="38341"/>
                </a:lnTo>
                <a:lnTo>
                  <a:pt x="1509284" y="37858"/>
                </a:lnTo>
                <a:lnTo>
                  <a:pt x="1508474" y="37405"/>
                </a:lnTo>
                <a:lnTo>
                  <a:pt x="1507642" y="36980"/>
                </a:lnTo>
                <a:lnTo>
                  <a:pt x="1506790" y="36585"/>
                </a:lnTo>
                <a:lnTo>
                  <a:pt x="1505915" y="36219"/>
                </a:lnTo>
                <a:lnTo>
                  <a:pt x="1505020" y="35882"/>
                </a:lnTo>
                <a:lnTo>
                  <a:pt x="1504103" y="35575"/>
                </a:lnTo>
                <a:lnTo>
                  <a:pt x="1503164" y="35297"/>
                </a:lnTo>
                <a:lnTo>
                  <a:pt x="1502204" y="35048"/>
                </a:lnTo>
                <a:lnTo>
                  <a:pt x="1501223" y="34829"/>
                </a:lnTo>
                <a:lnTo>
                  <a:pt x="1500220" y="34638"/>
                </a:lnTo>
                <a:lnTo>
                  <a:pt x="1499196" y="34477"/>
                </a:lnTo>
                <a:lnTo>
                  <a:pt x="1498151" y="34346"/>
                </a:lnTo>
                <a:lnTo>
                  <a:pt x="1497084" y="34243"/>
                </a:lnTo>
                <a:lnTo>
                  <a:pt x="1495996" y="34170"/>
                </a:lnTo>
                <a:lnTo>
                  <a:pt x="1494887" y="34126"/>
                </a:lnTo>
                <a:lnTo>
                  <a:pt x="1493756" y="34112"/>
                </a:lnTo>
                <a:lnTo>
                  <a:pt x="1492783" y="34119"/>
                </a:lnTo>
                <a:lnTo>
                  <a:pt x="1491825" y="34142"/>
                </a:lnTo>
                <a:lnTo>
                  <a:pt x="1490882" y="34181"/>
                </a:lnTo>
                <a:lnTo>
                  <a:pt x="1489955" y="34235"/>
                </a:lnTo>
                <a:lnTo>
                  <a:pt x="1489043" y="34305"/>
                </a:lnTo>
                <a:lnTo>
                  <a:pt x="1488147" y="34390"/>
                </a:lnTo>
                <a:lnTo>
                  <a:pt x="1487266" y="34491"/>
                </a:lnTo>
                <a:lnTo>
                  <a:pt x="1486400" y="34607"/>
                </a:lnTo>
                <a:lnTo>
                  <a:pt x="1485550" y="34739"/>
                </a:lnTo>
                <a:lnTo>
                  <a:pt x="1484714" y="34886"/>
                </a:lnTo>
                <a:lnTo>
                  <a:pt x="1483895" y="35048"/>
                </a:lnTo>
                <a:lnTo>
                  <a:pt x="1483090" y="35226"/>
                </a:lnTo>
                <a:lnTo>
                  <a:pt x="1482301" y="35420"/>
                </a:lnTo>
                <a:lnTo>
                  <a:pt x="1481527" y="35629"/>
                </a:lnTo>
                <a:lnTo>
                  <a:pt x="1480768" y="35853"/>
                </a:lnTo>
                <a:lnTo>
                  <a:pt x="1480025" y="36093"/>
                </a:lnTo>
                <a:lnTo>
                  <a:pt x="1479297" y="36349"/>
                </a:lnTo>
                <a:lnTo>
                  <a:pt x="1478585" y="36620"/>
                </a:lnTo>
                <a:lnTo>
                  <a:pt x="1477887" y="36906"/>
                </a:lnTo>
                <a:lnTo>
                  <a:pt x="1477206" y="37208"/>
                </a:lnTo>
                <a:lnTo>
                  <a:pt x="1476539" y="37526"/>
                </a:lnTo>
                <a:lnTo>
                  <a:pt x="1475888" y="37859"/>
                </a:lnTo>
                <a:lnTo>
                  <a:pt x="1475252" y="38207"/>
                </a:lnTo>
                <a:lnTo>
                  <a:pt x="1474631" y="38571"/>
                </a:lnTo>
                <a:lnTo>
                  <a:pt x="1474023" y="38945"/>
                </a:lnTo>
                <a:lnTo>
                  <a:pt x="1473425" y="39323"/>
                </a:lnTo>
                <a:lnTo>
                  <a:pt x="1472837" y="39706"/>
                </a:lnTo>
                <a:lnTo>
                  <a:pt x="1472258" y="40094"/>
                </a:lnTo>
                <a:lnTo>
                  <a:pt x="1471690" y="40487"/>
                </a:lnTo>
                <a:lnTo>
                  <a:pt x="1471131" y="40884"/>
                </a:lnTo>
                <a:lnTo>
                  <a:pt x="1470583" y="41286"/>
                </a:lnTo>
                <a:lnTo>
                  <a:pt x="1470044" y="41692"/>
                </a:lnTo>
                <a:lnTo>
                  <a:pt x="1469515" y="42103"/>
                </a:lnTo>
                <a:lnTo>
                  <a:pt x="1468996" y="42518"/>
                </a:lnTo>
                <a:lnTo>
                  <a:pt x="1468487" y="42939"/>
                </a:lnTo>
                <a:lnTo>
                  <a:pt x="1467988" y="43363"/>
                </a:lnTo>
                <a:lnTo>
                  <a:pt x="1467499" y="43793"/>
                </a:lnTo>
                <a:lnTo>
                  <a:pt x="1467019" y="44227"/>
                </a:lnTo>
                <a:lnTo>
                  <a:pt x="1466550" y="44666"/>
                </a:lnTo>
                <a:lnTo>
                  <a:pt x="1466090" y="45109"/>
                </a:lnTo>
                <a:lnTo>
                  <a:pt x="1465641" y="45557"/>
                </a:lnTo>
                <a:lnTo>
                  <a:pt x="1465201" y="46010"/>
                </a:lnTo>
                <a:lnTo>
                  <a:pt x="1464771" y="46467"/>
                </a:lnTo>
                <a:lnTo>
                  <a:pt x="1464351" y="46929"/>
                </a:lnTo>
                <a:lnTo>
                  <a:pt x="1463941" y="47395"/>
                </a:lnTo>
                <a:lnTo>
                  <a:pt x="1463541" y="47867"/>
                </a:lnTo>
                <a:lnTo>
                  <a:pt x="1463151" y="48342"/>
                </a:lnTo>
                <a:lnTo>
                  <a:pt x="1462770" y="48823"/>
                </a:lnTo>
                <a:lnTo>
                  <a:pt x="1462310" y="35491"/>
                </a:lnTo>
                <a:lnTo>
                  <a:pt x="1438865" y="35491"/>
                </a:lnTo>
                <a:lnTo>
                  <a:pt x="1438865" y="126332"/>
                </a:lnTo>
                <a:lnTo>
                  <a:pt x="1463230" y="126332"/>
                </a:lnTo>
                <a:lnTo>
                  <a:pt x="1463230" y="65476"/>
                </a:lnTo>
                <a:lnTo>
                  <a:pt x="1463554" y="65066"/>
                </a:lnTo>
                <a:lnTo>
                  <a:pt x="1463883" y="64661"/>
                </a:lnTo>
                <a:close/>
                <a:moveTo>
                  <a:pt x="1185522" y="126332"/>
                </a:moveTo>
                <a:lnTo>
                  <a:pt x="1209888" y="126332"/>
                </a:lnTo>
                <a:lnTo>
                  <a:pt x="1209888" y="35491"/>
                </a:lnTo>
                <a:lnTo>
                  <a:pt x="1185522" y="35491"/>
                </a:lnTo>
                <a:lnTo>
                  <a:pt x="1185522" y="126332"/>
                </a:lnTo>
                <a:close/>
                <a:moveTo>
                  <a:pt x="1039654" y="127894"/>
                </a:moveTo>
                <a:lnTo>
                  <a:pt x="1040438" y="127841"/>
                </a:lnTo>
                <a:lnTo>
                  <a:pt x="1041214" y="127777"/>
                </a:lnTo>
                <a:lnTo>
                  <a:pt x="1041982" y="127702"/>
                </a:lnTo>
                <a:lnTo>
                  <a:pt x="1042742" y="127614"/>
                </a:lnTo>
                <a:lnTo>
                  <a:pt x="1043494" y="127515"/>
                </a:lnTo>
                <a:lnTo>
                  <a:pt x="1044238" y="127404"/>
                </a:lnTo>
                <a:lnTo>
                  <a:pt x="1044974" y="127282"/>
                </a:lnTo>
                <a:lnTo>
                  <a:pt x="1045702" y="127148"/>
                </a:lnTo>
                <a:lnTo>
                  <a:pt x="1046422" y="127002"/>
                </a:lnTo>
                <a:lnTo>
                  <a:pt x="1047134" y="126845"/>
                </a:lnTo>
                <a:lnTo>
                  <a:pt x="1047839" y="126676"/>
                </a:lnTo>
                <a:lnTo>
                  <a:pt x="1048535" y="126496"/>
                </a:lnTo>
                <a:lnTo>
                  <a:pt x="1049223" y="126303"/>
                </a:lnTo>
                <a:lnTo>
                  <a:pt x="1049903" y="126099"/>
                </a:lnTo>
                <a:lnTo>
                  <a:pt x="1050575" y="125884"/>
                </a:lnTo>
                <a:lnTo>
                  <a:pt x="1051239" y="125657"/>
                </a:lnTo>
                <a:lnTo>
                  <a:pt x="1051896" y="125418"/>
                </a:lnTo>
                <a:lnTo>
                  <a:pt x="1052544" y="125167"/>
                </a:lnTo>
                <a:lnTo>
                  <a:pt x="1053184" y="124905"/>
                </a:lnTo>
                <a:lnTo>
                  <a:pt x="1053816" y="124631"/>
                </a:lnTo>
                <a:lnTo>
                  <a:pt x="1054441" y="124346"/>
                </a:lnTo>
                <a:lnTo>
                  <a:pt x="1055060" y="124050"/>
                </a:lnTo>
                <a:lnTo>
                  <a:pt x="1055673" y="123743"/>
                </a:lnTo>
                <a:lnTo>
                  <a:pt x="1056278" y="123424"/>
                </a:lnTo>
                <a:lnTo>
                  <a:pt x="1056878" y="123095"/>
                </a:lnTo>
                <a:lnTo>
                  <a:pt x="1057471" y="122755"/>
                </a:lnTo>
                <a:lnTo>
                  <a:pt x="1058058" y="122404"/>
                </a:lnTo>
                <a:lnTo>
                  <a:pt x="1058638" y="122041"/>
                </a:lnTo>
                <a:lnTo>
                  <a:pt x="1059212" y="121668"/>
                </a:lnTo>
                <a:lnTo>
                  <a:pt x="1059780" y="121284"/>
                </a:lnTo>
                <a:lnTo>
                  <a:pt x="1060341" y="120888"/>
                </a:lnTo>
                <a:lnTo>
                  <a:pt x="1060896" y="120482"/>
                </a:lnTo>
                <a:lnTo>
                  <a:pt x="1061445" y="120065"/>
                </a:lnTo>
                <a:lnTo>
                  <a:pt x="1061987" y="119636"/>
                </a:lnTo>
                <a:lnTo>
                  <a:pt x="1062522" y="119197"/>
                </a:lnTo>
                <a:lnTo>
                  <a:pt x="1063052" y="118747"/>
                </a:lnTo>
                <a:lnTo>
                  <a:pt x="1063575" y="118285"/>
                </a:lnTo>
                <a:lnTo>
                  <a:pt x="1064091" y="117813"/>
                </a:lnTo>
                <a:lnTo>
                  <a:pt x="1064601" y="117329"/>
                </a:lnTo>
                <a:lnTo>
                  <a:pt x="1065105" y="116835"/>
                </a:lnTo>
                <a:lnTo>
                  <a:pt x="1065603" y="116330"/>
                </a:lnTo>
                <a:lnTo>
                  <a:pt x="1066094" y="115813"/>
                </a:lnTo>
                <a:lnTo>
                  <a:pt x="1066578" y="115286"/>
                </a:lnTo>
                <a:lnTo>
                  <a:pt x="1067056" y="114747"/>
                </a:lnTo>
                <a:lnTo>
                  <a:pt x="1067792" y="126332"/>
                </a:lnTo>
                <a:lnTo>
                  <a:pt x="1090594" y="126332"/>
                </a:lnTo>
                <a:lnTo>
                  <a:pt x="1090594" y="65378"/>
                </a:lnTo>
                <a:lnTo>
                  <a:pt x="1090589" y="64624"/>
                </a:lnTo>
                <a:lnTo>
                  <a:pt x="1090574" y="63880"/>
                </a:lnTo>
                <a:lnTo>
                  <a:pt x="1090550" y="63146"/>
                </a:lnTo>
                <a:lnTo>
                  <a:pt x="1090515" y="62423"/>
                </a:lnTo>
                <a:lnTo>
                  <a:pt x="1090471" y="61710"/>
                </a:lnTo>
                <a:lnTo>
                  <a:pt x="1090416" y="61008"/>
                </a:lnTo>
                <a:lnTo>
                  <a:pt x="1090352" y="60316"/>
                </a:lnTo>
                <a:lnTo>
                  <a:pt x="1090278" y="59635"/>
                </a:lnTo>
                <a:lnTo>
                  <a:pt x="1090193" y="58964"/>
                </a:lnTo>
                <a:lnTo>
                  <a:pt x="1090099" y="58304"/>
                </a:lnTo>
                <a:lnTo>
                  <a:pt x="1089996" y="57654"/>
                </a:lnTo>
                <a:lnTo>
                  <a:pt x="1089882" y="57015"/>
                </a:lnTo>
                <a:lnTo>
                  <a:pt x="1089758" y="56386"/>
                </a:lnTo>
                <a:lnTo>
                  <a:pt x="1089624" y="55768"/>
                </a:lnTo>
                <a:lnTo>
                  <a:pt x="1089481" y="55161"/>
                </a:lnTo>
                <a:lnTo>
                  <a:pt x="1089327" y="54563"/>
                </a:lnTo>
                <a:lnTo>
                  <a:pt x="1089164" y="53977"/>
                </a:lnTo>
                <a:lnTo>
                  <a:pt x="1088991" y="53401"/>
                </a:lnTo>
                <a:lnTo>
                  <a:pt x="1088808" y="52835"/>
                </a:lnTo>
                <a:lnTo>
                  <a:pt x="1088615" y="52280"/>
                </a:lnTo>
                <a:lnTo>
                  <a:pt x="1088412" y="51735"/>
                </a:lnTo>
                <a:lnTo>
                  <a:pt x="1088199" y="51201"/>
                </a:lnTo>
                <a:lnTo>
                  <a:pt x="1087977" y="50678"/>
                </a:lnTo>
                <a:lnTo>
                  <a:pt x="1087744" y="50164"/>
                </a:lnTo>
                <a:lnTo>
                  <a:pt x="1087502" y="49661"/>
                </a:lnTo>
                <a:lnTo>
                  <a:pt x="1087253" y="49166"/>
                </a:lnTo>
                <a:lnTo>
                  <a:pt x="1086995" y="48680"/>
                </a:lnTo>
                <a:lnTo>
                  <a:pt x="1086729" y="48203"/>
                </a:lnTo>
                <a:lnTo>
                  <a:pt x="1086455" y="47735"/>
                </a:lnTo>
                <a:lnTo>
                  <a:pt x="1086172" y="47276"/>
                </a:lnTo>
                <a:lnTo>
                  <a:pt x="1085882" y="46826"/>
                </a:lnTo>
                <a:lnTo>
                  <a:pt x="1085583" y="46385"/>
                </a:lnTo>
                <a:lnTo>
                  <a:pt x="1085277" y="45952"/>
                </a:lnTo>
                <a:lnTo>
                  <a:pt x="1084962" y="45529"/>
                </a:lnTo>
                <a:lnTo>
                  <a:pt x="1084639" y="45114"/>
                </a:lnTo>
                <a:lnTo>
                  <a:pt x="1084308" y="44708"/>
                </a:lnTo>
                <a:lnTo>
                  <a:pt x="1083968" y="44311"/>
                </a:lnTo>
                <a:lnTo>
                  <a:pt x="1083621" y="43923"/>
                </a:lnTo>
                <a:lnTo>
                  <a:pt x="1083265" y="43544"/>
                </a:lnTo>
                <a:lnTo>
                  <a:pt x="1082902" y="43174"/>
                </a:lnTo>
                <a:lnTo>
                  <a:pt x="1082530" y="42813"/>
                </a:lnTo>
                <a:lnTo>
                  <a:pt x="1082150" y="42461"/>
                </a:lnTo>
                <a:lnTo>
                  <a:pt x="1081762" y="42117"/>
                </a:lnTo>
                <a:lnTo>
                  <a:pt x="1081365" y="41783"/>
                </a:lnTo>
                <a:lnTo>
                  <a:pt x="1080961" y="41457"/>
                </a:lnTo>
                <a:lnTo>
                  <a:pt x="1080548" y="41140"/>
                </a:lnTo>
                <a:lnTo>
                  <a:pt x="1080128" y="40832"/>
                </a:lnTo>
                <a:lnTo>
                  <a:pt x="1079699" y="40533"/>
                </a:lnTo>
                <a:lnTo>
                  <a:pt x="1079263" y="40242"/>
                </a:lnTo>
                <a:lnTo>
                  <a:pt x="1078820" y="39958"/>
                </a:lnTo>
                <a:lnTo>
                  <a:pt x="1078371" y="39682"/>
                </a:lnTo>
                <a:lnTo>
                  <a:pt x="1077915" y="39412"/>
                </a:lnTo>
                <a:lnTo>
                  <a:pt x="1077452" y="39150"/>
                </a:lnTo>
                <a:lnTo>
                  <a:pt x="1076984" y="38896"/>
                </a:lnTo>
                <a:lnTo>
                  <a:pt x="1076508" y="38648"/>
                </a:lnTo>
                <a:lnTo>
                  <a:pt x="1076026" y="38408"/>
                </a:lnTo>
                <a:lnTo>
                  <a:pt x="1075538" y="38175"/>
                </a:lnTo>
                <a:lnTo>
                  <a:pt x="1075043" y="37949"/>
                </a:lnTo>
                <a:lnTo>
                  <a:pt x="1074541" y="37731"/>
                </a:lnTo>
                <a:lnTo>
                  <a:pt x="1074033" y="37520"/>
                </a:lnTo>
                <a:lnTo>
                  <a:pt x="1073518" y="37316"/>
                </a:lnTo>
                <a:lnTo>
                  <a:pt x="1072997" y="37120"/>
                </a:lnTo>
                <a:lnTo>
                  <a:pt x="1072469" y="36930"/>
                </a:lnTo>
                <a:lnTo>
                  <a:pt x="1071935" y="36748"/>
                </a:lnTo>
                <a:lnTo>
                  <a:pt x="1071394" y="36573"/>
                </a:lnTo>
                <a:lnTo>
                  <a:pt x="1070846" y="36406"/>
                </a:lnTo>
                <a:lnTo>
                  <a:pt x="1070292" y="36246"/>
                </a:lnTo>
                <a:lnTo>
                  <a:pt x="1069732" y="36093"/>
                </a:lnTo>
                <a:lnTo>
                  <a:pt x="1069165" y="35947"/>
                </a:lnTo>
                <a:lnTo>
                  <a:pt x="1068591" y="35809"/>
                </a:lnTo>
                <a:lnTo>
                  <a:pt x="1068011" y="35678"/>
                </a:lnTo>
                <a:lnTo>
                  <a:pt x="1067424" y="35554"/>
                </a:lnTo>
                <a:lnTo>
                  <a:pt x="1066832" y="35436"/>
                </a:lnTo>
                <a:lnTo>
                  <a:pt x="1066234" y="35324"/>
                </a:lnTo>
                <a:lnTo>
                  <a:pt x="1065631" y="35216"/>
                </a:lnTo>
                <a:lnTo>
                  <a:pt x="1065023" y="35113"/>
                </a:lnTo>
                <a:lnTo>
                  <a:pt x="1064410" y="35015"/>
                </a:lnTo>
                <a:lnTo>
                  <a:pt x="1063792" y="34923"/>
                </a:lnTo>
                <a:lnTo>
                  <a:pt x="1063169" y="34835"/>
                </a:lnTo>
                <a:lnTo>
                  <a:pt x="1062541" y="34753"/>
                </a:lnTo>
                <a:lnTo>
                  <a:pt x="1061908" y="34675"/>
                </a:lnTo>
                <a:lnTo>
                  <a:pt x="1061269" y="34602"/>
                </a:lnTo>
                <a:lnTo>
                  <a:pt x="1060625" y="34535"/>
                </a:lnTo>
                <a:lnTo>
                  <a:pt x="1059977" y="34472"/>
                </a:lnTo>
                <a:lnTo>
                  <a:pt x="1059323" y="34415"/>
                </a:lnTo>
                <a:lnTo>
                  <a:pt x="1058664" y="34362"/>
                </a:lnTo>
                <a:lnTo>
                  <a:pt x="1058000" y="34314"/>
                </a:lnTo>
                <a:lnTo>
                  <a:pt x="1057331" y="34272"/>
                </a:lnTo>
                <a:lnTo>
                  <a:pt x="1056656" y="34234"/>
                </a:lnTo>
                <a:lnTo>
                  <a:pt x="1055977" y="34202"/>
                </a:lnTo>
                <a:lnTo>
                  <a:pt x="1055293" y="34174"/>
                </a:lnTo>
                <a:lnTo>
                  <a:pt x="1054603" y="34152"/>
                </a:lnTo>
                <a:lnTo>
                  <a:pt x="1053908" y="34134"/>
                </a:lnTo>
                <a:lnTo>
                  <a:pt x="1053209" y="34122"/>
                </a:lnTo>
                <a:lnTo>
                  <a:pt x="1052504" y="34114"/>
                </a:lnTo>
                <a:lnTo>
                  <a:pt x="1051794" y="34112"/>
                </a:lnTo>
                <a:lnTo>
                  <a:pt x="1050825" y="34117"/>
                </a:lnTo>
                <a:lnTo>
                  <a:pt x="1049867" y="34132"/>
                </a:lnTo>
                <a:lnTo>
                  <a:pt x="1048918" y="34158"/>
                </a:lnTo>
                <a:lnTo>
                  <a:pt x="1047979" y="34194"/>
                </a:lnTo>
                <a:lnTo>
                  <a:pt x="1047050" y="34241"/>
                </a:lnTo>
                <a:lnTo>
                  <a:pt x="1046130" y="34298"/>
                </a:lnTo>
                <a:lnTo>
                  <a:pt x="1045221" y="34365"/>
                </a:lnTo>
                <a:lnTo>
                  <a:pt x="1044321" y="34443"/>
                </a:lnTo>
                <a:lnTo>
                  <a:pt x="1043430" y="34531"/>
                </a:lnTo>
                <a:lnTo>
                  <a:pt x="1042550" y="34629"/>
                </a:lnTo>
                <a:lnTo>
                  <a:pt x="1041679" y="34737"/>
                </a:lnTo>
                <a:lnTo>
                  <a:pt x="1040818" y="34856"/>
                </a:lnTo>
                <a:lnTo>
                  <a:pt x="1039966" y="34986"/>
                </a:lnTo>
                <a:lnTo>
                  <a:pt x="1039125" y="35125"/>
                </a:lnTo>
                <a:lnTo>
                  <a:pt x="1038293" y="35275"/>
                </a:lnTo>
                <a:lnTo>
                  <a:pt x="1037471" y="35436"/>
                </a:lnTo>
                <a:lnTo>
                  <a:pt x="1036658" y="35606"/>
                </a:lnTo>
                <a:lnTo>
                  <a:pt x="1035856" y="35788"/>
                </a:lnTo>
                <a:lnTo>
                  <a:pt x="1035063" y="35979"/>
                </a:lnTo>
                <a:lnTo>
                  <a:pt x="1034279" y="36181"/>
                </a:lnTo>
                <a:lnTo>
                  <a:pt x="1033506" y="36393"/>
                </a:lnTo>
                <a:lnTo>
                  <a:pt x="1032742" y="36615"/>
                </a:lnTo>
                <a:lnTo>
                  <a:pt x="1031988" y="36848"/>
                </a:lnTo>
                <a:lnTo>
                  <a:pt x="1031244" y="37091"/>
                </a:lnTo>
                <a:lnTo>
                  <a:pt x="1030511" y="37346"/>
                </a:lnTo>
                <a:lnTo>
                  <a:pt x="1029792" y="37614"/>
                </a:lnTo>
                <a:lnTo>
                  <a:pt x="1029086" y="37896"/>
                </a:lnTo>
                <a:lnTo>
                  <a:pt x="1028394" y="38190"/>
                </a:lnTo>
                <a:lnTo>
                  <a:pt x="1027715" y="38498"/>
                </a:lnTo>
                <a:lnTo>
                  <a:pt x="1027049" y="38820"/>
                </a:lnTo>
                <a:lnTo>
                  <a:pt x="1026397" y="39154"/>
                </a:lnTo>
                <a:lnTo>
                  <a:pt x="1025758" y="39502"/>
                </a:lnTo>
                <a:lnTo>
                  <a:pt x="1025132" y="39863"/>
                </a:lnTo>
                <a:lnTo>
                  <a:pt x="1024520" y="40238"/>
                </a:lnTo>
                <a:lnTo>
                  <a:pt x="1023922" y="40625"/>
                </a:lnTo>
                <a:lnTo>
                  <a:pt x="1023337" y="41026"/>
                </a:lnTo>
                <a:lnTo>
                  <a:pt x="1022765" y="41440"/>
                </a:lnTo>
                <a:lnTo>
                  <a:pt x="1022207" y="41868"/>
                </a:lnTo>
                <a:lnTo>
                  <a:pt x="1021662" y="42308"/>
                </a:lnTo>
                <a:lnTo>
                  <a:pt x="1021130" y="42762"/>
                </a:lnTo>
                <a:lnTo>
                  <a:pt x="1020612" y="43230"/>
                </a:lnTo>
                <a:lnTo>
                  <a:pt x="1020107" y="43710"/>
                </a:lnTo>
                <a:lnTo>
                  <a:pt x="1019616" y="44204"/>
                </a:lnTo>
                <a:lnTo>
                  <a:pt x="1019138" y="44711"/>
                </a:lnTo>
                <a:lnTo>
                  <a:pt x="1018673" y="45231"/>
                </a:lnTo>
                <a:lnTo>
                  <a:pt x="1018222" y="45765"/>
                </a:lnTo>
                <a:lnTo>
                  <a:pt x="1017785" y="46312"/>
                </a:lnTo>
                <a:lnTo>
                  <a:pt x="1017360" y="46872"/>
                </a:lnTo>
                <a:lnTo>
                  <a:pt x="1016951" y="47447"/>
                </a:lnTo>
                <a:lnTo>
                  <a:pt x="1016560" y="48038"/>
                </a:lnTo>
                <a:lnTo>
                  <a:pt x="1016186" y="48647"/>
                </a:lnTo>
                <a:lnTo>
                  <a:pt x="1015829" y="49272"/>
                </a:lnTo>
                <a:lnTo>
                  <a:pt x="1015490" y="49914"/>
                </a:lnTo>
                <a:lnTo>
                  <a:pt x="1015168" y="50573"/>
                </a:lnTo>
                <a:lnTo>
                  <a:pt x="1014863" y="51249"/>
                </a:lnTo>
                <a:lnTo>
                  <a:pt x="1014576" y="51942"/>
                </a:lnTo>
                <a:lnTo>
                  <a:pt x="1014307" y="52651"/>
                </a:lnTo>
                <a:lnTo>
                  <a:pt x="1014054" y="53377"/>
                </a:lnTo>
                <a:lnTo>
                  <a:pt x="1013820" y="54120"/>
                </a:lnTo>
                <a:lnTo>
                  <a:pt x="1013602" y="54880"/>
                </a:lnTo>
                <a:lnTo>
                  <a:pt x="1013402" y="55657"/>
                </a:lnTo>
                <a:lnTo>
                  <a:pt x="1013219" y="56450"/>
                </a:lnTo>
                <a:lnTo>
                  <a:pt x="1013054" y="57261"/>
                </a:lnTo>
                <a:lnTo>
                  <a:pt x="1012906" y="58088"/>
                </a:lnTo>
                <a:lnTo>
                  <a:pt x="1012776" y="58932"/>
                </a:lnTo>
                <a:lnTo>
                  <a:pt x="1012662" y="59792"/>
                </a:lnTo>
                <a:lnTo>
                  <a:pt x="1012567" y="60670"/>
                </a:lnTo>
                <a:lnTo>
                  <a:pt x="1012488" y="61564"/>
                </a:lnTo>
                <a:lnTo>
                  <a:pt x="1012428" y="62475"/>
                </a:lnTo>
                <a:lnTo>
                  <a:pt x="1012384" y="63403"/>
                </a:lnTo>
                <a:lnTo>
                  <a:pt x="1012358" y="64348"/>
                </a:lnTo>
                <a:lnTo>
                  <a:pt x="1012349" y="65310"/>
                </a:lnTo>
                <a:lnTo>
                  <a:pt x="1035152" y="65310"/>
                </a:lnTo>
                <a:lnTo>
                  <a:pt x="1035160" y="64656"/>
                </a:lnTo>
                <a:lnTo>
                  <a:pt x="1035184" y="64018"/>
                </a:lnTo>
                <a:lnTo>
                  <a:pt x="1035225" y="63395"/>
                </a:lnTo>
                <a:lnTo>
                  <a:pt x="1035282" y="62787"/>
                </a:lnTo>
                <a:lnTo>
                  <a:pt x="1035355" y="62195"/>
                </a:lnTo>
                <a:lnTo>
                  <a:pt x="1035445" y="61618"/>
                </a:lnTo>
                <a:lnTo>
                  <a:pt x="1035550" y="61056"/>
                </a:lnTo>
                <a:lnTo>
                  <a:pt x="1035673" y="60509"/>
                </a:lnTo>
                <a:lnTo>
                  <a:pt x="1035811" y="59977"/>
                </a:lnTo>
                <a:lnTo>
                  <a:pt x="1035966" y="59461"/>
                </a:lnTo>
                <a:lnTo>
                  <a:pt x="1036137" y="58960"/>
                </a:lnTo>
                <a:lnTo>
                  <a:pt x="1036324" y="58475"/>
                </a:lnTo>
                <a:lnTo>
                  <a:pt x="1036527" y="58004"/>
                </a:lnTo>
                <a:lnTo>
                  <a:pt x="1036747" y="57549"/>
                </a:lnTo>
                <a:lnTo>
                  <a:pt x="1036983" y="57109"/>
                </a:lnTo>
                <a:lnTo>
                  <a:pt x="1037236" y="56685"/>
                </a:lnTo>
                <a:lnTo>
                  <a:pt x="1037504" y="56275"/>
                </a:lnTo>
                <a:lnTo>
                  <a:pt x="1037789" y="55881"/>
                </a:lnTo>
                <a:lnTo>
                  <a:pt x="1038090" y="55502"/>
                </a:lnTo>
                <a:lnTo>
                  <a:pt x="1038408" y="55139"/>
                </a:lnTo>
                <a:lnTo>
                  <a:pt x="1038742" y="54790"/>
                </a:lnTo>
                <a:lnTo>
                  <a:pt x="1039092" y="54457"/>
                </a:lnTo>
                <a:lnTo>
                  <a:pt x="1039458" y="54139"/>
                </a:lnTo>
                <a:lnTo>
                  <a:pt x="1039841" y="53837"/>
                </a:lnTo>
                <a:lnTo>
                  <a:pt x="1040236" y="53547"/>
                </a:lnTo>
                <a:lnTo>
                  <a:pt x="1040640" y="53271"/>
                </a:lnTo>
                <a:lnTo>
                  <a:pt x="1041053" y="53006"/>
                </a:lnTo>
                <a:lnTo>
                  <a:pt x="1041475" y="52754"/>
                </a:lnTo>
                <a:lnTo>
                  <a:pt x="1041906" y="52514"/>
                </a:lnTo>
                <a:lnTo>
                  <a:pt x="1042346" y="52287"/>
                </a:lnTo>
                <a:lnTo>
                  <a:pt x="1042795" y="52071"/>
                </a:lnTo>
                <a:lnTo>
                  <a:pt x="1043253" y="51868"/>
                </a:lnTo>
                <a:lnTo>
                  <a:pt x="1043720" y="51678"/>
                </a:lnTo>
                <a:lnTo>
                  <a:pt x="1044195" y="51499"/>
                </a:lnTo>
                <a:lnTo>
                  <a:pt x="1044680" y="51333"/>
                </a:lnTo>
                <a:lnTo>
                  <a:pt x="1045174" y="51179"/>
                </a:lnTo>
                <a:lnTo>
                  <a:pt x="1045676" y="51038"/>
                </a:lnTo>
                <a:lnTo>
                  <a:pt x="1046188" y="50909"/>
                </a:lnTo>
                <a:lnTo>
                  <a:pt x="1046708" y="50792"/>
                </a:lnTo>
                <a:lnTo>
                  <a:pt x="1047237" y="50687"/>
                </a:lnTo>
                <a:lnTo>
                  <a:pt x="1047775" y="50595"/>
                </a:lnTo>
                <a:lnTo>
                  <a:pt x="1048323" y="50515"/>
                </a:lnTo>
                <a:lnTo>
                  <a:pt x="1048879" y="50448"/>
                </a:lnTo>
                <a:lnTo>
                  <a:pt x="1049444" y="50392"/>
                </a:lnTo>
                <a:lnTo>
                  <a:pt x="1050018" y="50349"/>
                </a:lnTo>
                <a:lnTo>
                  <a:pt x="1050601" y="50318"/>
                </a:lnTo>
                <a:lnTo>
                  <a:pt x="1051193" y="50300"/>
                </a:lnTo>
                <a:lnTo>
                  <a:pt x="1051794" y="50294"/>
                </a:lnTo>
                <a:lnTo>
                  <a:pt x="1052341" y="50300"/>
                </a:lnTo>
                <a:lnTo>
                  <a:pt x="1052880" y="50317"/>
                </a:lnTo>
                <a:lnTo>
                  <a:pt x="1053411" y="50346"/>
                </a:lnTo>
                <a:lnTo>
                  <a:pt x="1053933" y="50386"/>
                </a:lnTo>
                <a:lnTo>
                  <a:pt x="1054446" y="50438"/>
                </a:lnTo>
                <a:lnTo>
                  <a:pt x="1054951" y="50501"/>
                </a:lnTo>
                <a:lnTo>
                  <a:pt x="1055448" y="50576"/>
                </a:lnTo>
                <a:lnTo>
                  <a:pt x="1055936" y="50663"/>
                </a:lnTo>
                <a:lnTo>
                  <a:pt x="1056416" y="50761"/>
                </a:lnTo>
                <a:lnTo>
                  <a:pt x="1056887" y="50870"/>
                </a:lnTo>
                <a:lnTo>
                  <a:pt x="1057350" y="50992"/>
                </a:lnTo>
                <a:lnTo>
                  <a:pt x="1057804" y="51124"/>
                </a:lnTo>
                <a:lnTo>
                  <a:pt x="1058250" y="51268"/>
                </a:lnTo>
                <a:lnTo>
                  <a:pt x="1058688" y="51424"/>
                </a:lnTo>
                <a:lnTo>
                  <a:pt x="1059117" y="51591"/>
                </a:lnTo>
                <a:lnTo>
                  <a:pt x="1059537" y="51770"/>
                </a:lnTo>
                <a:lnTo>
                  <a:pt x="1059949" y="51960"/>
                </a:lnTo>
                <a:lnTo>
                  <a:pt x="1060353" y="52162"/>
                </a:lnTo>
                <a:lnTo>
                  <a:pt x="1060748" y="52375"/>
                </a:lnTo>
                <a:lnTo>
                  <a:pt x="1061135" y="52600"/>
                </a:lnTo>
                <a:lnTo>
                  <a:pt x="1061513" y="52837"/>
                </a:lnTo>
                <a:lnTo>
                  <a:pt x="1061883" y="53085"/>
                </a:lnTo>
                <a:lnTo>
                  <a:pt x="1062244" y="53344"/>
                </a:lnTo>
                <a:lnTo>
                  <a:pt x="1062597" y="53615"/>
                </a:lnTo>
                <a:lnTo>
                  <a:pt x="1062938" y="53902"/>
                </a:lnTo>
                <a:lnTo>
                  <a:pt x="1063265" y="54208"/>
                </a:lnTo>
                <a:lnTo>
                  <a:pt x="1063578" y="54535"/>
                </a:lnTo>
                <a:lnTo>
                  <a:pt x="1063875" y="54881"/>
                </a:lnTo>
                <a:lnTo>
                  <a:pt x="1064159" y="55246"/>
                </a:lnTo>
                <a:lnTo>
                  <a:pt x="1064427" y="55632"/>
                </a:lnTo>
                <a:lnTo>
                  <a:pt x="1064682" y="56037"/>
                </a:lnTo>
                <a:lnTo>
                  <a:pt x="1064921" y="56462"/>
                </a:lnTo>
                <a:lnTo>
                  <a:pt x="1065146" y="56907"/>
                </a:lnTo>
                <a:lnTo>
                  <a:pt x="1065357" y="57372"/>
                </a:lnTo>
                <a:lnTo>
                  <a:pt x="1065553" y="57856"/>
                </a:lnTo>
                <a:lnTo>
                  <a:pt x="1065735" y="58360"/>
                </a:lnTo>
                <a:lnTo>
                  <a:pt x="1065902" y="58884"/>
                </a:lnTo>
                <a:lnTo>
                  <a:pt x="1066054" y="59428"/>
                </a:lnTo>
                <a:lnTo>
                  <a:pt x="1066192" y="59992"/>
                </a:lnTo>
                <a:lnTo>
                  <a:pt x="1066316" y="60575"/>
                </a:lnTo>
                <a:lnTo>
                  <a:pt x="1066425" y="61178"/>
                </a:lnTo>
                <a:lnTo>
                  <a:pt x="1066519" y="61801"/>
                </a:lnTo>
                <a:lnTo>
                  <a:pt x="1066599" y="62443"/>
                </a:lnTo>
                <a:lnTo>
                  <a:pt x="1066664" y="63106"/>
                </a:lnTo>
                <a:lnTo>
                  <a:pt x="1066715" y="63788"/>
                </a:lnTo>
                <a:lnTo>
                  <a:pt x="1066752" y="64490"/>
                </a:lnTo>
                <a:lnTo>
                  <a:pt x="1066773" y="65212"/>
                </a:lnTo>
                <a:lnTo>
                  <a:pt x="1066781" y="65953"/>
                </a:lnTo>
                <a:lnTo>
                  <a:pt x="1066781" y="70887"/>
                </a:lnTo>
                <a:lnTo>
                  <a:pt x="1065309" y="70921"/>
                </a:lnTo>
                <a:lnTo>
                  <a:pt x="1063853" y="70962"/>
                </a:lnTo>
                <a:lnTo>
                  <a:pt x="1062412" y="71009"/>
                </a:lnTo>
                <a:lnTo>
                  <a:pt x="1060987" y="71063"/>
                </a:lnTo>
                <a:lnTo>
                  <a:pt x="1059576" y="71124"/>
                </a:lnTo>
                <a:lnTo>
                  <a:pt x="1058181" y="71191"/>
                </a:lnTo>
                <a:lnTo>
                  <a:pt x="1056801" y="71265"/>
                </a:lnTo>
                <a:lnTo>
                  <a:pt x="1055436" y="71345"/>
                </a:lnTo>
                <a:lnTo>
                  <a:pt x="1054086" y="71432"/>
                </a:lnTo>
                <a:lnTo>
                  <a:pt x="1052751" y="71526"/>
                </a:lnTo>
                <a:lnTo>
                  <a:pt x="1051431" y="71626"/>
                </a:lnTo>
                <a:lnTo>
                  <a:pt x="1050127" y="71733"/>
                </a:lnTo>
                <a:lnTo>
                  <a:pt x="1048838" y="71847"/>
                </a:lnTo>
                <a:lnTo>
                  <a:pt x="1047564" y="71967"/>
                </a:lnTo>
                <a:lnTo>
                  <a:pt x="1046305" y="72094"/>
                </a:lnTo>
                <a:lnTo>
                  <a:pt x="1045061" y="72227"/>
                </a:lnTo>
                <a:lnTo>
                  <a:pt x="1043833" y="72367"/>
                </a:lnTo>
                <a:lnTo>
                  <a:pt x="1042619" y="72514"/>
                </a:lnTo>
                <a:lnTo>
                  <a:pt x="1041421" y="72667"/>
                </a:lnTo>
                <a:lnTo>
                  <a:pt x="1040238" y="72827"/>
                </a:lnTo>
                <a:lnTo>
                  <a:pt x="1039070" y="72994"/>
                </a:lnTo>
                <a:lnTo>
                  <a:pt x="1037917" y="73167"/>
                </a:lnTo>
                <a:lnTo>
                  <a:pt x="1036780" y="73346"/>
                </a:lnTo>
                <a:lnTo>
                  <a:pt x="1035657" y="73533"/>
                </a:lnTo>
                <a:lnTo>
                  <a:pt x="1034553" y="73730"/>
                </a:lnTo>
                <a:lnTo>
                  <a:pt x="1033469" y="73940"/>
                </a:lnTo>
                <a:lnTo>
                  <a:pt x="1032405" y="74166"/>
                </a:lnTo>
                <a:lnTo>
                  <a:pt x="1031363" y="74405"/>
                </a:lnTo>
                <a:lnTo>
                  <a:pt x="1030341" y="74658"/>
                </a:lnTo>
                <a:lnTo>
                  <a:pt x="1029339" y="74926"/>
                </a:lnTo>
                <a:lnTo>
                  <a:pt x="1028358" y="75208"/>
                </a:lnTo>
                <a:lnTo>
                  <a:pt x="1027398" y="75504"/>
                </a:lnTo>
                <a:lnTo>
                  <a:pt x="1026458" y="75814"/>
                </a:lnTo>
                <a:lnTo>
                  <a:pt x="1025539" y="76139"/>
                </a:lnTo>
                <a:lnTo>
                  <a:pt x="1024640" y="76477"/>
                </a:lnTo>
                <a:lnTo>
                  <a:pt x="1023762" y="76830"/>
                </a:lnTo>
                <a:lnTo>
                  <a:pt x="1022904" y="77197"/>
                </a:lnTo>
                <a:lnTo>
                  <a:pt x="1022068" y="77578"/>
                </a:lnTo>
                <a:lnTo>
                  <a:pt x="1021251" y="77973"/>
                </a:lnTo>
                <a:lnTo>
                  <a:pt x="1020456" y="78383"/>
                </a:lnTo>
                <a:lnTo>
                  <a:pt x="1019681" y="78807"/>
                </a:lnTo>
                <a:lnTo>
                  <a:pt x="1018926" y="79245"/>
                </a:lnTo>
                <a:lnTo>
                  <a:pt x="1018192" y="79697"/>
                </a:lnTo>
                <a:lnTo>
                  <a:pt x="1017479" y="80163"/>
                </a:lnTo>
                <a:lnTo>
                  <a:pt x="1016786" y="80643"/>
                </a:lnTo>
                <a:lnTo>
                  <a:pt x="1016114" y="81138"/>
                </a:lnTo>
                <a:lnTo>
                  <a:pt x="1015463" y="81647"/>
                </a:lnTo>
                <a:lnTo>
                  <a:pt x="1014832" y="82170"/>
                </a:lnTo>
                <a:lnTo>
                  <a:pt x="1014224" y="82710"/>
                </a:lnTo>
                <a:lnTo>
                  <a:pt x="1013642" y="83273"/>
                </a:lnTo>
                <a:lnTo>
                  <a:pt x="1013086" y="83856"/>
                </a:lnTo>
                <a:lnTo>
                  <a:pt x="1012556" y="84461"/>
                </a:lnTo>
                <a:lnTo>
                  <a:pt x="1012052" y="85087"/>
                </a:lnTo>
                <a:lnTo>
                  <a:pt x="1011574" y="85735"/>
                </a:lnTo>
                <a:lnTo>
                  <a:pt x="1011121" y="86404"/>
                </a:lnTo>
                <a:lnTo>
                  <a:pt x="1010694" y="87095"/>
                </a:lnTo>
                <a:lnTo>
                  <a:pt x="1010293" y="87807"/>
                </a:lnTo>
                <a:lnTo>
                  <a:pt x="1009918" y="88541"/>
                </a:lnTo>
                <a:lnTo>
                  <a:pt x="1009569" y="89296"/>
                </a:lnTo>
                <a:lnTo>
                  <a:pt x="1009246" y="90072"/>
                </a:lnTo>
                <a:lnTo>
                  <a:pt x="1008949" y="90870"/>
                </a:lnTo>
                <a:lnTo>
                  <a:pt x="1008677" y="91689"/>
                </a:lnTo>
                <a:lnTo>
                  <a:pt x="1008432" y="92530"/>
                </a:lnTo>
                <a:lnTo>
                  <a:pt x="1008212" y="93392"/>
                </a:lnTo>
                <a:lnTo>
                  <a:pt x="1008018" y="94276"/>
                </a:lnTo>
                <a:lnTo>
                  <a:pt x="1007850" y="95181"/>
                </a:lnTo>
                <a:lnTo>
                  <a:pt x="1007708" y="96107"/>
                </a:lnTo>
                <a:lnTo>
                  <a:pt x="1007591" y="97055"/>
                </a:lnTo>
                <a:lnTo>
                  <a:pt x="1007501" y="98025"/>
                </a:lnTo>
                <a:lnTo>
                  <a:pt x="1007436" y="99016"/>
                </a:lnTo>
                <a:lnTo>
                  <a:pt x="1007397" y="100028"/>
                </a:lnTo>
                <a:lnTo>
                  <a:pt x="1007384" y="101062"/>
                </a:lnTo>
                <a:lnTo>
                  <a:pt x="1007391" y="101807"/>
                </a:lnTo>
                <a:lnTo>
                  <a:pt x="1007413" y="102542"/>
                </a:lnTo>
                <a:lnTo>
                  <a:pt x="1007448" y="103266"/>
                </a:lnTo>
                <a:lnTo>
                  <a:pt x="1007498" y="103980"/>
                </a:lnTo>
                <a:lnTo>
                  <a:pt x="1007562" y="104683"/>
                </a:lnTo>
                <a:lnTo>
                  <a:pt x="1007640" y="105376"/>
                </a:lnTo>
                <a:lnTo>
                  <a:pt x="1007732" y="106058"/>
                </a:lnTo>
                <a:lnTo>
                  <a:pt x="1007839" y="106730"/>
                </a:lnTo>
                <a:lnTo>
                  <a:pt x="1007960" y="107391"/>
                </a:lnTo>
                <a:lnTo>
                  <a:pt x="1008095" y="108042"/>
                </a:lnTo>
                <a:lnTo>
                  <a:pt x="1008244" y="108683"/>
                </a:lnTo>
                <a:lnTo>
                  <a:pt x="1008407" y="109313"/>
                </a:lnTo>
                <a:lnTo>
                  <a:pt x="1008585" y="109933"/>
                </a:lnTo>
                <a:lnTo>
                  <a:pt x="1008777" y="110542"/>
                </a:lnTo>
                <a:lnTo>
                  <a:pt x="1008983" y="111140"/>
                </a:lnTo>
                <a:lnTo>
                  <a:pt x="1009203" y="111729"/>
                </a:lnTo>
                <a:lnTo>
                  <a:pt x="1009437" y="112306"/>
                </a:lnTo>
                <a:lnTo>
                  <a:pt x="1009686" y="112873"/>
                </a:lnTo>
                <a:lnTo>
                  <a:pt x="1009949" y="113430"/>
                </a:lnTo>
                <a:lnTo>
                  <a:pt x="1010226" y="113977"/>
                </a:lnTo>
                <a:lnTo>
                  <a:pt x="1010517" y="114512"/>
                </a:lnTo>
                <a:lnTo>
                  <a:pt x="1010822" y="115038"/>
                </a:lnTo>
                <a:lnTo>
                  <a:pt x="1011142" y="115553"/>
                </a:lnTo>
                <a:lnTo>
                  <a:pt x="1011476" y="116057"/>
                </a:lnTo>
                <a:lnTo>
                  <a:pt x="1011821" y="116551"/>
                </a:lnTo>
                <a:lnTo>
                  <a:pt x="1012175" y="117034"/>
                </a:lnTo>
                <a:lnTo>
                  <a:pt x="1012538" y="117507"/>
                </a:lnTo>
                <a:lnTo>
                  <a:pt x="1012910" y="117969"/>
                </a:lnTo>
                <a:lnTo>
                  <a:pt x="1013290" y="118421"/>
                </a:lnTo>
                <a:lnTo>
                  <a:pt x="1013680" y="118863"/>
                </a:lnTo>
                <a:lnTo>
                  <a:pt x="1014078" y="119294"/>
                </a:lnTo>
                <a:lnTo>
                  <a:pt x="1014484" y="119714"/>
                </a:lnTo>
                <a:lnTo>
                  <a:pt x="1014900" y="120124"/>
                </a:lnTo>
                <a:lnTo>
                  <a:pt x="1015324" y="120523"/>
                </a:lnTo>
                <a:lnTo>
                  <a:pt x="1015758" y="120912"/>
                </a:lnTo>
                <a:lnTo>
                  <a:pt x="1016199" y="121291"/>
                </a:lnTo>
                <a:lnTo>
                  <a:pt x="1016650" y="121659"/>
                </a:lnTo>
                <a:lnTo>
                  <a:pt x="1017110" y="122017"/>
                </a:lnTo>
                <a:lnTo>
                  <a:pt x="1017578" y="122364"/>
                </a:lnTo>
                <a:lnTo>
                  <a:pt x="1018055" y="122700"/>
                </a:lnTo>
                <a:lnTo>
                  <a:pt x="1018541" y="123026"/>
                </a:lnTo>
                <a:lnTo>
                  <a:pt x="1019035" y="123342"/>
                </a:lnTo>
                <a:lnTo>
                  <a:pt x="1019539" y="123647"/>
                </a:lnTo>
                <a:lnTo>
                  <a:pt x="1020051" y="123942"/>
                </a:lnTo>
                <a:lnTo>
                  <a:pt x="1020572" y="124226"/>
                </a:lnTo>
                <a:lnTo>
                  <a:pt x="1021102" y="124500"/>
                </a:lnTo>
                <a:lnTo>
                  <a:pt x="1021640" y="124763"/>
                </a:lnTo>
                <a:lnTo>
                  <a:pt x="1022187" y="125016"/>
                </a:lnTo>
                <a:lnTo>
                  <a:pt x="1022741" y="125259"/>
                </a:lnTo>
                <a:lnTo>
                  <a:pt x="1023298" y="125491"/>
                </a:lnTo>
                <a:lnTo>
                  <a:pt x="1023858" y="125712"/>
                </a:lnTo>
                <a:lnTo>
                  <a:pt x="1024422" y="125924"/>
                </a:lnTo>
                <a:lnTo>
                  <a:pt x="1024990" y="126125"/>
                </a:lnTo>
                <a:lnTo>
                  <a:pt x="1025561" y="126316"/>
                </a:lnTo>
                <a:lnTo>
                  <a:pt x="1026135" y="126496"/>
                </a:lnTo>
                <a:lnTo>
                  <a:pt x="1026713" y="126667"/>
                </a:lnTo>
                <a:lnTo>
                  <a:pt x="1027295" y="126827"/>
                </a:lnTo>
                <a:lnTo>
                  <a:pt x="1027880" y="126976"/>
                </a:lnTo>
                <a:lnTo>
                  <a:pt x="1028468" y="127115"/>
                </a:lnTo>
                <a:lnTo>
                  <a:pt x="1029060" y="127244"/>
                </a:lnTo>
                <a:lnTo>
                  <a:pt x="1029656" y="127363"/>
                </a:lnTo>
                <a:lnTo>
                  <a:pt x="1030255" y="127471"/>
                </a:lnTo>
                <a:lnTo>
                  <a:pt x="1030857" y="127569"/>
                </a:lnTo>
                <a:lnTo>
                  <a:pt x="1031464" y="127657"/>
                </a:lnTo>
                <a:lnTo>
                  <a:pt x="1032073" y="127734"/>
                </a:lnTo>
                <a:lnTo>
                  <a:pt x="1032686" y="127801"/>
                </a:lnTo>
                <a:lnTo>
                  <a:pt x="1033303" y="127858"/>
                </a:lnTo>
                <a:lnTo>
                  <a:pt x="1033923" y="127905"/>
                </a:lnTo>
                <a:lnTo>
                  <a:pt x="1034547" y="127941"/>
                </a:lnTo>
                <a:lnTo>
                  <a:pt x="1035174" y="127966"/>
                </a:lnTo>
                <a:lnTo>
                  <a:pt x="1035805" y="127982"/>
                </a:lnTo>
                <a:lnTo>
                  <a:pt x="1036439" y="127987"/>
                </a:lnTo>
                <a:lnTo>
                  <a:pt x="1037255" y="127981"/>
                </a:lnTo>
                <a:lnTo>
                  <a:pt x="1038063" y="127964"/>
                </a:lnTo>
                <a:lnTo>
                  <a:pt x="1038862" y="127935"/>
                </a:lnTo>
                <a:lnTo>
                  <a:pt x="1039654" y="127894"/>
                </a:lnTo>
                <a:close/>
                <a:moveTo>
                  <a:pt x="1042626" y="111175"/>
                </a:moveTo>
                <a:lnTo>
                  <a:pt x="1042191" y="111131"/>
                </a:lnTo>
                <a:lnTo>
                  <a:pt x="1041763" y="111077"/>
                </a:lnTo>
                <a:lnTo>
                  <a:pt x="1041342" y="111014"/>
                </a:lnTo>
                <a:lnTo>
                  <a:pt x="1040929" y="110940"/>
                </a:lnTo>
                <a:lnTo>
                  <a:pt x="1040522" y="110857"/>
                </a:lnTo>
                <a:lnTo>
                  <a:pt x="1040123" y="110764"/>
                </a:lnTo>
                <a:lnTo>
                  <a:pt x="1039731" y="110662"/>
                </a:lnTo>
                <a:lnTo>
                  <a:pt x="1039347" y="110549"/>
                </a:lnTo>
                <a:lnTo>
                  <a:pt x="1038969" y="110427"/>
                </a:lnTo>
                <a:lnTo>
                  <a:pt x="1038599" y="110295"/>
                </a:lnTo>
                <a:lnTo>
                  <a:pt x="1038235" y="110153"/>
                </a:lnTo>
                <a:lnTo>
                  <a:pt x="1037879" y="110002"/>
                </a:lnTo>
                <a:lnTo>
                  <a:pt x="1037530" y="109840"/>
                </a:lnTo>
                <a:lnTo>
                  <a:pt x="1037189" y="109669"/>
                </a:lnTo>
                <a:lnTo>
                  <a:pt x="1036854" y="109488"/>
                </a:lnTo>
                <a:lnTo>
                  <a:pt x="1036527" y="109298"/>
                </a:lnTo>
                <a:lnTo>
                  <a:pt x="1036207" y="109097"/>
                </a:lnTo>
                <a:lnTo>
                  <a:pt x="1035894" y="108887"/>
                </a:lnTo>
                <a:lnTo>
                  <a:pt x="1035588" y="108667"/>
                </a:lnTo>
                <a:lnTo>
                  <a:pt x="1035289" y="108437"/>
                </a:lnTo>
                <a:lnTo>
                  <a:pt x="1035001" y="108197"/>
                </a:lnTo>
                <a:lnTo>
                  <a:pt x="1034724" y="107947"/>
                </a:lnTo>
                <a:lnTo>
                  <a:pt x="1034460" y="107686"/>
                </a:lnTo>
                <a:lnTo>
                  <a:pt x="1034208" y="107415"/>
                </a:lnTo>
                <a:lnTo>
                  <a:pt x="1033968" y="107134"/>
                </a:lnTo>
                <a:lnTo>
                  <a:pt x="1033741" y="106842"/>
                </a:lnTo>
                <a:lnTo>
                  <a:pt x="1033526" y="106539"/>
                </a:lnTo>
                <a:lnTo>
                  <a:pt x="1033323" y="106226"/>
                </a:lnTo>
                <a:lnTo>
                  <a:pt x="1033132" y="105903"/>
                </a:lnTo>
                <a:lnTo>
                  <a:pt x="1032954" y="105569"/>
                </a:lnTo>
                <a:lnTo>
                  <a:pt x="1032788" y="105225"/>
                </a:lnTo>
                <a:lnTo>
                  <a:pt x="1032635" y="104870"/>
                </a:lnTo>
                <a:lnTo>
                  <a:pt x="1032493" y="104505"/>
                </a:lnTo>
                <a:lnTo>
                  <a:pt x="1032364" y="104130"/>
                </a:lnTo>
                <a:lnTo>
                  <a:pt x="1032247" y="103744"/>
                </a:lnTo>
                <a:lnTo>
                  <a:pt x="1032143" y="103347"/>
                </a:lnTo>
                <a:lnTo>
                  <a:pt x="1032051" y="102940"/>
                </a:lnTo>
                <a:lnTo>
                  <a:pt x="1031971" y="102523"/>
                </a:lnTo>
                <a:lnTo>
                  <a:pt x="1031903" y="102095"/>
                </a:lnTo>
                <a:lnTo>
                  <a:pt x="1031848" y="101657"/>
                </a:lnTo>
                <a:lnTo>
                  <a:pt x="1031805" y="101209"/>
                </a:lnTo>
                <a:lnTo>
                  <a:pt x="1031774" y="100750"/>
                </a:lnTo>
                <a:lnTo>
                  <a:pt x="1031756" y="100280"/>
                </a:lnTo>
                <a:lnTo>
                  <a:pt x="1031750" y="99800"/>
                </a:lnTo>
                <a:lnTo>
                  <a:pt x="1031763" y="99135"/>
                </a:lnTo>
                <a:lnTo>
                  <a:pt x="1031803" y="98486"/>
                </a:lnTo>
                <a:lnTo>
                  <a:pt x="1031870" y="97851"/>
                </a:lnTo>
                <a:lnTo>
                  <a:pt x="1031964" y="97233"/>
                </a:lnTo>
                <a:lnTo>
                  <a:pt x="1032085" y="96630"/>
                </a:lnTo>
                <a:lnTo>
                  <a:pt x="1032232" y="96042"/>
                </a:lnTo>
                <a:lnTo>
                  <a:pt x="1032407" y="95470"/>
                </a:lnTo>
                <a:lnTo>
                  <a:pt x="1032608" y="94913"/>
                </a:lnTo>
                <a:lnTo>
                  <a:pt x="1032836" y="94372"/>
                </a:lnTo>
                <a:lnTo>
                  <a:pt x="1033090" y="93846"/>
                </a:lnTo>
                <a:lnTo>
                  <a:pt x="1033372" y="93336"/>
                </a:lnTo>
                <a:lnTo>
                  <a:pt x="1033680" y="92841"/>
                </a:lnTo>
                <a:lnTo>
                  <a:pt x="1034016" y="92362"/>
                </a:lnTo>
                <a:lnTo>
                  <a:pt x="1034378" y="91898"/>
                </a:lnTo>
                <a:lnTo>
                  <a:pt x="1034767" y="91450"/>
                </a:lnTo>
                <a:lnTo>
                  <a:pt x="1035182" y="91017"/>
                </a:lnTo>
                <a:lnTo>
                  <a:pt x="1035625" y="90600"/>
                </a:lnTo>
                <a:lnTo>
                  <a:pt x="1036094" y="90198"/>
                </a:lnTo>
                <a:lnTo>
                  <a:pt x="1036590" y="89811"/>
                </a:lnTo>
                <a:lnTo>
                  <a:pt x="1037113" y="89441"/>
                </a:lnTo>
                <a:lnTo>
                  <a:pt x="1037663" y="89085"/>
                </a:lnTo>
                <a:lnTo>
                  <a:pt x="1038239" y="88745"/>
                </a:lnTo>
                <a:lnTo>
                  <a:pt x="1038843" y="88421"/>
                </a:lnTo>
                <a:lnTo>
                  <a:pt x="1039473" y="88112"/>
                </a:lnTo>
                <a:lnTo>
                  <a:pt x="1040137" y="87817"/>
                </a:lnTo>
                <a:lnTo>
                  <a:pt x="1040841" y="87534"/>
                </a:lnTo>
                <a:lnTo>
                  <a:pt x="1041585" y="87263"/>
                </a:lnTo>
                <a:lnTo>
                  <a:pt x="1042369" y="87005"/>
                </a:lnTo>
                <a:lnTo>
                  <a:pt x="1043194" y="86758"/>
                </a:lnTo>
                <a:lnTo>
                  <a:pt x="1044059" y="86525"/>
                </a:lnTo>
                <a:lnTo>
                  <a:pt x="1044964" y="86303"/>
                </a:lnTo>
                <a:lnTo>
                  <a:pt x="1045909" y="86093"/>
                </a:lnTo>
                <a:lnTo>
                  <a:pt x="1046895" y="85896"/>
                </a:lnTo>
                <a:lnTo>
                  <a:pt x="1047920" y="85711"/>
                </a:lnTo>
                <a:lnTo>
                  <a:pt x="1048986" y="85538"/>
                </a:lnTo>
                <a:lnTo>
                  <a:pt x="1050093" y="85377"/>
                </a:lnTo>
                <a:lnTo>
                  <a:pt x="1051239" y="85229"/>
                </a:lnTo>
                <a:lnTo>
                  <a:pt x="1052426" y="85092"/>
                </a:lnTo>
                <a:lnTo>
                  <a:pt x="1053653" y="84968"/>
                </a:lnTo>
                <a:lnTo>
                  <a:pt x="1054920" y="84857"/>
                </a:lnTo>
                <a:lnTo>
                  <a:pt x="1056227" y="84757"/>
                </a:lnTo>
                <a:lnTo>
                  <a:pt x="1057575" y="84670"/>
                </a:lnTo>
                <a:lnTo>
                  <a:pt x="1058962" y="84595"/>
                </a:lnTo>
                <a:lnTo>
                  <a:pt x="1060390" y="84532"/>
                </a:lnTo>
                <a:lnTo>
                  <a:pt x="1061859" y="84481"/>
                </a:lnTo>
                <a:lnTo>
                  <a:pt x="1063367" y="84443"/>
                </a:lnTo>
                <a:lnTo>
                  <a:pt x="1064916" y="84416"/>
                </a:lnTo>
                <a:lnTo>
                  <a:pt x="1066505" y="84402"/>
                </a:lnTo>
                <a:lnTo>
                  <a:pt x="1066505" y="99237"/>
                </a:lnTo>
                <a:lnTo>
                  <a:pt x="1066210" y="99626"/>
                </a:lnTo>
                <a:lnTo>
                  <a:pt x="1065906" y="100012"/>
                </a:lnTo>
                <a:lnTo>
                  <a:pt x="1065595" y="100394"/>
                </a:lnTo>
                <a:lnTo>
                  <a:pt x="1065275" y="100773"/>
                </a:lnTo>
                <a:lnTo>
                  <a:pt x="1064947" y="101147"/>
                </a:lnTo>
                <a:lnTo>
                  <a:pt x="1064611" y="101519"/>
                </a:lnTo>
                <a:lnTo>
                  <a:pt x="1064267" y="101887"/>
                </a:lnTo>
                <a:lnTo>
                  <a:pt x="1063915" y="102251"/>
                </a:lnTo>
                <a:lnTo>
                  <a:pt x="1063555" y="102612"/>
                </a:lnTo>
                <a:lnTo>
                  <a:pt x="1063186" y="102969"/>
                </a:lnTo>
                <a:lnTo>
                  <a:pt x="1062809" y="103322"/>
                </a:lnTo>
                <a:lnTo>
                  <a:pt x="1062425" y="103672"/>
                </a:lnTo>
                <a:lnTo>
                  <a:pt x="1062032" y="104018"/>
                </a:lnTo>
                <a:lnTo>
                  <a:pt x="1061631" y="104361"/>
                </a:lnTo>
                <a:lnTo>
                  <a:pt x="1061222" y="104700"/>
                </a:lnTo>
                <a:lnTo>
                  <a:pt x="1060804" y="105036"/>
                </a:lnTo>
                <a:lnTo>
                  <a:pt x="1060379" y="105368"/>
                </a:lnTo>
                <a:lnTo>
                  <a:pt x="1059945" y="105697"/>
                </a:lnTo>
                <a:lnTo>
                  <a:pt x="1059503" y="106022"/>
                </a:lnTo>
                <a:lnTo>
                  <a:pt x="1059053" y="106343"/>
                </a:lnTo>
                <a:lnTo>
                  <a:pt x="1058595" y="106661"/>
                </a:lnTo>
                <a:lnTo>
                  <a:pt x="1058129" y="106975"/>
                </a:lnTo>
                <a:lnTo>
                  <a:pt x="1057655" y="107286"/>
                </a:lnTo>
                <a:lnTo>
                  <a:pt x="1057172" y="107593"/>
                </a:lnTo>
                <a:lnTo>
                  <a:pt x="1056684" y="107891"/>
                </a:lnTo>
                <a:lnTo>
                  <a:pt x="1056192" y="108177"/>
                </a:lnTo>
                <a:lnTo>
                  <a:pt x="1055696" y="108451"/>
                </a:lnTo>
                <a:lnTo>
                  <a:pt x="1055197" y="108711"/>
                </a:lnTo>
                <a:lnTo>
                  <a:pt x="1054694" y="108959"/>
                </a:lnTo>
                <a:lnTo>
                  <a:pt x="1054187" y="109194"/>
                </a:lnTo>
                <a:lnTo>
                  <a:pt x="1053677" y="109417"/>
                </a:lnTo>
                <a:lnTo>
                  <a:pt x="1053163" y="109626"/>
                </a:lnTo>
                <a:lnTo>
                  <a:pt x="1052645" y="109823"/>
                </a:lnTo>
                <a:lnTo>
                  <a:pt x="1052123" y="110008"/>
                </a:lnTo>
                <a:lnTo>
                  <a:pt x="1051598" y="110179"/>
                </a:lnTo>
                <a:lnTo>
                  <a:pt x="1051070" y="110338"/>
                </a:lnTo>
                <a:lnTo>
                  <a:pt x="1050537" y="110484"/>
                </a:lnTo>
                <a:lnTo>
                  <a:pt x="1050001" y="110618"/>
                </a:lnTo>
                <a:lnTo>
                  <a:pt x="1049461" y="110738"/>
                </a:lnTo>
                <a:lnTo>
                  <a:pt x="1048918" y="110846"/>
                </a:lnTo>
                <a:lnTo>
                  <a:pt x="1048371" y="110942"/>
                </a:lnTo>
                <a:lnTo>
                  <a:pt x="1047820" y="111024"/>
                </a:lnTo>
                <a:lnTo>
                  <a:pt x="1047265" y="111094"/>
                </a:lnTo>
                <a:lnTo>
                  <a:pt x="1046707" y="111151"/>
                </a:lnTo>
                <a:lnTo>
                  <a:pt x="1046145" y="111196"/>
                </a:lnTo>
                <a:lnTo>
                  <a:pt x="1045580" y="111228"/>
                </a:lnTo>
                <a:lnTo>
                  <a:pt x="1045011" y="111247"/>
                </a:lnTo>
                <a:lnTo>
                  <a:pt x="1044438" y="111253"/>
                </a:lnTo>
                <a:lnTo>
                  <a:pt x="1043974" y="111248"/>
                </a:lnTo>
                <a:lnTo>
                  <a:pt x="1043518" y="111234"/>
                </a:lnTo>
                <a:lnTo>
                  <a:pt x="1043068" y="111209"/>
                </a:lnTo>
                <a:lnTo>
                  <a:pt x="1042626" y="111175"/>
                </a:lnTo>
                <a:close/>
                <a:moveTo>
                  <a:pt x="1273361" y="127943"/>
                </a:moveTo>
                <a:lnTo>
                  <a:pt x="1273981" y="127919"/>
                </a:lnTo>
                <a:lnTo>
                  <a:pt x="1274600" y="127888"/>
                </a:lnTo>
                <a:lnTo>
                  <a:pt x="1275217" y="127853"/>
                </a:lnTo>
                <a:lnTo>
                  <a:pt x="1275832" y="127812"/>
                </a:lnTo>
                <a:lnTo>
                  <a:pt x="1276445" y="127765"/>
                </a:lnTo>
                <a:lnTo>
                  <a:pt x="1277057" y="127713"/>
                </a:lnTo>
                <a:lnTo>
                  <a:pt x="1277667" y="127655"/>
                </a:lnTo>
                <a:lnTo>
                  <a:pt x="1278275" y="127592"/>
                </a:lnTo>
                <a:lnTo>
                  <a:pt x="1278881" y="127523"/>
                </a:lnTo>
                <a:lnTo>
                  <a:pt x="1279486" y="127449"/>
                </a:lnTo>
                <a:lnTo>
                  <a:pt x="1280089" y="127370"/>
                </a:lnTo>
                <a:lnTo>
                  <a:pt x="1280690" y="127285"/>
                </a:lnTo>
                <a:lnTo>
                  <a:pt x="1281289" y="127194"/>
                </a:lnTo>
                <a:lnTo>
                  <a:pt x="1281887" y="127098"/>
                </a:lnTo>
                <a:lnTo>
                  <a:pt x="1282483" y="126997"/>
                </a:lnTo>
                <a:lnTo>
                  <a:pt x="1283077" y="126890"/>
                </a:lnTo>
                <a:lnTo>
                  <a:pt x="1283669" y="126777"/>
                </a:lnTo>
                <a:lnTo>
                  <a:pt x="1284259" y="126659"/>
                </a:lnTo>
                <a:lnTo>
                  <a:pt x="1284848" y="126536"/>
                </a:lnTo>
                <a:lnTo>
                  <a:pt x="1285435" y="126407"/>
                </a:lnTo>
                <a:lnTo>
                  <a:pt x="1286019" y="126272"/>
                </a:lnTo>
                <a:lnTo>
                  <a:pt x="1286597" y="126130"/>
                </a:lnTo>
                <a:lnTo>
                  <a:pt x="1287169" y="125982"/>
                </a:lnTo>
                <a:lnTo>
                  <a:pt x="1287736" y="125827"/>
                </a:lnTo>
                <a:lnTo>
                  <a:pt x="1288298" y="125666"/>
                </a:lnTo>
                <a:lnTo>
                  <a:pt x="1288854" y="125498"/>
                </a:lnTo>
                <a:lnTo>
                  <a:pt x="1289405" y="125323"/>
                </a:lnTo>
                <a:lnTo>
                  <a:pt x="1289951" y="125142"/>
                </a:lnTo>
                <a:lnTo>
                  <a:pt x="1290491" y="124954"/>
                </a:lnTo>
                <a:lnTo>
                  <a:pt x="1291025" y="124759"/>
                </a:lnTo>
                <a:lnTo>
                  <a:pt x="1291555" y="124558"/>
                </a:lnTo>
                <a:lnTo>
                  <a:pt x="1292078" y="124350"/>
                </a:lnTo>
                <a:lnTo>
                  <a:pt x="1292597" y="124136"/>
                </a:lnTo>
                <a:lnTo>
                  <a:pt x="1293109" y="123915"/>
                </a:lnTo>
                <a:lnTo>
                  <a:pt x="1293617" y="123687"/>
                </a:lnTo>
                <a:lnTo>
                  <a:pt x="1294119" y="123453"/>
                </a:lnTo>
                <a:lnTo>
                  <a:pt x="1294615" y="123212"/>
                </a:lnTo>
                <a:lnTo>
                  <a:pt x="1295107" y="122965"/>
                </a:lnTo>
                <a:lnTo>
                  <a:pt x="1295592" y="122711"/>
                </a:lnTo>
                <a:lnTo>
                  <a:pt x="1296073" y="122450"/>
                </a:lnTo>
                <a:lnTo>
                  <a:pt x="1296548" y="122183"/>
                </a:lnTo>
                <a:lnTo>
                  <a:pt x="1297017" y="121909"/>
                </a:lnTo>
                <a:lnTo>
                  <a:pt x="1297481" y="121628"/>
                </a:lnTo>
                <a:lnTo>
                  <a:pt x="1297940" y="121341"/>
                </a:lnTo>
                <a:lnTo>
                  <a:pt x="1298392" y="121047"/>
                </a:lnTo>
                <a:lnTo>
                  <a:pt x="1298836" y="120745"/>
                </a:lnTo>
                <a:lnTo>
                  <a:pt x="1299273" y="120436"/>
                </a:lnTo>
                <a:lnTo>
                  <a:pt x="1299702" y="120119"/>
                </a:lnTo>
                <a:lnTo>
                  <a:pt x="1300123" y="119794"/>
                </a:lnTo>
                <a:lnTo>
                  <a:pt x="1300537" y="119462"/>
                </a:lnTo>
                <a:lnTo>
                  <a:pt x="1300943" y="119122"/>
                </a:lnTo>
                <a:lnTo>
                  <a:pt x="1301342" y="118775"/>
                </a:lnTo>
                <a:lnTo>
                  <a:pt x="1301732" y="118420"/>
                </a:lnTo>
                <a:lnTo>
                  <a:pt x="1302116" y="118058"/>
                </a:lnTo>
                <a:lnTo>
                  <a:pt x="1302491" y="117688"/>
                </a:lnTo>
                <a:lnTo>
                  <a:pt x="1302859" y="117310"/>
                </a:lnTo>
                <a:lnTo>
                  <a:pt x="1303219" y="116925"/>
                </a:lnTo>
                <a:lnTo>
                  <a:pt x="1303571" y="116532"/>
                </a:lnTo>
                <a:lnTo>
                  <a:pt x="1303916" y="116132"/>
                </a:lnTo>
                <a:lnTo>
                  <a:pt x="1304253" y="115724"/>
                </a:lnTo>
                <a:lnTo>
                  <a:pt x="1304583" y="115308"/>
                </a:lnTo>
                <a:lnTo>
                  <a:pt x="1304905" y="114885"/>
                </a:lnTo>
                <a:lnTo>
                  <a:pt x="1305219" y="114454"/>
                </a:lnTo>
                <a:lnTo>
                  <a:pt x="1305525" y="114016"/>
                </a:lnTo>
                <a:lnTo>
                  <a:pt x="1305824" y="113570"/>
                </a:lnTo>
                <a:lnTo>
                  <a:pt x="1306115" y="113117"/>
                </a:lnTo>
                <a:lnTo>
                  <a:pt x="1306399" y="112656"/>
                </a:lnTo>
                <a:lnTo>
                  <a:pt x="1306674" y="112187"/>
                </a:lnTo>
                <a:lnTo>
                  <a:pt x="1306941" y="111710"/>
                </a:lnTo>
                <a:lnTo>
                  <a:pt x="1307196" y="111225"/>
                </a:lnTo>
                <a:lnTo>
                  <a:pt x="1307439" y="110730"/>
                </a:lnTo>
                <a:lnTo>
                  <a:pt x="1307672" y="110228"/>
                </a:lnTo>
                <a:lnTo>
                  <a:pt x="1307893" y="109716"/>
                </a:lnTo>
                <a:lnTo>
                  <a:pt x="1308102" y="109196"/>
                </a:lnTo>
                <a:lnTo>
                  <a:pt x="1308301" y="108666"/>
                </a:lnTo>
                <a:lnTo>
                  <a:pt x="1308488" y="108129"/>
                </a:lnTo>
                <a:lnTo>
                  <a:pt x="1308663" y="107582"/>
                </a:lnTo>
                <a:lnTo>
                  <a:pt x="1308828" y="107027"/>
                </a:lnTo>
                <a:lnTo>
                  <a:pt x="1308981" y="106463"/>
                </a:lnTo>
                <a:lnTo>
                  <a:pt x="1309122" y="105890"/>
                </a:lnTo>
                <a:lnTo>
                  <a:pt x="1309253" y="105309"/>
                </a:lnTo>
                <a:lnTo>
                  <a:pt x="1309372" y="104719"/>
                </a:lnTo>
                <a:lnTo>
                  <a:pt x="1309479" y="104120"/>
                </a:lnTo>
                <a:lnTo>
                  <a:pt x="1309576" y="103512"/>
                </a:lnTo>
                <a:lnTo>
                  <a:pt x="1309661" y="102896"/>
                </a:lnTo>
                <a:lnTo>
                  <a:pt x="1309735" y="102271"/>
                </a:lnTo>
                <a:lnTo>
                  <a:pt x="1309797" y="101637"/>
                </a:lnTo>
                <a:lnTo>
                  <a:pt x="1309848" y="100995"/>
                </a:lnTo>
                <a:lnTo>
                  <a:pt x="1309888" y="100344"/>
                </a:lnTo>
                <a:lnTo>
                  <a:pt x="1309916" y="99684"/>
                </a:lnTo>
                <a:lnTo>
                  <a:pt x="1309933" y="99015"/>
                </a:lnTo>
                <a:lnTo>
                  <a:pt x="1309939" y="98338"/>
                </a:lnTo>
                <a:lnTo>
                  <a:pt x="1309931" y="97615"/>
                </a:lnTo>
                <a:lnTo>
                  <a:pt x="1309910" y="96904"/>
                </a:lnTo>
                <a:lnTo>
                  <a:pt x="1309875" y="96204"/>
                </a:lnTo>
                <a:lnTo>
                  <a:pt x="1309826" y="95516"/>
                </a:lnTo>
                <a:lnTo>
                  <a:pt x="1309763" y="94838"/>
                </a:lnTo>
                <a:lnTo>
                  <a:pt x="1309686" y="94172"/>
                </a:lnTo>
                <a:lnTo>
                  <a:pt x="1309594" y="93518"/>
                </a:lnTo>
                <a:lnTo>
                  <a:pt x="1309489" y="92874"/>
                </a:lnTo>
                <a:lnTo>
                  <a:pt x="1309370" y="92242"/>
                </a:lnTo>
                <a:lnTo>
                  <a:pt x="1309236" y="91622"/>
                </a:lnTo>
                <a:lnTo>
                  <a:pt x="1309089" y="91012"/>
                </a:lnTo>
                <a:lnTo>
                  <a:pt x="1308927" y="90414"/>
                </a:lnTo>
                <a:lnTo>
                  <a:pt x="1308752" y="89827"/>
                </a:lnTo>
                <a:lnTo>
                  <a:pt x="1308562" y="89252"/>
                </a:lnTo>
                <a:lnTo>
                  <a:pt x="1308358" y="88687"/>
                </a:lnTo>
                <a:lnTo>
                  <a:pt x="1308140" y="88134"/>
                </a:lnTo>
                <a:lnTo>
                  <a:pt x="1307909" y="87593"/>
                </a:lnTo>
                <a:lnTo>
                  <a:pt x="1307663" y="87063"/>
                </a:lnTo>
                <a:lnTo>
                  <a:pt x="1307403" y="86544"/>
                </a:lnTo>
                <a:lnTo>
                  <a:pt x="1307129" y="86036"/>
                </a:lnTo>
                <a:lnTo>
                  <a:pt x="1306841" y="85539"/>
                </a:lnTo>
                <a:lnTo>
                  <a:pt x="1306539" y="85054"/>
                </a:lnTo>
                <a:lnTo>
                  <a:pt x="1306223" y="84580"/>
                </a:lnTo>
                <a:lnTo>
                  <a:pt x="1305893" y="84118"/>
                </a:lnTo>
                <a:lnTo>
                  <a:pt x="1305551" y="83665"/>
                </a:lnTo>
                <a:lnTo>
                  <a:pt x="1305199" y="83219"/>
                </a:lnTo>
                <a:lnTo>
                  <a:pt x="1304837" y="82782"/>
                </a:lnTo>
                <a:lnTo>
                  <a:pt x="1304465" y="82352"/>
                </a:lnTo>
                <a:lnTo>
                  <a:pt x="1304084" y="81929"/>
                </a:lnTo>
                <a:lnTo>
                  <a:pt x="1303692" y="81515"/>
                </a:lnTo>
                <a:lnTo>
                  <a:pt x="1303291" y="81108"/>
                </a:lnTo>
                <a:lnTo>
                  <a:pt x="1302879" y="80709"/>
                </a:lnTo>
                <a:lnTo>
                  <a:pt x="1302458" y="80318"/>
                </a:lnTo>
                <a:lnTo>
                  <a:pt x="1302027" y="79935"/>
                </a:lnTo>
                <a:lnTo>
                  <a:pt x="1301586" y="79559"/>
                </a:lnTo>
                <a:lnTo>
                  <a:pt x="1301135" y="79191"/>
                </a:lnTo>
                <a:lnTo>
                  <a:pt x="1300674" y="78831"/>
                </a:lnTo>
                <a:lnTo>
                  <a:pt x="1300203" y="78478"/>
                </a:lnTo>
                <a:lnTo>
                  <a:pt x="1299723" y="78134"/>
                </a:lnTo>
                <a:lnTo>
                  <a:pt x="1299232" y="77797"/>
                </a:lnTo>
                <a:lnTo>
                  <a:pt x="1298732" y="77468"/>
                </a:lnTo>
                <a:lnTo>
                  <a:pt x="1298221" y="77146"/>
                </a:lnTo>
                <a:lnTo>
                  <a:pt x="1297701" y="76832"/>
                </a:lnTo>
                <a:lnTo>
                  <a:pt x="1297171" y="76527"/>
                </a:lnTo>
                <a:lnTo>
                  <a:pt x="1296631" y="76228"/>
                </a:lnTo>
                <a:lnTo>
                  <a:pt x="1296081" y="75938"/>
                </a:lnTo>
                <a:lnTo>
                  <a:pt x="1295521" y="75655"/>
                </a:lnTo>
                <a:lnTo>
                  <a:pt x="1294952" y="75380"/>
                </a:lnTo>
                <a:lnTo>
                  <a:pt x="1294374" y="75111"/>
                </a:lnTo>
                <a:lnTo>
                  <a:pt x="1293789" y="74847"/>
                </a:lnTo>
                <a:lnTo>
                  <a:pt x="1293199" y="74586"/>
                </a:lnTo>
                <a:lnTo>
                  <a:pt x="1292602" y="74330"/>
                </a:lnTo>
                <a:lnTo>
                  <a:pt x="1291998" y="74077"/>
                </a:lnTo>
                <a:lnTo>
                  <a:pt x="1291389" y="73829"/>
                </a:lnTo>
                <a:lnTo>
                  <a:pt x="1290772" y="73586"/>
                </a:lnTo>
                <a:lnTo>
                  <a:pt x="1290150" y="73346"/>
                </a:lnTo>
                <a:lnTo>
                  <a:pt x="1289521" y="73111"/>
                </a:lnTo>
                <a:lnTo>
                  <a:pt x="1288886" y="72879"/>
                </a:lnTo>
                <a:lnTo>
                  <a:pt x="1288244" y="72652"/>
                </a:lnTo>
                <a:lnTo>
                  <a:pt x="1287596" y="72429"/>
                </a:lnTo>
                <a:lnTo>
                  <a:pt x="1286941" y="72211"/>
                </a:lnTo>
                <a:lnTo>
                  <a:pt x="1286281" y="71996"/>
                </a:lnTo>
                <a:lnTo>
                  <a:pt x="1285613" y="71786"/>
                </a:lnTo>
                <a:lnTo>
                  <a:pt x="1284940" y="71580"/>
                </a:lnTo>
                <a:lnTo>
                  <a:pt x="1284260" y="71378"/>
                </a:lnTo>
                <a:lnTo>
                  <a:pt x="1283573" y="71180"/>
                </a:lnTo>
                <a:lnTo>
                  <a:pt x="1282881" y="70987"/>
                </a:lnTo>
                <a:lnTo>
                  <a:pt x="1282181" y="70797"/>
                </a:lnTo>
                <a:lnTo>
                  <a:pt x="1281476" y="70612"/>
                </a:lnTo>
                <a:lnTo>
                  <a:pt x="1280764" y="70431"/>
                </a:lnTo>
                <a:lnTo>
                  <a:pt x="1280046" y="70255"/>
                </a:lnTo>
                <a:lnTo>
                  <a:pt x="1279321" y="70082"/>
                </a:lnTo>
                <a:lnTo>
                  <a:pt x="1278637" y="69928"/>
                </a:lnTo>
                <a:lnTo>
                  <a:pt x="1277964" y="69774"/>
                </a:lnTo>
                <a:lnTo>
                  <a:pt x="1277302" y="69621"/>
                </a:lnTo>
                <a:lnTo>
                  <a:pt x="1276652" y="69469"/>
                </a:lnTo>
                <a:lnTo>
                  <a:pt x="1276013" y="69318"/>
                </a:lnTo>
                <a:lnTo>
                  <a:pt x="1275385" y="69167"/>
                </a:lnTo>
                <a:lnTo>
                  <a:pt x="1274768" y="69017"/>
                </a:lnTo>
                <a:lnTo>
                  <a:pt x="1274162" y="68869"/>
                </a:lnTo>
                <a:lnTo>
                  <a:pt x="1273567" y="68720"/>
                </a:lnTo>
                <a:lnTo>
                  <a:pt x="1272984" y="68573"/>
                </a:lnTo>
                <a:lnTo>
                  <a:pt x="1272411" y="68427"/>
                </a:lnTo>
                <a:lnTo>
                  <a:pt x="1271850" y="68281"/>
                </a:lnTo>
                <a:lnTo>
                  <a:pt x="1271300" y="68136"/>
                </a:lnTo>
                <a:lnTo>
                  <a:pt x="1270762" y="67992"/>
                </a:lnTo>
                <a:lnTo>
                  <a:pt x="1270234" y="67849"/>
                </a:lnTo>
                <a:lnTo>
                  <a:pt x="1269718" y="67707"/>
                </a:lnTo>
                <a:lnTo>
                  <a:pt x="1269213" y="67565"/>
                </a:lnTo>
                <a:lnTo>
                  <a:pt x="1268719" y="67424"/>
                </a:lnTo>
                <a:lnTo>
                  <a:pt x="1268236" y="67284"/>
                </a:lnTo>
                <a:lnTo>
                  <a:pt x="1267764" y="67145"/>
                </a:lnTo>
                <a:lnTo>
                  <a:pt x="1267303" y="67007"/>
                </a:lnTo>
                <a:lnTo>
                  <a:pt x="1266854" y="66869"/>
                </a:lnTo>
                <a:lnTo>
                  <a:pt x="1266416" y="66733"/>
                </a:lnTo>
                <a:lnTo>
                  <a:pt x="1265989" y="66597"/>
                </a:lnTo>
                <a:lnTo>
                  <a:pt x="1265572" y="66461"/>
                </a:lnTo>
                <a:lnTo>
                  <a:pt x="1265165" y="66324"/>
                </a:lnTo>
                <a:lnTo>
                  <a:pt x="1264768" y="66186"/>
                </a:lnTo>
                <a:lnTo>
                  <a:pt x="1264380" y="66047"/>
                </a:lnTo>
                <a:lnTo>
                  <a:pt x="1264002" y="65907"/>
                </a:lnTo>
                <a:lnTo>
                  <a:pt x="1263633" y="65766"/>
                </a:lnTo>
                <a:lnTo>
                  <a:pt x="1263274" y="65624"/>
                </a:lnTo>
                <a:lnTo>
                  <a:pt x="1262924" y="65482"/>
                </a:lnTo>
                <a:lnTo>
                  <a:pt x="1262584" y="65338"/>
                </a:lnTo>
                <a:lnTo>
                  <a:pt x="1262254" y="65193"/>
                </a:lnTo>
                <a:lnTo>
                  <a:pt x="1261933" y="65047"/>
                </a:lnTo>
                <a:lnTo>
                  <a:pt x="1261622" y="64901"/>
                </a:lnTo>
                <a:lnTo>
                  <a:pt x="1261320" y="64753"/>
                </a:lnTo>
                <a:lnTo>
                  <a:pt x="1261028" y="64605"/>
                </a:lnTo>
                <a:lnTo>
                  <a:pt x="1260745" y="64455"/>
                </a:lnTo>
                <a:lnTo>
                  <a:pt x="1260472" y="64304"/>
                </a:lnTo>
                <a:lnTo>
                  <a:pt x="1260209" y="64153"/>
                </a:lnTo>
                <a:lnTo>
                  <a:pt x="1259955" y="64001"/>
                </a:lnTo>
                <a:lnTo>
                  <a:pt x="1259711" y="63847"/>
                </a:lnTo>
                <a:lnTo>
                  <a:pt x="1259476" y="63693"/>
                </a:lnTo>
                <a:lnTo>
                  <a:pt x="1259251" y="63537"/>
                </a:lnTo>
                <a:lnTo>
                  <a:pt x="1259036" y="63381"/>
                </a:lnTo>
                <a:lnTo>
                  <a:pt x="1258830" y="63224"/>
                </a:lnTo>
                <a:lnTo>
                  <a:pt x="1258633" y="63065"/>
                </a:lnTo>
                <a:lnTo>
                  <a:pt x="1258446" y="62905"/>
                </a:lnTo>
                <a:lnTo>
                  <a:pt x="1258266" y="62743"/>
                </a:lnTo>
                <a:lnTo>
                  <a:pt x="1258095" y="62579"/>
                </a:lnTo>
                <a:lnTo>
                  <a:pt x="1257931" y="62413"/>
                </a:lnTo>
                <a:lnTo>
                  <a:pt x="1257775" y="62244"/>
                </a:lnTo>
                <a:lnTo>
                  <a:pt x="1257628" y="62074"/>
                </a:lnTo>
                <a:lnTo>
                  <a:pt x="1257488" y="61901"/>
                </a:lnTo>
                <a:lnTo>
                  <a:pt x="1257356" y="61727"/>
                </a:lnTo>
                <a:lnTo>
                  <a:pt x="1257233" y="61550"/>
                </a:lnTo>
                <a:lnTo>
                  <a:pt x="1257117" y="61371"/>
                </a:lnTo>
                <a:lnTo>
                  <a:pt x="1257009" y="61190"/>
                </a:lnTo>
                <a:lnTo>
                  <a:pt x="1256909" y="61007"/>
                </a:lnTo>
                <a:lnTo>
                  <a:pt x="1256818" y="60822"/>
                </a:lnTo>
                <a:lnTo>
                  <a:pt x="1256734" y="60635"/>
                </a:lnTo>
                <a:lnTo>
                  <a:pt x="1256658" y="60446"/>
                </a:lnTo>
                <a:lnTo>
                  <a:pt x="1256590" y="60255"/>
                </a:lnTo>
                <a:lnTo>
                  <a:pt x="1256530" y="60061"/>
                </a:lnTo>
                <a:lnTo>
                  <a:pt x="1256478" y="59866"/>
                </a:lnTo>
                <a:lnTo>
                  <a:pt x="1256434" y="59668"/>
                </a:lnTo>
                <a:lnTo>
                  <a:pt x="1256399" y="59469"/>
                </a:lnTo>
                <a:lnTo>
                  <a:pt x="1256371" y="59267"/>
                </a:lnTo>
                <a:lnTo>
                  <a:pt x="1256351" y="59063"/>
                </a:lnTo>
                <a:lnTo>
                  <a:pt x="1256339" y="58857"/>
                </a:lnTo>
                <a:lnTo>
                  <a:pt x="1256335" y="58649"/>
                </a:lnTo>
                <a:lnTo>
                  <a:pt x="1256341" y="58289"/>
                </a:lnTo>
                <a:lnTo>
                  <a:pt x="1256360" y="57938"/>
                </a:lnTo>
                <a:lnTo>
                  <a:pt x="1256391" y="57595"/>
                </a:lnTo>
                <a:lnTo>
                  <a:pt x="1256436" y="57261"/>
                </a:lnTo>
                <a:lnTo>
                  <a:pt x="1256492" y="56936"/>
                </a:lnTo>
                <a:lnTo>
                  <a:pt x="1256562" y="56619"/>
                </a:lnTo>
                <a:lnTo>
                  <a:pt x="1256644" y="56310"/>
                </a:lnTo>
                <a:lnTo>
                  <a:pt x="1256738" y="56010"/>
                </a:lnTo>
                <a:lnTo>
                  <a:pt x="1256845" y="55719"/>
                </a:lnTo>
                <a:lnTo>
                  <a:pt x="1256965" y="55436"/>
                </a:lnTo>
                <a:lnTo>
                  <a:pt x="1257098" y="55162"/>
                </a:lnTo>
                <a:lnTo>
                  <a:pt x="1257243" y="54897"/>
                </a:lnTo>
                <a:lnTo>
                  <a:pt x="1257400" y="54640"/>
                </a:lnTo>
                <a:lnTo>
                  <a:pt x="1257571" y="54391"/>
                </a:lnTo>
                <a:lnTo>
                  <a:pt x="1257753" y="54152"/>
                </a:lnTo>
                <a:lnTo>
                  <a:pt x="1257949" y="53920"/>
                </a:lnTo>
                <a:lnTo>
                  <a:pt x="1258157" y="53698"/>
                </a:lnTo>
                <a:lnTo>
                  <a:pt x="1258378" y="53484"/>
                </a:lnTo>
                <a:lnTo>
                  <a:pt x="1258611" y="53278"/>
                </a:lnTo>
                <a:lnTo>
                  <a:pt x="1258857" y="53081"/>
                </a:lnTo>
                <a:lnTo>
                  <a:pt x="1259115" y="52893"/>
                </a:lnTo>
                <a:lnTo>
                  <a:pt x="1259386" y="52713"/>
                </a:lnTo>
                <a:lnTo>
                  <a:pt x="1259670" y="52542"/>
                </a:lnTo>
                <a:lnTo>
                  <a:pt x="1259967" y="52380"/>
                </a:lnTo>
                <a:lnTo>
                  <a:pt x="1260274" y="52225"/>
                </a:lnTo>
                <a:lnTo>
                  <a:pt x="1260591" y="52076"/>
                </a:lnTo>
                <a:lnTo>
                  <a:pt x="1260917" y="51934"/>
                </a:lnTo>
                <a:lnTo>
                  <a:pt x="1261252" y="51799"/>
                </a:lnTo>
                <a:lnTo>
                  <a:pt x="1261598" y="51670"/>
                </a:lnTo>
                <a:lnTo>
                  <a:pt x="1261952" y="51548"/>
                </a:lnTo>
                <a:lnTo>
                  <a:pt x="1262316" y="51432"/>
                </a:lnTo>
                <a:lnTo>
                  <a:pt x="1262689" y="51323"/>
                </a:lnTo>
                <a:lnTo>
                  <a:pt x="1263072" y="51221"/>
                </a:lnTo>
                <a:lnTo>
                  <a:pt x="1263464" y="51125"/>
                </a:lnTo>
                <a:lnTo>
                  <a:pt x="1263865" y="51036"/>
                </a:lnTo>
                <a:lnTo>
                  <a:pt x="1264276" y="50953"/>
                </a:lnTo>
                <a:lnTo>
                  <a:pt x="1264697" y="50877"/>
                </a:lnTo>
                <a:lnTo>
                  <a:pt x="1265127" y="50808"/>
                </a:lnTo>
                <a:lnTo>
                  <a:pt x="1265566" y="50745"/>
                </a:lnTo>
                <a:lnTo>
                  <a:pt x="1266014" y="50689"/>
                </a:lnTo>
                <a:lnTo>
                  <a:pt x="1266473" y="50639"/>
                </a:lnTo>
                <a:lnTo>
                  <a:pt x="1266940" y="50597"/>
                </a:lnTo>
                <a:lnTo>
                  <a:pt x="1267417" y="50560"/>
                </a:lnTo>
                <a:lnTo>
                  <a:pt x="1267903" y="50531"/>
                </a:lnTo>
                <a:lnTo>
                  <a:pt x="1268399" y="50507"/>
                </a:lnTo>
                <a:lnTo>
                  <a:pt x="1268904" y="50491"/>
                </a:lnTo>
                <a:lnTo>
                  <a:pt x="1269419" y="50481"/>
                </a:lnTo>
                <a:lnTo>
                  <a:pt x="1269943" y="50478"/>
                </a:lnTo>
                <a:lnTo>
                  <a:pt x="1270430" y="50482"/>
                </a:lnTo>
                <a:lnTo>
                  <a:pt x="1270913" y="50497"/>
                </a:lnTo>
                <a:lnTo>
                  <a:pt x="1271390" y="50520"/>
                </a:lnTo>
                <a:lnTo>
                  <a:pt x="1271862" y="50554"/>
                </a:lnTo>
                <a:lnTo>
                  <a:pt x="1272329" y="50596"/>
                </a:lnTo>
                <a:lnTo>
                  <a:pt x="1272790" y="50649"/>
                </a:lnTo>
                <a:lnTo>
                  <a:pt x="1273246" y="50710"/>
                </a:lnTo>
                <a:lnTo>
                  <a:pt x="1273697" y="50782"/>
                </a:lnTo>
                <a:lnTo>
                  <a:pt x="1274143" y="50862"/>
                </a:lnTo>
                <a:lnTo>
                  <a:pt x="1274583" y="50953"/>
                </a:lnTo>
                <a:lnTo>
                  <a:pt x="1275018" y="51052"/>
                </a:lnTo>
                <a:lnTo>
                  <a:pt x="1275448" y="51162"/>
                </a:lnTo>
                <a:lnTo>
                  <a:pt x="1275872" y="51280"/>
                </a:lnTo>
                <a:lnTo>
                  <a:pt x="1276292" y="51408"/>
                </a:lnTo>
                <a:lnTo>
                  <a:pt x="1276706" y="51546"/>
                </a:lnTo>
                <a:lnTo>
                  <a:pt x="1277114" y="51693"/>
                </a:lnTo>
                <a:lnTo>
                  <a:pt x="1277518" y="51850"/>
                </a:lnTo>
                <a:lnTo>
                  <a:pt x="1277916" y="52016"/>
                </a:lnTo>
                <a:lnTo>
                  <a:pt x="1278309" y="52192"/>
                </a:lnTo>
                <a:lnTo>
                  <a:pt x="1278696" y="52377"/>
                </a:lnTo>
                <a:lnTo>
                  <a:pt x="1279079" y="52572"/>
                </a:lnTo>
                <a:lnTo>
                  <a:pt x="1279456" y="52776"/>
                </a:lnTo>
                <a:lnTo>
                  <a:pt x="1279828" y="52990"/>
                </a:lnTo>
                <a:lnTo>
                  <a:pt x="1280194" y="53213"/>
                </a:lnTo>
                <a:lnTo>
                  <a:pt x="1280551" y="53448"/>
                </a:lnTo>
                <a:lnTo>
                  <a:pt x="1280892" y="53699"/>
                </a:lnTo>
                <a:lnTo>
                  <a:pt x="1281218" y="53964"/>
                </a:lnTo>
                <a:lnTo>
                  <a:pt x="1281529" y="54244"/>
                </a:lnTo>
                <a:lnTo>
                  <a:pt x="1281825" y="54540"/>
                </a:lnTo>
                <a:lnTo>
                  <a:pt x="1282105" y="54850"/>
                </a:lnTo>
                <a:lnTo>
                  <a:pt x="1282370" y="55176"/>
                </a:lnTo>
                <a:lnTo>
                  <a:pt x="1282621" y="55517"/>
                </a:lnTo>
                <a:lnTo>
                  <a:pt x="1282856" y="55873"/>
                </a:lnTo>
                <a:lnTo>
                  <a:pt x="1283076" y="56243"/>
                </a:lnTo>
                <a:lnTo>
                  <a:pt x="1283280" y="56629"/>
                </a:lnTo>
                <a:lnTo>
                  <a:pt x="1283470" y="57030"/>
                </a:lnTo>
                <a:lnTo>
                  <a:pt x="1283644" y="57446"/>
                </a:lnTo>
                <a:lnTo>
                  <a:pt x="1283804" y="57877"/>
                </a:lnTo>
                <a:lnTo>
                  <a:pt x="1283948" y="58323"/>
                </a:lnTo>
                <a:lnTo>
                  <a:pt x="1284076" y="58785"/>
                </a:lnTo>
                <a:lnTo>
                  <a:pt x="1284190" y="59261"/>
                </a:lnTo>
                <a:lnTo>
                  <a:pt x="1284289" y="59752"/>
                </a:lnTo>
                <a:lnTo>
                  <a:pt x="1284372" y="60259"/>
                </a:lnTo>
                <a:lnTo>
                  <a:pt x="1284440" y="60780"/>
                </a:lnTo>
                <a:lnTo>
                  <a:pt x="1284494" y="61317"/>
                </a:lnTo>
                <a:lnTo>
                  <a:pt x="1284531" y="61868"/>
                </a:lnTo>
                <a:lnTo>
                  <a:pt x="1284554" y="62435"/>
                </a:lnTo>
                <a:lnTo>
                  <a:pt x="1284562" y="63017"/>
                </a:lnTo>
                <a:lnTo>
                  <a:pt x="1307180" y="63017"/>
                </a:lnTo>
                <a:lnTo>
                  <a:pt x="1307175" y="62324"/>
                </a:lnTo>
                <a:lnTo>
                  <a:pt x="1307158" y="61642"/>
                </a:lnTo>
                <a:lnTo>
                  <a:pt x="1307130" y="60969"/>
                </a:lnTo>
                <a:lnTo>
                  <a:pt x="1307091" y="60306"/>
                </a:lnTo>
                <a:lnTo>
                  <a:pt x="1307040" y="59653"/>
                </a:lnTo>
                <a:lnTo>
                  <a:pt x="1306979" y="59009"/>
                </a:lnTo>
                <a:lnTo>
                  <a:pt x="1306906" y="58375"/>
                </a:lnTo>
                <a:lnTo>
                  <a:pt x="1306823" y="57750"/>
                </a:lnTo>
                <a:lnTo>
                  <a:pt x="1306728" y="57135"/>
                </a:lnTo>
                <a:lnTo>
                  <a:pt x="1306621" y="56530"/>
                </a:lnTo>
                <a:lnTo>
                  <a:pt x="1306504" y="55935"/>
                </a:lnTo>
                <a:lnTo>
                  <a:pt x="1306376" y="55349"/>
                </a:lnTo>
                <a:lnTo>
                  <a:pt x="1306236" y="54773"/>
                </a:lnTo>
                <a:lnTo>
                  <a:pt x="1306085" y="54207"/>
                </a:lnTo>
                <a:lnTo>
                  <a:pt x="1305923" y="53650"/>
                </a:lnTo>
                <a:lnTo>
                  <a:pt x="1305750" y="53103"/>
                </a:lnTo>
                <a:lnTo>
                  <a:pt x="1305566" y="52566"/>
                </a:lnTo>
                <a:lnTo>
                  <a:pt x="1305370" y="52038"/>
                </a:lnTo>
                <a:lnTo>
                  <a:pt x="1305163" y="51520"/>
                </a:lnTo>
                <a:lnTo>
                  <a:pt x="1304945" y="51012"/>
                </a:lnTo>
                <a:lnTo>
                  <a:pt x="1304716" y="50513"/>
                </a:lnTo>
                <a:lnTo>
                  <a:pt x="1304476" y="50024"/>
                </a:lnTo>
                <a:lnTo>
                  <a:pt x="1304225" y="49545"/>
                </a:lnTo>
                <a:lnTo>
                  <a:pt x="1303962" y="49076"/>
                </a:lnTo>
                <a:lnTo>
                  <a:pt x="1303690" y="48615"/>
                </a:lnTo>
                <a:lnTo>
                  <a:pt x="1303411" y="48162"/>
                </a:lnTo>
                <a:lnTo>
                  <a:pt x="1303125" y="47717"/>
                </a:lnTo>
                <a:lnTo>
                  <a:pt x="1302831" y="47280"/>
                </a:lnTo>
                <a:lnTo>
                  <a:pt x="1302529" y="46851"/>
                </a:lnTo>
                <a:lnTo>
                  <a:pt x="1302221" y="46429"/>
                </a:lnTo>
                <a:lnTo>
                  <a:pt x="1301905" y="46016"/>
                </a:lnTo>
                <a:lnTo>
                  <a:pt x="1301582" y="45611"/>
                </a:lnTo>
                <a:lnTo>
                  <a:pt x="1301251" y="45213"/>
                </a:lnTo>
                <a:lnTo>
                  <a:pt x="1300913" y="44824"/>
                </a:lnTo>
                <a:lnTo>
                  <a:pt x="1300568" y="44442"/>
                </a:lnTo>
                <a:lnTo>
                  <a:pt x="1300215" y="44068"/>
                </a:lnTo>
                <a:lnTo>
                  <a:pt x="1299855" y="43702"/>
                </a:lnTo>
                <a:lnTo>
                  <a:pt x="1299488" y="43344"/>
                </a:lnTo>
                <a:lnTo>
                  <a:pt x="1299113" y="42994"/>
                </a:lnTo>
                <a:lnTo>
                  <a:pt x="1298731" y="42652"/>
                </a:lnTo>
                <a:lnTo>
                  <a:pt x="1298342" y="42318"/>
                </a:lnTo>
                <a:lnTo>
                  <a:pt x="1297945" y="41992"/>
                </a:lnTo>
                <a:lnTo>
                  <a:pt x="1297541" y="41673"/>
                </a:lnTo>
                <a:lnTo>
                  <a:pt x="1297130" y="41363"/>
                </a:lnTo>
                <a:lnTo>
                  <a:pt x="1296711" y="41060"/>
                </a:lnTo>
                <a:lnTo>
                  <a:pt x="1296285" y="40766"/>
                </a:lnTo>
                <a:lnTo>
                  <a:pt x="1295852" y="40479"/>
                </a:lnTo>
                <a:lnTo>
                  <a:pt x="1295411" y="40200"/>
                </a:lnTo>
                <a:lnTo>
                  <a:pt x="1294965" y="39928"/>
                </a:lnTo>
                <a:lnTo>
                  <a:pt x="1294513" y="39663"/>
                </a:lnTo>
                <a:lnTo>
                  <a:pt x="1294058" y="39404"/>
                </a:lnTo>
                <a:lnTo>
                  <a:pt x="1293598" y="39153"/>
                </a:lnTo>
                <a:lnTo>
                  <a:pt x="1293133" y="38907"/>
                </a:lnTo>
                <a:lnTo>
                  <a:pt x="1292664" y="38669"/>
                </a:lnTo>
                <a:lnTo>
                  <a:pt x="1292191" y="38436"/>
                </a:lnTo>
                <a:lnTo>
                  <a:pt x="1291713" y="38211"/>
                </a:lnTo>
                <a:lnTo>
                  <a:pt x="1291231" y="37992"/>
                </a:lnTo>
                <a:lnTo>
                  <a:pt x="1290744" y="37780"/>
                </a:lnTo>
                <a:lnTo>
                  <a:pt x="1290252" y="37574"/>
                </a:lnTo>
                <a:lnTo>
                  <a:pt x="1289757" y="37376"/>
                </a:lnTo>
                <a:lnTo>
                  <a:pt x="1289256" y="37183"/>
                </a:lnTo>
                <a:lnTo>
                  <a:pt x="1288752" y="36998"/>
                </a:lnTo>
                <a:lnTo>
                  <a:pt x="1288242" y="36818"/>
                </a:lnTo>
                <a:lnTo>
                  <a:pt x="1287729" y="36646"/>
                </a:lnTo>
                <a:lnTo>
                  <a:pt x="1287211" y="36480"/>
                </a:lnTo>
                <a:lnTo>
                  <a:pt x="1286688" y="36321"/>
                </a:lnTo>
                <a:lnTo>
                  <a:pt x="1286161" y="36168"/>
                </a:lnTo>
                <a:lnTo>
                  <a:pt x="1285629" y="36023"/>
                </a:lnTo>
                <a:lnTo>
                  <a:pt x="1285093" y="35883"/>
                </a:lnTo>
                <a:lnTo>
                  <a:pt x="1284553" y="35751"/>
                </a:lnTo>
                <a:lnTo>
                  <a:pt x="1284008" y="35624"/>
                </a:lnTo>
                <a:lnTo>
                  <a:pt x="1283458" y="35505"/>
                </a:lnTo>
                <a:lnTo>
                  <a:pt x="1282906" y="35391"/>
                </a:lnTo>
                <a:lnTo>
                  <a:pt x="1282353" y="35282"/>
                </a:lnTo>
                <a:lnTo>
                  <a:pt x="1281799" y="35178"/>
                </a:lnTo>
                <a:lnTo>
                  <a:pt x="1281244" y="35079"/>
                </a:lnTo>
                <a:lnTo>
                  <a:pt x="1280688" y="34985"/>
                </a:lnTo>
                <a:lnTo>
                  <a:pt x="1280131" y="34895"/>
                </a:lnTo>
                <a:lnTo>
                  <a:pt x="1279573" y="34811"/>
                </a:lnTo>
                <a:lnTo>
                  <a:pt x="1279014" y="34731"/>
                </a:lnTo>
                <a:lnTo>
                  <a:pt x="1278455" y="34656"/>
                </a:lnTo>
                <a:lnTo>
                  <a:pt x="1277894" y="34586"/>
                </a:lnTo>
                <a:lnTo>
                  <a:pt x="1277332" y="34520"/>
                </a:lnTo>
                <a:lnTo>
                  <a:pt x="1276769" y="34460"/>
                </a:lnTo>
                <a:lnTo>
                  <a:pt x="1276206" y="34404"/>
                </a:lnTo>
                <a:lnTo>
                  <a:pt x="1275641" y="34353"/>
                </a:lnTo>
                <a:lnTo>
                  <a:pt x="1275076" y="34307"/>
                </a:lnTo>
                <a:lnTo>
                  <a:pt x="1274509" y="34266"/>
                </a:lnTo>
                <a:lnTo>
                  <a:pt x="1273942" y="34230"/>
                </a:lnTo>
                <a:lnTo>
                  <a:pt x="1273373" y="34199"/>
                </a:lnTo>
                <a:lnTo>
                  <a:pt x="1272804" y="34172"/>
                </a:lnTo>
                <a:lnTo>
                  <a:pt x="1272233" y="34150"/>
                </a:lnTo>
                <a:lnTo>
                  <a:pt x="1271662" y="34133"/>
                </a:lnTo>
                <a:lnTo>
                  <a:pt x="1271090" y="34121"/>
                </a:lnTo>
                <a:lnTo>
                  <a:pt x="1270517" y="34114"/>
                </a:lnTo>
                <a:lnTo>
                  <a:pt x="1269943" y="34112"/>
                </a:lnTo>
                <a:lnTo>
                  <a:pt x="1269353" y="34114"/>
                </a:lnTo>
                <a:lnTo>
                  <a:pt x="1268765" y="34121"/>
                </a:lnTo>
                <a:lnTo>
                  <a:pt x="1268178" y="34133"/>
                </a:lnTo>
                <a:lnTo>
                  <a:pt x="1267592" y="34150"/>
                </a:lnTo>
                <a:lnTo>
                  <a:pt x="1267007" y="34172"/>
                </a:lnTo>
                <a:lnTo>
                  <a:pt x="1266423" y="34199"/>
                </a:lnTo>
                <a:lnTo>
                  <a:pt x="1265840" y="34230"/>
                </a:lnTo>
                <a:lnTo>
                  <a:pt x="1265258" y="34267"/>
                </a:lnTo>
                <a:lnTo>
                  <a:pt x="1264678" y="34308"/>
                </a:lnTo>
                <a:lnTo>
                  <a:pt x="1264099" y="34354"/>
                </a:lnTo>
                <a:lnTo>
                  <a:pt x="1263520" y="34405"/>
                </a:lnTo>
                <a:lnTo>
                  <a:pt x="1262943" y="34461"/>
                </a:lnTo>
                <a:lnTo>
                  <a:pt x="1262367" y="34521"/>
                </a:lnTo>
                <a:lnTo>
                  <a:pt x="1261792" y="34587"/>
                </a:lnTo>
                <a:lnTo>
                  <a:pt x="1261219" y="34657"/>
                </a:lnTo>
                <a:lnTo>
                  <a:pt x="1260646" y="34732"/>
                </a:lnTo>
                <a:lnTo>
                  <a:pt x="1260074" y="34812"/>
                </a:lnTo>
                <a:lnTo>
                  <a:pt x="1259504" y="34897"/>
                </a:lnTo>
                <a:lnTo>
                  <a:pt x="1258935" y="34987"/>
                </a:lnTo>
                <a:lnTo>
                  <a:pt x="1258366" y="35081"/>
                </a:lnTo>
                <a:lnTo>
                  <a:pt x="1257799" y="35181"/>
                </a:lnTo>
                <a:lnTo>
                  <a:pt x="1257233" y="35285"/>
                </a:lnTo>
                <a:lnTo>
                  <a:pt x="1256669" y="35394"/>
                </a:lnTo>
                <a:lnTo>
                  <a:pt x="1256105" y="35508"/>
                </a:lnTo>
                <a:lnTo>
                  <a:pt x="1255544" y="35627"/>
                </a:lnTo>
                <a:lnTo>
                  <a:pt x="1254988" y="35751"/>
                </a:lnTo>
                <a:lnTo>
                  <a:pt x="1254437" y="35882"/>
                </a:lnTo>
                <a:lnTo>
                  <a:pt x="1253891" y="36018"/>
                </a:lnTo>
                <a:lnTo>
                  <a:pt x="1253349" y="36159"/>
                </a:lnTo>
                <a:lnTo>
                  <a:pt x="1252812" y="36306"/>
                </a:lnTo>
                <a:lnTo>
                  <a:pt x="1252280" y="36459"/>
                </a:lnTo>
                <a:lnTo>
                  <a:pt x="1251753" y="36618"/>
                </a:lnTo>
                <a:lnTo>
                  <a:pt x="1251230" y="36782"/>
                </a:lnTo>
                <a:lnTo>
                  <a:pt x="1250713" y="36952"/>
                </a:lnTo>
                <a:lnTo>
                  <a:pt x="1250200" y="37127"/>
                </a:lnTo>
                <a:lnTo>
                  <a:pt x="1249692" y="37308"/>
                </a:lnTo>
                <a:lnTo>
                  <a:pt x="1249188" y="37495"/>
                </a:lnTo>
                <a:lnTo>
                  <a:pt x="1248690" y="37687"/>
                </a:lnTo>
                <a:lnTo>
                  <a:pt x="1248196" y="37885"/>
                </a:lnTo>
                <a:lnTo>
                  <a:pt x="1247707" y="38089"/>
                </a:lnTo>
                <a:lnTo>
                  <a:pt x="1247223" y="38298"/>
                </a:lnTo>
                <a:lnTo>
                  <a:pt x="1246744" y="38513"/>
                </a:lnTo>
                <a:lnTo>
                  <a:pt x="1246269" y="38734"/>
                </a:lnTo>
                <a:lnTo>
                  <a:pt x="1245799" y="38960"/>
                </a:lnTo>
                <a:lnTo>
                  <a:pt x="1245334" y="39192"/>
                </a:lnTo>
                <a:lnTo>
                  <a:pt x="1244874" y="39429"/>
                </a:lnTo>
                <a:lnTo>
                  <a:pt x="1244419" y="39672"/>
                </a:lnTo>
                <a:lnTo>
                  <a:pt x="1243968" y="39921"/>
                </a:lnTo>
                <a:lnTo>
                  <a:pt x="1243524" y="40176"/>
                </a:lnTo>
                <a:lnTo>
                  <a:pt x="1243087" y="40438"/>
                </a:lnTo>
                <a:lnTo>
                  <a:pt x="1242657" y="40706"/>
                </a:lnTo>
                <a:lnTo>
                  <a:pt x="1242235" y="40981"/>
                </a:lnTo>
                <a:lnTo>
                  <a:pt x="1241821" y="41262"/>
                </a:lnTo>
                <a:lnTo>
                  <a:pt x="1241414" y="41550"/>
                </a:lnTo>
                <a:lnTo>
                  <a:pt x="1241014" y="41845"/>
                </a:lnTo>
                <a:lnTo>
                  <a:pt x="1240622" y="42146"/>
                </a:lnTo>
                <a:lnTo>
                  <a:pt x="1240238" y="42454"/>
                </a:lnTo>
                <a:lnTo>
                  <a:pt x="1239861" y="42769"/>
                </a:lnTo>
                <a:lnTo>
                  <a:pt x="1239492" y="43090"/>
                </a:lnTo>
                <a:lnTo>
                  <a:pt x="1239130" y="43418"/>
                </a:lnTo>
                <a:lnTo>
                  <a:pt x="1238775" y="43752"/>
                </a:lnTo>
                <a:lnTo>
                  <a:pt x="1238428" y="44094"/>
                </a:lnTo>
                <a:lnTo>
                  <a:pt x="1238089" y="44441"/>
                </a:lnTo>
                <a:lnTo>
                  <a:pt x="1237757" y="44796"/>
                </a:lnTo>
                <a:lnTo>
                  <a:pt x="1237432" y="45157"/>
                </a:lnTo>
                <a:lnTo>
                  <a:pt x="1237115" y="45524"/>
                </a:lnTo>
                <a:lnTo>
                  <a:pt x="1236806" y="45898"/>
                </a:lnTo>
                <a:lnTo>
                  <a:pt x="1236504" y="46279"/>
                </a:lnTo>
                <a:lnTo>
                  <a:pt x="1236210" y="46667"/>
                </a:lnTo>
                <a:lnTo>
                  <a:pt x="1235923" y="47061"/>
                </a:lnTo>
                <a:lnTo>
                  <a:pt x="1235643" y="47461"/>
                </a:lnTo>
                <a:lnTo>
                  <a:pt x="1235371" y="47869"/>
                </a:lnTo>
                <a:lnTo>
                  <a:pt x="1235109" y="48283"/>
                </a:lnTo>
                <a:lnTo>
                  <a:pt x="1234857" y="48704"/>
                </a:lnTo>
                <a:lnTo>
                  <a:pt x="1234617" y="49133"/>
                </a:lnTo>
                <a:lnTo>
                  <a:pt x="1234388" y="49570"/>
                </a:lnTo>
                <a:lnTo>
                  <a:pt x="1234170" y="50014"/>
                </a:lnTo>
                <a:lnTo>
                  <a:pt x="1233963" y="50465"/>
                </a:lnTo>
                <a:lnTo>
                  <a:pt x="1233768" y="50924"/>
                </a:lnTo>
                <a:lnTo>
                  <a:pt x="1233583" y="51390"/>
                </a:lnTo>
                <a:lnTo>
                  <a:pt x="1233410" y="51863"/>
                </a:lnTo>
                <a:lnTo>
                  <a:pt x="1233248" y="52344"/>
                </a:lnTo>
                <a:lnTo>
                  <a:pt x="1233097" y="52833"/>
                </a:lnTo>
                <a:lnTo>
                  <a:pt x="1232958" y="53329"/>
                </a:lnTo>
                <a:lnTo>
                  <a:pt x="1232829" y="53832"/>
                </a:lnTo>
                <a:lnTo>
                  <a:pt x="1232712" y="54343"/>
                </a:lnTo>
                <a:lnTo>
                  <a:pt x="1232606" y="54861"/>
                </a:lnTo>
                <a:lnTo>
                  <a:pt x="1232511" y="55386"/>
                </a:lnTo>
                <a:lnTo>
                  <a:pt x="1232427" y="55920"/>
                </a:lnTo>
                <a:lnTo>
                  <a:pt x="1232354" y="56460"/>
                </a:lnTo>
                <a:lnTo>
                  <a:pt x="1232293" y="57008"/>
                </a:lnTo>
                <a:lnTo>
                  <a:pt x="1232243" y="57563"/>
                </a:lnTo>
                <a:lnTo>
                  <a:pt x="1232204" y="58126"/>
                </a:lnTo>
                <a:lnTo>
                  <a:pt x="1232176" y="58696"/>
                </a:lnTo>
                <a:lnTo>
                  <a:pt x="1232159" y="59274"/>
                </a:lnTo>
                <a:lnTo>
                  <a:pt x="1232153" y="59859"/>
                </a:lnTo>
                <a:lnTo>
                  <a:pt x="1232161" y="60604"/>
                </a:lnTo>
                <a:lnTo>
                  <a:pt x="1232183" y="61337"/>
                </a:lnTo>
                <a:lnTo>
                  <a:pt x="1232219" y="62059"/>
                </a:lnTo>
                <a:lnTo>
                  <a:pt x="1232271" y="62768"/>
                </a:lnTo>
                <a:lnTo>
                  <a:pt x="1232337" y="63464"/>
                </a:lnTo>
                <a:lnTo>
                  <a:pt x="1232418" y="64149"/>
                </a:lnTo>
                <a:lnTo>
                  <a:pt x="1232513" y="64822"/>
                </a:lnTo>
                <a:lnTo>
                  <a:pt x="1232623" y="65483"/>
                </a:lnTo>
                <a:lnTo>
                  <a:pt x="1232748" y="66131"/>
                </a:lnTo>
                <a:lnTo>
                  <a:pt x="1232888" y="66767"/>
                </a:lnTo>
                <a:lnTo>
                  <a:pt x="1233042" y="67392"/>
                </a:lnTo>
                <a:lnTo>
                  <a:pt x="1233211" y="68004"/>
                </a:lnTo>
                <a:lnTo>
                  <a:pt x="1233394" y="68604"/>
                </a:lnTo>
                <a:lnTo>
                  <a:pt x="1233592" y="69192"/>
                </a:lnTo>
                <a:lnTo>
                  <a:pt x="1233805" y="69768"/>
                </a:lnTo>
                <a:lnTo>
                  <a:pt x="1234033" y="70332"/>
                </a:lnTo>
                <a:lnTo>
                  <a:pt x="1234275" y="70883"/>
                </a:lnTo>
                <a:lnTo>
                  <a:pt x="1234532" y="71423"/>
                </a:lnTo>
                <a:lnTo>
                  <a:pt x="1234804" y="71950"/>
                </a:lnTo>
                <a:lnTo>
                  <a:pt x="1235090" y="72466"/>
                </a:lnTo>
                <a:lnTo>
                  <a:pt x="1235391" y="72969"/>
                </a:lnTo>
                <a:lnTo>
                  <a:pt x="1235707" y="73460"/>
                </a:lnTo>
                <a:lnTo>
                  <a:pt x="1236038" y="73939"/>
                </a:lnTo>
                <a:lnTo>
                  <a:pt x="1236383" y="74406"/>
                </a:lnTo>
                <a:lnTo>
                  <a:pt x="1236741" y="74863"/>
                </a:lnTo>
                <a:lnTo>
                  <a:pt x="1237110" y="75312"/>
                </a:lnTo>
                <a:lnTo>
                  <a:pt x="1237491" y="75753"/>
                </a:lnTo>
                <a:lnTo>
                  <a:pt x="1237883" y="76187"/>
                </a:lnTo>
                <a:lnTo>
                  <a:pt x="1238287" y="76613"/>
                </a:lnTo>
                <a:lnTo>
                  <a:pt x="1238701" y="77031"/>
                </a:lnTo>
                <a:lnTo>
                  <a:pt x="1239128" y="77441"/>
                </a:lnTo>
                <a:lnTo>
                  <a:pt x="1239565" y="77844"/>
                </a:lnTo>
                <a:lnTo>
                  <a:pt x="1240014" y="78239"/>
                </a:lnTo>
                <a:lnTo>
                  <a:pt x="1240474" y="78626"/>
                </a:lnTo>
                <a:lnTo>
                  <a:pt x="1240945" y="79005"/>
                </a:lnTo>
                <a:lnTo>
                  <a:pt x="1241428" y="79377"/>
                </a:lnTo>
                <a:lnTo>
                  <a:pt x="1241922" y="79741"/>
                </a:lnTo>
                <a:lnTo>
                  <a:pt x="1242428" y="80097"/>
                </a:lnTo>
                <a:lnTo>
                  <a:pt x="1242945" y="80446"/>
                </a:lnTo>
                <a:lnTo>
                  <a:pt x="1243473" y="80786"/>
                </a:lnTo>
                <a:lnTo>
                  <a:pt x="1244012" y="81119"/>
                </a:lnTo>
                <a:lnTo>
                  <a:pt x="1244563" y="81444"/>
                </a:lnTo>
                <a:lnTo>
                  <a:pt x="1245125" y="81762"/>
                </a:lnTo>
                <a:lnTo>
                  <a:pt x="1245698" y="82072"/>
                </a:lnTo>
                <a:lnTo>
                  <a:pt x="1246283" y="82374"/>
                </a:lnTo>
                <a:lnTo>
                  <a:pt x="1246879" y="82668"/>
                </a:lnTo>
                <a:lnTo>
                  <a:pt x="1247487" y="82954"/>
                </a:lnTo>
                <a:lnTo>
                  <a:pt x="1248106" y="83233"/>
                </a:lnTo>
                <a:lnTo>
                  <a:pt x="1248734" y="83506"/>
                </a:lnTo>
                <a:lnTo>
                  <a:pt x="1249369" y="83776"/>
                </a:lnTo>
                <a:lnTo>
                  <a:pt x="1250011" y="84042"/>
                </a:lnTo>
                <a:lnTo>
                  <a:pt x="1250661" y="84305"/>
                </a:lnTo>
                <a:lnTo>
                  <a:pt x="1251318" y="84565"/>
                </a:lnTo>
                <a:lnTo>
                  <a:pt x="1251982" y="84821"/>
                </a:lnTo>
                <a:lnTo>
                  <a:pt x="1252653" y="85074"/>
                </a:lnTo>
                <a:lnTo>
                  <a:pt x="1253331" y="85324"/>
                </a:lnTo>
                <a:lnTo>
                  <a:pt x="1254017" y="85570"/>
                </a:lnTo>
                <a:lnTo>
                  <a:pt x="1254709" y="85813"/>
                </a:lnTo>
                <a:lnTo>
                  <a:pt x="1255409" y="86052"/>
                </a:lnTo>
                <a:lnTo>
                  <a:pt x="1256116" y="86288"/>
                </a:lnTo>
                <a:lnTo>
                  <a:pt x="1256831" y="86521"/>
                </a:lnTo>
                <a:lnTo>
                  <a:pt x="1257552" y="86750"/>
                </a:lnTo>
                <a:lnTo>
                  <a:pt x="1258281" y="86976"/>
                </a:lnTo>
                <a:lnTo>
                  <a:pt x="1259016" y="87198"/>
                </a:lnTo>
                <a:lnTo>
                  <a:pt x="1259759" y="87417"/>
                </a:lnTo>
                <a:lnTo>
                  <a:pt x="1260510" y="87633"/>
                </a:lnTo>
                <a:lnTo>
                  <a:pt x="1261267" y="87845"/>
                </a:lnTo>
                <a:lnTo>
                  <a:pt x="1262031" y="88054"/>
                </a:lnTo>
                <a:lnTo>
                  <a:pt x="1262803" y="88260"/>
                </a:lnTo>
                <a:lnTo>
                  <a:pt x="1263582" y="88462"/>
                </a:lnTo>
                <a:lnTo>
                  <a:pt x="1264368" y="88661"/>
                </a:lnTo>
                <a:lnTo>
                  <a:pt x="1265161" y="88856"/>
                </a:lnTo>
                <a:lnTo>
                  <a:pt x="1266100" y="89073"/>
                </a:lnTo>
                <a:lnTo>
                  <a:pt x="1267014" y="89289"/>
                </a:lnTo>
                <a:lnTo>
                  <a:pt x="1267905" y="89505"/>
                </a:lnTo>
                <a:lnTo>
                  <a:pt x="1268772" y="89721"/>
                </a:lnTo>
                <a:lnTo>
                  <a:pt x="1269615" y="89937"/>
                </a:lnTo>
                <a:lnTo>
                  <a:pt x="1270434" y="90152"/>
                </a:lnTo>
                <a:lnTo>
                  <a:pt x="1271229" y="90367"/>
                </a:lnTo>
                <a:lnTo>
                  <a:pt x="1272001" y="90581"/>
                </a:lnTo>
                <a:lnTo>
                  <a:pt x="1272749" y="90795"/>
                </a:lnTo>
                <a:lnTo>
                  <a:pt x="1273473" y="91009"/>
                </a:lnTo>
                <a:lnTo>
                  <a:pt x="1274174" y="91223"/>
                </a:lnTo>
                <a:lnTo>
                  <a:pt x="1274850" y="91436"/>
                </a:lnTo>
                <a:lnTo>
                  <a:pt x="1275503" y="91649"/>
                </a:lnTo>
                <a:lnTo>
                  <a:pt x="1276132" y="91862"/>
                </a:lnTo>
                <a:lnTo>
                  <a:pt x="1276737" y="92074"/>
                </a:lnTo>
                <a:lnTo>
                  <a:pt x="1277319" y="92286"/>
                </a:lnTo>
                <a:lnTo>
                  <a:pt x="1277876" y="92498"/>
                </a:lnTo>
                <a:lnTo>
                  <a:pt x="1278410" y="92709"/>
                </a:lnTo>
                <a:lnTo>
                  <a:pt x="1278920" y="92920"/>
                </a:lnTo>
                <a:lnTo>
                  <a:pt x="1279406" y="93131"/>
                </a:lnTo>
                <a:lnTo>
                  <a:pt x="1279869" y="93341"/>
                </a:lnTo>
                <a:lnTo>
                  <a:pt x="1280308" y="93551"/>
                </a:lnTo>
                <a:lnTo>
                  <a:pt x="1280723" y="93761"/>
                </a:lnTo>
                <a:lnTo>
                  <a:pt x="1281114" y="93970"/>
                </a:lnTo>
                <a:lnTo>
                  <a:pt x="1281485" y="94184"/>
                </a:lnTo>
                <a:lnTo>
                  <a:pt x="1281841" y="94407"/>
                </a:lnTo>
                <a:lnTo>
                  <a:pt x="1282181" y="94638"/>
                </a:lnTo>
                <a:lnTo>
                  <a:pt x="1282504" y="94879"/>
                </a:lnTo>
                <a:lnTo>
                  <a:pt x="1282813" y="95129"/>
                </a:lnTo>
                <a:lnTo>
                  <a:pt x="1283105" y="95387"/>
                </a:lnTo>
                <a:lnTo>
                  <a:pt x="1283382" y="95655"/>
                </a:lnTo>
                <a:lnTo>
                  <a:pt x="1283642" y="95932"/>
                </a:lnTo>
                <a:lnTo>
                  <a:pt x="1283887" y="96218"/>
                </a:lnTo>
                <a:lnTo>
                  <a:pt x="1284116" y="96513"/>
                </a:lnTo>
                <a:lnTo>
                  <a:pt x="1284330" y="96817"/>
                </a:lnTo>
                <a:lnTo>
                  <a:pt x="1284527" y="97130"/>
                </a:lnTo>
                <a:lnTo>
                  <a:pt x="1284709" y="97452"/>
                </a:lnTo>
                <a:lnTo>
                  <a:pt x="1284875" y="97783"/>
                </a:lnTo>
                <a:lnTo>
                  <a:pt x="1285025" y="98123"/>
                </a:lnTo>
                <a:lnTo>
                  <a:pt x="1285159" y="98472"/>
                </a:lnTo>
                <a:lnTo>
                  <a:pt x="1285278" y="98830"/>
                </a:lnTo>
                <a:lnTo>
                  <a:pt x="1285381" y="99197"/>
                </a:lnTo>
                <a:lnTo>
                  <a:pt x="1285468" y="99574"/>
                </a:lnTo>
                <a:lnTo>
                  <a:pt x="1285539" y="99959"/>
                </a:lnTo>
                <a:lnTo>
                  <a:pt x="1285594" y="100353"/>
                </a:lnTo>
                <a:lnTo>
                  <a:pt x="1285633" y="100756"/>
                </a:lnTo>
                <a:lnTo>
                  <a:pt x="1285657" y="101169"/>
                </a:lnTo>
                <a:lnTo>
                  <a:pt x="1285665" y="101590"/>
                </a:lnTo>
                <a:lnTo>
                  <a:pt x="1285658" y="102042"/>
                </a:lnTo>
                <a:lnTo>
                  <a:pt x="1285638" y="102483"/>
                </a:lnTo>
                <a:lnTo>
                  <a:pt x="1285605" y="102913"/>
                </a:lnTo>
                <a:lnTo>
                  <a:pt x="1285558" y="103332"/>
                </a:lnTo>
                <a:lnTo>
                  <a:pt x="1285497" y="103739"/>
                </a:lnTo>
                <a:lnTo>
                  <a:pt x="1285424" y="104136"/>
                </a:lnTo>
                <a:lnTo>
                  <a:pt x="1285337" y="104522"/>
                </a:lnTo>
                <a:lnTo>
                  <a:pt x="1285236" y="104897"/>
                </a:lnTo>
                <a:lnTo>
                  <a:pt x="1285122" y="105261"/>
                </a:lnTo>
                <a:lnTo>
                  <a:pt x="1284995" y="105613"/>
                </a:lnTo>
                <a:lnTo>
                  <a:pt x="1284854" y="105955"/>
                </a:lnTo>
                <a:lnTo>
                  <a:pt x="1284700" y="106286"/>
                </a:lnTo>
                <a:lnTo>
                  <a:pt x="1284532" y="106606"/>
                </a:lnTo>
                <a:lnTo>
                  <a:pt x="1284351" y="106915"/>
                </a:lnTo>
                <a:lnTo>
                  <a:pt x="1284157" y="107212"/>
                </a:lnTo>
                <a:lnTo>
                  <a:pt x="1283949" y="107499"/>
                </a:lnTo>
                <a:lnTo>
                  <a:pt x="1283728" y="107775"/>
                </a:lnTo>
                <a:lnTo>
                  <a:pt x="1283493" y="108040"/>
                </a:lnTo>
                <a:lnTo>
                  <a:pt x="1283245" y="108293"/>
                </a:lnTo>
                <a:lnTo>
                  <a:pt x="1282983" y="108536"/>
                </a:lnTo>
                <a:lnTo>
                  <a:pt x="1282708" y="108768"/>
                </a:lnTo>
                <a:lnTo>
                  <a:pt x="1282420" y="108989"/>
                </a:lnTo>
                <a:lnTo>
                  <a:pt x="1282119" y="109198"/>
                </a:lnTo>
                <a:lnTo>
                  <a:pt x="1281803" y="109397"/>
                </a:lnTo>
                <a:lnTo>
                  <a:pt x="1281476" y="109586"/>
                </a:lnTo>
                <a:lnTo>
                  <a:pt x="1281138" y="109767"/>
                </a:lnTo>
                <a:lnTo>
                  <a:pt x="1280789" y="109940"/>
                </a:lnTo>
                <a:lnTo>
                  <a:pt x="1280429" y="110105"/>
                </a:lnTo>
                <a:lnTo>
                  <a:pt x="1280059" y="110261"/>
                </a:lnTo>
                <a:lnTo>
                  <a:pt x="1279677" y="110410"/>
                </a:lnTo>
                <a:lnTo>
                  <a:pt x="1279285" y="110551"/>
                </a:lnTo>
                <a:lnTo>
                  <a:pt x="1278882" y="110684"/>
                </a:lnTo>
                <a:lnTo>
                  <a:pt x="1278468" y="110808"/>
                </a:lnTo>
                <a:lnTo>
                  <a:pt x="1278043" y="110925"/>
                </a:lnTo>
                <a:lnTo>
                  <a:pt x="1277607" y="111033"/>
                </a:lnTo>
                <a:lnTo>
                  <a:pt x="1277160" y="111134"/>
                </a:lnTo>
                <a:lnTo>
                  <a:pt x="1276703" y="111226"/>
                </a:lnTo>
                <a:lnTo>
                  <a:pt x="1276234" y="111311"/>
                </a:lnTo>
                <a:lnTo>
                  <a:pt x="1275755" y="111387"/>
                </a:lnTo>
                <a:lnTo>
                  <a:pt x="1275265" y="111456"/>
                </a:lnTo>
                <a:lnTo>
                  <a:pt x="1274764" y="111516"/>
                </a:lnTo>
                <a:lnTo>
                  <a:pt x="1274252" y="111568"/>
                </a:lnTo>
                <a:lnTo>
                  <a:pt x="1273730" y="111612"/>
                </a:lnTo>
                <a:lnTo>
                  <a:pt x="1273196" y="111649"/>
                </a:lnTo>
                <a:lnTo>
                  <a:pt x="1272652" y="111677"/>
                </a:lnTo>
                <a:lnTo>
                  <a:pt x="1272097" y="111697"/>
                </a:lnTo>
                <a:lnTo>
                  <a:pt x="1271531" y="111709"/>
                </a:lnTo>
                <a:lnTo>
                  <a:pt x="1270954" y="111713"/>
                </a:lnTo>
                <a:lnTo>
                  <a:pt x="1270367" y="111708"/>
                </a:lnTo>
                <a:lnTo>
                  <a:pt x="1269786" y="111692"/>
                </a:lnTo>
                <a:lnTo>
                  <a:pt x="1269212" y="111666"/>
                </a:lnTo>
                <a:lnTo>
                  <a:pt x="1268644" y="111629"/>
                </a:lnTo>
                <a:lnTo>
                  <a:pt x="1268082" y="111582"/>
                </a:lnTo>
                <a:lnTo>
                  <a:pt x="1267526" y="111524"/>
                </a:lnTo>
                <a:lnTo>
                  <a:pt x="1266977" y="111456"/>
                </a:lnTo>
                <a:lnTo>
                  <a:pt x="1266433" y="111378"/>
                </a:lnTo>
                <a:lnTo>
                  <a:pt x="1265896" y="111289"/>
                </a:lnTo>
                <a:lnTo>
                  <a:pt x="1265365" y="111190"/>
                </a:lnTo>
                <a:lnTo>
                  <a:pt x="1264841" y="111080"/>
                </a:lnTo>
                <a:lnTo>
                  <a:pt x="1264322" y="110959"/>
                </a:lnTo>
                <a:lnTo>
                  <a:pt x="1263810" y="110829"/>
                </a:lnTo>
                <a:lnTo>
                  <a:pt x="1263304" y="110687"/>
                </a:lnTo>
                <a:lnTo>
                  <a:pt x="1262805" y="110536"/>
                </a:lnTo>
                <a:lnTo>
                  <a:pt x="1262311" y="110373"/>
                </a:lnTo>
                <a:lnTo>
                  <a:pt x="1261824" y="110201"/>
                </a:lnTo>
                <a:lnTo>
                  <a:pt x="1261343" y="110017"/>
                </a:lnTo>
                <a:lnTo>
                  <a:pt x="1260868" y="109824"/>
                </a:lnTo>
                <a:lnTo>
                  <a:pt x="1260399" y="109620"/>
                </a:lnTo>
                <a:lnTo>
                  <a:pt x="1259937" y="109405"/>
                </a:lnTo>
                <a:lnTo>
                  <a:pt x="1259481" y="109180"/>
                </a:lnTo>
                <a:lnTo>
                  <a:pt x="1259031" y="108945"/>
                </a:lnTo>
                <a:lnTo>
                  <a:pt x="1258587" y="108699"/>
                </a:lnTo>
                <a:lnTo>
                  <a:pt x="1258156" y="108439"/>
                </a:lnTo>
                <a:lnTo>
                  <a:pt x="1257743" y="108164"/>
                </a:lnTo>
                <a:lnTo>
                  <a:pt x="1257348" y="107872"/>
                </a:lnTo>
                <a:lnTo>
                  <a:pt x="1256972" y="107563"/>
                </a:lnTo>
                <a:lnTo>
                  <a:pt x="1256614" y="107239"/>
                </a:lnTo>
                <a:lnTo>
                  <a:pt x="1256274" y="106898"/>
                </a:lnTo>
                <a:lnTo>
                  <a:pt x="1255953" y="106540"/>
                </a:lnTo>
                <a:lnTo>
                  <a:pt x="1255650" y="106166"/>
                </a:lnTo>
                <a:lnTo>
                  <a:pt x="1255366" y="105776"/>
                </a:lnTo>
                <a:lnTo>
                  <a:pt x="1255100" y="105370"/>
                </a:lnTo>
                <a:lnTo>
                  <a:pt x="1254852" y="104947"/>
                </a:lnTo>
                <a:lnTo>
                  <a:pt x="1254622" y="104508"/>
                </a:lnTo>
                <a:lnTo>
                  <a:pt x="1254411" y="104053"/>
                </a:lnTo>
                <a:lnTo>
                  <a:pt x="1254218" y="103581"/>
                </a:lnTo>
                <a:lnTo>
                  <a:pt x="1254044" y="103093"/>
                </a:lnTo>
                <a:lnTo>
                  <a:pt x="1253888" y="102588"/>
                </a:lnTo>
                <a:lnTo>
                  <a:pt x="1253750" y="102068"/>
                </a:lnTo>
                <a:lnTo>
                  <a:pt x="1253631" y="101530"/>
                </a:lnTo>
                <a:lnTo>
                  <a:pt x="1253530" y="100977"/>
                </a:lnTo>
                <a:lnTo>
                  <a:pt x="1253447" y="100407"/>
                </a:lnTo>
                <a:lnTo>
                  <a:pt x="1253383" y="99821"/>
                </a:lnTo>
                <a:lnTo>
                  <a:pt x="1253337" y="99218"/>
                </a:lnTo>
                <a:lnTo>
                  <a:pt x="1253310" y="98599"/>
                </a:lnTo>
                <a:lnTo>
                  <a:pt x="1253301" y="97964"/>
                </a:lnTo>
                <a:lnTo>
                  <a:pt x="1230682" y="97964"/>
                </a:lnTo>
                <a:lnTo>
                  <a:pt x="1230688" y="98687"/>
                </a:lnTo>
                <a:lnTo>
                  <a:pt x="1230706" y="99401"/>
                </a:lnTo>
                <a:lnTo>
                  <a:pt x="1230735" y="100104"/>
                </a:lnTo>
                <a:lnTo>
                  <a:pt x="1230777" y="100797"/>
                </a:lnTo>
                <a:lnTo>
                  <a:pt x="1230830" y="101480"/>
                </a:lnTo>
                <a:lnTo>
                  <a:pt x="1230895" y="102153"/>
                </a:lnTo>
                <a:lnTo>
                  <a:pt x="1230972" y="102816"/>
                </a:lnTo>
                <a:lnTo>
                  <a:pt x="1231060" y="103469"/>
                </a:lnTo>
                <a:lnTo>
                  <a:pt x="1231161" y="104112"/>
                </a:lnTo>
                <a:lnTo>
                  <a:pt x="1231273" y="104745"/>
                </a:lnTo>
                <a:lnTo>
                  <a:pt x="1231397" y="105368"/>
                </a:lnTo>
                <a:lnTo>
                  <a:pt x="1231533" y="105981"/>
                </a:lnTo>
                <a:lnTo>
                  <a:pt x="1231680" y="106584"/>
                </a:lnTo>
                <a:lnTo>
                  <a:pt x="1231840" y="107178"/>
                </a:lnTo>
                <a:lnTo>
                  <a:pt x="1232011" y="107761"/>
                </a:lnTo>
                <a:lnTo>
                  <a:pt x="1232194" y="108334"/>
                </a:lnTo>
                <a:lnTo>
                  <a:pt x="1232389" y="108897"/>
                </a:lnTo>
                <a:lnTo>
                  <a:pt x="1232596" y="109450"/>
                </a:lnTo>
                <a:lnTo>
                  <a:pt x="1232814" y="109993"/>
                </a:lnTo>
                <a:lnTo>
                  <a:pt x="1233045" y="110526"/>
                </a:lnTo>
                <a:lnTo>
                  <a:pt x="1233287" y="111049"/>
                </a:lnTo>
                <a:lnTo>
                  <a:pt x="1233541" y="111562"/>
                </a:lnTo>
                <a:lnTo>
                  <a:pt x="1233806" y="112065"/>
                </a:lnTo>
                <a:lnTo>
                  <a:pt x="1234084" y="112558"/>
                </a:lnTo>
                <a:lnTo>
                  <a:pt x="1234372" y="113041"/>
                </a:lnTo>
                <a:lnTo>
                  <a:pt x="1234668" y="113516"/>
                </a:lnTo>
                <a:lnTo>
                  <a:pt x="1234972" y="113983"/>
                </a:lnTo>
                <a:lnTo>
                  <a:pt x="1235284" y="114441"/>
                </a:lnTo>
                <a:lnTo>
                  <a:pt x="1235605" y="114891"/>
                </a:lnTo>
                <a:lnTo>
                  <a:pt x="1235934" y="115332"/>
                </a:lnTo>
                <a:lnTo>
                  <a:pt x="1236272" y="115764"/>
                </a:lnTo>
                <a:lnTo>
                  <a:pt x="1236618" y="116188"/>
                </a:lnTo>
                <a:lnTo>
                  <a:pt x="1236972" y="116603"/>
                </a:lnTo>
                <a:lnTo>
                  <a:pt x="1237334" y="117010"/>
                </a:lnTo>
                <a:lnTo>
                  <a:pt x="1237705" y="117408"/>
                </a:lnTo>
                <a:lnTo>
                  <a:pt x="1238084" y="117798"/>
                </a:lnTo>
                <a:lnTo>
                  <a:pt x="1238471" y="118179"/>
                </a:lnTo>
                <a:lnTo>
                  <a:pt x="1238866" y="118551"/>
                </a:lnTo>
                <a:lnTo>
                  <a:pt x="1239270" y="118915"/>
                </a:lnTo>
                <a:lnTo>
                  <a:pt x="1239682" y="119271"/>
                </a:lnTo>
                <a:lnTo>
                  <a:pt x="1240103" y="119618"/>
                </a:lnTo>
                <a:lnTo>
                  <a:pt x="1240532" y="119956"/>
                </a:lnTo>
                <a:lnTo>
                  <a:pt x="1240969" y="120286"/>
                </a:lnTo>
                <a:lnTo>
                  <a:pt x="1241414" y="120607"/>
                </a:lnTo>
                <a:lnTo>
                  <a:pt x="1241868" y="120920"/>
                </a:lnTo>
                <a:lnTo>
                  <a:pt x="1242330" y="121224"/>
                </a:lnTo>
                <a:lnTo>
                  <a:pt x="1242800" y="121520"/>
                </a:lnTo>
                <a:lnTo>
                  <a:pt x="1243279" y="121807"/>
                </a:lnTo>
                <a:lnTo>
                  <a:pt x="1243764" y="122086"/>
                </a:lnTo>
                <a:lnTo>
                  <a:pt x="1244254" y="122358"/>
                </a:lnTo>
                <a:lnTo>
                  <a:pt x="1244748" y="122624"/>
                </a:lnTo>
                <a:lnTo>
                  <a:pt x="1245248" y="122882"/>
                </a:lnTo>
                <a:lnTo>
                  <a:pt x="1245752" y="123134"/>
                </a:lnTo>
                <a:lnTo>
                  <a:pt x="1246261" y="123378"/>
                </a:lnTo>
                <a:lnTo>
                  <a:pt x="1246775" y="123616"/>
                </a:lnTo>
                <a:lnTo>
                  <a:pt x="1247293" y="123847"/>
                </a:lnTo>
                <a:lnTo>
                  <a:pt x="1247817" y="124070"/>
                </a:lnTo>
                <a:lnTo>
                  <a:pt x="1248345" y="124287"/>
                </a:lnTo>
                <a:lnTo>
                  <a:pt x="1248878" y="124497"/>
                </a:lnTo>
                <a:lnTo>
                  <a:pt x="1249416" y="124700"/>
                </a:lnTo>
                <a:lnTo>
                  <a:pt x="1249958" y="124896"/>
                </a:lnTo>
                <a:lnTo>
                  <a:pt x="1250506" y="125085"/>
                </a:lnTo>
                <a:lnTo>
                  <a:pt x="1251058" y="125267"/>
                </a:lnTo>
                <a:lnTo>
                  <a:pt x="1251615" y="125442"/>
                </a:lnTo>
                <a:lnTo>
                  <a:pt x="1252177" y="125611"/>
                </a:lnTo>
                <a:lnTo>
                  <a:pt x="1252743" y="125772"/>
                </a:lnTo>
                <a:lnTo>
                  <a:pt x="1253314" y="125926"/>
                </a:lnTo>
                <a:lnTo>
                  <a:pt x="1253891" y="126073"/>
                </a:lnTo>
                <a:lnTo>
                  <a:pt x="1254471" y="126214"/>
                </a:lnTo>
                <a:lnTo>
                  <a:pt x="1255057" y="126347"/>
                </a:lnTo>
                <a:lnTo>
                  <a:pt x="1255648" y="126474"/>
                </a:lnTo>
                <a:lnTo>
                  <a:pt x="1256243" y="126594"/>
                </a:lnTo>
                <a:lnTo>
                  <a:pt x="1256841" y="126707"/>
                </a:lnTo>
                <a:lnTo>
                  <a:pt x="1257440" y="126816"/>
                </a:lnTo>
                <a:lnTo>
                  <a:pt x="1258040" y="126920"/>
                </a:lnTo>
                <a:lnTo>
                  <a:pt x="1258641" y="127019"/>
                </a:lnTo>
                <a:lnTo>
                  <a:pt x="1259243" y="127114"/>
                </a:lnTo>
                <a:lnTo>
                  <a:pt x="1259846" y="127203"/>
                </a:lnTo>
                <a:lnTo>
                  <a:pt x="1260450" y="127288"/>
                </a:lnTo>
                <a:lnTo>
                  <a:pt x="1261055" y="127368"/>
                </a:lnTo>
                <a:lnTo>
                  <a:pt x="1261660" y="127443"/>
                </a:lnTo>
                <a:lnTo>
                  <a:pt x="1262267" y="127513"/>
                </a:lnTo>
                <a:lnTo>
                  <a:pt x="1262875" y="127578"/>
                </a:lnTo>
                <a:lnTo>
                  <a:pt x="1263483" y="127639"/>
                </a:lnTo>
                <a:lnTo>
                  <a:pt x="1264093" y="127694"/>
                </a:lnTo>
                <a:lnTo>
                  <a:pt x="1264704" y="127745"/>
                </a:lnTo>
                <a:lnTo>
                  <a:pt x="1265315" y="127791"/>
                </a:lnTo>
                <a:lnTo>
                  <a:pt x="1265928" y="127832"/>
                </a:lnTo>
                <a:lnTo>
                  <a:pt x="1266541" y="127869"/>
                </a:lnTo>
                <a:lnTo>
                  <a:pt x="1267155" y="127900"/>
                </a:lnTo>
                <a:lnTo>
                  <a:pt x="1267771" y="127927"/>
                </a:lnTo>
                <a:lnTo>
                  <a:pt x="1268387" y="127948"/>
                </a:lnTo>
                <a:lnTo>
                  <a:pt x="1269004" y="127965"/>
                </a:lnTo>
                <a:lnTo>
                  <a:pt x="1269623" y="127977"/>
                </a:lnTo>
                <a:lnTo>
                  <a:pt x="1270242" y="127985"/>
                </a:lnTo>
                <a:lnTo>
                  <a:pt x="1270862" y="127987"/>
                </a:lnTo>
                <a:lnTo>
                  <a:pt x="1271489" y="127984"/>
                </a:lnTo>
                <a:lnTo>
                  <a:pt x="1272115" y="127976"/>
                </a:lnTo>
                <a:lnTo>
                  <a:pt x="1272739" y="127962"/>
                </a:lnTo>
                <a:lnTo>
                  <a:pt x="1273361" y="127943"/>
                </a:lnTo>
                <a:close/>
                <a:moveTo>
                  <a:pt x="1377330" y="127749"/>
                </a:moveTo>
                <a:lnTo>
                  <a:pt x="1378412" y="127644"/>
                </a:lnTo>
                <a:lnTo>
                  <a:pt x="1379481" y="127520"/>
                </a:lnTo>
                <a:lnTo>
                  <a:pt x="1380538" y="127377"/>
                </a:lnTo>
                <a:lnTo>
                  <a:pt x="1381583" y="127215"/>
                </a:lnTo>
                <a:lnTo>
                  <a:pt x="1382616" y="127034"/>
                </a:lnTo>
                <a:lnTo>
                  <a:pt x="1383636" y="126834"/>
                </a:lnTo>
                <a:lnTo>
                  <a:pt x="1384644" y="126615"/>
                </a:lnTo>
                <a:lnTo>
                  <a:pt x="1385640" y="126377"/>
                </a:lnTo>
                <a:lnTo>
                  <a:pt x="1386623" y="126120"/>
                </a:lnTo>
                <a:lnTo>
                  <a:pt x="1387594" y="125843"/>
                </a:lnTo>
                <a:lnTo>
                  <a:pt x="1388553" y="125548"/>
                </a:lnTo>
                <a:lnTo>
                  <a:pt x="1389499" y="125234"/>
                </a:lnTo>
                <a:lnTo>
                  <a:pt x="1390434" y="124900"/>
                </a:lnTo>
                <a:lnTo>
                  <a:pt x="1391356" y="124548"/>
                </a:lnTo>
                <a:lnTo>
                  <a:pt x="1392265" y="124176"/>
                </a:lnTo>
                <a:lnTo>
                  <a:pt x="1393162" y="123785"/>
                </a:lnTo>
                <a:lnTo>
                  <a:pt x="1394048" y="123376"/>
                </a:lnTo>
                <a:lnTo>
                  <a:pt x="1394920" y="122947"/>
                </a:lnTo>
                <a:lnTo>
                  <a:pt x="1395781" y="122499"/>
                </a:lnTo>
                <a:lnTo>
                  <a:pt x="1396627" y="122033"/>
                </a:lnTo>
                <a:lnTo>
                  <a:pt x="1397458" y="121550"/>
                </a:lnTo>
                <a:lnTo>
                  <a:pt x="1398273" y="121049"/>
                </a:lnTo>
                <a:lnTo>
                  <a:pt x="1399072" y="120532"/>
                </a:lnTo>
                <a:lnTo>
                  <a:pt x="1399855" y="119997"/>
                </a:lnTo>
                <a:lnTo>
                  <a:pt x="1400622" y="119446"/>
                </a:lnTo>
                <a:lnTo>
                  <a:pt x="1401374" y="118877"/>
                </a:lnTo>
                <a:lnTo>
                  <a:pt x="1402110" y="118291"/>
                </a:lnTo>
                <a:lnTo>
                  <a:pt x="1402830" y="117688"/>
                </a:lnTo>
                <a:lnTo>
                  <a:pt x="1403534" y="117068"/>
                </a:lnTo>
                <a:lnTo>
                  <a:pt x="1404222" y="116431"/>
                </a:lnTo>
                <a:lnTo>
                  <a:pt x="1404895" y="115776"/>
                </a:lnTo>
                <a:lnTo>
                  <a:pt x="1405552" y="115105"/>
                </a:lnTo>
                <a:lnTo>
                  <a:pt x="1406193" y="114416"/>
                </a:lnTo>
                <a:lnTo>
                  <a:pt x="1406818" y="113711"/>
                </a:lnTo>
                <a:lnTo>
                  <a:pt x="1407427" y="112988"/>
                </a:lnTo>
                <a:lnTo>
                  <a:pt x="1408021" y="112248"/>
                </a:lnTo>
                <a:lnTo>
                  <a:pt x="1408598" y="111491"/>
                </a:lnTo>
                <a:lnTo>
                  <a:pt x="1409160" y="110717"/>
                </a:lnTo>
                <a:lnTo>
                  <a:pt x="1409707" y="109926"/>
                </a:lnTo>
                <a:lnTo>
                  <a:pt x="1410237" y="109117"/>
                </a:lnTo>
                <a:lnTo>
                  <a:pt x="1410751" y="108292"/>
                </a:lnTo>
                <a:lnTo>
                  <a:pt x="1411250" y="107449"/>
                </a:lnTo>
                <a:lnTo>
                  <a:pt x="1411733" y="106590"/>
                </a:lnTo>
                <a:lnTo>
                  <a:pt x="1412198" y="105714"/>
                </a:lnTo>
                <a:lnTo>
                  <a:pt x="1412644" y="104823"/>
                </a:lnTo>
                <a:lnTo>
                  <a:pt x="1413069" y="103916"/>
                </a:lnTo>
                <a:lnTo>
                  <a:pt x="1413475" y="102995"/>
                </a:lnTo>
                <a:lnTo>
                  <a:pt x="1413861" y="102058"/>
                </a:lnTo>
                <a:lnTo>
                  <a:pt x="1414227" y="101106"/>
                </a:lnTo>
                <a:lnTo>
                  <a:pt x="1414574" y="100139"/>
                </a:lnTo>
                <a:lnTo>
                  <a:pt x="1414900" y="99156"/>
                </a:lnTo>
                <a:lnTo>
                  <a:pt x="1415207" y="98159"/>
                </a:lnTo>
                <a:lnTo>
                  <a:pt x="1415494" y="97146"/>
                </a:lnTo>
                <a:lnTo>
                  <a:pt x="1415761" y="96118"/>
                </a:lnTo>
                <a:lnTo>
                  <a:pt x="1416009" y="95075"/>
                </a:lnTo>
                <a:lnTo>
                  <a:pt x="1416236" y="94017"/>
                </a:lnTo>
                <a:lnTo>
                  <a:pt x="1416444" y="92943"/>
                </a:lnTo>
                <a:lnTo>
                  <a:pt x="1416632" y="91855"/>
                </a:lnTo>
                <a:lnTo>
                  <a:pt x="1416800" y="90751"/>
                </a:lnTo>
                <a:lnTo>
                  <a:pt x="1416949" y="89632"/>
                </a:lnTo>
                <a:lnTo>
                  <a:pt x="1417077" y="88498"/>
                </a:lnTo>
                <a:lnTo>
                  <a:pt x="1417186" y="87349"/>
                </a:lnTo>
                <a:lnTo>
                  <a:pt x="1417275" y="86184"/>
                </a:lnTo>
                <a:lnTo>
                  <a:pt x="1417345" y="85004"/>
                </a:lnTo>
                <a:lnTo>
                  <a:pt x="1417394" y="83809"/>
                </a:lnTo>
                <a:lnTo>
                  <a:pt x="1417424" y="82599"/>
                </a:lnTo>
                <a:lnTo>
                  <a:pt x="1417434" y="81374"/>
                </a:lnTo>
                <a:lnTo>
                  <a:pt x="1417424" y="80126"/>
                </a:lnTo>
                <a:lnTo>
                  <a:pt x="1417394" y="78894"/>
                </a:lnTo>
                <a:lnTo>
                  <a:pt x="1417345" y="77677"/>
                </a:lnTo>
                <a:lnTo>
                  <a:pt x="1417275" y="76476"/>
                </a:lnTo>
                <a:lnTo>
                  <a:pt x="1417186" y="75290"/>
                </a:lnTo>
                <a:lnTo>
                  <a:pt x="1417077" y="74121"/>
                </a:lnTo>
                <a:lnTo>
                  <a:pt x="1416949" y="72967"/>
                </a:lnTo>
                <a:lnTo>
                  <a:pt x="1416800" y="71828"/>
                </a:lnTo>
                <a:lnTo>
                  <a:pt x="1416632" y="70706"/>
                </a:lnTo>
                <a:lnTo>
                  <a:pt x="1416444" y="69599"/>
                </a:lnTo>
                <a:lnTo>
                  <a:pt x="1416236" y="68507"/>
                </a:lnTo>
                <a:lnTo>
                  <a:pt x="1416009" y="67431"/>
                </a:lnTo>
                <a:lnTo>
                  <a:pt x="1415761" y="66371"/>
                </a:lnTo>
                <a:lnTo>
                  <a:pt x="1415494" y="65327"/>
                </a:lnTo>
                <a:lnTo>
                  <a:pt x="1415207" y="64298"/>
                </a:lnTo>
                <a:lnTo>
                  <a:pt x="1414900" y="63285"/>
                </a:lnTo>
                <a:lnTo>
                  <a:pt x="1414574" y="62288"/>
                </a:lnTo>
                <a:lnTo>
                  <a:pt x="1414227" y="61306"/>
                </a:lnTo>
                <a:lnTo>
                  <a:pt x="1413861" y="60340"/>
                </a:lnTo>
                <a:lnTo>
                  <a:pt x="1413475" y="59389"/>
                </a:lnTo>
                <a:lnTo>
                  <a:pt x="1413069" y="58455"/>
                </a:lnTo>
                <a:lnTo>
                  <a:pt x="1412644" y="57536"/>
                </a:lnTo>
                <a:lnTo>
                  <a:pt x="1412198" y="56632"/>
                </a:lnTo>
                <a:lnTo>
                  <a:pt x="1411733" y="55744"/>
                </a:lnTo>
                <a:lnTo>
                  <a:pt x="1411250" y="54873"/>
                </a:lnTo>
                <a:lnTo>
                  <a:pt x="1410751" y="54019"/>
                </a:lnTo>
                <a:lnTo>
                  <a:pt x="1410237" y="53182"/>
                </a:lnTo>
                <a:lnTo>
                  <a:pt x="1409707" y="52363"/>
                </a:lnTo>
                <a:lnTo>
                  <a:pt x="1409160" y="51562"/>
                </a:lnTo>
                <a:lnTo>
                  <a:pt x="1408598" y="50778"/>
                </a:lnTo>
                <a:lnTo>
                  <a:pt x="1408021" y="50011"/>
                </a:lnTo>
                <a:lnTo>
                  <a:pt x="1407427" y="49262"/>
                </a:lnTo>
                <a:lnTo>
                  <a:pt x="1406818" y="48530"/>
                </a:lnTo>
                <a:lnTo>
                  <a:pt x="1406193" y="47816"/>
                </a:lnTo>
                <a:lnTo>
                  <a:pt x="1405552" y="47119"/>
                </a:lnTo>
                <a:lnTo>
                  <a:pt x="1404895" y="46439"/>
                </a:lnTo>
                <a:lnTo>
                  <a:pt x="1404222" y="45777"/>
                </a:lnTo>
                <a:lnTo>
                  <a:pt x="1403534" y="45133"/>
                </a:lnTo>
                <a:lnTo>
                  <a:pt x="1402830" y="44506"/>
                </a:lnTo>
                <a:lnTo>
                  <a:pt x="1402110" y="43896"/>
                </a:lnTo>
                <a:lnTo>
                  <a:pt x="1401374" y="43304"/>
                </a:lnTo>
                <a:lnTo>
                  <a:pt x="1400622" y="42730"/>
                </a:lnTo>
                <a:lnTo>
                  <a:pt x="1399855" y="42172"/>
                </a:lnTo>
                <a:lnTo>
                  <a:pt x="1399072" y="41633"/>
                </a:lnTo>
                <a:lnTo>
                  <a:pt x="1398273" y="41110"/>
                </a:lnTo>
                <a:lnTo>
                  <a:pt x="1397458" y="40606"/>
                </a:lnTo>
                <a:lnTo>
                  <a:pt x="1396627" y="40118"/>
                </a:lnTo>
                <a:lnTo>
                  <a:pt x="1395781" y="39648"/>
                </a:lnTo>
                <a:lnTo>
                  <a:pt x="1394920" y="39197"/>
                </a:lnTo>
                <a:lnTo>
                  <a:pt x="1394048" y="38764"/>
                </a:lnTo>
                <a:lnTo>
                  <a:pt x="1393162" y="38351"/>
                </a:lnTo>
                <a:lnTo>
                  <a:pt x="1392265" y="37957"/>
                </a:lnTo>
                <a:lnTo>
                  <a:pt x="1391356" y="37582"/>
                </a:lnTo>
                <a:lnTo>
                  <a:pt x="1390434" y="37226"/>
                </a:lnTo>
                <a:lnTo>
                  <a:pt x="1389499" y="36890"/>
                </a:lnTo>
                <a:lnTo>
                  <a:pt x="1388553" y="36572"/>
                </a:lnTo>
                <a:lnTo>
                  <a:pt x="1387594" y="36274"/>
                </a:lnTo>
                <a:lnTo>
                  <a:pt x="1386623" y="35996"/>
                </a:lnTo>
                <a:lnTo>
                  <a:pt x="1385640" y="35736"/>
                </a:lnTo>
                <a:lnTo>
                  <a:pt x="1384644" y="35496"/>
                </a:lnTo>
                <a:lnTo>
                  <a:pt x="1383636" y="35275"/>
                </a:lnTo>
                <a:lnTo>
                  <a:pt x="1382616" y="35073"/>
                </a:lnTo>
                <a:lnTo>
                  <a:pt x="1381583" y="34890"/>
                </a:lnTo>
                <a:lnTo>
                  <a:pt x="1380538" y="34727"/>
                </a:lnTo>
                <a:lnTo>
                  <a:pt x="1379481" y="34583"/>
                </a:lnTo>
                <a:lnTo>
                  <a:pt x="1378412" y="34458"/>
                </a:lnTo>
                <a:lnTo>
                  <a:pt x="1377330" y="34352"/>
                </a:lnTo>
                <a:lnTo>
                  <a:pt x="1376236" y="34265"/>
                </a:lnTo>
                <a:lnTo>
                  <a:pt x="1375130" y="34198"/>
                </a:lnTo>
                <a:lnTo>
                  <a:pt x="1374011" y="34150"/>
                </a:lnTo>
                <a:lnTo>
                  <a:pt x="1372880" y="34121"/>
                </a:lnTo>
                <a:lnTo>
                  <a:pt x="1371737" y="34112"/>
                </a:lnTo>
                <a:lnTo>
                  <a:pt x="1370609" y="34121"/>
                </a:lnTo>
                <a:lnTo>
                  <a:pt x="1369493" y="34150"/>
                </a:lnTo>
                <a:lnTo>
                  <a:pt x="1368388" y="34198"/>
                </a:lnTo>
                <a:lnTo>
                  <a:pt x="1367294" y="34265"/>
                </a:lnTo>
                <a:lnTo>
                  <a:pt x="1366213" y="34352"/>
                </a:lnTo>
                <a:lnTo>
                  <a:pt x="1365143" y="34458"/>
                </a:lnTo>
                <a:lnTo>
                  <a:pt x="1364085" y="34583"/>
                </a:lnTo>
                <a:lnTo>
                  <a:pt x="1363038" y="34727"/>
                </a:lnTo>
                <a:lnTo>
                  <a:pt x="1362003" y="34890"/>
                </a:lnTo>
                <a:lnTo>
                  <a:pt x="1360980" y="35073"/>
                </a:lnTo>
                <a:lnTo>
                  <a:pt x="1359968" y="35275"/>
                </a:lnTo>
                <a:lnTo>
                  <a:pt x="1358968" y="35496"/>
                </a:lnTo>
                <a:lnTo>
                  <a:pt x="1357980" y="35736"/>
                </a:lnTo>
                <a:lnTo>
                  <a:pt x="1357003" y="35996"/>
                </a:lnTo>
                <a:lnTo>
                  <a:pt x="1356038" y="36274"/>
                </a:lnTo>
                <a:lnTo>
                  <a:pt x="1355085" y="36572"/>
                </a:lnTo>
                <a:lnTo>
                  <a:pt x="1354143" y="36890"/>
                </a:lnTo>
                <a:lnTo>
                  <a:pt x="1353213" y="37226"/>
                </a:lnTo>
                <a:lnTo>
                  <a:pt x="1352295" y="37582"/>
                </a:lnTo>
                <a:lnTo>
                  <a:pt x="1351388" y="37957"/>
                </a:lnTo>
                <a:lnTo>
                  <a:pt x="1350493" y="38351"/>
                </a:lnTo>
                <a:lnTo>
                  <a:pt x="1349609" y="38764"/>
                </a:lnTo>
                <a:lnTo>
                  <a:pt x="1348738" y="39197"/>
                </a:lnTo>
                <a:lnTo>
                  <a:pt x="1347878" y="39648"/>
                </a:lnTo>
                <a:lnTo>
                  <a:pt x="1347031" y="40118"/>
                </a:lnTo>
                <a:lnTo>
                  <a:pt x="1346201" y="40606"/>
                </a:lnTo>
                <a:lnTo>
                  <a:pt x="1345387" y="41110"/>
                </a:lnTo>
                <a:lnTo>
                  <a:pt x="1344589" y="41633"/>
                </a:lnTo>
                <a:lnTo>
                  <a:pt x="1343807" y="42172"/>
                </a:lnTo>
                <a:lnTo>
                  <a:pt x="1343042" y="42730"/>
                </a:lnTo>
                <a:lnTo>
                  <a:pt x="1342292" y="43304"/>
                </a:lnTo>
                <a:lnTo>
                  <a:pt x="1341559" y="43896"/>
                </a:lnTo>
                <a:lnTo>
                  <a:pt x="1340842" y="44506"/>
                </a:lnTo>
                <a:lnTo>
                  <a:pt x="1340140" y="45133"/>
                </a:lnTo>
                <a:lnTo>
                  <a:pt x="1339455" y="45777"/>
                </a:lnTo>
                <a:lnTo>
                  <a:pt x="1338786" y="46439"/>
                </a:lnTo>
                <a:lnTo>
                  <a:pt x="1338134" y="47119"/>
                </a:lnTo>
                <a:lnTo>
                  <a:pt x="1337497" y="47816"/>
                </a:lnTo>
                <a:lnTo>
                  <a:pt x="1336876" y="48530"/>
                </a:lnTo>
                <a:lnTo>
                  <a:pt x="1336272" y="49262"/>
                </a:lnTo>
                <a:lnTo>
                  <a:pt x="1335684" y="50011"/>
                </a:lnTo>
                <a:lnTo>
                  <a:pt x="1335112" y="50778"/>
                </a:lnTo>
                <a:lnTo>
                  <a:pt x="1334556" y="51562"/>
                </a:lnTo>
                <a:lnTo>
                  <a:pt x="1334016" y="52363"/>
                </a:lnTo>
                <a:lnTo>
                  <a:pt x="1333492" y="53182"/>
                </a:lnTo>
                <a:lnTo>
                  <a:pt x="1332984" y="54019"/>
                </a:lnTo>
                <a:lnTo>
                  <a:pt x="1332493" y="54873"/>
                </a:lnTo>
                <a:lnTo>
                  <a:pt x="1332017" y="55744"/>
                </a:lnTo>
                <a:lnTo>
                  <a:pt x="1331559" y="56632"/>
                </a:lnTo>
                <a:lnTo>
                  <a:pt x="1331121" y="57536"/>
                </a:lnTo>
                <a:lnTo>
                  <a:pt x="1330703" y="58455"/>
                </a:lnTo>
                <a:lnTo>
                  <a:pt x="1330303" y="59389"/>
                </a:lnTo>
                <a:lnTo>
                  <a:pt x="1329924" y="60340"/>
                </a:lnTo>
                <a:lnTo>
                  <a:pt x="1329563" y="61306"/>
                </a:lnTo>
                <a:lnTo>
                  <a:pt x="1329222" y="62288"/>
                </a:lnTo>
                <a:lnTo>
                  <a:pt x="1328901" y="63285"/>
                </a:lnTo>
                <a:lnTo>
                  <a:pt x="1328599" y="64298"/>
                </a:lnTo>
                <a:lnTo>
                  <a:pt x="1328317" y="65327"/>
                </a:lnTo>
                <a:lnTo>
                  <a:pt x="1328054" y="66371"/>
                </a:lnTo>
                <a:lnTo>
                  <a:pt x="1327811" y="67431"/>
                </a:lnTo>
                <a:lnTo>
                  <a:pt x="1327587" y="68507"/>
                </a:lnTo>
                <a:lnTo>
                  <a:pt x="1327382" y="69599"/>
                </a:lnTo>
                <a:lnTo>
                  <a:pt x="1327197" y="70706"/>
                </a:lnTo>
                <a:lnTo>
                  <a:pt x="1327032" y="71828"/>
                </a:lnTo>
                <a:lnTo>
                  <a:pt x="1326886" y="72967"/>
                </a:lnTo>
                <a:lnTo>
                  <a:pt x="1326759" y="74121"/>
                </a:lnTo>
                <a:lnTo>
                  <a:pt x="1326652" y="75290"/>
                </a:lnTo>
                <a:lnTo>
                  <a:pt x="1326564" y="76476"/>
                </a:lnTo>
                <a:lnTo>
                  <a:pt x="1326496" y="77677"/>
                </a:lnTo>
                <a:lnTo>
                  <a:pt x="1326447" y="78894"/>
                </a:lnTo>
                <a:lnTo>
                  <a:pt x="1326418" y="80126"/>
                </a:lnTo>
                <a:lnTo>
                  <a:pt x="1326408" y="81374"/>
                </a:lnTo>
                <a:lnTo>
                  <a:pt x="1326418" y="82599"/>
                </a:lnTo>
                <a:lnTo>
                  <a:pt x="1326447" y="83809"/>
                </a:lnTo>
                <a:lnTo>
                  <a:pt x="1326496" y="85004"/>
                </a:lnTo>
                <a:lnTo>
                  <a:pt x="1326564" y="86184"/>
                </a:lnTo>
                <a:lnTo>
                  <a:pt x="1326652" y="87349"/>
                </a:lnTo>
                <a:lnTo>
                  <a:pt x="1326759" y="88498"/>
                </a:lnTo>
                <a:lnTo>
                  <a:pt x="1326886" y="89632"/>
                </a:lnTo>
                <a:lnTo>
                  <a:pt x="1327032" y="90751"/>
                </a:lnTo>
                <a:lnTo>
                  <a:pt x="1327197" y="91855"/>
                </a:lnTo>
                <a:lnTo>
                  <a:pt x="1327382" y="92943"/>
                </a:lnTo>
                <a:lnTo>
                  <a:pt x="1327587" y="94017"/>
                </a:lnTo>
                <a:lnTo>
                  <a:pt x="1327811" y="95075"/>
                </a:lnTo>
                <a:lnTo>
                  <a:pt x="1328054" y="96118"/>
                </a:lnTo>
                <a:lnTo>
                  <a:pt x="1328317" y="97146"/>
                </a:lnTo>
                <a:lnTo>
                  <a:pt x="1328599" y="98159"/>
                </a:lnTo>
                <a:lnTo>
                  <a:pt x="1328901" y="99156"/>
                </a:lnTo>
                <a:lnTo>
                  <a:pt x="1329222" y="100139"/>
                </a:lnTo>
                <a:lnTo>
                  <a:pt x="1329563" y="101106"/>
                </a:lnTo>
                <a:lnTo>
                  <a:pt x="1329924" y="102058"/>
                </a:lnTo>
                <a:lnTo>
                  <a:pt x="1330303" y="102995"/>
                </a:lnTo>
                <a:lnTo>
                  <a:pt x="1330703" y="103916"/>
                </a:lnTo>
                <a:lnTo>
                  <a:pt x="1331121" y="104823"/>
                </a:lnTo>
                <a:lnTo>
                  <a:pt x="1331559" y="105714"/>
                </a:lnTo>
                <a:lnTo>
                  <a:pt x="1332017" y="106590"/>
                </a:lnTo>
                <a:lnTo>
                  <a:pt x="1332493" y="107449"/>
                </a:lnTo>
                <a:lnTo>
                  <a:pt x="1332984" y="108292"/>
                </a:lnTo>
                <a:lnTo>
                  <a:pt x="1333492" y="109117"/>
                </a:lnTo>
                <a:lnTo>
                  <a:pt x="1334016" y="109926"/>
                </a:lnTo>
                <a:lnTo>
                  <a:pt x="1334556" y="110717"/>
                </a:lnTo>
                <a:lnTo>
                  <a:pt x="1335112" y="111491"/>
                </a:lnTo>
                <a:lnTo>
                  <a:pt x="1335684" y="112248"/>
                </a:lnTo>
                <a:lnTo>
                  <a:pt x="1336272" y="112988"/>
                </a:lnTo>
                <a:lnTo>
                  <a:pt x="1336876" y="113711"/>
                </a:lnTo>
                <a:lnTo>
                  <a:pt x="1337497" y="114416"/>
                </a:lnTo>
                <a:lnTo>
                  <a:pt x="1338134" y="115105"/>
                </a:lnTo>
                <a:lnTo>
                  <a:pt x="1338786" y="115776"/>
                </a:lnTo>
                <a:lnTo>
                  <a:pt x="1339455" y="116431"/>
                </a:lnTo>
                <a:lnTo>
                  <a:pt x="1340140" y="117068"/>
                </a:lnTo>
                <a:lnTo>
                  <a:pt x="1340842" y="117688"/>
                </a:lnTo>
                <a:lnTo>
                  <a:pt x="1341559" y="118291"/>
                </a:lnTo>
                <a:lnTo>
                  <a:pt x="1342292" y="118877"/>
                </a:lnTo>
                <a:lnTo>
                  <a:pt x="1343042" y="119446"/>
                </a:lnTo>
                <a:lnTo>
                  <a:pt x="1343807" y="119997"/>
                </a:lnTo>
                <a:lnTo>
                  <a:pt x="1344589" y="120532"/>
                </a:lnTo>
                <a:lnTo>
                  <a:pt x="1345387" y="121049"/>
                </a:lnTo>
                <a:lnTo>
                  <a:pt x="1346201" y="121550"/>
                </a:lnTo>
                <a:lnTo>
                  <a:pt x="1347031" y="122033"/>
                </a:lnTo>
                <a:lnTo>
                  <a:pt x="1347878" y="122499"/>
                </a:lnTo>
                <a:lnTo>
                  <a:pt x="1348738" y="122947"/>
                </a:lnTo>
                <a:lnTo>
                  <a:pt x="1349609" y="123376"/>
                </a:lnTo>
                <a:lnTo>
                  <a:pt x="1350493" y="123785"/>
                </a:lnTo>
                <a:lnTo>
                  <a:pt x="1351388" y="124176"/>
                </a:lnTo>
                <a:lnTo>
                  <a:pt x="1352295" y="124548"/>
                </a:lnTo>
                <a:lnTo>
                  <a:pt x="1353213" y="124900"/>
                </a:lnTo>
                <a:lnTo>
                  <a:pt x="1354143" y="125234"/>
                </a:lnTo>
                <a:lnTo>
                  <a:pt x="1355085" y="125548"/>
                </a:lnTo>
                <a:lnTo>
                  <a:pt x="1356038" y="125843"/>
                </a:lnTo>
                <a:lnTo>
                  <a:pt x="1357003" y="126120"/>
                </a:lnTo>
                <a:lnTo>
                  <a:pt x="1357980" y="126377"/>
                </a:lnTo>
                <a:lnTo>
                  <a:pt x="1358968" y="126615"/>
                </a:lnTo>
                <a:lnTo>
                  <a:pt x="1359968" y="126834"/>
                </a:lnTo>
                <a:lnTo>
                  <a:pt x="1360980" y="127034"/>
                </a:lnTo>
                <a:lnTo>
                  <a:pt x="1362003" y="127215"/>
                </a:lnTo>
                <a:lnTo>
                  <a:pt x="1363038" y="127377"/>
                </a:lnTo>
                <a:lnTo>
                  <a:pt x="1364085" y="127520"/>
                </a:lnTo>
                <a:lnTo>
                  <a:pt x="1365143" y="127644"/>
                </a:lnTo>
                <a:lnTo>
                  <a:pt x="1366213" y="127749"/>
                </a:lnTo>
                <a:lnTo>
                  <a:pt x="1367294" y="127835"/>
                </a:lnTo>
                <a:lnTo>
                  <a:pt x="1368388" y="127901"/>
                </a:lnTo>
                <a:lnTo>
                  <a:pt x="1369493" y="127949"/>
                </a:lnTo>
                <a:lnTo>
                  <a:pt x="1370609" y="127978"/>
                </a:lnTo>
                <a:lnTo>
                  <a:pt x="1371737" y="127987"/>
                </a:lnTo>
                <a:lnTo>
                  <a:pt x="1372880" y="127978"/>
                </a:lnTo>
                <a:lnTo>
                  <a:pt x="1374011" y="127949"/>
                </a:lnTo>
                <a:lnTo>
                  <a:pt x="1375130" y="127901"/>
                </a:lnTo>
                <a:lnTo>
                  <a:pt x="1376236" y="127835"/>
                </a:lnTo>
                <a:lnTo>
                  <a:pt x="1377330" y="127749"/>
                </a:lnTo>
                <a:close/>
                <a:moveTo>
                  <a:pt x="1368626" y="109249"/>
                </a:moveTo>
                <a:lnTo>
                  <a:pt x="1368039" y="109177"/>
                </a:lnTo>
                <a:lnTo>
                  <a:pt x="1367464" y="109091"/>
                </a:lnTo>
                <a:lnTo>
                  <a:pt x="1366900" y="108992"/>
                </a:lnTo>
                <a:lnTo>
                  <a:pt x="1366348" y="108880"/>
                </a:lnTo>
                <a:lnTo>
                  <a:pt x="1365807" y="108755"/>
                </a:lnTo>
                <a:lnTo>
                  <a:pt x="1365278" y="108616"/>
                </a:lnTo>
                <a:lnTo>
                  <a:pt x="1364761" y="108465"/>
                </a:lnTo>
                <a:lnTo>
                  <a:pt x="1364255" y="108300"/>
                </a:lnTo>
                <a:lnTo>
                  <a:pt x="1363761" y="108122"/>
                </a:lnTo>
                <a:lnTo>
                  <a:pt x="1363279" y="107930"/>
                </a:lnTo>
                <a:lnTo>
                  <a:pt x="1362808" y="107726"/>
                </a:lnTo>
                <a:lnTo>
                  <a:pt x="1362349" y="107508"/>
                </a:lnTo>
                <a:lnTo>
                  <a:pt x="1361902" y="107278"/>
                </a:lnTo>
                <a:lnTo>
                  <a:pt x="1361466" y="107034"/>
                </a:lnTo>
                <a:lnTo>
                  <a:pt x="1361042" y="106776"/>
                </a:lnTo>
                <a:lnTo>
                  <a:pt x="1360630" y="106506"/>
                </a:lnTo>
                <a:lnTo>
                  <a:pt x="1360229" y="106222"/>
                </a:lnTo>
                <a:lnTo>
                  <a:pt x="1359840" y="105926"/>
                </a:lnTo>
                <a:lnTo>
                  <a:pt x="1359463" y="105616"/>
                </a:lnTo>
                <a:lnTo>
                  <a:pt x="1359096" y="105295"/>
                </a:lnTo>
                <a:lnTo>
                  <a:pt x="1358738" y="104965"/>
                </a:lnTo>
                <a:lnTo>
                  <a:pt x="1358389" y="104626"/>
                </a:lnTo>
                <a:lnTo>
                  <a:pt x="1358049" y="104278"/>
                </a:lnTo>
                <a:lnTo>
                  <a:pt x="1357718" y="103921"/>
                </a:lnTo>
                <a:lnTo>
                  <a:pt x="1357397" y="103555"/>
                </a:lnTo>
                <a:lnTo>
                  <a:pt x="1357084" y="103181"/>
                </a:lnTo>
                <a:lnTo>
                  <a:pt x="1356781" y="102797"/>
                </a:lnTo>
                <a:lnTo>
                  <a:pt x="1356487" y="102404"/>
                </a:lnTo>
                <a:lnTo>
                  <a:pt x="1356201" y="102003"/>
                </a:lnTo>
                <a:lnTo>
                  <a:pt x="1355925" y="101592"/>
                </a:lnTo>
                <a:lnTo>
                  <a:pt x="1355658" y="101173"/>
                </a:lnTo>
                <a:lnTo>
                  <a:pt x="1355400" y="100745"/>
                </a:lnTo>
                <a:lnTo>
                  <a:pt x="1355152" y="100307"/>
                </a:lnTo>
                <a:lnTo>
                  <a:pt x="1354912" y="99861"/>
                </a:lnTo>
                <a:lnTo>
                  <a:pt x="1354681" y="99406"/>
                </a:lnTo>
                <a:lnTo>
                  <a:pt x="1354460" y="98941"/>
                </a:lnTo>
                <a:lnTo>
                  <a:pt x="1354248" y="98468"/>
                </a:lnTo>
                <a:lnTo>
                  <a:pt x="1354044" y="97986"/>
                </a:lnTo>
                <a:lnTo>
                  <a:pt x="1353850" y="97495"/>
                </a:lnTo>
                <a:lnTo>
                  <a:pt x="1353665" y="96995"/>
                </a:lnTo>
                <a:lnTo>
                  <a:pt x="1353489" y="96486"/>
                </a:lnTo>
                <a:lnTo>
                  <a:pt x="1353322" y="95968"/>
                </a:lnTo>
                <a:lnTo>
                  <a:pt x="1353164" y="95442"/>
                </a:lnTo>
                <a:lnTo>
                  <a:pt x="1353014" y="94908"/>
                </a:lnTo>
                <a:lnTo>
                  <a:pt x="1352871" y="94370"/>
                </a:lnTo>
                <a:lnTo>
                  <a:pt x="1352733" y="93827"/>
                </a:lnTo>
                <a:lnTo>
                  <a:pt x="1352602" y="93280"/>
                </a:lnTo>
                <a:lnTo>
                  <a:pt x="1352478" y="92728"/>
                </a:lnTo>
                <a:lnTo>
                  <a:pt x="1352360" y="92172"/>
                </a:lnTo>
                <a:lnTo>
                  <a:pt x="1352248" y="91611"/>
                </a:lnTo>
                <a:lnTo>
                  <a:pt x="1352143" y="91045"/>
                </a:lnTo>
                <a:lnTo>
                  <a:pt x="1352044" y="90475"/>
                </a:lnTo>
                <a:lnTo>
                  <a:pt x="1351951" y="89900"/>
                </a:lnTo>
                <a:lnTo>
                  <a:pt x="1351865" y="89321"/>
                </a:lnTo>
                <a:lnTo>
                  <a:pt x="1351785" y="88737"/>
                </a:lnTo>
                <a:lnTo>
                  <a:pt x="1351712" y="88149"/>
                </a:lnTo>
                <a:lnTo>
                  <a:pt x="1351645" y="87556"/>
                </a:lnTo>
                <a:lnTo>
                  <a:pt x="1351584" y="86959"/>
                </a:lnTo>
                <a:lnTo>
                  <a:pt x="1351530" y="86357"/>
                </a:lnTo>
                <a:lnTo>
                  <a:pt x="1351482" y="85750"/>
                </a:lnTo>
                <a:lnTo>
                  <a:pt x="1351440" y="85139"/>
                </a:lnTo>
                <a:lnTo>
                  <a:pt x="1351405" y="84524"/>
                </a:lnTo>
                <a:lnTo>
                  <a:pt x="1351377" y="83903"/>
                </a:lnTo>
                <a:lnTo>
                  <a:pt x="1351354" y="83279"/>
                </a:lnTo>
                <a:lnTo>
                  <a:pt x="1351338" y="82649"/>
                </a:lnTo>
                <a:lnTo>
                  <a:pt x="1351329" y="82015"/>
                </a:lnTo>
                <a:lnTo>
                  <a:pt x="1351325" y="81377"/>
                </a:lnTo>
                <a:lnTo>
                  <a:pt x="1351329" y="80723"/>
                </a:lnTo>
                <a:lnTo>
                  <a:pt x="1351338" y="80074"/>
                </a:lnTo>
                <a:lnTo>
                  <a:pt x="1351354" y="79429"/>
                </a:lnTo>
                <a:lnTo>
                  <a:pt x="1351377" y="78790"/>
                </a:lnTo>
                <a:lnTo>
                  <a:pt x="1351405" y="78155"/>
                </a:lnTo>
                <a:lnTo>
                  <a:pt x="1351440" y="77526"/>
                </a:lnTo>
                <a:lnTo>
                  <a:pt x="1351482" y="76901"/>
                </a:lnTo>
                <a:lnTo>
                  <a:pt x="1351530" y="76281"/>
                </a:lnTo>
                <a:lnTo>
                  <a:pt x="1351584" y="75666"/>
                </a:lnTo>
                <a:lnTo>
                  <a:pt x="1351645" y="75056"/>
                </a:lnTo>
                <a:lnTo>
                  <a:pt x="1351712" y="74451"/>
                </a:lnTo>
                <a:lnTo>
                  <a:pt x="1351785" y="73850"/>
                </a:lnTo>
                <a:lnTo>
                  <a:pt x="1351865" y="73255"/>
                </a:lnTo>
                <a:lnTo>
                  <a:pt x="1351951" y="72664"/>
                </a:lnTo>
                <a:lnTo>
                  <a:pt x="1352044" y="72079"/>
                </a:lnTo>
                <a:lnTo>
                  <a:pt x="1352143" y="71498"/>
                </a:lnTo>
                <a:lnTo>
                  <a:pt x="1352248" y="70922"/>
                </a:lnTo>
                <a:lnTo>
                  <a:pt x="1352360" y="70351"/>
                </a:lnTo>
                <a:lnTo>
                  <a:pt x="1352478" y="69785"/>
                </a:lnTo>
                <a:lnTo>
                  <a:pt x="1352602" y="69224"/>
                </a:lnTo>
                <a:lnTo>
                  <a:pt x="1352733" y="68667"/>
                </a:lnTo>
                <a:lnTo>
                  <a:pt x="1352871" y="68116"/>
                </a:lnTo>
                <a:lnTo>
                  <a:pt x="1353014" y="67569"/>
                </a:lnTo>
                <a:lnTo>
                  <a:pt x="1353164" y="67028"/>
                </a:lnTo>
                <a:lnTo>
                  <a:pt x="1353322" y="66493"/>
                </a:lnTo>
                <a:lnTo>
                  <a:pt x="1353489" y="65968"/>
                </a:lnTo>
                <a:lnTo>
                  <a:pt x="1353665" y="65451"/>
                </a:lnTo>
                <a:lnTo>
                  <a:pt x="1353850" y="64944"/>
                </a:lnTo>
                <a:lnTo>
                  <a:pt x="1354044" y="64446"/>
                </a:lnTo>
                <a:lnTo>
                  <a:pt x="1354248" y="63957"/>
                </a:lnTo>
                <a:lnTo>
                  <a:pt x="1354460" y="63477"/>
                </a:lnTo>
                <a:lnTo>
                  <a:pt x="1354681" y="63006"/>
                </a:lnTo>
                <a:lnTo>
                  <a:pt x="1354912" y="62544"/>
                </a:lnTo>
                <a:lnTo>
                  <a:pt x="1355152" y="62091"/>
                </a:lnTo>
                <a:lnTo>
                  <a:pt x="1355400" y="61648"/>
                </a:lnTo>
                <a:lnTo>
                  <a:pt x="1355658" y="61214"/>
                </a:lnTo>
                <a:lnTo>
                  <a:pt x="1355925" y="60788"/>
                </a:lnTo>
                <a:lnTo>
                  <a:pt x="1356201" y="60372"/>
                </a:lnTo>
                <a:lnTo>
                  <a:pt x="1356487" y="59965"/>
                </a:lnTo>
                <a:lnTo>
                  <a:pt x="1356781" y="59567"/>
                </a:lnTo>
                <a:lnTo>
                  <a:pt x="1357084" y="59179"/>
                </a:lnTo>
                <a:lnTo>
                  <a:pt x="1357397" y="58799"/>
                </a:lnTo>
                <a:lnTo>
                  <a:pt x="1357718" y="58429"/>
                </a:lnTo>
                <a:lnTo>
                  <a:pt x="1358049" y="58067"/>
                </a:lnTo>
                <a:lnTo>
                  <a:pt x="1358389" y="57715"/>
                </a:lnTo>
                <a:lnTo>
                  <a:pt x="1358738" y="57372"/>
                </a:lnTo>
                <a:lnTo>
                  <a:pt x="1359096" y="57038"/>
                </a:lnTo>
                <a:lnTo>
                  <a:pt x="1359463" y="56713"/>
                </a:lnTo>
                <a:lnTo>
                  <a:pt x="1359840" y="56399"/>
                </a:lnTo>
                <a:lnTo>
                  <a:pt x="1360229" y="56099"/>
                </a:lnTo>
                <a:lnTo>
                  <a:pt x="1360630" y="55812"/>
                </a:lnTo>
                <a:lnTo>
                  <a:pt x="1361042" y="55538"/>
                </a:lnTo>
                <a:lnTo>
                  <a:pt x="1361466" y="55278"/>
                </a:lnTo>
                <a:lnTo>
                  <a:pt x="1361902" y="55031"/>
                </a:lnTo>
                <a:lnTo>
                  <a:pt x="1362349" y="54797"/>
                </a:lnTo>
                <a:lnTo>
                  <a:pt x="1362808" y="54577"/>
                </a:lnTo>
                <a:lnTo>
                  <a:pt x="1363279" y="54370"/>
                </a:lnTo>
                <a:lnTo>
                  <a:pt x="1363761" y="54176"/>
                </a:lnTo>
                <a:lnTo>
                  <a:pt x="1364255" y="53996"/>
                </a:lnTo>
                <a:lnTo>
                  <a:pt x="1364761" y="53829"/>
                </a:lnTo>
                <a:lnTo>
                  <a:pt x="1365278" y="53676"/>
                </a:lnTo>
                <a:lnTo>
                  <a:pt x="1365807" y="53536"/>
                </a:lnTo>
                <a:lnTo>
                  <a:pt x="1366348" y="53409"/>
                </a:lnTo>
                <a:lnTo>
                  <a:pt x="1366900" y="53295"/>
                </a:lnTo>
                <a:lnTo>
                  <a:pt x="1367464" y="53195"/>
                </a:lnTo>
                <a:lnTo>
                  <a:pt x="1368039" y="53109"/>
                </a:lnTo>
                <a:lnTo>
                  <a:pt x="1368626" y="53035"/>
                </a:lnTo>
                <a:lnTo>
                  <a:pt x="1369225" y="52975"/>
                </a:lnTo>
                <a:lnTo>
                  <a:pt x="1369836" y="52928"/>
                </a:lnTo>
                <a:lnTo>
                  <a:pt x="1370458" y="52895"/>
                </a:lnTo>
                <a:lnTo>
                  <a:pt x="1371092" y="52875"/>
                </a:lnTo>
                <a:lnTo>
                  <a:pt x="1371737" y="52868"/>
                </a:lnTo>
                <a:lnTo>
                  <a:pt x="1372398" y="52875"/>
                </a:lnTo>
                <a:lnTo>
                  <a:pt x="1373046" y="52895"/>
                </a:lnTo>
                <a:lnTo>
                  <a:pt x="1373683" y="52928"/>
                </a:lnTo>
                <a:lnTo>
                  <a:pt x="1374308" y="52975"/>
                </a:lnTo>
                <a:lnTo>
                  <a:pt x="1374921" y="53035"/>
                </a:lnTo>
                <a:lnTo>
                  <a:pt x="1375521" y="53109"/>
                </a:lnTo>
                <a:lnTo>
                  <a:pt x="1376110" y="53195"/>
                </a:lnTo>
                <a:lnTo>
                  <a:pt x="1376687" y="53295"/>
                </a:lnTo>
                <a:lnTo>
                  <a:pt x="1377252" y="53409"/>
                </a:lnTo>
                <a:lnTo>
                  <a:pt x="1377805" y="53536"/>
                </a:lnTo>
                <a:lnTo>
                  <a:pt x="1378345" y="53676"/>
                </a:lnTo>
                <a:lnTo>
                  <a:pt x="1378874" y="53829"/>
                </a:lnTo>
                <a:lnTo>
                  <a:pt x="1379391" y="53996"/>
                </a:lnTo>
                <a:lnTo>
                  <a:pt x="1379896" y="54176"/>
                </a:lnTo>
                <a:lnTo>
                  <a:pt x="1380389" y="54370"/>
                </a:lnTo>
                <a:lnTo>
                  <a:pt x="1380870" y="54577"/>
                </a:lnTo>
                <a:lnTo>
                  <a:pt x="1381339" y="54797"/>
                </a:lnTo>
                <a:lnTo>
                  <a:pt x="1381797" y="55031"/>
                </a:lnTo>
                <a:lnTo>
                  <a:pt x="1382242" y="55278"/>
                </a:lnTo>
                <a:lnTo>
                  <a:pt x="1382675" y="55538"/>
                </a:lnTo>
                <a:lnTo>
                  <a:pt x="1383096" y="55812"/>
                </a:lnTo>
                <a:lnTo>
                  <a:pt x="1383505" y="56099"/>
                </a:lnTo>
                <a:lnTo>
                  <a:pt x="1383902" y="56399"/>
                </a:lnTo>
                <a:lnTo>
                  <a:pt x="1384288" y="56713"/>
                </a:lnTo>
                <a:lnTo>
                  <a:pt x="1384662" y="57038"/>
                </a:lnTo>
                <a:lnTo>
                  <a:pt x="1385028" y="57372"/>
                </a:lnTo>
                <a:lnTo>
                  <a:pt x="1385384" y="57715"/>
                </a:lnTo>
                <a:lnTo>
                  <a:pt x="1385731" y="58067"/>
                </a:lnTo>
                <a:lnTo>
                  <a:pt x="1386068" y="58429"/>
                </a:lnTo>
                <a:lnTo>
                  <a:pt x="1386397" y="58799"/>
                </a:lnTo>
                <a:lnTo>
                  <a:pt x="1386716" y="59179"/>
                </a:lnTo>
                <a:lnTo>
                  <a:pt x="1387026" y="59567"/>
                </a:lnTo>
                <a:lnTo>
                  <a:pt x="1387326" y="59965"/>
                </a:lnTo>
                <a:lnTo>
                  <a:pt x="1387617" y="60372"/>
                </a:lnTo>
                <a:lnTo>
                  <a:pt x="1387900" y="60788"/>
                </a:lnTo>
                <a:lnTo>
                  <a:pt x="1388172" y="61214"/>
                </a:lnTo>
                <a:lnTo>
                  <a:pt x="1388436" y="61648"/>
                </a:lnTo>
                <a:lnTo>
                  <a:pt x="1388690" y="62091"/>
                </a:lnTo>
                <a:lnTo>
                  <a:pt x="1388935" y="62544"/>
                </a:lnTo>
                <a:lnTo>
                  <a:pt x="1389171" y="63006"/>
                </a:lnTo>
                <a:lnTo>
                  <a:pt x="1389397" y="63477"/>
                </a:lnTo>
                <a:lnTo>
                  <a:pt x="1389615" y="63957"/>
                </a:lnTo>
                <a:lnTo>
                  <a:pt x="1389823" y="64446"/>
                </a:lnTo>
                <a:lnTo>
                  <a:pt x="1390021" y="64944"/>
                </a:lnTo>
                <a:lnTo>
                  <a:pt x="1390211" y="65451"/>
                </a:lnTo>
                <a:lnTo>
                  <a:pt x="1390391" y="65968"/>
                </a:lnTo>
                <a:lnTo>
                  <a:pt x="1390562" y="66493"/>
                </a:lnTo>
                <a:lnTo>
                  <a:pt x="1390724" y="67028"/>
                </a:lnTo>
                <a:lnTo>
                  <a:pt x="1390878" y="67569"/>
                </a:lnTo>
                <a:lnTo>
                  <a:pt x="1391025" y="68116"/>
                </a:lnTo>
                <a:lnTo>
                  <a:pt x="1391166" y="68667"/>
                </a:lnTo>
                <a:lnTo>
                  <a:pt x="1391300" y="69224"/>
                </a:lnTo>
                <a:lnTo>
                  <a:pt x="1391427" y="69785"/>
                </a:lnTo>
                <a:lnTo>
                  <a:pt x="1391548" y="70351"/>
                </a:lnTo>
                <a:lnTo>
                  <a:pt x="1391663" y="70922"/>
                </a:lnTo>
                <a:lnTo>
                  <a:pt x="1391771" y="71498"/>
                </a:lnTo>
                <a:lnTo>
                  <a:pt x="1391872" y="72079"/>
                </a:lnTo>
                <a:lnTo>
                  <a:pt x="1391967" y="72664"/>
                </a:lnTo>
                <a:lnTo>
                  <a:pt x="1392056" y="73255"/>
                </a:lnTo>
                <a:lnTo>
                  <a:pt x="1392137" y="73850"/>
                </a:lnTo>
                <a:lnTo>
                  <a:pt x="1392213" y="74451"/>
                </a:lnTo>
                <a:lnTo>
                  <a:pt x="1392281" y="75056"/>
                </a:lnTo>
                <a:lnTo>
                  <a:pt x="1392344" y="75666"/>
                </a:lnTo>
                <a:lnTo>
                  <a:pt x="1392399" y="76281"/>
                </a:lnTo>
                <a:lnTo>
                  <a:pt x="1392448" y="76901"/>
                </a:lnTo>
                <a:lnTo>
                  <a:pt x="1392491" y="77526"/>
                </a:lnTo>
                <a:lnTo>
                  <a:pt x="1392527" y="78155"/>
                </a:lnTo>
                <a:lnTo>
                  <a:pt x="1392556" y="78790"/>
                </a:lnTo>
                <a:lnTo>
                  <a:pt x="1392579" y="79429"/>
                </a:lnTo>
                <a:lnTo>
                  <a:pt x="1392596" y="80074"/>
                </a:lnTo>
                <a:lnTo>
                  <a:pt x="1392605" y="80723"/>
                </a:lnTo>
                <a:lnTo>
                  <a:pt x="1392609" y="81377"/>
                </a:lnTo>
                <a:lnTo>
                  <a:pt x="1392605" y="82015"/>
                </a:lnTo>
                <a:lnTo>
                  <a:pt x="1392596" y="82649"/>
                </a:lnTo>
                <a:lnTo>
                  <a:pt x="1392579" y="83279"/>
                </a:lnTo>
                <a:lnTo>
                  <a:pt x="1392556" y="83903"/>
                </a:lnTo>
                <a:lnTo>
                  <a:pt x="1392527" y="84524"/>
                </a:lnTo>
                <a:lnTo>
                  <a:pt x="1392491" y="85139"/>
                </a:lnTo>
                <a:lnTo>
                  <a:pt x="1392448" y="85750"/>
                </a:lnTo>
                <a:lnTo>
                  <a:pt x="1392399" y="86357"/>
                </a:lnTo>
                <a:lnTo>
                  <a:pt x="1392344" y="86959"/>
                </a:lnTo>
                <a:lnTo>
                  <a:pt x="1392281" y="87556"/>
                </a:lnTo>
                <a:lnTo>
                  <a:pt x="1392213" y="88149"/>
                </a:lnTo>
                <a:lnTo>
                  <a:pt x="1392137" y="88737"/>
                </a:lnTo>
                <a:lnTo>
                  <a:pt x="1392056" y="89321"/>
                </a:lnTo>
                <a:lnTo>
                  <a:pt x="1391967" y="89900"/>
                </a:lnTo>
                <a:lnTo>
                  <a:pt x="1391872" y="90475"/>
                </a:lnTo>
                <a:lnTo>
                  <a:pt x="1391771" y="91045"/>
                </a:lnTo>
                <a:lnTo>
                  <a:pt x="1391663" y="91611"/>
                </a:lnTo>
                <a:lnTo>
                  <a:pt x="1391548" y="92172"/>
                </a:lnTo>
                <a:lnTo>
                  <a:pt x="1391427" y="92728"/>
                </a:lnTo>
                <a:lnTo>
                  <a:pt x="1391300" y="93280"/>
                </a:lnTo>
                <a:lnTo>
                  <a:pt x="1391166" y="93827"/>
                </a:lnTo>
                <a:lnTo>
                  <a:pt x="1391025" y="94370"/>
                </a:lnTo>
                <a:lnTo>
                  <a:pt x="1390878" y="94908"/>
                </a:lnTo>
                <a:lnTo>
                  <a:pt x="1390724" y="95442"/>
                </a:lnTo>
                <a:lnTo>
                  <a:pt x="1390562" y="95968"/>
                </a:lnTo>
                <a:lnTo>
                  <a:pt x="1390391" y="96486"/>
                </a:lnTo>
                <a:lnTo>
                  <a:pt x="1390211" y="96995"/>
                </a:lnTo>
                <a:lnTo>
                  <a:pt x="1390021" y="97495"/>
                </a:lnTo>
                <a:lnTo>
                  <a:pt x="1389823" y="97986"/>
                </a:lnTo>
                <a:lnTo>
                  <a:pt x="1389615" y="98468"/>
                </a:lnTo>
                <a:lnTo>
                  <a:pt x="1389397" y="98941"/>
                </a:lnTo>
                <a:lnTo>
                  <a:pt x="1389171" y="99406"/>
                </a:lnTo>
                <a:lnTo>
                  <a:pt x="1388935" y="99861"/>
                </a:lnTo>
                <a:lnTo>
                  <a:pt x="1388690" y="100307"/>
                </a:lnTo>
                <a:lnTo>
                  <a:pt x="1388436" y="100745"/>
                </a:lnTo>
                <a:lnTo>
                  <a:pt x="1388172" y="101173"/>
                </a:lnTo>
                <a:lnTo>
                  <a:pt x="1387900" y="101592"/>
                </a:lnTo>
                <a:lnTo>
                  <a:pt x="1387617" y="102003"/>
                </a:lnTo>
                <a:lnTo>
                  <a:pt x="1387326" y="102404"/>
                </a:lnTo>
                <a:lnTo>
                  <a:pt x="1387026" y="102797"/>
                </a:lnTo>
                <a:lnTo>
                  <a:pt x="1386716" y="103181"/>
                </a:lnTo>
                <a:lnTo>
                  <a:pt x="1386397" y="103555"/>
                </a:lnTo>
                <a:lnTo>
                  <a:pt x="1386068" y="103921"/>
                </a:lnTo>
                <a:lnTo>
                  <a:pt x="1385731" y="104278"/>
                </a:lnTo>
                <a:lnTo>
                  <a:pt x="1385384" y="104626"/>
                </a:lnTo>
                <a:lnTo>
                  <a:pt x="1385028" y="104965"/>
                </a:lnTo>
                <a:lnTo>
                  <a:pt x="1384662" y="105295"/>
                </a:lnTo>
                <a:lnTo>
                  <a:pt x="1384288" y="105616"/>
                </a:lnTo>
                <a:lnTo>
                  <a:pt x="1383902" y="105926"/>
                </a:lnTo>
                <a:lnTo>
                  <a:pt x="1383505" y="106222"/>
                </a:lnTo>
                <a:lnTo>
                  <a:pt x="1383096" y="106506"/>
                </a:lnTo>
                <a:lnTo>
                  <a:pt x="1382675" y="106776"/>
                </a:lnTo>
                <a:lnTo>
                  <a:pt x="1382242" y="107034"/>
                </a:lnTo>
                <a:lnTo>
                  <a:pt x="1381797" y="107278"/>
                </a:lnTo>
                <a:lnTo>
                  <a:pt x="1381339" y="107508"/>
                </a:lnTo>
                <a:lnTo>
                  <a:pt x="1380870" y="107726"/>
                </a:lnTo>
                <a:lnTo>
                  <a:pt x="1380389" y="107930"/>
                </a:lnTo>
                <a:lnTo>
                  <a:pt x="1379896" y="108122"/>
                </a:lnTo>
                <a:lnTo>
                  <a:pt x="1379391" y="108300"/>
                </a:lnTo>
                <a:lnTo>
                  <a:pt x="1378874" y="108465"/>
                </a:lnTo>
                <a:lnTo>
                  <a:pt x="1378345" y="108616"/>
                </a:lnTo>
                <a:lnTo>
                  <a:pt x="1377805" y="108755"/>
                </a:lnTo>
                <a:lnTo>
                  <a:pt x="1377252" y="108880"/>
                </a:lnTo>
                <a:lnTo>
                  <a:pt x="1376687" y="108992"/>
                </a:lnTo>
                <a:lnTo>
                  <a:pt x="1376110" y="109091"/>
                </a:lnTo>
                <a:lnTo>
                  <a:pt x="1375521" y="109177"/>
                </a:lnTo>
                <a:lnTo>
                  <a:pt x="1374921" y="109249"/>
                </a:lnTo>
                <a:lnTo>
                  <a:pt x="1374308" y="109309"/>
                </a:lnTo>
                <a:lnTo>
                  <a:pt x="1373683" y="109355"/>
                </a:lnTo>
                <a:lnTo>
                  <a:pt x="1373046" y="109388"/>
                </a:lnTo>
                <a:lnTo>
                  <a:pt x="1372398" y="109408"/>
                </a:lnTo>
                <a:lnTo>
                  <a:pt x="1371737" y="109414"/>
                </a:lnTo>
                <a:lnTo>
                  <a:pt x="1371092" y="109408"/>
                </a:lnTo>
                <a:lnTo>
                  <a:pt x="1370458" y="109388"/>
                </a:lnTo>
                <a:lnTo>
                  <a:pt x="1369836" y="109355"/>
                </a:lnTo>
                <a:lnTo>
                  <a:pt x="1369225" y="109309"/>
                </a:lnTo>
                <a:lnTo>
                  <a:pt x="1368626" y="109249"/>
                </a:lnTo>
                <a:close/>
                <a:moveTo>
                  <a:pt x="927160" y="115712"/>
                </a:moveTo>
                <a:lnTo>
                  <a:pt x="927550" y="116228"/>
                </a:lnTo>
                <a:lnTo>
                  <a:pt x="927950" y="116734"/>
                </a:lnTo>
                <a:lnTo>
                  <a:pt x="928358" y="117230"/>
                </a:lnTo>
                <a:lnTo>
                  <a:pt x="928776" y="117715"/>
                </a:lnTo>
                <a:lnTo>
                  <a:pt x="929202" y="118190"/>
                </a:lnTo>
                <a:lnTo>
                  <a:pt x="929636" y="118655"/>
                </a:lnTo>
                <a:lnTo>
                  <a:pt x="930080" y="119109"/>
                </a:lnTo>
                <a:lnTo>
                  <a:pt x="930532" y="119554"/>
                </a:lnTo>
                <a:lnTo>
                  <a:pt x="930993" y="119988"/>
                </a:lnTo>
                <a:lnTo>
                  <a:pt x="931463" y="120412"/>
                </a:lnTo>
                <a:lnTo>
                  <a:pt x="931942" y="120826"/>
                </a:lnTo>
                <a:lnTo>
                  <a:pt x="932429" y="121229"/>
                </a:lnTo>
                <a:lnTo>
                  <a:pt x="932925" y="121622"/>
                </a:lnTo>
                <a:lnTo>
                  <a:pt x="933430" y="122006"/>
                </a:lnTo>
                <a:lnTo>
                  <a:pt x="933944" y="122378"/>
                </a:lnTo>
                <a:lnTo>
                  <a:pt x="934467" y="122741"/>
                </a:lnTo>
                <a:lnTo>
                  <a:pt x="934998" y="123094"/>
                </a:lnTo>
                <a:lnTo>
                  <a:pt x="935538" y="123436"/>
                </a:lnTo>
                <a:lnTo>
                  <a:pt x="936087" y="123768"/>
                </a:lnTo>
                <a:lnTo>
                  <a:pt x="936645" y="124090"/>
                </a:lnTo>
                <a:lnTo>
                  <a:pt x="937211" y="124401"/>
                </a:lnTo>
                <a:lnTo>
                  <a:pt x="937785" y="124701"/>
                </a:lnTo>
                <a:lnTo>
                  <a:pt x="938366" y="124988"/>
                </a:lnTo>
                <a:lnTo>
                  <a:pt x="938953" y="125262"/>
                </a:lnTo>
                <a:lnTo>
                  <a:pt x="939547" y="125522"/>
                </a:lnTo>
                <a:lnTo>
                  <a:pt x="940147" y="125770"/>
                </a:lnTo>
                <a:lnTo>
                  <a:pt x="940754" y="126005"/>
                </a:lnTo>
                <a:lnTo>
                  <a:pt x="941367" y="126226"/>
                </a:lnTo>
                <a:lnTo>
                  <a:pt x="941987" y="126434"/>
                </a:lnTo>
                <a:lnTo>
                  <a:pt x="942613" y="126629"/>
                </a:lnTo>
                <a:lnTo>
                  <a:pt x="943246" y="126812"/>
                </a:lnTo>
                <a:lnTo>
                  <a:pt x="943886" y="126981"/>
                </a:lnTo>
                <a:lnTo>
                  <a:pt x="944532" y="127137"/>
                </a:lnTo>
                <a:lnTo>
                  <a:pt x="945185" y="127279"/>
                </a:lnTo>
                <a:lnTo>
                  <a:pt x="945844" y="127409"/>
                </a:lnTo>
                <a:lnTo>
                  <a:pt x="946510" y="127526"/>
                </a:lnTo>
                <a:lnTo>
                  <a:pt x="947182" y="127630"/>
                </a:lnTo>
                <a:lnTo>
                  <a:pt x="947861" y="127720"/>
                </a:lnTo>
                <a:lnTo>
                  <a:pt x="948546" y="127797"/>
                </a:lnTo>
                <a:lnTo>
                  <a:pt x="949238" y="127862"/>
                </a:lnTo>
                <a:lnTo>
                  <a:pt x="949936" y="127913"/>
                </a:lnTo>
                <a:lnTo>
                  <a:pt x="950641" y="127951"/>
                </a:lnTo>
                <a:lnTo>
                  <a:pt x="951353" y="127976"/>
                </a:lnTo>
                <a:lnTo>
                  <a:pt x="952071" y="127988"/>
                </a:lnTo>
                <a:lnTo>
                  <a:pt x="952796" y="127987"/>
                </a:lnTo>
                <a:lnTo>
                  <a:pt x="953681" y="127971"/>
                </a:lnTo>
                <a:lnTo>
                  <a:pt x="954558" y="127937"/>
                </a:lnTo>
                <a:lnTo>
                  <a:pt x="955429" y="127886"/>
                </a:lnTo>
                <a:lnTo>
                  <a:pt x="956292" y="127817"/>
                </a:lnTo>
                <a:lnTo>
                  <a:pt x="957148" y="127731"/>
                </a:lnTo>
                <a:lnTo>
                  <a:pt x="957996" y="127627"/>
                </a:lnTo>
                <a:lnTo>
                  <a:pt x="958837" y="127506"/>
                </a:lnTo>
                <a:lnTo>
                  <a:pt x="959671" y="127367"/>
                </a:lnTo>
                <a:lnTo>
                  <a:pt x="960497" y="127211"/>
                </a:lnTo>
                <a:lnTo>
                  <a:pt x="961316" y="127038"/>
                </a:lnTo>
                <a:lnTo>
                  <a:pt x="962128" y="126847"/>
                </a:lnTo>
                <a:lnTo>
                  <a:pt x="962932" y="126639"/>
                </a:lnTo>
                <a:lnTo>
                  <a:pt x="963729" y="126413"/>
                </a:lnTo>
                <a:lnTo>
                  <a:pt x="964519" y="126170"/>
                </a:lnTo>
                <a:lnTo>
                  <a:pt x="965301" y="125909"/>
                </a:lnTo>
                <a:lnTo>
                  <a:pt x="966076" y="125631"/>
                </a:lnTo>
                <a:lnTo>
                  <a:pt x="966844" y="125335"/>
                </a:lnTo>
                <a:lnTo>
                  <a:pt x="967604" y="125022"/>
                </a:lnTo>
                <a:lnTo>
                  <a:pt x="968357" y="124692"/>
                </a:lnTo>
                <a:lnTo>
                  <a:pt x="969103" y="124344"/>
                </a:lnTo>
                <a:lnTo>
                  <a:pt x="969841" y="123979"/>
                </a:lnTo>
                <a:lnTo>
                  <a:pt x="970572" y="123596"/>
                </a:lnTo>
                <a:lnTo>
                  <a:pt x="971296" y="123196"/>
                </a:lnTo>
                <a:lnTo>
                  <a:pt x="972012" y="122778"/>
                </a:lnTo>
                <a:lnTo>
                  <a:pt x="972718" y="122343"/>
                </a:lnTo>
                <a:lnTo>
                  <a:pt x="973413" y="121889"/>
                </a:lnTo>
                <a:lnTo>
                  <a:pt x="974094" y="121419"/>
                </a:lnTo>
                <a:lnTo>
                  <a:pt x="974764" y="120930"/>
                </a:lnTo>
                <a:lnTo>
                  <a:pt x="975421" y="120424"/>
                </a:lnTo>
                <a:lnTo>
                  <a:pt x="976066" y="119899"/>
                </a:lnTo>
                <a:lnTo>
                  <a:pt x="976699" y="119357"/>
                </a:lnTo>
                <a:lnTo>
                  <a:pt x="977319" y="118798"/>
                </a:lnTo>
                <a:lnTo>
                  <a:pt x="977927" y="118220"/>
                </a:lnTo>
                <a:lnTo>
                  <a:pt x="978523" y="117625"/>
                </a:lnTo>
                <a:lnTo>
                  <a:pt x="979107" y="117012"/>
                </a:lnTo>
                <a:lnTo>
                  <a:pt x="979678" y="116381"/>
                </a:lnTo>
                <a:lnTo>
                  <a:pt x="980237" y="115733"/>
                </a:lnTo>
                <a:lnTo>
                  <a:pt x="980783" y="115066"/>
                </a:lnTo>
                <a:lnTo>
                  <a:pt x="981318" y="114382"/>
                </a:lnTo>
                <a:lnTo>
                  <a:pt x="981840" y="113680"/>
                </a:lnTo>
                <a:lnTo>
                  <a:pt x="982350" y="112961"/>
                </a:lnTo>
                <a:lnTo>
                  <a:pt x="982847" y="112223"/>
                </a:lnTo>
                <a:lnTo>
                  <a:pt x="983332" y="111468"/>
                </a:lnTo>
                <a:lnTo>
                  <a:pt x="983805" y="110695"/>
                </a:lnTo>
                <a:lnTo>
                  <a:pt x="984266" y="109905"/>
                </a:lnTo>
                <a:lnTo>
                  <a:pt x="984714" y="109096"/>
                </a:lnTo>
                <a:lnTo>
                  <a:pt x="985150" y="108270"/>
                </a:lnTo>
                <a:lnTo>
                  <a:pt x="985574" y="107426"/>
                </a:lnTo>
                <a:lnTo>
                  <a:pt x="985983" y="106564"/>
                </a:lnTo>
                <a:lnTo>
                  <a:pt x="986374" y="105682"/>
                </a:lnTo>
                <a:lnTo>
                  <a:pt x="986748" y="104782"/>
                </a:lnTo>
                <a:lnTo>
                  <a:pt x="987105" y="103862"/>
                </a:lnTo>
                <a:lnTo>
                  <a:pt x="987444" y="102923"/>
                </a:lnTo>
                <a:lnTo>
                  <a:pt x="987766" y="101966"/>
                </a:lnTo>
                <a:lnTo>
                  <a:pt x="988071" y="100989"/>
                </a:lnTo>
                <a:lnTo>
                  <a:pt x="988358" y="99993"/>
                </a:lnTo>
                <a:lnTo>
                  <a:pt x="988627" y="98978"/>
                </a:lnTo>
                <a:lnTo>
                  <a:pt x="988880" y="97944"/>
                </a:lnTo>
                <a:lnTo>
                  <a:pt x="989115" y="96891"/>
                </a:lnTo>
                <a:lnTo>
                  <a:pt x="989332" y="95819"/>
                </a:lnTo>
                <a:lnTo>
                  <a:pt x="989532" y="94728"/>
                </a:lnTo>
                <a:lnTo>
                  <a:pt x="989715" y="93618"/>
                </a:lnTo>
                <a:lnTo>
                  <a:pt x="989880" y="92489"/>
                </a:lnTo>
                <a:lnTo>
                  <a:pt x="990028" y="91341"/>
                </a:lnTo>
                <a:lnTo>
                  <a:pt x="990159" y="90173"/>
                </a:lnTo>
                <a:lnTo>
                  <a:pt x="990272" y="88987"/>
                </a:lnTo>
                <a:lnTo>
                  <a:pt x="990367" y="87782"/>
                </a:lnTo>
                <a:lnTo>
                  <a:pt x="990446" y="86557"/>
                </a:lnTo>
                <a:lnTo>
                  <a:pt x="990507" y="85314"/>
                </a:lnTo>
                <a:lnTo>
                  <a:pt x="990550" y="84051"/>
                </a:lnTo>
                <a:lnTo>
                  <a:pt x="990576" y="82769"/>
                </a:lnTo>
                <a:lnTo>
                  <a:pt x="990585" y="81469"/>
                </a:lnTo>
                <a:lnTo>
                  <a:pt x="990577" y="80122"/>
                </a:lnTo>
                <a:lnTo>
                  <a:pt x="990553" y="78796"/>
                </a:lnTo>
                <a:lnTo>
                  <a:pt x="990512" y="77490"/>
                </a:lnTo>
                <a:lnTo>
                  <a:pt x="990456" y="76204"/>
                </a:lnTo>
                <a:lnTo>
                  <a:pt x="990383" y="74939"/>
                </a:lnTo>
                <a:lnTo>
                  <a:pt x="990295" y="73694"/>
                </a:lnTo>
                <a:lnTo>
                  <a:pt x="990190" y="72469"/>
                </a:lnTo>
                <a:lnTo>
                  <a:pt x="990069" y="71265"/>
                </a:lnTo>
                <a:lnTo>
                  <a:pt x="989932" y="70081"/>
                </a:lnTo>
                <a:lnTo>
                  <a:pt x="989779" y="68918"/>
                </a:lnTo>
                <a:lnTo>
                  <a:pt x="989609" y="67775"/>
                </a:lnTo>
                <a:lnTo>
                  <a:pt x="989424" y="66652"/>
                </a:lnTo>
                <a:lnTo>
                  <a:pt x="989223" y="65550"/>
                </a:lnTo>
                <a:lnTo>
                  <a:pt x="989005" y="64468"/>
                </a:lnTo>
                <a:lnTo>
                  <a:pt x="988771" y="63406"/>
                </a:lnTo>
                <a:lnTo>
                  <a:pt x="988521" y="62365"/>
                </a:lnTo>
                <a:lnTo>
                  <a:pt x="988255" y="61344"/>
                </a:lnTo>
                <a:lnTo>
                  <a:pt x="987973" y="60343"/>
                </a:lnTo>
                <a:lnTo>
                  <a:pt x="987675" y="59363"/>
                </a:lnTo>
                <a:lnTo>
                  <a:pt x="987360" y="58403"/>
                </a:lnTo>
                <a:lnTo>
                  <a:pt x="987030" y="57464"/>
                </a:lnTo>
                <a:lnTo>
                  <a:pt x="986683" y="56545"/>
                </a:lnTo>
                <a:lnTo>
                  <a:pt x="986321" y="55646"/>
                </a:lnTo>
                <a:lnTo>
                  <a:pt x="985942" y="54767"/>
                </a:lnTo>
                <a:lnTo>
                  <a:pt x="985549" y="53908"/>
                </a:lnTo>
                <a:lnTo>
                  <a:pt x="985144" y="53067"/>
                </a:lnTo>
                <a:lnTo>
                  <a:pt x="984726" y="52245"/>
                </a:lnTo>
                <a:lnTo>
                  <a:pt x="984297" y="51441"/>
                </a:lnTo>
                <a:lnTo>
                  <a:pt x="983855" y="50655"/>
                </a:lnTo>
                <a:lnTo>
                  <a:pt x="983402" y="49888"/>
                </a:lnTo>
                <a:lnTo>
                  <a:pt x="982936" y="49140"/>
                </a:lnTo>
                <a:lnTo>
                  <a:pt x="982458" y="48409"/>
                </a:lnTo>
                <a:lnTo>
                  <a:pt x="981968" y="47697"/>
                </a:lnTo>
                <a:lnTo>
                  <a:pt x="981466" y="47004"/>
                </a:lnTo>
                <a:lnTo>
                  <a:pt x="980951" y="46329"/>
                </a:lnTo>
                <a:lnTo>
                  <a:pt x="980425" y="45672"/>
                </a:lnTo>
                <a:lnTo>
                  <a:pt x="979886" y="45034"/>
                </a:lnTo>
                <a:lnTo>
                  <a:pt x="979336" y="44414"/>
                </a:lnTo>
                <a:lnTo>
                  <a:pt x="978773" y="43813"/>
                </a:lnTo>
                <a:lnTo>
                  <a:pt x="978198" y="43230"/>
                </a:lnTo>
                <a:lnTo>
                  <a:pt x="977611" y="42665"/>
                </a:lnTo>
                <a:lnTo>
                  <a:pt x="977012" y="42119"/>
                </a:lnTo>
                <a:lnTo>
                  <a:pt x="976400" y="41591"/>
                </a:lnTo>
                <a:lnTo>
                  <a:pt x="975777" y="41082"/>
                </a:lnTo>
                <a:lnTo>
                  <a:pt x="975141" y="40591"/>
                </a:lnTo>
                <a:lnTo>
                  <a:pt x="974493" y="40119"/>
                </a:lnTo>
                <a:lnTo>
                  <a:pt x="973833" y="39664"/>
                </a:lnTo>
                <a:lnTo>
                  <a:pt x="973161" y="39229"/>
                </a:lnTo>
                <a:lnTo>
                  <a:pt x="972479" y="38811"/>
                </a:lnTo>
                <a:lnTo>
                  <a:pt x="971789" y="38411"/>
                </a:lnTo>
                <a:lnTo>
                  <a:pt x="971090" y="38029"/>
                </a:lnTo>
                <a:lnTo>
                  <a:pt x="970384" y="37665"/>
                </a:lnTo>
                <a:lnTo>
                  <a:pt x="969669" y="37319"/>
                </a:lnTo>
                <a:lnTo>
                  <a:pt x="968946" y="36990"/>
                </a:lnTo>
                <a:lnTo>
                  <a:pt x="968215" y="36679"/>
                </a:lnTo>
                <a:lnTo>
                  <a:pt x="967476" y="36386"/>
                </a:lnTo>
                <a:lnTo>
                  <a:pt x="966729" y="36110"/>
                </a:lnTo>
                <a:lnTo>
                  <a:pt x="965973" y="35853"/>
                </a:lnTo>
                <a:lnTo>
                  <a:pt x="965210" y="35613"/>
                </a:lnTo>
                <a:lnTo>
                  <a:pt x="964438" y="35391"/>
                </a:lnTo>
                <a:lnTo>
                  <a:pt x="963658" y="35186"/>
                </a:lnTo>
                <a:lnTo>
                  <a:pt x="962870" y="35000"/>
                </a:lnTo>
                <a:lnTo>
                  <a:pt x="962074" y="34831"/>
                </a:lnTo>
                <a:lnTo>
                  <a:pt x="961270" y="34680"/>
                </a:lnTo>
                <a:lnTo>
                  <a:pt x="960457" y="34547"/>
                </a:lnTo>
                <a:lnTo>
                  <a:pt x="959637" y="34431"/>
                </a:lnTo>
                <a:lnTo>
                  <a:pt x="958808" y="34334"/>
                </a:lnTo>
                <a:lnTo>
                  <a:pt x="957971" y="34254"/>
                </a:lnTo>
                <a:lnTo>
                  <a:pt x="957126" y="34191"/>
                </a:lnTo>
                <a:lnTo>
                  <a:pt x="956273" y="34147"/>
                </a:lnTo>
                <a:lnTo>
                  <a:pt x="955412" y="34120"/>
                </a:lnTo>
                <a:lnTo>
                  <a:pt x="954543" y="34112"/>
                </a:lnTo>
                <a:lnTo>
                  <a:pt x="953750" y="34118"/>
                </a:lnTo>
                <a:lnTo>
                  <a:pt x="952967" y="34139"/>
                </a:lnTo>
                <a:lnTo>
                  <a:pt x="952192" y="34173"/>
                </a:lnTo>
                <a:lnTo>
                  <a:pt x="951427" y="34220"/>
                </a:lnTo>
                <a:lnTo>
                  <a:pt x="950670" y="34281"/>
                </a:lnTo>
                <a:lnTo>
                  <a:pt x="949922" y="34356"/>
                </a:lnTo>
                <a:lnTo>
                  <a:pt x="949184" y="34444"/>
                </a:lnTo>
                <a:lnTo>
                  <a:pt x="948454" y="34546"/>
                </a:lnTo>
                <a:lnTo>
                  <a:pt x="947733" y="34661"/>
                </a:lnTo>
                <a:lnTo>
                  <a:pt x="947021" y="34790"/>
                </a:lnTo>
                <a:lnTo>
                  <a:pt x="946318" y="34932"/>
                </a:lnTo>
                <a:lnTo>
                  <a:pt x="945624" y="35088"/>
                </a:lnTo>
                <a:lnTo>
                  <a:pt x="944939" y="35258"/>
                </a:lnTo>
                <a:lnTo>
                  <a:pt x="944263" y="35441"/>
                </a:lnTo>
                <a:lnTo>
                  <a:pt x="943595" y="35638"/>
                </a:lnTo>
                <a:lnTo>
                  <a:pt x="942937" y="35848"/>
                </a:lnTo>
                <a:lnTo>
                  <a:pt x="942288" y="36072"/>
                </a:lnTo>
                <a:lnTo>
                  <a:pt x="941647" y="36310"/>
                </a:lnTo>
                <a:lnTo>
                  <a:pt x="941016" y="36561"/>
                </a:lnTo>
                <a:lnTo>
                  <a:pt x="940393" y="36825"/>
                </a:lnTo>
                <a:lnTo>
                  <a:pt x="939780" y="37103"/>
                </a:lnTo>
                <a:lnTo>
                  <a:pt x="939175" y="37395"/>
                </a:lnTo>
                <a:lnTo>
                  <a:pt x="938579" y="37700"/>
                </a:lnTo>
                <a:lnTo>
                  <a:pt x="937992" y="38019"/>
                </a:lnTo>
                <a:lnTo>
                  <a:pt x="937414" y="38351"/>
                </a:lnTo>
                <a:lnTo>
                  <a:pt x="936842" y="38694"/>
                </a:lnTo>
                <a:lnTo>
                  <a:pt x="936277" y="39049"/>
                </a:lnTo>
                <a:lnTo>
                  <a:pt x="935719" y="39415"/>
                </a:lnTo>
                <a:lnTo>
                  <a:pt x="935169" y="39793"/>
                </a:lnTo>
                <a:lnTo>
                  <a:pt x="934625" y="40183"/>
                </a:lnTo>
                <a:lnTo>
                  <a:pt x="934088" y="40584"/>
                </a:lnTo>
                <a:lnTo>
                  <a:pt x="933559" y="40997"/>
                </a:lnTo>
                <a:lnTo>
                  <a:pt x="933036" y="41422"/>
                </a:lnTo>
                <a:lnTo>
                  <a:pt x="932520" y="41858"/>
                </a:lnTo>
                <a:lnTo>
                  <a:pt x="932012" y="42306"/>
                </a:lnTo>
                <a:lnTo>
                  <a:pt x="931510" y="42766"/>
                </a:lnTo>
                <a:lnTo>
                  <a:pt x="931016" y="43237"/>
                </a:lnTo>
                <a:lnTo>
                  <a:pt x="930528" y="43720"/>
                </a:lnTo>
                <a:lnTo>
                  <a:pt x="930048" y="44215"/>
                </a:lnTo>
                <a:lnTo>
                  <a:pt x="929574" y="44721"/>
                </a:lnTo>
                <a:lnTo>
                  <a:pt x="929108" y="45239"/>
                </a:lnTo>
                <a:lnTo>
                  <a:pt x="928649" y="45768"/>
                </a:lnTo>
                <a:lnTo>
                  <a:pt x="928196" y="46310"/>
                </a:lnTo>
                <a:lnTo>
                  <a:pt x="927751" y="46862"/>
                </a:lnTo>
                <a:lnTo>
                  <a:pt x="927313" y="47427"/>
                </a:lnTo>
                <a:lnTo>
                  <a:pt x="926881" y="48003"/>
                </a:lnTo>
                <a:lnTo>
                  <a:pt x="926457" y="48591"/>
                </a:lnTo>
                <a:lnTo>
                  <a:pt x="926040" y="49190"/>
                </a:lnTo>
                <a:lnTo>
                  <a:pt x="924660" y="35491"/>
                </a:lnTo>
                <a:lnTo>
                  <a:pt x="901674" y="35491"/>
                </a:lnTo>
                <a:lnTo>
                  <a:pt x="901674" y="159248"/>
                </a:lnTo>
                <a:lnTo>
                  <a:pt x="926040" y="159248"/>
                </a:lnTo>
                <a:lnTo>
                  <a:pt x="926040" y="114103"/>
                </a:lnTo>
                <a:lnTo>
                  <a:pt x="926404" y="114650"/>
                </a:lnTo>
                <a:lnTo>
                  <a:pt x="926777" y="115186"/>
                </a:lnTo>
                <a:lnTo>
                  <a:pt x="927160" y="115712"/>
                </a:lnTo>
                <a:close/>
                <a:moveTo>
                  <a:pt x="943821" y="109135"/>
                </a:moveTo>
                <a:lnTo>
                  <a:pt x="943259" y="109053"/>
                </a:lnTo>
                <a:lnTo>
                  <a:pt x="942704" y="108955"/>
                </a:lnTo>
                <a:lnTo>
                  <a:pt x="942156" y="108843"/>
                </a:lnTo>
                <a:lnTo>
                  <a:pt x="941614" y="108716"/>
                </a:lnTo>
                <a:lnTo>
                  <a:pt x="941078" y="108574"/>
                </a:lnTo>
                <a:lnTo>
                  <a:pt x="940549" y="108416"/>
                </a:lnTo>
                <a:lnTo>
                  <a:pt x="940027" y="108244"/>
                </a:lnTo>
                <a:lnTo>
                  <a:pt x="939511" y="108057"/>
                </a:lnTo>
                <a:lnTo>
                  <a:pt x="939002" y="107855"/>
                </a:lnTo>
                <a:lnTo>
                  <a:pt x="938499" y="107638"/>
                </a:lnTo>
                <a:lnTo>
                  <a:pt x="938003" y="107406"/>
                </a:lnTo>
                <a:lnTo>
                  <a:pt x="937513" y="107158"/>
                </a:lnTo>
                <a:lnTo>
                  <a:pt x="937030" y="106896"/>
                </a:lnTo>
                <a:lnTo>
                  <a:pt x="936553" y="106619"/>
                </a:lnTo>
                <a:lnTo>
                  <a:pt x="936083" y="106327"/>
                </a:lnTo>
                <a:lnTo>
                  <a:pt x="935620" y="106020"/>
                </a:lnTo>
                <a:lnTo>
                  <a:pt x="935163" y="105698"/>
                </a:lnTo>
                <a:lnTo>
                  <a:pt x="934713" y="105361"/>
                </a:lnTo>
                <a:lnTo>
                  <a:pt x="934269" y="105010"/>
                </a:lnTo>
                <a:lnTo>
                  <a:pt x="933832" y="104647"/>
                </a:lnTo>
                <a:lnTo>
                  <a:pt x="933404" y="104279"/>
                </a:lnTo>
                <a:lnTo>
                  <a:pt x="932984" y="103905"/>
                </a:lnTo>
                <a:lnTo>
                  <a:pt x="932572" y="103525"/>
                </a:lnTo>
                <a:lnTo>
                  <a:pt x="932168" y="103139"/>
                </a:lnTo>
                <a:lnTo>
                  <a:pt x="931772" y="102748"/>
                </a:lnTo>
                <a:lnTo>
                  <a:pt x="931384" y="102350"/>
                </a:lnTo>
                <a:lnTo>
                  <a:pt x="931005" y="101947"/>
                </a:lnTo>
                <a:lnTo>
                  <a:pt x="930633" y="101537"/>
                </a:lnTo>
                <a:lnTo>
                  <a:pt x="930270" y="101122"/>
                </a:lnTo>
                <a:lnTo>
                  <a:pt x="929915" y="100701"/>
                </a:lnTo>
                <a:lnTo>
                  <a:pt x="929568" y="100274"/>
                </a:lnTo>
                <a:lnTo>
                  <a:pt x="929229" y="99842"/>
                </a:lnTo>
                <a:lnTo>
                  <a:pt x="928899" y="99403"/>
                </a:lnTo>
                <a:lnTo>
                  <a:pt x="928576" y="98959"/>
                </a:lnTo>
                <a:lnTo>
                  <a:pt x="928262" y="98508"/>
                </a:lnTo>
                <a:lnTo>
                  <a:pt x="927955" y="98052"/>
                </a:lnTo>
                <a:lnTo>
                  <a:pt x="927657" y="97590"/>
                </a:lnTo>
                <a:lnTo>
                  <a:pt x="927367" y="97122"/>
                </a:lnTo>
                <a:lnTo>
                  <a:pt x="927086" y="96648"/>
                </a:lnTo>
                <a:lnTo>
                  <a:pt x="926812" y="96169"/>
                </a:lnTo>
                <a:lnTo>
                  <a:pt x="926546" y="95683"/>
                </a:lnTo>
                <a:lnTo>
                  <a:pt x="926289" y="95192"/>
                </a:lnTo>
                <a:lnTo>
                  <a:pt x="926040" y="94694"/>
                </a:lnTo>
                <a:lnTo>
                  <a:pt x="926040" y="67689"/>
                </a:lnTo>
                <a:lnTo>
                  <a:pt x="926260" y="67221"/>
                </a:lnTo>
                <a:lnTo>
                  <a:pt x="926492" y="66757"/>
                </a:lnTo>
                <a:lnTo>
                  <a:pt x="926735" y="66296"/>
                </a:lnTo>
                <a:lnTo>
                  <a:pt x="926990" y="65838"/>
                </a:lnTo>
                <a:lnTo>
                  <a:pt x="927256" y="65383"/>
                </a:lnTo>
                <a:lnTo>
                  <a:pt x="927534" y="64931"/>
                </a:lnTo>
                <a:lnTo>
                  <a:pt x="927823" y="64483"/>
                </a:lnTo>
                <a:lnTo>
                  <a:pt x="928124" y="64037"/>
                </a:lnTo>
                <a:lnTo>
                  <a:pt x="928436" y="63594"/>
                </a:lnTo>
                <a:lnTo>
                  <a:pt x="928760" y="63155"/>
                </a:lnTo>
                <a:lnTo>
                  <a:pt x="929095" y="62719"/>
                </a:lnTo>
                <a:lnTo>
                  <a:pt x="929442" y="62285"/>
                </a:lnTo>
                <a:lnTo>
                  <a:pt x="929800" y="61855"/>
                </a:lnTo>
                <a:lnTo>
                  <a:pt x="930170" y="61428"/>
                </a:lnTo>
                <a:lnTo>
                  <a:pt x="930551" y="61004"/>
                </a:lnTo>
                <a:lnTo>
                  <a:pt x="930943" y="60583"/>
                </a:lnTo>
                <a:lnTo>
                  <a:pt x="931348" y="60165"/>
                </a:lnTo>
                <a:lnTo>
                  <a:pt x="931763" y="59751"/>
                </a:lnTo>
                <a:lnTo>
                  <a:pt x="932190" y="59339"/>
                </a:lnTo>
                <a:lnTo>
                  <a:pt x="932629" y="58931"/>
                </a:lnTo>
                <a:lnTo>
                  <a:pt x="933079" y="58525"/>
                </a:lnTo>
                <a:lnTo>
                  <a:pt x="933541" y="58123"/>
                </a:lnTo>
                <a:lnTo>
                  <a:pt x="934014" y="57724"/>
                </a:lnTo>
                <a:lnTo>
                  <a:pt x="934499" y="57328"/>
                </a:lnTo>
                <a:lnTo>
                  <a:pt x="934993" y="56941"/>
                </a:lnTo>
                <a:lnTo>
                  <a:pt x="935496" y="56571"/>
                </a:lnTo>
                <a:lnTo>
                  <a:pt x="936007" y="56218"/>
                </a:lnTo>
                <a:lnTo>
                  <a:pt x="936526" y="55881"/>
                </a:lnTo>
                <a:lnTo>
                  <a:pt x="937054" y="55560"/>
                </a:lnTo>
                <a:lnTo>
                  <a:pt x="937590" y="55256"/>
                </a:lnTo>
                <a:lnTo>
                  <a:pt x="938135" y="54968"/>
                </a:lnTo>
                <a:lnTo>
                  <a:pt x="938687" y="54697"/>
                </a:lnTo>
                <a:lnTo>
                  <a:pt x="939248" y="54442"/>
                </a:lnTo>
                <a:lnTo>
                  <a:pt x="939817" y="54204"/>
                </a:lnTo>
                <a:lnTo>
                  <a:pt x="940395" y="53982"/>
                </a:lnTo>
                <a:lnTo>
                  <a:pt x="940981" y="53776"/>
                </a:lnTo>
                <a:lnTo>
                  <a:pt x="941575" y="53587"/>
                </a:lnTo>
                <a:lnTo>
                  <a:pt x="942177" y="53414"/>
                </a:lnTo>
                <a:lnTo>
                  <a:pt x="942788" y="53258"/>
                </a:lnTo>
                <a:lnTo>
                  <a:pt x="943407" y="53119"/>
                </a:lnTo>
                <a:lnTo>
                  <a:pt x="944034" y="52995"/>
                </a:lnTo>
                <a:lnTo>
                  <a:pt x="944670" y="52888"/>
                </a:lnTo>
                <a:lnTo>
                  <a:pt x="945314" y="52798"/>
                </a:lnTo>
                <a:lnTo>
                  <a:pt x="945966" y="52724"/>
                </a:lnTo>
                <a:lnTo>
                  <a:pt x="946627" y="52666"/>
                </a:lnTo>
                <a:lnTo>
                  <a:pt x="947295" y="52625"/>
                </a:lnTo>
                <a:lnTo>
                  <a:pt x="947973" y="52601"/>
                </a:lnTo>
                <a:lnTo>
                  <a:pt x="948658" y="52592"/>
                </a:lnTo>
                <a:lnTo>
                  <a:pt x="949311" y="52605"/>
                </a:lnTo>
                <a:lnTo>
                  <a:pt x="949953" y="52641"/>
                </a:lnTo>
                <a:lnTo>
                  <a:pt x="950582" y="52702"/>
                </a:lnTo>
                <a:lnTo>
                  <a:pt x="951201" y="52788"/>
                </a:lnTo>
                <a:lnTo>
                  <a:pt x="951807" y="52898"/>
                </a:lnTo>
                <a:lnTo>
                  <a:pt x="952402" y="53032"/>
                </a:lnTo>
                <a:lnTo>
                  <a:pt x="952985" y="53191"/>
                </a:lnTo>
                <a:lnTo>
                  <a:pt x="953557" y="53374"/>
                </a:lnTo>
                <a:lnTo>
                  <a:pt x="954117" y="53582"/>
                </a:lnTo>
                <a:lnTo>
                  <a:pt x="954665" y="53814"/>
                </a:lnTo>
                <a:lnTo>
                  <a:pt x="955201" y="54070"/>
                </a:lnTo>
                <a:lnTo>
                  <a:pt x="955726" y="54351"/>
                </a:lnTo>
                <a:lnTo>
                  <a:pt x="956240" y="54656"/>
                </a:lnTo>
                <a:lnTo>
                  <a:pt x="956741" y="54986"/>
                </a:lnTo>
                <a:lnTo>
                  <a:pt x="957231" y="55340"/>
                </a:lnTo>
                <a:lnTo>
                  <a:pt x="957710" y="55719"/>
                </a:lnTo>
                <a:lnTo>
                  <a:pt x="958176" y="56121"/>
                </a:lnTo>
                <a:lnTo>
                  <a:pt x="958631" y="56549"/>
                </a:lnTo>
                <a:lnTo>
                  <a:pt x="959075" y="57001"/>
                </a:lnTo>
                <a:lnTo>
                  <a:pt x="959506" y="57477"/>
                </a:lnTo>
                <a:lnTo>
                  <a:pt x="959926" y="57978"/>
                </a:lnTo>
                <a:lnTo>
                  <a:pt x="960335" y="58503"/>
                </a:lnTo>
                <a:lnTo>
                  <a:pt x="960731" y="59052"/>
                </a:lnTo>
                <a:lnTo>
                  <a:pt x="961117" y="59626"/>
                </a:lnTo>
                <a:lnTo>
                  <a:pt x="961488" y="60225"/>
                </a:lnTo>
                <a:lnTo>
                  <a:pt x="961844" y="60850"/>
                </a:lnTo>
                <a:lnTo>
                  <a:pt x="962183" y="61501"/>
                </a:lnTo>
                <a:lnTo>
                  <a:pt x="962507" y="62178"/>
                </a:lnTo>
                <a:lnTo>
                  <a:pt x="962815" y="62881"/>
                </a:lnTo>
                <a:lnTo>
                  <a:pt x="963108" y="63611"/>
                </a:lnTo>
                <a:lnTo>
                  <a:pt x="963384" y="64366"/>
                </a:lnTo>
                <a:lnTo>
                  <a:pt x="963645" y="65147"/>
                </a:lnTo>
                <a:lnTo>
                  <a:pt x="963890" y="65955"/>
                </a:lnTo>
                <a:lnTo>
                  <a:pt x="964119" y="66788"/>
                </a:lnTo>
                <a:lnTo>
                  <a:pt x="964332" y="67648"/>
                </a:lnTo>
                <a:lnTo>
                  <a:pt x="964530" y="68533"/>
                </a:lnTo>
                <a:lnTo>
                  <a:pt x="964712" y="69445"/>
                </a:lnTo>
                <a:lnTo>
                  <a:pt x="964878" y="70383"/>
                </a:lnTo>
                <a:lnTo>
                  <a:pt x="965028" y="71346"/>
                </a:lnTo>
                <a:lnTo>
                  <a:pt x="965162" y="72336"/>
                </a:lnTo>
                <a:lnTo>
                  <a:pt x="965281" y="73352"/>
                </a:lnTo>
                <a:lnTo>
                  <a:pt x="965383" y="74394"/>
                </a:lnTo>
                <a:lnTo>
                  <a:pt x="965470" y="75462"/>
                </a:lnTo>
                <a:lnTo>
                  <a:pt x="965541" y="76556"/>
                </a:lnTo>
                <a:lnTo>
                  <a:pt x="965597" y="77676"/>
                </a:lnTo>
                <a:lnTo>
                  <a:pt x="965636" y="78822"/>
                </a:lnTo>
                <a:lnTo>
                  <a:pt x="965660" y="79995"/>
                </a:lnTo>
                <a:lnTo>
                  <a:pt x="965668" y="81193"/>
                </a:lnTo>
                <a:lnTo>
                  <a:pt x="965659" y="82322"/>
                </a:lnTo>
                <a:lnTo>
                  <a:pt x="965634" y="83429"/>
                </a:lnTo>
                <a:lnTo>
                  <a:pt x="965592" y="84514"/>
                </a:lnTo>
                <a:lnTo>
                  <a:pt x="965532" y="85576"/>
                </a:lnTo>
                <a:lnTo>
                  <a:pt x="965456" y="86616"/>
                </a:lnTo>
                <a:lnTo>
                  <a:pt x="965363" y="87633"/>
                </a:lnTo>
                <a:lnTo>
                  <a:pt x="965253" y="88628"/>
                </a:lnTo>
                <a:lnTo>
                  <a:pt x="965126" y="89600"/>
                </a:lnTo>
                <a:lnTo>
                  <a:pt x="964983" y="90550"/>
                </a:lnTo>
                <a:lnTo>
                  <a:pt x="964822" y="91477"/>
                </a:lnTo>
                <a:lnTo>
                  <a:pt x="964644" y="92382"/>
                </a:lnTo>
                <a:lnTo>
                  <a:pt x="964450" y="93264"/>
                </a:lnTo>
                <a:lnTo>
                  <a:pt x="964238" y="94124"/>
                </a:lnTo>
                <a:lnTo>
                  <a:pt x="964010" y="94962"/>
                </a:lnTo>
                <a:lnTo>
                  <a:pt x="963764" y="95777"/>
                </a:lnTo>
                <a:lnTo>
                  <a:pt x="963502" y="96569"/>
                </a:lnTo>
                <a:lnTo>
                  <a:pt x="963223" y="97340"/>
                </a:lnTo>
                <a:lnTo>
                  <a:pt x="962927" y="98087"/>
                </a:lnTo>
                <a:lnTo>
                  <a:pt x="962614" y="98812"/>
                </a:lnTo>
                <a:lnTo>
                  <a:pt x="962284" y="99515"/>
                </a:lnTo>
                <a:lnTo>
                  <a:pt x="961937" y="100196"/>
                </a:lnTo>
                <a:lnTo>
                  <a:pt x="961573" y="100853"/>
                </a:lnTo>
                <a:lnTo>
                  <a:pt x="961192" y="101489"/>
                </a:lnTo>
                <a:lnTo>
                  <a:pt x="960795" y="102102"/>
                </a:lnTo>
                <a:lnTo>
                  <a:pt x="960381" y="102691"/>
                </a:lnTo>
                <a:lnTo>
                  <a:pt x="959953" y="103255"/>
                </a:lnTo>
                <a:lnTo>
                  <a:pt x="959509" y="103794"/>
                </a:lnTo>
                <a:lnTo>
                  <a:pt x="959050" y="104308"/>
                </a:lnTo>
                <a:lnTo>
                  <a:pt x="958577" y="104797"/>
                </a:lnTo>
                <a:lnTo>
                  <a:pt x="958088" y="105261"/>
                </a:lnTo>
                <a:lnTo>
                  <a:pt x="957585" y="105700"/>
                </a:lnTo>
                <a:lnTo>
                  <a:pt x="957066" y="106113"/>
                </a:lnTo>
                <a:lnTo>
                  <a:pt x="956532" y="106502"/>
                </a:lnTo>
                <a:lnTo>
                  <a:pt x="955984" y="106865"/>
                </a:lnTo>
                <a:lnTo>
                  <a:pt x="955420" y="107204"/>
                </a:lnTo>
                <a:lnTo>
                  <a:pt x="954841" y="107517"/>
                </a:lnTo>
                <a:lnTo>
                  <a:pt x="954248" y="107805"/>
                </a:lnTo>
                <a:lnTo>
                  <a:pt x="953639" y="108069"/>
                </a:lnTo>
                <a:lnTo>
                  <a:pt x="953015" y="108307"/>
                </a:lnTo>
                <a:lnTo>
                  <a:pt x="952377" y="108520"/>
                </a:lnTo>
                <a:lnTo>
                  <a:pt x="951723" y="108708"/>
                </a:lnTo>
                <a:lnTo>
                  <a:pt x="951054" y="108871"/>
                </a:lnTo>
                <a:lnTo>
                  <a:pt x="950371" y="109009"/>
                </a:lnTo>
                <a:lnTo>
                  <a:pt x="949672" y="109122"/>
                </a:lnTo>
                <a:lnTo>
                  <a:pt x="948958" y="109209"/>
                </a:lnTo>
                <a:lnTo>
                  <a:pt x="948230" y="109272"/>
                </a:lnTo>
                <a:lnTo>
                  <a:pt x="947486" y="109310"/>
                </a:lnTo>
                <a:lnTo>
                  <a:pt x="946727" y="109322"/>
                </a:lnTo>
                <a:lnTo>
                  <a:pt x="946133" y="109315"/>
                </a:lnTo>
                <a:lnTo>
                  <a:pt x="945545" y="109292"/>
                </a:lnTo>
                <a:lnTo>
                  <a:pt x="944964" y="109255"/>
                </a:lnTo>
                <a:lnTo>
                  <a:pt x="944389" y="109203"/>
                </a:lnTo>
                <a:lnTo>
                  <a:pt x="943821" y="1091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">
            <a:extLst xmlns:a="http://schemas.openxmlformats.org/drawingml/2006/main">
              <a:ext uri="{FF2B5EF4-FFF2-40B4-BE49-F238E27FC236}">
                <a16:creationId xmlns:a16="http://schemas.microsoft.com/office/drawing/2014/main" id="{F78546FC-E455-4E91-B1F0-319990D3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99" y="3408993"/>
            <a:ext cx="134519" cy="90246"/>
          </a:xfrm>
          <a:custGeom xmlns:a="http://schemas.openxmlformats.org/drawingml/2006/main">
            <a:pathLst>
              <a:path w="134519" h="90246">
                <a:moveTo>
                  <a:pt x="134519" y="90246"/>
                </a:moveTo>
                <a:lnTo>
                  <a:pt x="0" y="90246"/>
                </a:lnTo>
                <a:lnTo>
                  <a:pt x="0" y="0"/>
                </a:lnTo>
                <a:lnTo>
                  <a:pt x="23286" y="0"/>
                </a:lnTo>
                <a:lnTo>
                  <a:pt x="23286" y="62163"/>
                </a:lnTo>
                <a:lnTo>
                  <a:pt x="54467" y="62163"/>
                </a:lnTo>
                <a:lnTo>
                  <a:pt x="54467" y="5797"/>
                </a:lnTo>
                <a:lnTo>
                  <a:pt x="76954" y="5797"/>
                </a:lnTo>
                <a:lnTo>
                  <a:pt x="76954" y="62163"/>
                </a:lnTo>
                <a:lnTo>
                  <a:pt x="111233" y="62163"/>
                </a:lnTo>
                <a:lnTo>
                  <a:pt x="111233" y="0"/>
                </a:lnTo>
                <a:lnTo>
                  <a:pt x="134519" y="0"/>
                </a:lnTo>
                <a:lnTo>
                  <a:pt x="134519" y="902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a">
            <a:extLst xmlns:a="http://schemas.openxmlformats.org/drawingml/2006/main">
              <a:ext uri="{FF2B5EF4-FFF2-40B4-BE49-F238E27FC236}">
                <a16:creationId xmlns:a16="http://schemas.microsoft.com/office/drawing/2014/main" id="{CE5EFF95-B362-4649-976D-5BFCC611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3298429"/>
            <a:ext cx="102039" cy="90446"/>
          </a:xfrm>
          <a:custGeom xmlns:a="http://schemas.openxmlformats.org/drawingml/2006/main">
            <a:pathLst>
              <a:path w="102039" h="90446">
                <a:moveTo>
                  <a:pt x="102039" y="58865"/>
                </a:moveTo>
                <a:cubicBezTo>
                  <a:pt x="102039" y="64395"/>
                  <a:pt x="100962" y="69558"/>
                  <a:pt x="98809" y="74355"/>
                </a:cubicBezTo>
                <a:cubicBezTo>
                  <a:pt x="96657" y="79152"/>
                  <a:pt x="93411" y="83033"/>
                  <a:pt x="89071" y="85998"/>
                </a:cubicBezTo>
                <a:cubicBezTo>
                  <a:pt x="84730" y="88963"/>
                  <a:pt x="79297" y="90446"/>
                  <a:pt x="72772" y="90446"/>
                </a:cubicBezTo>
                <a:cubicBezTo>
                  <a:pt x="63690" y="90446"/>
                  <a:pt x="56845" y="87747"/>
                  <a:pt x="52237" y="82351"/>
                </a:cubicBezTo>
                <a:cubicBezTo>
                  <a:pt x="47628" y="76954"/>
                  <a:pt x="44498" y="69408"/>
                  <a:pt x="42849" y="59714"/>
                </a:cubicBezTo>
                <a:cubicBezTo>
                  <a:pt x="41200" y="50020"/>
                  <a:pt x="40241" y="38743"/>
                  <a:pt x="39973" y="25884"/>
                </a:cubicBezTo>
                <a:lnTo>
                  <a:pt x="34610" y="25884"/>
                </a:lnTo>
                <a:cubicBezTo>
                  <a:pt x="28077" y="25884"/>
                  <a:pt x="23607" y="27400"/>
                  <a:pt x="21200" y="30432"/>
                </a:cubicBezTo>
                <a:cubicBezTo>
                  <a:pt x="18793" y="33463"/>
                  <a:pt x="17589" y="37378"/>
                  <a:pt x="17589" y="42175"/>
                </a:cubicBezTo>
                <a:cubicBezTo>
                  <a:pt x="17589" y="47438"/>
                  <a:pt x="18873" y="51769"/>
                  <a:pt x="21440" y="55167"/>
                </a:cubicBezTo>
                <a:cubicBezTo>
                  <a:pt x="24005" y="58565"/>
                  <a:pt x="28162" y="60264"/>
                  <a:pt x="33911" y="60264"/>
                </a:cubicBezTo>
                <a:lnTo>
                  <a:pt x="33911" y="85049"/>
                </a:lnTo>
                <a:cubicBezTo>
                  <a:pt x="25476" y="85049"/>
                  <a:pt x="18796" y="83233"/>
                  <a:pt x="13870" y="79602"/>
                </a:cubicBezTo>
                <a:cubicBezTo>
                  <a:pt x="8942" y="75971"/>
                  <a:pt x="5398" y="70941"/>
                  <a:pt x="3239" y="64511"/>
                </a:cubicBezTo>
                <a:cubicBezTo>
                  <a:pt x="1080" y="58082"/>
                  <a:pt x="0" y="50636"/>
                  <a:pt x="0" y="42175"/>
                </a:cubicBezTo>
                <a:cubicBezTo>
                  <a:pt x="0" y="35978"/>
                  <a:pt x="523" y="30315"/>
                  <a:pt x="1568" y="25185"/>
                </a:cubicBezTo>
                <a:cubicBezTo>
                  <a:pt x="2613" y="20055"/>
                  <a:pt x="4417" y="15607"/>
                  <a:pt x="6980" y="11843"/>
                </a:cubicBezTo>
                <a:cubicBezTo>
                  <a:pt x="9541" y="8078"/>
                  <a:pt x="13031" y="5164"/>
                  <a:pt x="17449" y="3098"/>
                </a:cubicBezTo>
                <a:cubicBezTo>
                  <a:pt x="21865" y="1033"/>
                  <a:pt x="27377" y="0"/>
                  <a:pt x="33986" y="0"/>
                </a:cubicBezTo>
                <a:lnTo>
                  <a:pt x="100240" y="0"/>
                </a:lnTo>
                <a:lnTo>
                  <a:pt x="100240" y="24785"/>
                </a:lnTo>
                <a:lnTo>
                  <a:pt x="87647" y="25585"/>
                </a:lnTo>
                <a:cubicBezTo>
                  <a:pt x="92378" y="29715"/>
                  <a:pt x="95959" y="34513"/>
                  <a:pt x="98391" y="39976"/>
                </a:cubicBezTo>
                <a:cubicBezTo>
                  <a:pt x="100823" y="45439"/>
                  <a:pt x="102039" y="51736"/>
                  <a:pt x="102039" y="58865"/>
                </a:cubicBezTo>
                <a:moveTo>
                  <a:pt x="83850" y="50170"/>
                </a:moveTo>
                <a:cubicBezTo>
                  <a:pt x="83850" y="45173"/>
                  <a:pt x="82523" y="40559"/>
                  <a:pt x="79871" y="36328"/>
                </a:cubicBezTo>
                <a:cubicBezTo>
                  <a:pt x="77216" y="32097"/>
                  <a:pt x="74189" y="28716"/>
                  <a:pt x="70789" y="26184"/>
                </a:cubicBezTo>
                <a:lnTo>
                  <a:pt x="54664" y="26184"/>
                </a:lnTo>
                <a:cubicBezTo>
                  <a:pt x="54733" y="40176"/>
                  <a:pt x="56077" y="49970"/>
                  <a:pt x="58696" y="55567"/>
                </a:cubicBezTo>
                <a:cubicBezTo>
                  <a:pt x="61315" y="61163"/>
                  <a:pt x="65550" y="63962"/>
                  <a:pt x="71401" y="63962"/>
                </a:cubicBezTo>
                <a:cubicBezTo>
                  <a:pt x="75619" y="63962"/>
                  <a:pt x="78749" y="62679"/>
                  <a:pt x="80789" y="60114"/>
                </a:cubicBezTo>
                <a:cubicBezTo>
                  <a:pt x="82829" y="57549"/>
                  <a:pt x="83850" y="54234"/>
                  <a:pt x="83850" y="50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r">
            <a:extLst xmlns:a="http://schemas.openxmlformats.org/drawingml/2006/main">
              <a:ext uri="{FF2B5EF4-FFF2-40B4-BE49-F238E27FC236}">
                <a16:creationId xmlns:a16="http://schemas.microsoft.com/office/drawing/2014/main" id="{D130B1FB-D9E2-4E9E-9B7B-108DFD11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3211205"/>
            <a:ext cx="100240" cy="57665"/>
          </a:xfrm>
          <a:custGeom xmlns:a="http://schemas.openxmlformats.org/drawingml/2006/main">
            <a:pathLst>
              <a:path w="100240" h="57665">
                <a:moveTo>
                  <a:pt x="100240" y="57665"/>
                </a:moveTo>
                <a:lnTo>
                  <a:pt x="1499" y="57665"/>
                </a:lnTo>
                <a:lnTo>
                  <a:pt x="1499" y="32281"/>
                </a:lnTo>
                <a:lnTo>
                  <a:pt x="18189" y="31781"/>
                </a:lnTo>
                <a:cubicBezTo>
                  <a:pt x="12326" y="29249"/>
                  <a:pt x="7829" y="25451"/>
                  <a:pt x="4697" y="20388"/>
                </a:cubicBezTo>
                <a:cubicBezTo>
                  <a:pt x="1566" y="15324"/>
                  <a:pt x="0" y="9194"/>
                  <a:pt x="0" y="1999"/>
                </a:cubicBezTo>
                <a:lnTo>
                  <a:pt x="0" y="0"/>
                </a:lnTo>
                <a:lnTo>
                  <a:pt x="22287" y="0"/>
                </a:lnTo>
                <a:lnTo>
                  <a:pt x="22287" y="2498"/>
                </a:lnTo>
                <a:cubicBezTo>
                  <a:pt x="22287" y="6429"/>
                  <a:pt x="22643" y="10194"/>
                  <a:pt x="23355" y="13792"/>
                </a:cubicBezTo>
                <a:cubicBezTo>
                  <a:pt x="24067" y="17390"/>
                  <a:pt x="25288" y="20654"/>
                  <a:pt x="27018" y="23586"/>
                </a:cubicBezTo>
                <a:cubicBezTo>
                  <a:pt x="28748" y="26517"/>
                  <a:pt x="31140" y="29049"/>
                  <a:pt x="34192" y="31181"/>
                </a:cubicBezTo>
                <a:lnTo>
                  <a:pt x="100240" y="31181"/>
                </a:lnTo>
                <a:lnTo>
                  <a:pt x="100240" y="576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l">
            <a:extLst xmlns:a="http://schemas.openxmlformats.org/drawingml/2006/main">
              <a:ext uri="{FF2B5EF4-FFF2-40B4-BE49-F238E27FC236}">
                <a16:creationId xmlns:a16="http://schemas.microsoft.com/office/drawing/2014/main" id="{5334BE84-301B-4876-9724-754EE27B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99" y="3150300"/>
            <a:ext cx="134519" cy="44373"/>
          </a:xfrm>
          <a:custGeom xmlns:a="http://schemas.openxmlformats.org/drawingml/2006/main">
            <a:pathLst>
              <a:path w="134519" h="44373">
                <a:moveTo>
                  <a:pt x="134519" y="6896"/>
                </a:moveTo>
                <a:cubicBezTo>
                  <a:pt x="134519" y="16823"/>
                  <a:pt x="133337" y="24485"/>
                  <a:pt x="130971" y="29882"/>
                </a:cubicBezTo>
                <a:cubicBezTo>
                  <a:pt x="128606" y="35279"/>
                  <a:pt x="124942" y="39043"/>
                  <a:pt x="119978" y="41175"/>
                </a:cubicBezTo>
                <a:cubicBezTo>
                  <a:pt x="115014" y="43307"/>
                  <a:pt x="108535" y="44373"/>
                  <a:pt x="100540" y="44373"/>
                </a:cubicBezTo>
                <a:lnTo>
                  <a:pt x="0" y="44373"/>
                </a:lnTo>
                <a:lnTo>
                  <a:pt x="0" y="17989"/>
                </a:lnTo>
                <a:lnTo>
                  <a:pt x="98941" y="17989"/>
                </a:lnTo>
                <a:cubicBezTo>
                  <a:pt x="104071" y="17989"/>
                  <a:pt x="107835" y="17290"/>
                  <a:pt x="110234" y="15890"/>
                </a:cubicBezTo>
                <a:cubicBezTo>
                  <a:pt x="112632" y="14491"/>
                  <a:pt x="113832" y="11227"/>
                  <a:pt x="113832" y="6096"/>
                </a:cubicBezTo>
                <a:lnTo>
                  <a:pt x="113832" y="0"/>
                </a:lnTo>
                <a:lnTo>
                  <a:pt x="134519" y="0"/>
                </a:lnTo>
                <a:lnTo>
                  <a:pt x="134519" y="6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y">
            <a:extLst xmlns:a="http://schemas.openxmlformats.org/drawingml/2006/main">
              <a:ext uri="{FF2B5EF4-FFF2-40B4-BE49-F238E27FC236}">
                <a16:creationId xmlns:a16="http://schemas.microsoft.com/office/drawing/2014/main" id="{ACC2F5C1-F335-4CC8-B3C3-FBBD11A1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277" y="3045953"/>
            <a:ext cx="134519" cy="101039"/>
          </a:xfrm>
          <a:custGeom xmlns:a="http://schemas.openxmlformats.org/drawingml/2006/main">
            <a:pathLst>
              <a:path w="134519" h="101039">
                <a:moveTo>
                  <a:pt x="134519" y="89646"/>
                </a:moveTo>
                <a:lnTo>
                  <a:pt x="113032" y="89646"/>
                </a:lnTo>
                <a:lnTo>
                  <a:pt x="113032" y="80851"/>
                </a:lnTo>
                <a:cubicBezTo>
                  <a:pt x="113032" y="76920"/>
                  <a:pt x="112333" y="73639"/>
                  <a:pt x="110933" y="71007"/>
                </a:cubicBezTo>
                <a:cubicBezTo>
                  <a:pt x="109534" y="68376"/>
                  <a:pt x="107236" y="66460"/>
                  <a:pt x="104037" y="65261"/>
                </a:cubicBezTo>
                <a:lnTo>
                  <a:pt x="98741" y="63062"/>
                </a:lnTo>
                <a:lnTo>
                  <a:pt x="0" y="101039"/>
                </a:lnTo>
                <a:lnTo>
                  <a:pt x="0" y="73456"/>
                </a:lnTo>
                <a:lnTo>
                  <a:pt x="73044" y="48771"/>
                </a:lnTo>
                <a:lnTo>
                  <a:pt x="0" y="26784"/>
                </a:lnTo>
                <a:lnTo>
                  <a:pt x="0" y="0"/>
                </a:lnTo>
                <a:lnTo>
                  <a:pt x="98419" y="35079"/>
                </a:lnTo>
                <a:lnTo>
                  <a:pt x="108201" y="38677"/>
                </a:lnTo>
                <a:cubicBezTo>
                  <a:pt x="115126" y="41209"/>
                  <a:pt x="120504" y="44140"/>
                  <a:pt x="124335" y="47471"/>
                </a:cubicBezTo>
                <a:cubicBezTo>
                  <a:pt x="128166" y="50803"/>
                  <a:pt x="130820" y="54884"/>
                  <a:pt x="132299" y="59714"/>
                </a:cubicBezTo>
                <a:cubicBezTo>
                  <a:pt x="133779" y="64545"/>
                  <a:pt x="134519" y="70558"/>
                  <a:pt x="134519" y="77753"/>
                </a:cubicBezTo>
                <a:lnTo>
                  <a:pt x="134519" y="896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B">
            <a:extLst xmlns:a="http://schemas.openxmlformats.org/drawingml/2006/main">
              <a:ext uri="{FF2B5EF4-FFF2-40B4-BE49-F238E27FC236}">
                <a16:creationId xmlns:a16="http://schemas.microsoft.com/office/drawing/2014/main" id="{5F411CB7-5669-4176-9E90-C1131E33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99" y="2885635"/>
            <a:ext cx="134519" cy="102239"/>
          </a:xfrm>
          <a:custGeom xmlns:a="http://schemas.openxmlformats.org/drawingml/2006/main">
            <a:pathLst>
              <a:path w="134519" h="102239">
                <a:moveTo>
                  <a:pt x="134519" y="102239"/>
                </a:moveTo>
                <a:lnTo>
                  <a:pt x="0" y="102239"/>
                </a:lnTo>
                <a:lnTo>
                  <a:pt x="0" y="56266"/>
                </a:lnTo>
                <a:cubicBezTo>
                  <a:pt x="0" y="41742"/>
                  <a:pt x="2748" y="30248"/>
                  <a:pt x="8245" y="21787"/>
                </a:cubicBezTo>
                <a:cubicBezTo>
                  <a:pt x="13742" y="13325"/>
                  <a:pt x="22187" y="9095"/>
                  <a:pt x="33580" y="9095"/>
                </a:cubicBezTo>
                <a:cubicBezTo>
                  <a:pt x="40709" y="9095"/>
                  <a:pt x="46755" y="10877"/>
                  <a:pt x="51719" y="14441"/>
                </a:cubicBezTo>
                <a:cubicBezTo>
                  <a:pt x="56683" y="18006"/>
                  <a:pt x="60264" y="22753"/>
                  <a:pt x="62462" y="28683"/>
                </a:cubicBezTo>
                <a:cubicBezTo>
                  <a:pt x="64328" y="19355"/>
                  <a:pt x="68126" y="12243"/>
                  <a:pt x="73856" y="7346"/>
                </a:cubicBezTo>
                <a:cubicBezTo>
                  <a:pt x="79586" y="2449"/>
                  <a:pt x="86648" y="0"/>
                  <a:pt x="95043" y="0"/>
                </a:cubicBezTo>
                <a:cubicBezTo>
                  <a:pt x="104037" y="0"/>
                  <a:pt x="111450" y="2049"/>
                  <a:pt x="117280" y="6146"/>
                </a:cubicBezTo>
                <a:cubicBezTo>
                  <a:pt x="123109" y="10244"/>
                  <a:pt x="127440" y="16107"/>
                  <a:pt x="130272" y="23736"/>
                </a:cubicBezTo>
                <a:cubicBezTo>
                  <a:pt x="133103" y="31364"/>
                  <a:pt x="134519" y="40509"/>
                  <a:pt x="134519" y="51169"/>
                </a:cubicBezTo>
                <a:lnTo>
                  <a:pt x="134519" y="102239"/>
                </a:lnTo>
                <a:moveTo>
                  <a:pt x="111233" y="74155"/>
                </a:moveTo>
                <a:lnTo>
                  <a:pt x="111233" y="52169"/>
                </a:lnTo>
                <a:cubicBezTo>
                  <a:pt x="111233" y="47771"/>
                  <a:pt x="110683" y="43774"/>
                  <a:pt x="109584" y="40176"/>
                </a:cubicBezTo>
                <a:cubicBezTo>
                  <a:pt x="108485" y="36578"/>
                  <a:pt x="106553" y="33730"/>
                  <a:pt x="103788" y="31631"/>
                </a:cubicBezTo>
                <a:cubicBezTo>
                  <a:pt x="101023" y="29532"/>
                  <a:pt x="97308" y="28483"/>
                  <a:pt x="92644" y="28483"/>
                </a:cubicBezTo>
                <a:cubicBezTo>
                  <a:pt x="86648" y="28483"/>
                  <a:pt x="82367" y="30715"/>
                  <a:pt x="79802" y="35179"/>
                </a:cubicBezTo>
                <a:cubicBezTo>
                  <a:pt x="77237" y="39643"/>
                  <a:pt x="75954" y="45306"/>
                  <a:pt x="75954" y="52169"/>
                </a:cubicBezTo>
                <a:lnTo>
                  <a:pt x="75954" y="74155"/>
                </a:lnTo>
                <a:lnTo>
                  <a:pt x="111233" y="74155"/>
                </a:lnTo>
                <a:moveTo>
                  <a:pt x="54467" y="74155"/>
                </a:moveTo>
                <a:lnTo>
                  <a:pt x="54467" y="56666"/>
                </a:lnTo>
                <a:cubicBezTo>
                  <a:pt x="54467" y="51269"/>
                  <a:pt x="53068" y="46739"/>
                  <a:pt x="50270" y="43074"/>
                </a:cubicBezTo>
                <a:cubicBezTo>
                  <a:pt x="47471" y="39410"/>
                  <a:pt x="43374" y="37577"/>
                  <a:pt x="37977" y="37577"/>
                </a:cubicBezTo>
                <a:cubicBezTo>
                  <a:pt x="34179" y="37577"/>
                  <a:pt x="31165" y="38410"/>
                  <a:pt x="28933" y="40076"/>
                </a:cubicBezTo>
                <a:cubicBezTo>
                  <a:pt x="26701" y="41742"/>
                  <a:pt x="25102" y="44007"/>
                  <a:pt x="24135" y="46872"/>
                </a:cubicBezTo>
                <a:cubicBezTo>
                  <a:pt x="23169" y="49737"/>
                  <a:pt x="22686" y="53001"/>
                  <a:pt x="22686" y="56666"/>
                </a:cubicBezTo>
                <a:lnTo>
                  <a:pt x="22686" y="74155"/>
                </a:lnTo>
                <a:lnTo>
                  <a:pt x="54467" y="741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u">
            <a:extLst xmlns:a="http://schemas.openxmlformats.org/drawingml/2006/main">
              <a:ext uri="{FF2B5EF4-FFF2-40B4-BE49-F238E27FC236}">
                <a16:creationId xmlns:a16="http://schemas.microsoft.com/office/drawing/2014/main" id="{32267AD7-F6EE-43F0-BF53-250B3877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277" y="2772452"/>
            <a:ext cx="100540" cy="91545"/>
          </a:xfrm>
          <a:custGeom xmlns:a="http://schemas.openxmlformats.org/drawingml/2006/main">
            <a:pathLst>
              <a:path w="100540" h="91545">
                <a:moveTo>
                  <a:pt x="100540" y="60564"/>
                </a:moveTo>
                <a:cubicBezTo>
                  <a:pt x="100540" y="70424"/>
                  <a:pt x="97439" y="78053"/>
                  <a:pt x="91239" y="83450"/>
                </a:cubicBezTo>
                <a:cubicBezTo>
                  <a:pt x="85036" y="88847"/>
                  <a:pt x="76208" y="91545"/>
                  <a:pt x="64755" y="91545"/>
                </a:cubicBezTo>
                <a:lnTo>
                  <a:pt x="0" y="91545"/>
                </a:lnTo>
                <a:lnTo>
                  <a:pt x="0" y="65061"/>
                </a:lnTo>
                <a:lnTo>
                  <a:pt x="61791" y="65061"/>
                </a:lnTo>
                <a:cubicBezTo>
                  <a:pt x="65195" y="65061"/>
                  <a:pt x="68208" y="64578"/>
                  <a:pt x="70829" y="63612"/>
                </a:cubicBezTo>
                <a:cubicBezTo>
                  <a:pt x="73451" y="62646"/>
                  <a:pt x="75477" y="61047"/>
                  <a:pt x="76907" y="58815"/>
                </a:cubicBezTo>
                <a:cubicBezTo>
                  <a:pt x="78337" y="56583"/>
                  <a:pt x="79052" y="53634"/>
                  <a:pt x="79052" y="49970"/>
                </a:cubicBezTo>
                <a:cubicBezTo>
                  <a:pt x="79052" y="44640"/>
                  <a:pt x="77844" y="40093"/>
                  <a:pt x="75427" y="36328"/>
                </a:cubicBezTo>
                <a:cubicBezTo>
                  <a:pt x="73009" y="32564"/>
                  <a:pt x="70064" y="29282"/>
                  <a:pt x="66591" y="26484"/>
                </a:cubicBezTo>
                <a:lnTo>
                  <a:pt x="0" y="26484"/>
                </a:lnTo>
                <a:lnTo>
                  <a:pt x="0" y="0"/>
                </a:lnTo>
                <a:lnTo>
                  <a:pt x="98741" y="0"/>
                </a:lnTo>
                <a:lnTo>
                  <a:pt x="98741" y="25585"/>
                </a:lnTo>
                <a:lnTo>
                  <a:pt x="84549" y="25984"/>
                </a:lnTo>
                <a:cubicBezTo>
                  <a:pt x="88680" y="29249"/>
                  <a:pt x="92378" y="33713"/>
                  <a:pt x="95643" y="39376"/>
                </a:cubicBezTo>
                <a:cubicBezTo>
                  <a:pt x="98907" y="45040"/>
                  <a:pt x="100540" y="52102"/>
                  <a:pt x="100540" y="60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g">
            <a:extLst xmlns:a="http://schemas.openxmlformats.org/drawingml/2006/main">
              <a:ext uri="{FF2B5EF4-FFF2-40B4-BE49-F238E27FC236}">
                <a16:creationId xmlns:a16="http://schemas.microsoft.com/office/drawing/2014/main" id="{396E3CAB-126C-46E0-A211-3F13477B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4085" y="2655035"/>
            <a:ext cx="149610" cy="97042"/>
          </a:xfrm>
          <a:custGeom xmlns:a="http://schemas.openxmlformats.org/drawingml/2006/main">
            <a:pathLst>
              <a:path w="149610" h="97042">
                <a:moveTo>
                  <a:pt x="22979" y="19468"/>
                </a:moveTo>
                <a:lnTo>
                  <a:pt x="22700" y="19049"/>
                </a:lnTo>
                <a:lnTo>
                  <a:pt x="22436" y="18619"/>
                </a:lnTo>
                <a:lnTo>
                  <a:pt x="22187" y="18178"/>
                </a:lnTo>
                <a:lnTo>
                  <a:pt x="21953" y="17725"/>
                </a:lnTo>
                <a:lnTo>
                  <a:pt x="21734" y="17262"/>
                </a:lnTo>
                <a:lnTo>
                  <a:pt x="21530" y="16786"/>
                </a:lnTo>
                <a:lnTo>
                  <a:pt x="21341" y="16300"/>
                </a:lnTo>
                <a:lnTo>
                  <a:pt x="21168" y="15802"/>
                </a:lnTo>
                <a:lnTo>
                  <a:pt x="21009" y="15293"/>
                </a:lnTo>
                <a:lnTo>
                  <a:pt x="20866" y="14773"/>
                </a:lnTo>
                <a:lnTo>
                  <a:pt x="20738" y="14241"/>
                </a:lnTo>
                <a:lnTo>
                  <a:pt x="20619" y="13702"/>
                </a:lnTo>
                <a:lnTo>
                  <a:pt x="20506" y="13158"/>
                </a:lnTo>
                <a:lnTo>
                  <a:pt x="20398" y="12609"/>
                </a:lnTo>
                <a:lnTo>
                  <a:pt x="20295" y="12055"/>
                </a:lnTo>
                <a:lnTo>
                  <a:pt x="20197" y="11497"/>
                </a:lnTo>
                <a:lnTo>
                  <a:pt x="20104" y="10934"/>
                </a:lnTo>
                <a:lnTo>
                  <a:pt x="20015" y="10366"/>
                </a:lnTo>
                <a:lnTo>
                  <a:pt x="19932" y="9794"/>
                </a:lnTo>
                <a:lnTo>
                  <a:pt x="19854" y="9217"/>
                </a:lnTo>
                <a:lnTo>
                  <a:pt x="19782" y="8635"/>
                </a:lnTo>
                <a:lnTo>
                  <a:pt x="19714" y="8049"/>
                </a:lnTo>
                <a:lnTo>
                  <a:pt x="19651" y="7458"/>
                </a:lnTo>
                <a:lnTo>
                  <a:pt x="19593" y="6862"/>
                </a:lnTo>
                <a:lnTo>
                  <a:pt x="19540" y="6262"/>
                </a:lnTo>
                <a:lnTo>
                  <a:pt x="19492" y="5657"/>
                </a:lnTo>
                <a:lnTo>
                  <a:pt x="19449" y="5047"/>
                </a:lnTo>
                <a:lnTo>
                  <a:pt x="19412" y="4432"/>
                </a:lnTo>
                <a:lnTo>
                  <a:pt x="19379" y="3813"/>
                </a:lnTo>
                <a:lnTo>
                  <a:pt x="19351" y="3189"/>
                </a:lnTo>
                <a:lnTo>
                  <a:pt x="19329" y="2561"/>
                </a:lnTo>
                <a:lnTo>
                  <a:pt x="19311" y="1928"/>
                </a:lnTo>
                <a:lnTo>
                  <a:pt x="19298" y="1290"/>
                </a:lnTo>
                <a:lnTo>
                  <a:pt x="19291" y="647"/>
                </a:lnTo>
                <a:lnTo>
                  <a:pt x="19288" y="0"/>
                </a:lnTo>
                <a:lnTo>
                  <a:pt x="0" y="0"/>
                </a:lnTo>
                <a:lnTo>
                  <a:pt x="15" y="952"/>
                </a:lnTo>
                <a:lnTo>
                  <a:pt x="42" y="1892"/>
                </a:lnTo>
                <a:lnTo>
                  <a:pt x="83" y="2821"/>
                </a:lnTo>
                <a:lnTo>
                  <a:pt x="136" y="3738"/>
                </a:lnTo>
                <a:lnTo>
                  <a:pt x="202" y="4643"/>
                </a:lnTo>
                <a:lnTo>
                  <a:pt x="281" y="5537"/>
                </a:lnTo>
                <a:lnTo>
                  <a:pt x="373" y="6419"/>
                </a:lnTo>
                <a:lnTo>
                  <a:pt x="477" y="7290"/>
                </a:lnTo>
                <a:lnTo>
                  <a:pt x="595" y="8149"/>
                </a:lnTo>
                <a:lnTo>
                  <a:pt x="725" y="8996"/>
                </a:lnTo>
                <a:lnTo>
                  <a:pt x="868" y="9832"/>
                </a:lnTo>
                <a:lnTo>
                  <a:pt x="1024" y="10656"/>
                </a:lnTo>
                <a:lnTo>
                  <a:pt x="1193" y="11469"/>
                </a:lnTo>
                <a:lnTo>
                  <a:pt x="1375" y="12269"/>
                </a:lnTo>
                <a:lnTo>
                  <a:pt x="1569" y="13059"/>
                </a:lnTo>
                <a:lnTo>
                  <a:pt x="1777" y="13836"/>
                </a:lnTo>
                <a:lnTo>
                  <a:pt x="1997" y="14602"/>
                </a:lnTo>
                <a:lnTo>
                  <a:pt x="2230" y="15356"/>
                </a:lnTo>
                <a:lnTo>
                  <a:pt x="2476" y="16099"/>
                </a:lnTo>
                <a:lnTo>
                  <a:pt x="2734" y="16830"/>
                </a:lnTo>
                <a:lnTo>
                  <a:pt x="3006" y="17550"/>
                </a:lnTo>
                <a:lnTo>
                  <a:pt x="3290" y="18257"/>
                </a:lnTo>
                <a:lnTo>
                  <a:pt x="3588" y="18954"/>
                </a:lnTo>
                <a:lnTo>
                  <a:pt x="3898" y="19638"/>
                </a:lnTo>
                <a:lnTo>
                  <a:pt x="4226" y="20310"/>
                </a:lnTo>
                <a:lnTo>
                  <a:pt x="4576" y="20966"/>
                </a:lnTo>
                <a:lnTo>
                  <a:pt x="4950" y="21608"/>
                </a:lnTo>
                <a:lnTo>
                  <a:pt x="5347" y="22235"/>
                </a:lnTo>
                <a:lnTo>
                  <a:pt x="5766" y="22848"/>
                </a:lnTo>
                <a:lnTo>
                  <a:pt x="6209" y="23445"/>
                </a:lnTo>
                <a:lnTo>
                  <a:pt x="6674" y="24028"/>
                </a:lnTo>
                <a:lnTo>
                  <a:pt x="7162" y="24596"/>
                </a:lnTo>
                <a:lnTo>
                  <a:pt x="7674" y="25150"/>
                </a:lnTo>
                <a:lnTo>
                  <a:pt x="8208" y="25688"/>
                </a:lnTo>
                <a:lnTo>
                  <a:pt x="8765" y="26212"/>
                </a:lnTo>
                <a:lnTo>
                  <a:pt x="9344" y="26721"/>
                </a:lnTo>
                <a:lnTo>
                  <a:pt x="9947" y="27216"/>
                </a:lnTo>
                <a:lnTo>
                  <a:pt x="10573" y="27696"/>
                </a:lnTo>
                <a:lnTo>
                  <a:pt x="11221" y="28160"/>
                </a:lnTo>
                <a:lnTo>
                  <a:pt x="11893" y="28611"/>
                </a:lnTo>
                <a:lnTo>
                  <a:pt x="12587" y="29046"/>
                </a:lnTo>
                <a:lnTo>
                  <a:pt x="13305" y="29467"/>
                </a:lnTo>
                <a:lnTo>
                  <a:pt x="14045" y="29873"/>
                </a:lnTo>
                <a:lnTo>
                  <a:pt x="14808" y="30264"/>
                </a:lnTo>
                <a:lnTo>
                  <a:pt x="15594" y="30640"/>
                </a:lnTo>
                <a:lnTo>
                  <a:pt x="16403" y="31002"/>
                </a:lnTo>
                <a:lnTo>
                  <a:pt x="16490" y="31038"/>
                </a:lnTo>
                <a:lnTo>
                  <a:pt x="16380" y="31313"/>
                </a:lnTo>
                <a:lnTo>
                  <a:pt x="16069" y="32149"/>
                </a:lnTo>
                <a:lnTo>
                  <a:pt x="15775" y="33002"/>
                </a:lnTo>
                <a:lnTo>
                  <a:pt x="15496" y="33871"/>
                </a:lnTo>
                <a:lnTo>
                  <a:pt x="15233" y="34757"/>
                </a:lnTo>
                <a:lnTo>
                  <a:pt x="14985" y="35659"/>
                </a:lnTo>
                <a:lnTo>
                  <a:pt x="14754" y="36578"/>
                </a:lnTo>
                <a:lnTo>
                  <a:pt x="14539" y="37513"/>
                </a:lnTo>
                <a:lnTo>
                  <a:pt x="14340" y="38464"/>
                </a:lnTo>
                <a:lnTo>
                  <a:pt x="14156" y="39432"/>
                </a:lnTo>
                <a:lnTo>
                  <a:pt x="13989" y="40417"/>
                </a:lnTo>
                <a:lnTo>
                  <a:pt x="13838" y="41418"/>
                </a:lnTo>
                <a:lnTo>
                  <a:pt x="13702" y="42436"/>
                </a:lnTo>
                <a:lnTo>
                  <a:pt x="13583" y="43470"/>
                </a:lnTo>
                <a:lnTo>
                  <a:pt x="13479" y="44520"/>
                </a:lnTo>
                <a:lnTo>
                  <a:pt x="13391" y="45587"/>
                </a:lnTo>
                <a:lnTo>
                  <a:pt x="13320" y="46671"/>
                </a:lnTo>
                <a:lnTo>
                  <a:pt x="13264" y="47771"/>
                </a:lnTo>
                <a:lnTo>
                  <a:pt x="13224" y="48887"/>
                </a:lnTo>
                <a:lnTo>
                  <a:pt x="13200" y="50020"/>
                </a:lnTo>
                <a:lnTo>
                  <a:pt x="13192" y="51169"/>
                </a:lnTo>
                <a:lnTo>
                  <a:pt x="13200" y="52286"/>
                </a:lnTo>
                <a:lnTo>
                  <a:pt x="13224" y="53389"/>
                </a:lnTo>
                <a:lnTo>
                  <a:pt x="13264" y="54478"/>
                </a:lnTo>
                <a:lnTo>
                  <a:pt x="13320" y="55553"/>
                </a:lnTo>
                <a:lnTo>
                  <a:pt x="13391" y="56613"/>
                </a:lnTo>
                <a:lnTo>
                  <a:pt x="13479" y="57659"/>
                </a:lnTo>
                <a:lnTo>
                  <a:pt x="13583" y="58691"/>
                </a:lnTo>
                <a:lnTo>
                  <a:pt x="13702" y="59709"/>
                </a:lnTo>
                <a:lnTo>
                  <a:pt x="13838" y="60712"/>
                </a:lnTo>
                <a:lnTo>
                  <a:pt x="13989" y="61701"/>
                </a:lnTo>
                <a:lnTo>
                  <a:pt x="14156" y="62676"/>
                </a:lnTo>
                <a:lnTo>
                  <a:pt x="14340" y="63637"/>
                </a:lnTo>
                <a:lnTo>
                  <a:pt x="14539" y="64583"/>
                </a:lnTo>
                <a:lnTo>
                  <a:pt x="14754" y="65515"/>
                </a:lnTo>
                <a:lnTo>
                  <a:pt x="14985" y="66434"/>
                </a:lnTo>
                <a:lnTo>
                  <a:pt x="15233" y="67337"/>
                </a:lnTo>
                <a:lnTo>
                  <a:pt x="15496" y="68227"/>
                </a:lnTo>
                <a:lnTo>
                  <a:pt x="15775" y="69102"/>
                </a:lnTo>
                <a:lnTo>
                  <a:pt x="16069" y="69963"/>
                </a:lnTo>
                <a:lnTo>
                  <a:pt x="16380" y="70810"/>
                </a:lnTo>
                <a:lnTo>
                  <a:pt x="16707" y="71643"/>
                </a:lnTo>
                <a:lnTo>
                  <a:pt x="17050" y="72461"/>
                </a:lnTo>
                <a:lnTo>
                  <a:pt x="17408" y="73266"/>
                </a:lnTo>
                <a:lnTo>
                  <a:pt x="17783" y="74056"/>
                </a:lnTo>
                <a:lnTo>
                  <a:pt x="18171" y="74830"/>
                </a:lnTo>
                <a:lnTo>
                  <a:pt x="18569" y="75590"/>
                </a:lnTo>
                <a:lnTo>
                  <a:pt x="18978" y="76333"/>
                </a:lnTo>
                <a:lnTo>
                  <a:pt x="19398" y="77061"/>
                </a:lnTo>
                <a:lnTo>
                  <a:pt x="19828" y="77772"/>
                </a:lnTo>
                <a:lnTo>
                  <a:pt x="20269" y="78468"/>
                </a:lnTo>
                <a:lnTo>
                  <a:pt x="20720" y="79149"/>
                </a:lnTo>
                <a:lnTo>
                  <a:pt x="21182" y="79813"/>
                </a:lnTo>
                <a:lnTo>
                  <a:pt x="21654" y="80462"/>
                </a:lnTo>
                <a:lnTo>
                  <a:pt x="22137" y="81095"/>
                </a:lnTo>
                <a:lnTo>
                  <a:pt x="22630" y="81712"/>
                </a:lnTo>
                <a:lnTo>
                  <a:pt x="23135" y="82313"/>
                </a:lnTo>
                <a:lnTo>
                  <a:pt x="23649" y="82899"/>
                </a:lnTo>
                <a:lnTo>
                  <a:pt x="24174" y="83468"/>
                </a:lnTo>
                <a:lnTo>
                  <a:pt x="24710" y="84022"/>
                </a:lnTo>
                <a:lnTo>
                  <a:pt x="25256" y="84560"/>
                </a:lnTo>
                <a:lnTo>
                  <a:pt x="25813" y="85083"/>
                </a:lnTo>
                <a:lnTo>
                  <a:pt x="26381" y="85589"/>
                </a:lnTo>
                <a:lnTo>
                  <a:pt x="26959" y="86080"/>
                </a:lnTo>
                <a:lnTo>
                  <a:pt x="27547" y="86555"/>
                </a:lnTo>
                <a:lnTo>
                  <a:pt x="28146" y="87014"/>
                </a:lnTo>
                <a:lnTo>
                  <a:pt x="28756" y="87458"/>
                </a:lnTo>
                <a:lnTo>
                  <a:pt x="29376" y="87885"/>
                </a:lnTo>
                <a:lnTo>
                  <a:pt x="30007" y="88297"/>
                </a:lnTo>
                <a:lnTo>
                  <a:pt x="30646" y="88692"/>
                </a:lnTo>
                <a:lnTo>
                  <a:pt x="31292" y="89071"/>
                </a:lnTo>
                <a:lnTo>
                  <a:pt x="31944" y="89433"/>
                </a:lnTo>
                <a:lnTo>
                  <a:pt x="32603" y="89778"/>
                </a:lnTo>
                <a:lnTo>
                  <a:pt x="33268" y="90106"/>
                </a:lnTo>
                <a:lnTo>
                  <a:pt x="33939" y="90418"/>
                </a:lnTo>
                <a:lnTo>
                  <a:pt x="34617" y="90712"/>
                </a:lnTo>
                <a:lnTo>
                  <a:pt x="35301" y="90990"/>
                </a:lnTo>
                <a:lnTo>
                  <a:pt x="35992" y="91251"/>
                </a:lnTo>
                <a:lnTo>
                  <a:pt x="36689" y="91495"/>
                </a:lnTo>
                <a:lnTo>
                  <a:pt x="37392" y="91722"/>
                </a:lnTo>
                <a:lnTo>
                  <a:pt x="38102" y="91932"/>
                </a:lnTo>
                <a:lnTo>
                  <a:pt x="38818" y="92126"/>
                </a:lnTo>
                <a:lnTo>
                  <a:pt x="39541" y="92303"/>
                </a:lnTo>
                <a:lnTo>
                  <a:pt x="40270" y="92462"/>
                </a:lnTo>
                <a:lnTo>
                  <a:pt x="41006" y="92605"/>
                </a:lnTo>
                <a:lnTo>
                  <a:pt x="41748" y="92732"/>
                </a:lnTo>
                <a:lnTo>
                  <a:pt x="42496" y="92841"/>
                </a:lnTo>
                <a:lnTo>
                  <a:pt x="43251" y="92934"/>
                </a:lnTo>
                <a:lnTo>
                  <a:pt x="44012" y="93009"/>
                </a:lnTo>
                <a:lnTo>
                  <a:pt x="44780" y="93068"/>
                </a:lnTo>
                <a:lnTo>
                  <a:pt x="45554" y="93110"/>
                </a:lnTo>
                <a:lnTo>
                  <a:pt x="46335" y="93136"/>
                </a:lnTo>
                <a:lnTo>
                  <a:pt x="47122" y="93144"/>
                </a:lnTo>
                <a:lnTo>
                  <a:pt x="47860" y="93136"/>
                </a:lnTo>
                <a:lnTo>
                  <a:pt x="48594" y="93111"/>
                </a:lnTo>
                <a:lnTo>
                  <a:pt x="49323" y="93069"/>
                </a:lnTo>
                <a:lnTo>
                  <a:pt x="50049" y="93011"/>
                </a:lnTo>
                <a:lnTo>
                  <a:pt x="50771" y="92936"/>
                </a:lnTo>
                <a:lnTo>
                  <a:pt x="51488" y="92844"/>
                </a:lnTo>
                <a:lnTo>
                  <a:pt x="52201" y="92736"/>
                </a:lnTo>
                <a:lnTo>
                  <a:pt x="52910" y="92611"/>
                </a:lnTo>
                <a:lnTo>
                  <a:pt x="53615" y="92469"/>
                </a:lnTo>
                <a:lnTo>
                  <a:pt x="54315" y="92311"/>
                </a:lnTo>
                <a:lnTo>
                  <a:pt x="55012" y="92136"/>
                </a:lnTo>
                <a:lnTo>
                  <a:pt x="55704" y="91945"/>
                </a:lnTo>
                <a:lnTo>
                  <a:pt x="56392" y="91737"/>
                </a:lnTo>
                <a:lnTo>
                  <a:pt x="57076" y="91512"/>
                </a:lnTo>
                <a:lnTo>
                  <a:pt x="57756" y="91270"/>
                </a:lnTo>
                <a:lnTo>
                  <a:pt x="58432" y="91012"/>
                </a:lnTo>
                <a:lnTo>
                  <a:pt x="59103" y="90737"/>
                </a:lnTo>
                <a:lnTo>
                  <a:pt x="59770" y="90446"/>
                </a:lnTo>
                <a:lnTo>
                  <a:pt x="60433" y="90138"/>
                </a:lnTo>
                <a:lnTo>
                  <a:pt x="61092" y="89813"/>
                </a:lnTo>
                <a:lnTo>
                  <a:pt x="61747" y="89471"/>
                </a:lnTo>
                <a:lnTo>
                  <a:pt x="62398" y="89113"/>
                </a:lnTo>
                <a:lnTo>
                  <a:pt x="63044" y="88738"/>
                </a:lnTo>
                <a:lnTo>
                  <a:pt x="63687" y="88347"/>
                </a:lnTo>
                <a:lnTo>
                  <a:pt x="64322" y="87939"/>
                </a:lnTo>
                <a:lnTo>
                  <a:pt x="64946" y="87516"/>
                </a:lnTo>
                <a:lnTo>
                  <a:pt x="65561" y="87077"/>
                </a:lnTo>
                <a:lnTo>
                  <a:pt x="66165" y="86623"/>
                </a:lnTo>
                <a:lnTo>
                  <a:pt x="66758" y="86153"/>
                </a:lnTo>
                <a:lnTo>
                  <a:pt x="67341" y="85667"/>
                </a:lnTo>
                <a:lnTo>
                  <a:pt x="67914" y="85166"/>
                </a:lnTo>
                <a:lnTo>
                  <a:pt x="68476" y="84649"/>
                </a:lnTo>
                <a:lnTo>
                  <a:pt x="69028" y="84117"/>
                </a:lnTo>
                <a:lnTo>
                  <a:pt x="69570" y="83569"/>
                </a:lnTo>
                <a:lnTo>
                  <a:pt x="70101" y="83005"/>
                </a:lnTo>
                <a:lnTo>
                  <a:pt x="70622" y="82425"/>
                </a:lnTo>
                <a:lnTo>
                  <a:pt x="71132" y="81831"/>
                </a:lnTo>
                <a:lnTo>
                  <a:pt x="71632" y="81220"/>
                </a:lnTo>
                <a:lnTo>
                  <a:pt x="72122" y="80594"/>
                </a:lnTo>
                <a:lnTo>
                  <a:pt x="72601" y="79952"/>
                </a:lnTo>
                <a:lnTo>
                  <a:pt x="73070" y="79295"/>
                </a:lnTo>
                <a:lnTo>
                  <a:pt x="73528" y="78622"/>
                </a:lnTo>
                <a:lnTo>
                  <a:pt x="73930" y="78003"/>
                </a:lnTo>
                <a:lnTo>
                  <a:pt x="74034" y="78263"/>
                </a:lnTo>
                <a:lnTo>
                  <a:pt x="74321" y="78956"/>
                </a:lnTo>
                <a:lnTo>
                  <a:pt x="74611" y="79631"/>
                </a:lnTo>
                <a:lnTo>
                  <a:pt x="74905" y="80291"/>
                </a:lnTo>
                <a:lnTo>
                  <a:pt x="75202" y="80933"/>
                </a:lnTo>
                <a:lnTo>
                  <a:pt x="75504" y="81560"/>
                </a:lnTo>
                <a:lnTo>
                  <a:pt x="75808" y="82169"/>
                </a:lnTo>
                <a:lnTo>
                  <a:pt x="76117" y="82763"/>
                </a:lnTo>
                <a:lnTo>
                  <a:pt x="76429" y="83340"/>
                </a:lnTo>
                <a:lnTo>
                  <a:pt x="76745" y="83900"/>
                </a:lnTo>
                <a:lnTo>
                  <a:pt x="77064" y="84444"/>
                </a:lnTo>
                <a:lnTo>
                  <a:pt x="77387" y="84971"/>
                </a:lnTo>
                <a:lnTo>
                  <a:pt x="77713" y="85482"/>
                </a:lnTo>
                <a:lnTo>
                  <a:pt x="78044" y="85976"/>
                </a:lnTo>
                <a:lnTo>
                  <a:pt x="78378" y="86454"/>
                </a:lnTo>
                <a:lnTo>
                  <a:pt x="78715" y="86916"/>
                </a:lnTo>
                <a:lnTo>
                  <a:pt x="79056" y="87361"/>
                </a:lnTo>
                <a:lnTo>
                  <a:pt x="79401" y="87789"/>
                </a:lnTo>
                <a:lnTo>
                  <a:pt x="79750" y="88201"/>
                </a:lnTo>
                <a:lnTo>
                  <a:pt x="80102" y="88597"/>
                </a:lnTo>
                <a:lnTo>
                  <a:pt x="80459" y="88976"/>
                </a:lnTo>
                <a:lnTo>
                  <a:pt x="80823" y="89339"/>
                </a:lnTo>
                <a:lnTo>
                  <a:pt x="81193" y="89686"/>
                </a:lnTo>
                <a:lnTo>
                  <a:pt x="81569" y="90017"/>
                </a:lnTo>
                <a:lnTo>
                  <a:pt x="81952" y="90331"/>
                </a:lnTo>
                <a:lnTo>
                  <a:pt x="82341" y="90630"/>
                </a:lnTo>
                <a:lnTo>
                  <a:pt x="82737" y="90912"/>
                </a:lnTo>
                <a:lnTo>
                  <a:pt x="83139" y="91179"/>
                </a:lnTo>
                <a:lnTo>
                  <a:pt x="83547" y="91429"/>
                </a:lnTo>
                <a:lnTo>
                  <a:pt x="83962" y="91663"/>
                </a:lnTo>
                <a:lnTo>
                  <a:pt x="84384" y="91880"/>
                </a:lnTo>
                <a:lnTo>
                  <a:pt x="84812" y="92082"/>
                </a:lnTo>
                <a:lnTo>
                  <a:pt x="85246" y="92268"/>
                </a:lnTo>
                <a:lnTo>
                  <a:pt x="85686" y="92437"/>
                </a:lnTo>
                <a:lnTo>
                  <a:pt x="86133" y="92590"/>
                </a:lnTo>
                <a:lnTo>
                  <a:pt x="86587" y="92728"/>
                </a:lnTo>
                <a:lnTo>
                  <a:pt x="87047" y="92849"/>
                </a:lnTo>
                <a:lnTo>
                  <a:pt x="87513" y="92954"/>
                </a:lnTo>
                <a:lnTo>
                  <a:pt x="87986" y="93042"/>
                </a:lnTo>
                <a:lnTo>
                  <a:pt x="88465" y="93115"/>
                </a:lnTo>
                <a:lnTo>
                  <a:pt x="88950" y="93171"/>
                </a:lnTo>
                <a:lnTo>
                  <a:pt x="89442" y="93212"/>
                </a:lnTo>
                <a:lnTo>
                  <a:pt x="89941" y="93236"/>
                </a:lnTo>
                <a:lnTo>
                  <a:pt x="90446" y="93244"/>
                </a:lnTo>
                <a:lnTo>
                  <a:pt x="90771" y="93239"/>
                </a:lnTo>
                <a:lnTo>
                  <a:pt x="91096" y="93223"/>
                </a:lnTo>
                <a:lnTo>
                  <a:pt x="91422" y="93197"/>
                </a:lnTo>
                <a:lnTo>
                  <a:pt x="91748" y="93161"/>
                </a:lnTo>
                <a:lnTo>
                  <a:pt x="92074" y="93114"/>
                </a:lnTo>
                <a:lnTo>
                  <a:pt x="92401" y="93057"/>
                </a:lnTo>
                <a:lnTo>
                  <a:pt x="92728" y="92989"/>
                </a:lnTo>
                <a:lnTo>
                  <a:pt x="93055" y="92911"/>
                </a:lnTo>
                <a:lnTo>
                  <a:pt x="93383" y="92822"/>
                </a:lnTo>
                <a:lnTo>
                  <a:pt x="93711" y="92723"/>
                </a:lnTo>
                <a:lnTo>
                  <a:pt x="94039" y="92614"/>
                </a:lnTo>
                <a:lnTo>
                  <a:pt x="94368" y="92494"/>
                </a:lnTo>
                <a:lnTo>
                  <a:pt x="94697" y="92364"/>
                </a:lnTo>
                <a:lnTo>
                  <a:pt x="95027" y="92224"/>
                </a:lnTo>
                <a:lnTo>
                  <a:pt x="95357" y="92073"/>
                </a:lnTo>
                <a:lnTo>
                  <a:pt x="95687" y="91911"/>
                </a:lnTo>
                <a:lnTo>
                  <a:pt x="96017" y="91740"/>
                </a:lnTo>
                <a:lnTo>
                  <a:pt x="96348" y="91557"/>
                </a:lnTo>
                <a:lnTo>
                  <a:pt x="96680" y="91365"/>
                </a:lnTo>
                <a:lnTo>
                  <a:pt x="97011" y="91162"/>
                </a:lnTo>
                <a:lnTo>
                  <a:pt x="97343" y="90948"/>
                </a:lnTo>
                <a:lnTo>
                  <a:pt x="97675" y="90725"/>
                </a:lnTo>
                <a:lnTo>
                  <a:pt x="98008" y="90490"/>
                </a:lnTo>
                <a:lnTo>
                  <a:pt x="98341" y="90246"/>
                </a:lnTo>
                <a:lnTo>
                  <a:pt x="98672" y="89990"/>
                </a:lnTo>
                <a:lnTo>
                  <a:pt x="99001" y="89722"/>
                </a:lnTo>
                <a:lnTo>
                  <a:pt x="99325" y="89442"/>
                </a:lnTo>
                <a:lnTo>
                  <a:pt x="99647" y="89149"/>
                </a:lnTo>
                <a:lnTo>
                  <a:pt x="99965" y="88845"/>
                </a:lnTo>
                <a:lnTo>
                  <a:pt x="100280" y="88528"/>
                </a:lnTo>
                <a:lnTo>
                  <a:pt x="100592" y="88199"/>
                </a:lnTo>
                <a:lnTo>
                  <a:pt x="100900" y="87858"/>
                </a:lnTo>
                <a:lnTo>
                  <a:pt x="101206" y="87505"/>
                </a:lnTo>
                <a:lnTo>
                  <a:pt x="101507" y="87140"/>
                </a:lnTo>
                <a:lnTo>
                  <a:pt x="101806" y="86763"/>
                </a:lnTo>
                <a:lnTo>
                  <a:pt x="102101" y="86373"/>
                </a:lnTo>
                <a:lnTo>
                  <a:pt x="102393" y="85971"/>
                </a:lnTo>
                <a:lnTo>
                  <a:pt x="102682" y="85558"/>
                </a:lnTo>
                <a:lnTo>
                  <a:pt x="102967" y="85132"/>
                </a:lnTo>
                <a:lnTo>
                  <a:pt x="103249" y="84694"/>
                </a:lnTo>
                <a:lnTo>
                  <a:pt x="103528" y="84243"/>
                </a:lnTo>
                <a:lnTo>
                  <a:pt x="103803" y="83781"/>
                </a:lnTo>
                <a:lnTo>
                  <a:pt x="104075" y="83306"/>
                </a:lnTo>
                <a:lnTo>
                  <a:pt x="104344" y="82820"/>
                </a:lnTo>
                <a:lnTo>
                  <a:pt x="104610" y="82321"/>
                </a:lnTo>
                <a:lnTo>
                  <a:pt x="104872" y="81810"/>
                </a:lnTo>
                <a:lnTo>
                  <a:pt x="104997" y="81558"/>
                </a:lnTo>
                <a:lnTo>
                  <a:pt x="105151" y="81932"/>
                </a:lnTo>
                <a:lnTo>
                  <a:pt x="105562" y="82861"/>
                </a:lnTo>
                <a:lnTo>
                  <a:pt x="105986" y="83759"/>
                </a:lnTo>
                <a:lnTo>
                  <a:pt x="106422" y="84624"/>
                </a:lnTo>
                <a:lnTo>
                  <a:pt x="106872" y="85458"/>
                </a:lnTo>
                <a:lnTo>
                  <a:pt x="107335" y="86259"/>
                </a:lnTo>
                <a:lnTo>
                  <a:pt x="107810" y="87029"/>
                </a:lnTo>
                <a:lnTo>
                  <a:pt x="108299" y="87767"/>
                </a:lnTo>
                <a:lnTo>
                  <a:pt x="108801" y="88473"/>
                </a:lnTo>
                <a:lnTo>
                  <a:pt x="109316" y="89146"/>
                </a:lnTo>
                <a:lnTo>
                  <a:pt x="109840" y="89791"/>
                </a:lnTo>
                <a:lnTo>
                  <a:pt x="110372" y="90407"/>
                </a:lnTo>
                <a:lnTo>
                  <a:pt x="110912" y="90997"/>
                </a:lnTo>
                <a:lnTo>
                  <a:pt x="111458" y="91559"/>
                </a:lnTo>
                <a:lnTo>
                  <a:pt x="112011" y="92093"/>
                </a:lnTo>
                <a:lnTo>
                  <a:pt x="112572" y="92601"/>
                </a:lnTo>
                <a:lnTo>
                  <a:pt x="113139" y="93080"/>
                </a:lnTo>
                <a:lnTo>
                  <a:pt x="113714" y="93533"/>
                </a:lnTo>
                <a:lnTo>
                  <a:pt x="114296" y="93958"/>
                </a:lnTo>
                <a:lnTo>
                  <a:pt x="114885" y="94355"/>
                </a:lnTo>
                <a:lnTo>
                  <a:pt x="115482" y="94725"/>
                </a:lnTo>
                <a:lnTo>
                  <a:pt x="116085" y="95068"/>
                </a:lnTo>
                <a:lnTo>
                  <a:pt x="116695" y="95383"/>
                </a:lnTo>
                <a:lnTo>
                  <a:pt x="117313" y="95671"/>
                </a:lnTo>
                <a:lnTo>
                  <a:pt x="117938" y="95931"/>
                </a:lnTo>
                <a:lnTo>
                  <a:pt x="118570" y="96164"/>
                </a:lnTo>
                <a:lnTo>
                  <a:pt x="119209" y="96370"/>
                </a:lnTo>
                <a:lnTo>
                  <a:pt x="119855" y="96548"/>
                </a:lnTo>
                <a:lnTo>
                  <a:pt x="120508" y="96699"/>
                </a:lnTo>
                <a:lnTo>
                  <a:pt x="121169" y="96822"/>
                </a:lnTo>
                <a:lnTo>
                  <a:pt x="121836" y="96918"/>
                </a:lnTo>
                <a:lnTo>
                  <a:pt x="122511" y="96987"/>
                </a:lnTo>
                <a:lnTo>
                  <a:pt x="123193" y="97028"/>
                </a:lnTo>
                <a:lnTo>
                  <a:pt x="123882" y="97042"/>
                </a:lnTo>
                <a:lnTo>
                  <a:pt x="124448" y="97034"/>
                </a:lnTo>
                <a:lnTo>
                  <a:pt x="125010" y="97010"/>
                </a:lnTo>
                <a:lnTo>
                  <a:pt x="125569" y="96971"/>
                </a:lnTo>
                <a:lnTo>
                  <a:pt x="126125" y="96917"/>
                </a:lnTo>
                <a:lnTo>
                  <a:pt x="126677" y="96846"/>
                </a:lnTo>
                <a:lnTo>
                  <a:pt x="127226" y="96761"/>
                </a:lnTo>
                <a:lnTo>
                  <a:pt x="127772" y="96659"/>
                </a:lnTo>
                <a:lnTo>
                  <a:pt x="128315" y="96542"/>
                </a:lnTo>
                <a:lnTo>
                  <a:pt x="128854" y="96409"/>
                </a:lnTo>
                <a:lnTo>
                  <a:pt x="129390" y="96261"/>
                </a:lnTo>
                <a:lnTo>
                  <a:pt x="129923" y="96097"/>
                </a:lnTo>
                <a:lnTo>
                  <a:pt x="130452" y="95917"/>
                </a:lnTo>
                <a:lnTo>
                  <a:pt x="130978" y="95722"/>
                </a:lnTo>
                <a:lnTo>
                  <a:pt x="131501" y="95511"/>
                </a:lnTo>
                <a:lnTo>
                  <a:pt x="132020" y="95285"/>
                </a:lnTo>
                <a:lnTo>
                  <a:pt x="132536" y="95043"/>
                </a:lnTo>
                <a:lnTo>
                  <a:pt x="133049" y="94785"/>
                </a:lnTo>
                <a:lnTo>
                  <a:pt x="133559" y="94512"/>
                </a:lnTo>
                <a:lnTo>
                  <a:pt x="134065" y="94223"/>
                </a:lnTo>
                <a:lnTo>
                  <a:pt x="134568" y="93919"/>
                </a:lnTo>
                <a:lnTo>
                  <a:pt x="135067" y="93598"/>
                </a:lnTo>
                <a:lnTo>
                  <a:pt x="135563" y="93263"/>
                </a:lnTo>
                <a:lnTo>
                  <a:pt x="136056" y="92911"/>
                </a:lnTo>
                <a:lnTo>
                  <a:pt x="136546" y="92544"/>
                </a:lnTo>
                <a:lnTo>
                  <a:pt x="137030" y="92160"/>
                </a:lnTo>
                <a:lnTo>
                  <a:pt x="137506" y="91755"/>
                </a:lnTo>
                <a:lnTo>
                  <a:pt x="137975" y="91330"/>
                </a:lnTo>
                <a:lnTo>
                  <a:pt x="138435" y="90884"/>
                </a:lnTo>
                <a:lnTo>
                  <a:pt x="138888" y="90419"/>
                </a:lnTo>
                <a:lnTo>
                  <a:pt x="139333" y="89933"/>
                </a:lnTo>
                <a:lnTo>
                  <a:pt x="139770" y="89428"/>
                </a:lnTo>
                <a:lnTo>
                  <a:pt x="140200" y="88902"/>
                </a:lnTo>
                <a:lnTo>
                  <a:pt x="140621" y="88356"/>
                </a:lnTo>
                <a:lnTo>
                  <a:pt x="141035" y="87790"/>
                </a:lnTo>
                <a:lnTo>
                  <a:pt x="141441" y="87204"/>
                </a:lnTo>
                <a:lnTo>
                  <a:pt x="141839" y="86598"/>
                </a:lnTo>
                <a:lnTo>
                  <a:pt x="142229" y="85972"/>
                </a:lnTo>
                <a:lnTo>
                  <a:pt x="142612" y="85325"/>
                </a:lnTo>
                <a:lnTo>
                  <a:pt x="142986" y="84659"/>
                </a:lnTo>
                <a:lnTo>
                  <a:pt x="143353" y="83972"/>
                </a:lnTo>
                <a:lnTo>
                  <a:pt x="143712" y="83265"/>
                </a:lnTo>
                <a:lnTo>
                  <a:pt x="144063" y="82538"/>
                </a:lnTo>
                <a:lnTo>
                  <a:pt x="144407" y="81791"/>
                </a:lnTo>
                <a:lnTo>
                  <a:pt x="144742" y="81024"/>
                </a:lnTo>
                <a:lnTo>
                  <a:pt x="145070" y="80236"/>
                </a:lnTo>
                <a:lnTo>
                  <a:pt x="145390" y="79429"/>
                </a:lnTo>
                <a:lnTo>
                  <a:pt x="145702" y="78601"/>
                </a:lnTo>
                <a:lnTo>
                  <a:pt x="146006" y="77753"/>
                </a:lnTo>
                <a:lnTo>
                  <a:pt x="146300" y="76883"/>
                </a:lnTo>
                <a:lnTo>
                  <a:pt x="146582" y="75988"/>
                </a:lnTo>
                <a:lnTo>
                  <a:pt x="146851" y="75067"/>
                </a:lnTo>
                <a:lnTo>
                  <a:pt x="147107" y="74122"/>
                </a:lnTo>
                <a:lnTo>
                  <a:pt x="147351" y="73152"/>
                </a:lnTo>
                <a:lnTo>
                  <a:pt x="147583" y="72157"/>
                </a:lnTo>
                <a:lnTo>
                  <a:pt x="147802" y="71136"/>
                </a:lnTo>
                <a:lnTo>
                  <a:pt x="148008" y="70091"/>
                </a:lnTo>
                <a:lnTo>
                  <a:pt x="148202" y="69021"/>
                </a:lnTo>
                <a:lnTo>
                  <a:pt x="148384" y="67926"/>
                </a:lnTo>
                <a:lnTo>
                  <a:pt x="148553" y="66806"/>
                </a:lnTo>
                <a:lnTo>
                  <a:pt x="148709" y="65661"/>
                </a:lnTo>
                <a:lnTo>
                  <a:pt x="148853" y="64490"/>
                </a:lnTo>
                <a:lnTo>
                  <a:pt x="148984" y="63295"/>
                </a:lnTo>
                <a:lnTo>
                  <a:pt x="149103" y="62075"/>
                </a:lnTo>
                <a:lnTo>
                  <a:pt x="149210" y="60830"/>
                </a:lnTo>
                <a:lnTo>
                  <a:pt x="149304" y="59560"/>
                </a:lnTo>
                <a:lnTo>
                  <a:pt x="149385" y="58265"/>
                </a:lnTo>
                <a:lnTo>
                  <a:pt x="149454" y="56945"/>
                </a:lnTo>
                <a:lnTo>
                  <a:pt x="149510" y="55600"/>
                </a:lnTo>
                <a:lnTo>
                  <a:pt x="149554" y="54230"/>
                </a:lnTo>
                <a:lnTo>
                  <a:pt x="149585" y="52835"/>
                </a:lnTo>
                <a:lnTo>
                  <a:pt x="149604" y="51415"/>
                </a:lnTo>
                <a:lnTo>
                  <a:pt x="149610" y="49970"/>
                </a:lnTo>
                <a:lnTo>
                  <a:pt x="149595" y="47958"/>
                </a:lnTo>
                <a:lnTo>
                  <a:pt x="149550" y="45986"/>
                </a:lnTo>
                <a:lnTo>
                  <a:pt x="149476" y="44055"/>
                </a:lnTo>
                <a:lnTo>
                  <a:pt x="149371" y="42164"/>
                </a:lnTo>
                <a:lnTo>
                  <a:pt x="149236" y="40313"/>
                </a:lnTo>
                <a:lnTo>
                  <a:pt x="149072" y="38502"/>
                </a:lnTo>
                <a:lnTo>
                  <a:pt x="148878" y="36731"/>
                </a:lnTo>
                <a:lnTo>
                  <a:pt x="148653" y="35001"/>
                </a:lnTo>
                <a:lnTo>
                  <a:pt x="148399" y="33311"/>
                </a:lnTo>
                <a:lnTo>
                  <a:pt x="148115" y="31662"/>
                </a:lnTo>
                <a:lnTo>
                  <a:pt x="147801" y="30052"/>
                </a:lnTo>
                <a:lnTo>
                  <a:pt x="147457" y="28483"/>
                </a:lnTo>
                <a:lnTo>
                  <a:pt x="147084" y="26954"/>
                </a:lnTo>
                <a:lnTo>
                  <a:pt x="146680" y="25465"/>
                </a:lnTo>
                <a:lnTo>
                  <a:pt x="146247" y="24017"/>
                </a:lnTo>
                <a:lnTo>
                  <a:pt x="145783" y="22609"/>
                </a:lnTo>
                <a:lnTo>
                  <a:pt x="145290" y="21241"/>
                </a:lnTo>
                <a:lnTo>
                  <a:pt x="144767" y="19913"/>
                </a:lnTo>
                <a:lnTo>
                  <a:pt x="144214" y="18626"/>
                </a:lnTo>
                <a:lnTo>
                  <a:pt x="143631" y="17378"/>
                </a:lnTo>
                <a:lnTo>
                  <a:pt x="143018" y="16172"/>
                </a:lnTo>
                <a:lnTo>
                  <a:pt x="142375" y="15005"/>
                </a:lnTo>
                <a:lnTo>
                  <a:pt x="141702" y="13878"/>
                </a:lnTo>
                <a:lnTo>
                  <a:pt x="141000" y="12792"/>
                </a:lnTo>
                <a:lnTo>
                  <a:pt x="140273" y="11749"/>
                </a:lnTo>
                <a:lnTo>
                  <a:pt x="139528" y="10749"/>
                </a:lnTo>
                <a:lnTo>
                  <a:pt x="138763" y="9794"/>
                </a:lnTo>
                <a:lnTo>
                  <a:pt x="137980" y="8884"/>
                </a:lnTo>
                <a:lnTo>
                  <a:pt x="137178" y="8017"/>
                </a:lnTo>
                <a:lnTo>
                  <a:pt x="136358" y="7196"/>
                </a:lnTo>
                <a:lnTo>
                  <a:pt x="135519" y="6418"/>
                </a:lnTo>
                <a:lnTo>
                  <a:pt x="134660" y="5685"/>
                </a:lnTo>
                <a:lnTo>
                  <a:pt x="133783" y="4997"/>
                </a:lnTo>
                <a:lnTo>
                  <a:pt x="132888" y="4353"/>
                </a:lnTo>
                <a:lnTo>
                  <a:pt x="131973" y="3753"/>
                </a:lnTo>
                <a:lnTo>
                  <a:pt x="131040" y="3198"/>
                </a:lnTo>
                <a:lnTo>
                  <a:pt x="130088" y="2687"/>
                </a:lnTo>
                <a:lnTo>
                  <a:pt x="129117" y="2221"/>
                </a:lnTo>
                <a:lnTo>
                  <a:pt x="128128" y="1799"/>
                </a:lnTo>
                <a:lnTo>
                  <a:pt x="127119" y="1421"/>
                </a:lnTo>
                <a:lnTo>
                  <a:pt x="126092" y="1088"/>
                </a:lnTo>
                <a:lnTo>
                  <a:pt x="125046" y="800"/>
                </a:lnTo>
                <a:lnTo>
                  <a:pt x="123981" y="555"/>
                </a:lnTo>
                <a:lnTo>
                  <a:pt x="122898" y="355"/>
                </a:lnTo>
                <a:lnTo>
                  <a:pt x="121795" y="200"/>
                </a:lnTo>
                <a:lnTo>
                  <a:pt x="120674" y="89"/>
                </a:lnTo>
                <a:lnTo>
                  <a:pt x="119534" y="22"/>
                </a:lnTo>
                <a:lnTo>
                  <a:pt x="118376" y="0"/>
                </a:lnTo>
                <a:lnTo>
                  <a:pt x="117237" y="19"/>
                </a:lnTo>
                <a:lnTo>
                  <a:pt x="116122" y="77"/>
                </a:lnTo>
                <a:lnTo>
                  <a:pt x="115033" y="174"/>
                </a:lnTo>
                <a:lnTo>
                  <a:pt x="113968" y="310"/>
                </a:lnTo>
                <a:lnTo>
                  <a:pt x="112927" y="484"/>
                </a:lnTo>
                <a:lnTo>
                  <a:pt x="111912" y="696"/>
                </a:lnTo>
                <a:lnTo>
                  <a:pt x="110921" y="948"/>
                </a:lnTo>
                <a:lnTo>
                  <a:pt x="109955" y="1238"/>
                </a:lnTo>
                <a:lnTo>
                  <a:pt x="109013" y="1567"/>
                </a:lnTo>
                <a:lnTo>
                  <a:pt x="108096" y="1935"/>
                </a:lnTo>
                <a:lnTo>
                  <a:pt x="107204" y="2341"/>
                </a:lnTo>
                <a:lnTo>
                  <a:pt x="106337" y="2786"/>
                </a:lnTo>
                <a:lnTo>
                  <a:pt x="105494" y="3269"/>
                </a:lnTo>
                <a:lnTo>
                  <a:pt x="104676" y="3792"/>
                </a:lnTo>
                <a:lnTo>
                  <a:pt x="103883" y="4353"/>
                </a:lnTo>
                <a:lnTo>
                  <a:pt x="103114" y="4953"/>
                </a:lnTo>
                <a:lnTo>
                  <a:pt x="102370" y="5591"/>
                </a:lnTo>
                <a:lnTo>
                  <a:pt x="101651" y="6268"/>
                </a:lnTo>
                <a:lnTo>
                  <a:pt x="100956" y="6984"/>
                </a:lnTo>
                <a:lnTo>
                  <a:pt x="100286" y="7738"/>
                </a:lnTo>
                <a:lnTo>
                  <a:pt x="99641" y="8532"/>
                </a:lnTo>
                <a:lnTo>
                  <a:pt x="99021" y="9363"/>
                </a:lnTo>
                <a:lnTo>
                  <a:pt x="98425" y="10234"/>
                </a:lnTo>
                <a:lnTo>
                  <a:pt x="97854" y="11143"/>
                </a:lnTo>
                <a:lnTo>
                  <a:pt x="97306" y="12095"/>
                </a:lnTo>
                <a:lnTo>
                  <a:pt x="96782" y="13092"/>
                </a:lnTo>
                <a:lnTo>
                  <a:pt x="96281" y="14134"/>
                </a:lnTo>
                <a:lnTo>
                  <a:pt x="95804" y="15223"/>
                </a:lnTo>
                <a:lnTo>
                  <a:pt x="95350" y="16357"/>
                </a:lnTo>
                <a:lnTo>
                  <a:pt x="94919" y="17536"/>
                </a:lnTo>
                <a:lnTo>
                  <a:pt x="94511" y="18762"/>
                </a:lnTo>
                <a:lnTo>
                  <a:pt x="94127" y="20032"/>
                </a:lnTo>
                <a:lnTo>
                  <a:pt x="93766" y="21349"/>
                </a:lnTo>
                <a:lnTo>
                  <a:pt x="93428" y="22711"/>
                </a:lnTo>
                <a:lnTo>
                  <a:pt x="93114" y="24119"/>
                </a:lnTo>
                <a:lnTo>
                  <a:pt x="92822" y="25572"/>
                </a:lnTo>
                <a:lnTo>
                  <a:pt x="92554" y="27071"/>
                </a:lnTo>
                <a:lnTo>
                  <a:pt x="92310" y="28616"/>
                </a:lnTo>
                <a:lnTo>
                  <a:pt x="92089" y="30206"/>
                </a:lnTo>
                <a:lnTo>
                  <a:pt x="91891" y="31842"/>
                </a:lnTo>
                <a:lnTo>
                  <a:pt x="91716" y="33524"/>
                </a:lnTo>
                <a:lnTo>
                  <a:pt x="91565" y="35251"/>
                </a:lnTo>
                <a:lnTo>
                  <a:pt x="91436" y="37024"/>
                </a:lnTo>
                <a:lnTo>
                  <a:pt x="91332" y="38842"/>
                </a:lnTo>
                <a:lnTo>
                  <a:pt x="91250" y="40706"/>
                </a:lnTo>
                <a:lnTo>
                  <a:pt x="91192" y="42616"/>
                </a:lnTo>
                <a:lnTo>
                  <a:pt x="91157" y="44571"/>
                </a:lnTo>
                <a:lnTo>
                  <a:pt x="91145" y="46572"/>
                </a:lnTo>
                <a:lnTo>
                  <a:pt x="91145" y="48971"/>
                </a:lnTo>
                <a:lnTo>
                  <a:pt x="91144" y="49746"/>
                </a:lnTo>
                <a:lnTo>
                  <a:pt x="91141" y="50508"/>
                </a:lnTo>
                <a:lnTo>
                  <a:pt x="91135" y="51256"/>
                </a:lnTo>
                <a:lnTo>
                  <a:pt x="91127" y="51990"/>
                </a:lnTo>
                <a:lnTo>
                  <a:pt x="91117" y="52709"/>
                </a:lnTo>
                <a:lnTo>
                  <a:pt x="91105" y="53415"/>
                </a:lnTo>
                <a:lnTo>
                  <a:pt x="91090" y="54106"/>
                </a:lnTo>
                <a:lnTo>
                  <a:pt x="91073" y="54784"/>
                </a:lnTo>
                <a:lnTo>
                  <a:pt x="91054" y="55447"/>
                </a:lnTo>
                <a:lnTo>
                  <a:pt x="91032" y="56097"/>
                </a:lnTo>
                <a:lnTo>
                  <a:pt x="91009" y="56732"/>
                </a:lnTo>
                <a:lnTo>
                  <a:pt x="90983" y="57353"/>
                </a:lnTo>
                <a:lnTo>
                  <a:pt x="90955" y="57960"/>
                </a:lnTo>
                <a:lnTo>
                  <a:pt x="90924" y="58553"/>
                </a:lnTo>
                <a:lnTo>
                  <a:pt x="90891" y="59132"/>
                </a:lnTo>
                <a:lnTo>
                  <a:pt x="90857" y="59697"/>
                </a:lnTo>
                <a:lnTo>
                  <a:pt x="90819" y="60248"/>
                </a:lnTo>
                <a:lnTo>
                  <a:pt x="90780" y="60785"/>
                </a:lnTo>
                <a:lnTo>
                  <a:pt x="90738" y="61308"/>
                </a:lnTo>
                <a:lnTo>
                  <a:pt x="90694" y="61817"/>
                </a:lnTo>
                <a:lnTo>
                  <a:pt x="90648" y="62312"/>
                </a:lnTo>
                <a:lnTo>
                  <a:pt x="90599" y="62792"/>
                </a:lnTo>
                <a:lnTo>
                  <a:pt x="90549" y="63259"/>
                </a:lnTo>
                <a:lnTo>
                  <a:pt x="90496" y="63712"/>
                </a:lnTo>
                <a:lnTo>
                  <a:pt x="90440" y="64152"/>
                </a:lnTo>
                <a:lnTo>
                  <a:pt x="90383" y="64581"/>
                </a:lnTo>
                <a:lnTo>
                  <a:pt x="90323" y="64998"/>
                </a:lnTo>
                <a:lnTo>
                  <a:pt x="90261" y="65405"/>
                </a:lnTo>
                <a:lnTo>
                  <a:pt x="90197" y="65801"/>
                </a:lnTo>
                <a:lnTo>
                  <a:pt x="90130" y="66185"/>
                </a:lnTo>
                <a:lnTo>
                  <a:pt x="90061" y="66559"/>
                </a:lnTo>
                <a:lnTo>
                  <a:pt x="89990" y="66921"/>
                </a:lnTo>
                <a:lnTo>
                  <a:pt x="89917" y="67272"/>
                </a:lnTo>
                <a:lnTo>
                  <a:pt x="89842" y="67612"/>
                </a:lnTo>
                <a:lnTo>
                  <a:pt x="89764" y="67941"/>
                </a:lnTo>
                <a:lnTo>
                  <a:pt x="89684" y="68259"/>
                </a:lnTo>
                <a:lnTo>
                  <a:pt x="89601" y="68566"/>
                </a:lnTo>
                <a:lnTo>
                  <a:pt x="89517" y="68861"/>
                </a:lnTo>
                <a:lnTo>
                  <a:pt x="89430" y="69146"/>
                </a:lnTo>
                <a:lnTo>
                  <a:pt x="89341" y="69419"/>
                </a:lnTo>
                <a:lnTo>
                  <a:pt x="89249" y="69682"/>
                </a:lnTo>
                <a:lnTo>
                  <a:pt x="89156" y="69933"/>
                </a:lnTo>
                <a:lnTo>
                  <a:pt x="89060" y="70173"/>
                </a:lnTo>
                <a:lnTo>
                  <a:pt x="88962" y="70402"/>
                </a:lnTo>
                <a:lnTo>
                  <a:pt x="88861" y="70620"/>
                </a:lnTo>
                <a:lnTo>
                  <a:pt x="88759" y="70827"/>
                </a:lnTo>
                <a:lnTo>
                  <a:pt x="88654" y="71023"/>
                </a:lnTo>
                <a:lnTo>
                  <a:pt x="88547" y="71207"/>
                </a:lnTo>
                <a:lnTo>
                  <a:pt x="88437" y="71383"/>
                </a:lnTo>
                <a:lnTo>
                  <a:pt x="88326" y="71550"/>
                </a:lnTo>
                <a:lnTo>
                  <a:pt x="88213" y="71711"/>
                </a:lnTo>
                <a:lnTo>
                  <a:pt x="88097" y="71864"/>
                </a:lnTo>
                <a:lnTo>
                  <a:pt x="87979" y="72009"/>
                </a:lnTo>
                <a:lnTo>
                  <a:pt x="87860" y="72147"/>
                </a:lnTo>
                <a:lnTo>
                  <a:pt x="87738" y="72278"/>
                </a:lnTo>
                <a:lnTo>
                  <a:pt x="87614" y="72401"/>
                </a:lnTo>
                <a:lnTo>
                  <a:pt x="87488" y="72517"/>
                </a:lnTo>
                <a:lnTo>
                  <a:pt x="87360" y="72625"/>
                </a:lnTo>
                <a:lnTo>
                  <a:pt x="87230" y="72725"/>
                </a:lnTo>
                <a:lnTo>
                  <a:pt x="87098" y="72819"/>
                </a:lnTo>
                <a:lnTo>
                  <a:pt x="86963" y="72905"/>
                </a:lnTo>
                <a:lnTo>
                  <a:pt x="86827" y="72983"/>
                </a:lnTo>
                <a:lnTo>
                  <a:pt x="86689" y="73054"/>
                </a:lnTo>
                <a:lnTo>
                  <a:pt x="86548" y="73117"/>
                </a:lnTo>
                <a:lnTo>
                  <a:pt x="86405" y="73173"/>
                </a:lnTo>
                <a:lnTo>
                  <a:pt x="86261" y="73222"/>
                </a:lnTo>
                <a:lnTo>
                  <a:pt x="86114" y="73263"/>
                </a:lnTo>
                <a:lnTo>
                  <a:pt x="85965" y="73296"/>
                </a:lnTo>
                <a:lnTo>
                  <a:pt x="85814" y="73322"/>
                </a:lnTo>
                <a:lnTo>
                  <a:pt x="85661" y="73341"/>
                </a:lnTo>
                <a:lnTo>
                  <a:pt x="85506" y="73352"/>
                </a:lnTo>
                <a:lnTo>
                  <a:pt x="85349" y="73356"/>
                </a:lnTo>
                <a:lnTo>
                  <a:pt x="85125" y="73350"/>
                </a:lnTo>
                <a:lnTo>
                  <a:pt x="84905" y="73331"/>
                </a:lnTo>
                <a:lnTo>
                  <a:pt x="84687" y="73300"/>
                </a:lnTo>
                <a:lnTo>
                  <a:pt x="84473" y="73256"/>
                </a:lnTo>
                <a:lnTo>
                  <a:pt x="84261" y="73200"/>
                </a:lnTo>
                <a:lnTo>
                  <a:pt x="84053" y="73131"/>
                </a:lnTo>
                <a:lnTo>
                  <a:pt x="83847" y="73050"/>
                </a:lnTo>
                <a:lnTo>
                  <a:pt x="83644" y="72956"/>
                </a:lnTo>
                <a:lnTo>
                  <a:pt x="83444" y="72850"/>
                </a:lnTo>
                <a:lnTo>
                  <a:pt x="83248" y="72731"/>
                </a:lnTo>
                <a:lnTo>
                  <a:pt x="83054" y="72600"/>
                </a:lnTo>
                <a:lnTo>
                  <a:pt x="82863" y="72456"/>
                </a:lnTo>
                <a:lnTo>
                  <a:pt x="82675" y="72300"/>
                </a:lnTo>
                <a:lnTo>
                  <a:pt x="82490" y="72132"/>
                </a:lnTo>
                <a:lnTo>
                  <a:pt x="82308" y="71951"/>
                </a:lnTo>
                <a:lnTo>
                  <a:pt x="82128" y="71757"/>
                </a:lnTo>
                <a:lnTo>
                  <a:pt x="81952" y="71551"/>
                </a:lnTo>
                <a:lnTo>
                  <a:pt x="81779" y="71332"/>
                </a:lnTo>
                <a:lnTo>
                  <a:pt x="81609" y="71101"/>
                </a:lnTo>
                <a:lnTo>
                  <a:pt x="81441" y="70857"/>
                </a:lnTo>
                <a:lnTo>
                  <a:pt x="81277" y="70601"/>
                </a:lnTo>
                <a:lnTo>
                  <a:pt x="81115" y="70333"/>
                </a:lnTo>
                <a:lnTo>
                  <a:pt x="80957" y="70052"/>
                </a:lnTo>
                <a:lnTo>
                  <a:pt x="80801" y="69758"/>
                </a:lnTo>
                <a:lnTo>
                  <a:pt x="80648" y="69455"/>
                </a:lnTo>
                <a:lnTo>
                  <a:pt x="80497" y="69146"/>
                </a:lnTo>
                <a:lnTo>
                  <a:pt x="80348" y="68831"/>
                </a:lnTo>
                <a:lnTo>
                  <a:pt x="80200" y="68509"/>
                </a:lnTo>
                <a:lnTo>
                  <a:pt x="80055" y="68181"/>
                </a:lnTo>
                <a:lnTo>
                  <a:pt x="79911" y="67847"/>
                </a:lnTo>
                <a:lnTo>
                  <a:pt x="79770" y="67506"/>
                </a:lnTo>
                <a:lnTo>
                  <a:pt x="79630" y="67160"/>
                </a:lnTo>
                <a:lnTo>
                  <a:pt x="79492" y="66807"/>
                </a:lnTo>
                <a:lnTo>
                  <a:pt x="79356" y="66448"/>
                </a:lnTo>
                <a:lnTo>
                  <a:pt x="79222" y="66082"/>
                </a:lnTo>
                <a:lnTo>
                  <a:pt x="79146" y="65868"/>
                </a:lnTo>
                <a:lnTo>
                  <a:pt x="79155" y="65833"/>
                </a:lnTo>
                <a:lnTo>
                  <a:pt x="79375" y="64917"/>
                </a:lnTo>
                <a:lnTo>
                  <a:pt x="79579" y="63987"/>
                </a:lnTo>
                <a:lnTo>
                  <a:pt x="79766" y="63043"/>
                </a:lnTo>
                <a:lnTo>
                  <a:pt x="79937" y="62086"/>
                </a:lnTo>
                <a:lnTo>
                  <a:pt x="80092" y="61115"/>
                </a:lnTo>
                <a:lnTo>
                  <a:pt x="80230" y="60131"/>
                </a:lnTo>
                <a:lnTo>
                  <a:pt x="80352" y="59133"/>
                </a:lnTo>
                <a:lnTo>
                  <a:pt x="80458" y="58121"/>
                </a:lnTo>
                <a:lnTo>
                  <a:pt x="80548" y="57096"/>
                </a:lnTo>
                <a:lnTo>
                  <a:pt x="80621" y="56058"/>
                </a:lnTo>
                <a:lnTo>
                  <a:pt x="80678" y="55006"/>
                </a:lnTo>
                <a:lnTo>
                  <a:pt x="80719" y="53941"/>
                </a:lnTo>
                <a:lnTo>
                  <a:pt x="80743" y="52861"/>
                </a:lnTo>
                <a:lnTo>
                  <a:pt x="80751" y="51769"/>
                </a:lnTo>
                <a:lnTo>
                  <a:pt x="80744" y="50603"/>
                </a:lnTo>
                <a:lnTo>
                  <a:pt x="80720" y="49454"/>
                </a:lnTo>
                <a:lnTo>
                  <a:pt x="80680" y="48322"/>
                </a:lnTo>
                <a:lnTo>
                  <a:pt x="80624" y="47206"/>
                </a:lnTo>
                <a:lnTo>
                  <a:pt x="80552" y="46108"/>
                </a:lnTo>
                <a:lnTo>
                  <a:pt x="80465" y="45026"/>
                </a:lnTo>
                <a:lnTo>
                  <a:pt x="80361" y="43961"/>
                </a:lnTo>
                <a:lnTo>
                  <a:pt x="80241" y="42913"/>
                </a:lnTo>
                <a:lnTo>
                  <a:pt x="80106" y="41882"/>
                </a:lnTo>
                <a:lnTo>
                  <a:pt x="79954" y="40867"/>
                </a:lnTo>
                <a:lnTo>
                  <a:pt x="79787" y="39870"/>
                </a:lnTo>
                <a:lnTo>
                  <a:pt x="79604" y="38889"/>
                </a:lnTo>
                <a:lnTo>
                  <a:pt x="79404" y="37925"/>
                </a:lnTo>
                <a:lnTo>
                  <a:pt x="79189" y="36978"/>
                </a:lnTo>
                <a:lnTo>
                  <a:pt x="78958" y="36048"/>
                </a:lnTo>
                <a:lnTo>
                  <a:pt x="78711" y="35134"/>
                </a:lnTo>
                <a:lnTo>
                  <a:pt x="78448" y="34238"/>
                </a:lnTo>
                <a:lnTo>
                  <a:pt x="78169" y="33358"/>
                </a:lnTo>
                <a:lnTo>
                  <a:pt x="77874" y="32495"/>
                </a:lnTo>
                <a:lnTo>
                  <a:pt x="77563" y="31649"/>
                </a:lnTo>
                <a:lnTo>
                  <a:pt x="77236" y="30820"/>
                </a:lnTo>
                <a:lnTo>
                  <a:pt x="76894" y="30007"/>
                </a:lnTo>
                <a:lnTo>
                  <a:pt x="76535" y="29212"/>
                </a:lnTo>
                <a:lnTo>
                  <a:pt x="76160" y="28433"/>
                </a:lnTo>
                <a:lnTo>
                  <a:pt x="75773" y="27671"/>
                </a:lnTo>
                <a:lnTo>
                  <a:pt x="75374" y="26924"/>
                </a:lnTo>
                <a:lnTo>
                  <a:pt x="74964" y="26194"/>
                </a:lnTo>
                <a:lnTo>
                  <a:pt x="74544" y="25479"/>
                </a:lnTo>
                <a:lnTo>
                  <a:pt x="74113" y="24781"/>
                </a:lnTo>
                <a:lnTo>
                  <a:pt x="73672" y="24098"/>
                </a:lnTo>
                <a:lnTo>
                  <a:pt x="73219" y="23431"/>
                </a:lnTo>
                <a:lnTo>
                  <a:pt x="72756" y="22781"/>
                </a:lnTo>
                <a:lnTo>
                  <a:pt x="72282" y="22146"/>
                </a:lnTo>
                <a:lnTo>
                  <a:pt x="71798" y="21527"/>
                </a:lnTo>
                <a:lnTo>
                  <a:pt x="71303" y="20925"/>
                </a:lnTo>
                <a:lnTo>
                  <a:pt x="70797" y="20338"/>
                </a:lnTo>
                <a:lnTo>
                  <a:pt x="70280" y="19767"/>
                </a:lnTo>
                <a:lnTo>
                  <a:pt x="69752" y="19212"/>
                </a:lnTo>
                <a:lnTo>
                  <a:pt x="69214" y="18673"/>
                </a:lnTo>
                <a:lnTo>
                  <a:pt x="68665" y="18150"/>
                </a:lnTo>
                <a:lnTo>
                  <a:pt x="68105" y="17643"/>
                </a:lnTo>
                <a:lnTo>
                  <a:pt x="67535" y="17152"/>
                </a:lnTo>
                <a:lnTo>
                  <a:pt x="66954" y="16677"/>
                </a:lnTo>
                <a:lnTo>
                  <a:pt x="66362" y="16218"/>
                </a:lnTo>
                <a:lnTo>
                  <a:pt x="65759" y="15775"/>
                </a:lnTo>
                <a:lnTo>
                  <a:pt x="65146" y="15348"/>
                </a:lnTo>
                <a:lnTo>
                  <a:pt x="64521" y="14937"/>
                </a:lnTo>
                <a:lnTo>
                  <a:pt x="63887" y="14541"/>
                </a:lnTo>
                <a:lnTo>
                  <a:pt x="63244" y="14162"/>
                </a:lnTo>
                <a:lnTo>
                  <a:pt x="62596" y="13799"/>
                </a:lnTo>
                <a:lnTo>
                  <a:pt x="61944" y="13452"/>
                </a:lnTo>
                <a:lnTo>
                  <a:pt x="61287" y="13121"/>
                </a:lnTo>
                <a:lnTo>
                  <a:pt x="60625" y="12807"/>
                </a:lnTo>
                <a:lnTo>
                  <a:pt x="59958" y="12508"/>
                </a:lnTo>
                <a:lnTo>
                  <a:pt x="59286" y="12226"/>
                </a:lnTo>
                <a:lnTo>
                  <a:pt x="58609" y="11959"/>
                </a:lnTo>
                <a:lnTo>
                  <a:pt x="57928" y="11709"/>
                </a:lnTo>
                <a:lnTo>
                  <a:pt x="57241" y="11475"/>
                </a:lnTo>
                <a:lnTo>
                  <a:pt x="56550" y="11258"/>
                </a:lnTo>
                <a:lnTo>
                  <a:pt x="55854" y="11056"/>
                </a:lnTo>
                <a:lnTo>
                  <a:pt x="55153" y="10870"/>
                </a:lnTo>
                <a:lnTo>
                  <a:pt x="54447" y="10701"/>
                </a:lnTo>
                <a:lnTo>
                  <a:pt x="53736" y="10548"/>
                </a:lnTo>
                <a:lnTo>
                  <a:pt x="53021" y="10410"/>
                </a:lnTo>
                <a:lnTo>
                  <a:pt x="52301" y="10289"/>
                </a:lnTo>
                <a:lnTo>
                  <a:pt x="51575" y="10185"/>
                </a:lnTo>
                <a:lnTo>
                  <a:pt x="50845" y="10096"/>
                </a:lnTo>
                <a:lnTo>
                  <a:pt x="50110" y="10023"/>
                </a:lnTo>
                <a:lnTo>
                  <a:pt x="49370" y="9967"/>
                </a:lnTo>
                <a:lnTo>
                  <a:pt x="48626" y="9926"/>
                </a:lnTo>
                <a:lnTo>
                  <a:pt x="47876" y="9902"/>
                </a:lnTo>
                <a:lnTo>
                  <a:pt x="47122" y="9894"/>
                </a:lnTo>
                <a:lnTo>
                  <a:pt x="46335" y="9902"/>
                </a:lnTo>
                <a:lnTo>
                  <a:pt x="45554" y="9926"/>
                </a:lnTo>
                <a:lnTo>
                  <a:pt x="44780" y="9965"/>
                </a:lnTo>
                <a:lnTo>
                  <a:pt x="44012" y="10020"/>
                </a:lnTo>
                <a:lnTo>
                  <a:pt x="43251" y="10091"/>
                </a:lnTo>
                <a:lnTo>
                  <a:pt x="42496" y="10178"/>
                </a:lnTo>
                <a:lnTo>
                  <a:pt x="41748" y="10281"/>
                </a:lnTo>
                <a:lnTo>
                  <a:pt x="41006" y="10399"/>
                </a:lnTo>
                <a:lnTo>
                  <a:pt x="40270" y="10534"/>
                </a:lnTo>
                <a:lnTo>
                  <a:pt x="39541" y="10684"/>
                </a:lnTo>
                <a:lnTo>
                  <a:pt x="38818" y="10849"/>
                </a:lnTo>
                <a:lnTo>
                  <a:pt x="38102" y="11031"/>
                </a:lnTo>
                <a:lnTo>
                  <a:pt x="37392" y="11228"/>
                </a:lnTo>
                <a:lnTo>
                  <a:pt x="36689" y="11441"/>
                </a:lnTo>
                <a:lnTo>
                  <a:pt x="35992" y="11670"/>
                </a:lnTo>
                <a:lnTo>
                  <a:pt x="35301" y="11915"/>
                </a:lnTo>
                <a:lnTo>
                  <a:pt x="34617" y="12176"/>
                </a:lnTo>
                <a:lnTo>
                  <a:pt x="33939" y="12452"/>
                </a:lnTo>
                <a:lnTo>
                  <a:pt x="33268" y="12744"/>
                </a:lnTo>
                <a:lnTo>
                  <a:pt x="32603" y="13052"/>
                </a:lnTo>
                <a:lnTo>
                  <a:pt x="31944" y="13376"/>
                </a:lnTo>
                <a:lnTo>
                  <a:pt x="31292" y="13715"/>
                </a:lnTo>
                <a:lnTo>
                  <a:pt x="30646" y="14070"/>
                </a:lnTo>
                <a:lnTo>
                  <a:pt x="30007" y="14441"/>
                </a:lnTo>
                <a:lnTo>
                  <a:pt x="29376" y="14828"/>
                </a:lnTo>
                <a:lnTo>
                  <a:pt x="28756" y="15231"/>
                </a:lnTo>
                <a:lnTo>
                  <a:pt x="28146" y="15650"/>
                </a:lnTo>
                <a:lnTo>
                  <a:pt x="27547" y="16085"/>
                </a:lnTo>
                <a:lnTo>
                  <a:pt x="26959" y="16536"/>
                </a:lnTo>
                <a:lnTo>
                  <a:pt x="26381" y="17002"/>
                </a:lnTo>
                <a:lnTo>
                  <a:pt x="25813" y="17485"/>
                </a:lnTo>
                <a:lnTo>
                  <a:pt x="25256" y="17984"/>
                </a:lnTo>
                <a:lnTo>
                  <a:pt x="24710" y="18498"/>
                </a:lnTo>
                <a:lnTo>
                  <a:pt x="24174" y="19029"/>
                </a:lnTo>
                <a:lnTo>
                  <a:pt x="23649" y="19575"/>
                </a:lnTo>
                <a:lnTo>
                  <a:pt x="23320" y="19935"/>
                </a:lnTo>
                <a:lnTo>
                  <a:pt x="23274" y="19876"/>
                </a:lnTo>
                <a:lnTo>
                  <a:pt x="22979" y="19468"/>
                </a:lnTo>
                <a:close/>
                <a:moveTo>
                  <a:pt x="132964" y="53191"/>
                </a:moveTo>
                <a:lnTo>
                  <a:pt x="132920" y="54087"/>
                </a:lnTo>
                <a:lnTo>
                  <a:pt x="132863" y="54960"/>
                </a:lnTo>
                <a:lnTo>
                  <a:pt x="132794" y="55810"/>
                </a:lnTo>
                <a:lnTo>
                  <a:pt x="132713" y="56638"/>
                </a:lnTo>
                <a:lnTo>
                  <a:pt x="132619" y="57443"/>
                </a:lnTo>
                <a:lnTo>
                  <a:pt x="132512" y="58226"/>
                </a:lnTo>
                <a:lnTo>
                  <a:pt x="132393" y="58986"/>
                </a:lnTo>
                <a:lnTo>
                  <a:pt x="132261" y="59724"/>
                </a:lnTo>
                <a:lnTo>
                  <a:pt x="132117" y="60439"/>
                </a:lnTo>
                <a:lnTo>
                  <a:pt x="131960" y="61131"/>
                </a:lnTo>
                <a:lnTo>
                  <a:pt x="131790" y="61801"/>
                </a:lnTo>
                <a:lnTo>
                  <a:pt x="131609" y="62448"/>
                </a:lnTo>
                <a:lnTo>
                  <a:pt x="131414" y="63073"/>
                </a:lnTo>
                <a:lnTo>
                  <a:pt x="131207" y="63675"/>
                </a:lnTo>
                <a:lnTo>
                  <a:pt x="130988" y="64255"/>
                </a:lnTo>
                <a:lnTo>
                  <a:pt x="130755" y="64812"/>
                </a:lnTo>
                <a:lnTo>
                  <a:pt x="130511" y="65347"/>
                </a:lnTo>
                <a:lnTo>
                  <a:pt x="130254" y="65859"/>
                </a:lnTo>
                <a:lnTo>
                  <a:pt x="129984" y="66348"/>
                </a:lnTo>
                <a:lnTo>
                  <a:pt x="129701" y="66815"/>
                </a:lnTo>
                <a:lnTo>
                  <a:pt x="129407" y="67260"/>
                </a:lnTo>
                <a:lnTo>
                  <a:pt x="129104" y="67684"/>
                </a:lnTo>
                <a:lnTo>
                  <a:pt x="128800" y="68090"/>
                </a:lnTo>
                <a:lnTo>
                  <a:pt x="128494" y="68478"/>
                </a:lnTo>
                <a:lnTo>
                  <a:pt x="128185" y="68848"/>
                </a:lnTo>
                <a:lnTo>
                  <a:pt x="127875" y="69199"/>
                </a:lnTo>
                <a:lnTo>
                  <a:pt x="127562" y="69533"/>
                </a:lnTo>
                <a:lnTo>
                  <a:pt x="127247" y="69849"/>
                </a:lnTo>
                <a:lnTo>
                  <a:pt x="126930" y="70147"/>
                </a:lnTo>
                <a:lnTo>
                  <a:pt x="126611" y="70426"/>
                </a:lnTo>
                <a:lnTo>
                  <a:pt x="126290" y="70688"/>
                </a:lnTo>
                <a:lnTo>
                  <a:pt x="125967" y="70932"/>
                </a:lnTo>
                <a:lnTo>
                  <a:pt x="125642" y="71157"/>
                </a:lnTo>
                <a:lnTo>
                  <a:pt x="125314" y="71365"/>
                </a:lnTo>
                <a:lnTo>
                  <a:pt x="124985" y="71554"/>
                </a:lnTo>
                <a:lnTo>
                  <a:pt x="124653" y="71726"/>
                </a:lnTo>
                <a:lnTo>
                  <a:pt x="124319" y="71879"/>
                </a:lnTo>
                <a:lnTo>
                  <a:pt x="123984" y="72014"/>
                </a:lnTo>
                <a:lnTo>
                  <a:pt x="123646" y="72132"/>
                </a:lnTo>
                <a:lnTo>
                  <a:pt x="123306" y="72231"/>
                </a:lnTo>
                <a:lnTo>
                  <a:pt x="122963" y="72312"/>
                </a:lnTo>
                <a:lnTo>
                  <a:pt x="122619" y="72375"/>
                </a:lnTo>
                <a:lnTo>
                  <a:pt x="122273" y="72420"/>
                </a:lnTo>
                <a:lnTo>
                  <a:pt x="121924" y="72447"/>
                </a:lnTo>
                <a:lnTo>
                  <a:pt x="121574" y="72456"/>
                </a:lnTo>
                <a:lnTo>
                  <a:pt x="121274" y="72452"/>
                </a:lnTo>
                <a:lnTo>
                  <a:pt x="120977" y="72439"/>
                </a:lnTo>
                <a:lnTo>
                  <a:pt x="120684" y="72418"/>
                </a:lnTo>
                <a:lnTo>
                  <a:pt x="120393" y="72388"/>
                </a:lnTo>
                <a:lnTo>
                  <a:pt x="120105" y="72350"/>
                </a:lnTo>
                <a:lnTo>
                  <a:pt x="119820" y="72303"/>
                </a:lnTo>
                <a:lnTo>
                  <a:pt x="119539" y="72248"/>
                </a:lnTo>
                <a:lnTo>
                  <a:pt x="119260" y="72184"/>
                </a:lnTo>
                <a:lnTo>
                  <a:pt x="118984" y="72112"/>
                </a:lnTo>
                <a:lnTo>
                  <a:pt x="118711" y="72031"/>
                </a:lnTo>
                <a:lnTo>
                  <a:pt x="118441" y="71942"/>
                </a:lnTo>
                <a:lnTo>
                  <a:pt x="118174" y="71844"/>
                </a:lnTo>
                <a:lnTo>
                  <a:pt x="117909" y="71738"/>
                </a:lnTo>
                <a:lnTo>
                  <a:pt x="117648" y="71623"/>
                </a:lnTo>
                <a:lnTo>
                  <a:pt x="117390" y="71500"/>
                </a:lnTo>
                <a:lnTo>
                  <a:pt x="117135" y="71368"/>
                </a:lnTo>
                <a:lnTo>
                  <a:pt x="116883" y="71228"/>
                </a:lnTo>
                <a:lnTo>
                  <a:pt x="116633" y="71079"/>
                </a:lnTo>
                <a:lnTo>
                  <a:pt x="116387" y="70922"/>
                </a:lnTo>
                <a:lnTo>
                  <a:pt x="116143" y="70756"/>
                </a:lnTo>
                <a:lnTo>
                  <a:pt x="115903" y="70582"/>
                </a:lnTo>
                <a:lnTo>
                  <a:pt x="115666" y="70399"/>
                </a:lnTo>
                <a:lnTo>
                  <a:pt x="115431" y="70208"/>
                </a:lnTo>
                <a:lnTo>
                  <a:pt x="115200" y="70008"/>
                </a:lnTo>
                <a:lnTo>
                  <a:pt x="114972" y="69801"/>
                </a:lnTo>
                <a:lnTo>
                  <a:pt x="114748" y="69590"/>
                </a:lnTo>
                <a:lnTo>
                  <a:pt x="114529" y="69373"/>
                </a:lnTo>
                <a:lnTo>
                  <a:pt x="114314" y="69152"/>
                </a:lnTo>
                <a:lnTo>
                  <a:pt x="114104" y="68925"/>
                </a:lnTo>
                <a:lnTo>
                  <a:pt x="113898" y="68693"/>
                </a:lnTo>
                <a:lnTo>
                  <a:pt x="113696" y="68456"/>
                </a:lnTo>
                <a:lnTo>
                  <a:pt x="113498" y="68215"/>
                </a:lnTo>
                <a:lnTo>
                  <a:pt x="113305" y="67968"/>
                </a:lnTo>
                <a:lnTo>
                  <a:pt x="113117" y="67716"/>
                </a:lnTo>
                <a:lnTo>
                  <a:pt x="112932" y="67459"/>
                </a:lnTo>
                <a:lnTo>
                  <a:pt x="112753" y="67197"/>
                </a:lnTo>
                <a:lnTo>
                  <a:pt x="112577" y="66930"/>
                </a:lnTo>
                <a:lnTo>
                  <a:pt x="112406" y="66658"/>
                </a:lnTo>
                <a:lnTo>
                  <a:pt x="112239" y="66381"/>
                </a:lnTo>
                <a:lnTo>
                  <a:pt x="112076" y="66099"/>
                </a:lnTo>
                <a:lnTo>
                  <a:pt x="111918" y="65812"/>
                </a:lnTo>
                <a:lnTo>
                  <a:pt x="111764" y="65520"/>
                </a:lnTo>
                <a:lnTo>
                  <a:pt x="111615" y="65223"/>
                </a:lnTo>
                <a:lnTo>
                  <a:pt x="111470" y="64921"/>
                </a:lnTo>
                <a:lnTo>
                  <a:pt x="111329" y="64614"/>
                </a:lnTo>
                <a:lnTo>
                  <a:pt x="111193" y="64301"/>
                </a:lnTo>
                <a:lnTo>
                  <a:pt x="111061" y="63984"/>
                </a:lnTo>
                <a:lnTo>
                  <a:pt x="110933" y="63662"/>
                </a:lnTo>
                <a:lnTo>
                  <a:pt x="110933" y="45872"/>
                </a:lnTo>
                <a:lnTo>
                  <a:pt x="110935" y="45270"/>
                </a:lnTo>
                <a:lnTo>
                  <a:pt x="110942" y="44677"/>
                </a:lnTo>
                <a:lnTo>
                  <a:pt x="110952" y="44094"/>
                </a:lnTo>
                <a:lnTo>
                  <a:pt x="110967" y="43521"/>
                </a:lnTo>
                <a:lnTo>
                  <a:pt x="110986" y="42958"/>
                </a:lnTo>
                <a:lnTo>
                  <a:pt x="111008" y="42406"/>
                </a:lnTo>
                <a:lnTo>
                  <a:pt x="111036" y="41863"/>
                </a:lnTo>
                <a:lnTo>
                  <a:pt x="111067" y="41331"/>
                </a:lnTo>
                <a:lnTo>
                  <a:pt x="111102" y="40808"/>
                </a:lnTo>
                <a:lnTo>
                  <a:pt x="111142" y="40296"/>
                </a:lnTo>
                <a:lnTo>
                  <a:pt x="111186" y="39794"/>
                </a:lnTo>
                <a:lnTo>
                  <a:pt x="111234" y="39301"/>
                </a:lnTo>
                <a:lnTo>
                  <a:pt x="111286" y="38819"/>
                </a:lnTo>
                <a:lnTo>
                  <a:pt x="111342" y="38347"/>
                </a:lnTo>
                <a:lnTo>
                  <a:pt x="111403" y="37885"/>
                </a:lnTo>
                <a:lnTo>
                  <a:pt x="111468" y="37433"/>
                </a:lnTo>
                <a:lnTo>
                  <a:pt x="111537" y="36991"/>
                </a:lnTo>
                <a:lnTo>
                  <a:pt x="111610" y="36559"/>
                </a:lnTo>
                <a:lnTo>
                  <a:pt x="111687" y="36137"/>
                </a:lnTo>
                <a:lnTo>
                  <a:pt x="111768" y="35726"/>
                </a:lnTo>
                <a:lnTo>
                  <a:pt x="111854" y="35324"/>
                </a:lnTo>
                <a:lnTo>
                  <a:pt x="111944" y="34932"/>
                </a:lnTo>
                <a:lnTo>
                  <a:pt x="112038" y="34551"/>
                </a:lnTo>
                <a:lnTo>
                  <a:pt x="112136" y="34179"/>
                </a:lnTo>
                <a:lnTo>
                  <a:pt x="112238" y="33817"/>
                </a:lnTo>
                <a:lnTo>
                  <a:pt x="112344" y="33464"/>
                </a:lnTo>
                <a:lnTo>
                  <a:pt x="112453" y="33119"/>
                </a:lnTo>
                <a:lnTo>
                  <a:pt x="112565" y="32783"/>
                </a:lnTo>
                <a:lnTo>
                  <a:pt x="112682" y="32456"/>
                </a:lnTo>
                <a:lnTo>
                  <a:pt x="112801" y="32137"/>
                </a:lnTo>
                <a:lnTo>
                  <a:pt x="112924" y="31827"/>
                </a:lnTo>
                <a:lnTo>
                  <a:pt x="113051" y="31526"/>
                </a:lnTo>
                <a:lnTo>
                  <a:pt x="113181" y="31233"/>
                </a:lnTo>
                <a:lnTo>
                  <a:pt x="113314" y="30949"/>
                </a:lnTo>
                <a:lnTo>
                  <a:pt x="113451" y="30673"/>
                </a:lnTo>
                <a:lnTo>
                  <a:pt x="113592" y="30407"/>
                </a:lnTo>
                <a:lnTo>
                  <a:pt x="113736" y="30149"/>
                </a:lnTo>
                <a:lnTo>
                  <a:pt x="113883" y="29899"/>
                </a:lnTo>
                <a:lnTo>
                  <a:pt x="114034" y="29659"/>
                </a:lnTo>
                <a:lnTo>
                  <a:pt x="114189" y="29427"/>
                </a:lnTo>
                <a:lnTo>
                  <a:pt x="114347" y="29203"/>
                </a:lnTo>
                <a:lnTo>
                  <a:pt x="114508" y="28989"/>
                </a:lnTo>
                <a:lnTo>
                  <a:pt x="114673" y="28783"/>
                </a:lnTo>
                <a:lnTo>
                  <a:pt x="114841" y="28586"/>
                </a:lnTo>
                <a:lnTo>
                  <a:pt x="115013" y="28397"/>
                </a:lnTo>
                <a:lnTo>
                  <a:pt x="115188" y="28217"/>
                </a:lnTo>
                <a:lnTo>
                  <a:pt x="115367" y="28046"/>
                </a:lnTo>
                <a:lnTo>
                  <a:pt x="115549" y="27883"/>
                </a:lnTo>
                <a:lnTo>
                  <a:pt x="115735" y="27728"/>
                </a:lnTo>
                <a:lnTo>
                  <a:pt x="115925" y="27580"/>
                </a:lnTo>
                <a:lnTo>
                  <a:pt x="116118" y="27438"/>
                </a:lnTo>
                <a:lnTo>
                  <a:pt x="116314" y="27303"/>
                </a:lnTo>
                <a:lnTo>
                  <a:pt x="116514" y="27174"/>
                </a:lnTo>
                <a:lnTo>
                  <a:pt x="116718" y="27052"/>
                </a:lnTo>
                <a:lnTo>
                  <a:pt x="116924" y="26937"/>
                </a:lnTo>
                <a:lnTo>
                  <a:pt x="117135" y="26828"/>
                </a:lnTo>
                <a:lnTo>
                  <a:pt x="117349" y="26726"/>
                </a:lnTo>
                <a:lnTo>
                  <a:pt x="117566" y="26631"/>
                </a:lnTo>
                <a:lnTo>
                  <a:pt x="117787" y="26542"/>
                </a:lnTo>
                <a:lnTo>
                  <a:pt x="118011" y="26459"/>
                </a:lnTo>
                <a:lnTo>
                  <a:pt x="118239" y="26383"/>
                </a:lnTo>
                <a:lnTo>
                  <a:pt x="118470" y="26314"/>
                </a:lnTo>
                <a:lnTo>
                  <a:pt x="118705" y="26251"/>
                </a:lnTo>
                <a:lnTo>
                  <a:pt x="118943" y="26195"/>
                </a:lnTo>
                <a:lnTo>
                  <a:pt x="119185" y="26146"/>
                </a:lnTo>
                <a:lnTo>
                  <a:pt x="119430" y="26103"/>
                </a:lnTo>
                <a:lnTo>
                  <a:pt x="119679" y="26067"/>
                </a:lnTo>
                <a:lnTo>
                  <a:pt x="119931" y="26037"/>
                </a:lnTo>
                <a:lnTo>
                  <a:pt x="120186" y="26014"/>
                </a:lnTo>
                <a:lnTo>
                  <a:pt x="120446" y="25998"/>
                </a:lnTo>
                <a:lnTo>
                  <a:pt x="120708" y="25988"/>
                </a:lnTo>
                <a:lnTo>
                  <a:pt x="120974" y="25984"/>
                </a:lnTo>
                <a:lnTo>
                  <a:pt x="121390" y="25994"/>
                </a:lnTo>
                <a:lnTo>
                  <a:pt x="121800" y="26023"/>
                </a:lnTo>
                <a:lnTo>
                  <a:pt x="122205" y="26070"/>
                </a:lnTo>
                <a:lnTo>
                  <a:pt x="122605" y="26137"/>
                </a:lnTo>
                <a:lnTo>
                  <a:pt x="123000" y="26223"/>
                </a:lnTo>
                <a:lnTo>
                  <a:pt x="123390" y="26328"/>
                </a:lnTo>
                <a:lnTo>
                  <a:pt x="123774" y="26452"/>
                </a:lnTo>
                <a:lnTo>
                  <a:pt x="124153" y="26595"/>
                </a:lnTo>
                <a:lnTo>
                  <a:pt x="124527" y="26757"/>
                </a:lnTo>
                <a:lnTo>
                  <a:pt x="124895" y="26939"/>
                </a:lnTo>
                <a:lnTo>
                  <a:pt x="125259" y="27139"/>
                </a:lnTo>
                <a:lnTo>
                  <a:pt x="125617" y="27359"/>
                </a:lnTo>
                <a:lnTo>
                  <a:pt x="125970" y="27597"/>
                </a:lnTo>
                <a:lnTo>
                  <a:pt x="126317" y="27855"/>
                </a:lnTo>
                <a:lnTo>
                  <a:pt x="126660" y="28132"/>
                </a:lnTo>
                <a:lnTo>
                  <a:pt x="126997" y="28427"/>
                </a:lnTo>
                <a:lnTo>
                  <a:pt x="127329" y="28742"/>
                </a:lnTo>
                <a:lnTo>
                  <a:pt x="127656" y="29076"/>
                </a:lnTo>
                <a:lnTo>
                  <a:pt x="127977" y="29429"/>
                </a:lnTo>
                <a:lnTo>
                  <a:pt x="128294" y="29802"/>
                </a:lnTo>
                <a:lnTo>
                  <a:pt x="128605" y="30193"/>
                </a:lnTo>
                <a:lnTo>
                  <a:pt x="128911" y="30603"/>
                </a:lnTo>
                <a:lnTo>
                  <a:pt x="129211" y="31033"/>
                </a:lnTo>
                <a:lnTo>
                  <a:pt x="129507" y="31481"/>
                </a:lnTo>
                <a:lnTo>
                  <a:pt x="129793" y="31953"/>
                </a:lnTo>
                <a:lnTo>
                  <a:pt x="130068" y="32452"/>
                </a:lnTo>
                <a:lnTo>
                  <a:pt x="130330" y="32979"/>
                </a:lnTo>
                <a:lnTo>
                  <a:pt x="130580" y="33533"/>
                </a:lnTo>
                <a:lnTo>
                  <a:pt x="130818" y="34114"/>
                </a:lnTo>
                <a:lnTo>
                  <a:pt x="131044" y="34723"/>
                </a:lnTo>
                <a:lnTo>
                  <a:pt x="131257" y="35359"/>
                </a:lnTo>
                <a:lnTo>
                  <a:pt x="131459" y="36023"/>
                </a:lnTo>
                <a:lnTo>
                  <a:pt x="131648" y="36714"/>
                </a:lnTo>
                <a:lnTo>
                  <a:pt x="131824" y="37432"/>
                </a:lnTo>
                <a:lnTo>
                  <a:pt x="131989" y="38178"/>
                </a:lnTo>
                <a:lnTo>
                  <a:pt x="132142" y="38952"/>
                </a:lnTo>
                <a:lnTo>
                  <a:pt x="132282" y="39752"/>
                </a:lnTo>
                <a:lnTo>
                  <a:pt x="132410" y="40580"/>
                </a:lnTo>
                <a:lnTo>
                  <a:pt x="132526" y="41436"/>
                </a:lnTo>
                <a:lnTo>
                  <a:pt x="132630" y="42319"/>
                </a:lnTo>
                <a:lnTo>
                  <a:pt x="132721" y="43229"/>
                </a:lnTo>
                <a:lnTo>
                  <a:pt x="132800" y="44167"/>
                </a:lnTo>
                <a:lnTo>
                  <a:pt x="132868" y="45132"/>
                </a:lnTo>
                <a:lnTo>
                  <a:pt x="132922" y="46125"/>
                </a:lnTo>
                <a:lnTo>
                  <a:pt x="132965" y="47145"/>
                </a:lnTo>
                <a:lnTo>
                  <a:pt x="132996" y="48193"/>
                </a:lnTo>
                <a:lnTo>
                  <a:pt x="133014" y="49267"/>
                </a:lnTo>
                <a:lnTo>
                  <a:pt x="133020" y="50370"/>
                </a:lnTo>
                <a:lnTo>
                  <a:pt x="133014" y="51333"/>
                </a:lnTo>
                <a:lnTo>
                  <a:pt x="132995" y="52273"/>
                </a:lnTo>
                <a:lnTo>
                  <a:pt x="132964" y="53191"/>
                </a:lnTo>
                <a:close/>
                <a:moveTo>
                  <a:pt x="64791" y="53370"/>
                </a:moveTo>
                <a:lnTo>
                  <a:pt x="64736" y="53894"/>
                </a:lnTo>
                <a:lnTo>
                  <a:pt x="64666" y="54413"/>
                </a:lnTo>
                <a:lnTo>
                  <a:pt x="64581" y="54926"/>
                </a:lnTo>
                <a:lnTo>
                  <a:pt x="64480" y="55435"/>
                </a:lnTo>
                <a:lnTo>
                  <a:pt x="64363" y="55939"/>
                </a:lnTo>
                <a:lnTo>
                  <a:pt x="64230" y="56437"/>
                </a:lnTo>
                <a:lnTo>
                  <a:pt x="64082" y="56931"/>
                </a:lnTo>
                <a:lnTo>
                  <a:pt x="63919" y="57419"/>
                </a:lnTo>
                <a:lnTo>
                  <a:pt x="63740" y="57903"/>
                </a:lnTo>
                <a:lnTo>
                  <a:pt x="63545" y="58381"/>
                </a:lnTo>
                <a:lnTo>
                  <a:pt x="63335" y="58855"/>
                </a:lnTo>
                <a:lnTo>
                  <a:pt x="63109" y="59323"/>
                </a:lnTo>
                <a:lnTo>
                  <a:pt x="62868" y="59786"/>
                </a:lnTo>
                <a:lnTo>
                  <a:pt x="62611" y="60245"/>
                </a:lnTo>
                <a:lnTo>
                  <a:pt x="62338" y="60698"/>
                </a:lnTo>
                <a:lnTo>
                  <a:pt x="62050" y="61146"/>
                </a:lnTo>
                <a:lnTo>
                  <a:pt x="61747" y="61589"/>
                </a:lnTo>
                <a:lnTo>
                  <a:pt x="61427" y="62028"/>
                </a:lnTo>
                <a:lnTo>
                  <a:pt x="61093" y="62461"/>
                </a:lnTo>
                <a:lnTo>
                  <a:pt x="60742" y="62889"/>
                </a:lnTo>
                <a:lnTo>
                  <a:pt x="60376" y="63312"/>
                </a:lnTo>
                <a:lnTo>
                  <a:pt x="59995" y="63724"/>
                </a:lnTo>
                <a:lnTo>
                  <a:pt x="59599" y="64118"/>
                </a:lnTo>
                <a:lnTo>
                  <a:pt x="59188" y="64495"/>
                </a:lnTo>
                <a:lnTo>
                  <a:pt x="58762" y="64854"/>
                </a:lnTo>
                <a:lnTo>
                  <a:pt x="58322" y="65196"/>
                </a:lnTo>
                <a:lnTo>
                  <a:pt x="57866" y="65520"/>
                </a:lnTo>
                <a:lnTo>
                  <a:pt x="57396" y="65827"/>
                </a:lnTo>
                <a:lnTo>
                  <a:pt x="56910" y="66116"/>
                </a:lnTo>
                <a:lnTo>
                  <a:pt x="56410" y="66387"/>
                </a:lnTo>
                <a:lnTo>
                  <a:pt x="55895" y="66642"/>
                </a:lnTo>
                <a:lnTo>
                  <a:pt x="55365" y="66878"/>
                </a:lnTo>
                <a:lnTo>
                  <a:pt x="54820" y="67097"/>
                </a:lnTo>
                <a:lnTo>
                  <a:pt x="54260" y="67299"/>
                </a:lnTo>
                <a:lnTo>
                  <a:pt x="53686" y="67483"/>
                </a:lnTo>
                <a:lnTo>
                  <a:pt x="53096" y="67649"/>
                </a:lnTo>
                <a:lnTo>
                  <a:pt x="52492" y="67798"/>
                </a:lnTo>
                <a:lnTo>
                  <a:pt x="51873" y="67930"/>
                </a:lnTo>
                <a:lnTo>
                  <a:pt x="51239" y="68043"/>
                </a:lnTo>
                <a:lnTo>
                  <a:pt x="50590" y="68140"/>
                </a:lnTo>
                <a:lnTo>
                  <a:pt x="49926" y="68219"/>
                </a:lnTo>
                <a:lnTo>
                  <a:pt x="49247" y="68280"/>
                </a:lnTo>
                <a:lnTo>
                  <a:pt x="48554" y="68324"/>
                </a:lnTo>
                <a:lnTo>
                  <a:pt x="47845" y="68350"/>
                </a:lnTo>
                <a:lnTo>
                  <a:pt x="47122" y="68359"/>
                </a:lnTo>
                <a:lnTo>
                  <a:pt x="46390" y="68350"/>
                </a:lnTo>
                <a:lnTo>
                  <a:pt x="45673" y="68325"/>
                </a:lnTo>
                <a:lnTo>
                  <a:pt x="44970" y="68282"/>
                </a:lnTo>
                <a:lnTo>
                  <a:pt x="44283" y="68223"/>
                </a:lnTo>
                <a:lnTo>
                  <a:pt x="43610" y="68146"/>
                </a:lnTo>
                <a:lnTo>
                  <a:pt x="42952" y="68053"/>
                </a:lnTo>
                <a:lnTo>
                  <a:pt x="42308" y="67942"/>
                </a:lnTo>
                <a:lnTo>
                  <a:pt x="41679" y="67815"/>
                </a:lnTo>
                <a:lnTo>
                  <a:pt x="41065" y="67670"/>
                </a:lnTo>
                <a:lnTo>
                  <a:pt x="40466" y="67509"/>
                </a:lnTo>
                <a:lnTo>
                  <a:pt x="39881" y="67330"/>
                </a:lnTo>
                <a:lnTo>
                  <a:pt x="39311" y="67135"/>
                </a:lnTo>
                <a:lnTo>
                  <a:pt x="38755" y="66922"/>
                </a:lnTo>
                <a:lnTo>
                  <a:pt x="38215" y="66693"/>
                </a:lnTo>
                <a:lnTo>
                  <a:pt x="37689" y="66446"/>
                </a:lnTo>
                <a:lnTo>
                  <a:pt x="37178" y="66182"/>
                </a:lnTo>
                <a:lnTo>
                  <a:pt x="36681" y="65902"/>
                </a:lnTo>
                <a:lnTo>
                  <a:pt x="36199" y="65604"/>
                </a:lnTo>
                <a:lnTo>
                  <a:pt x="35732" y="65290"/>
                </a:lnTo>
                <a:lnTo>
                  <a:pt x="35280" y="64958"/>
                </a:lnTo>
                <a:lnTo>
                  <a:pt x="34842" y="64610"/>
                </a:lnTo>
                <a:lnTo>
                  <a:pt x="34419" y="64244"/>
                </a:lnTo>
                <a:lnTo>
                  <a:pt x="34011" y="63861"/>
                </a:lnTo>
                <a:lnTo>
                  <a:pt x="33617" y="63462"/>
                </a:lnTo>
                <a:lnTo>
                  <a:pt x="33239" y="63049"/>
                </a:lnTo>
                <a:lnTo>
                  <a:pt x="32877" y="62628"/>
                </a:lnTo>
                <a:lnTo>
                  <a:pt x="32531" y="62197"/>
                </a:lnTo>
                <a:lnTo>
                  <a:pt x="32201" y="61757"/>
                </a:lnTo>
                <a:lnTo>
                  <a:pt x="31887" y="61309"/>
                </a:lnTo>
                <a:lnTo>
                  <a:pt x="31590" y="60851"/>
                </a:lnTo>
                <a:lnTo>
                  <a:pt x="31308" y="60384"/>
                </a:lnTo>
                <a:lnTo>
                  <a:pt x="31042" y="59908"/>
                </a:lnTo>
                <a:lnTo>
                  <a:pt x="30793" y="59424"/>
                </a:lnTo>
                <a:lnTo>
                  <a:pt x="30560" y="58930"/>
                </a:lnTo>
                <a:lnTo>
                  <a:pt x="30342" y="58427"/>
                </a:lnTo>
                <a:lnTo>
                  <a:pt x="30141" y="57915"/>
                </a:lnTo>
                <a:lnTo>
                  <a:pt x="29956" y="57394"/>
                </a:lnTo>
                <a:lnTo>
                  <a:pt x="29787" y="56864"/>
                </a:lnTo>
                <a:lnTo>
                  <a:pt x="29634" y="56326"/>
                </a:lnTo>
                <a:lnTo>
                  <a:pt x="29498" y="55778"/>
                </a:lnTo>
                <a:lnTo>
                  <a:pt x="29377" y="55221"/>
                </a:lnTo>
                <a:lnTo>
                  <a:pt x="29272" y="54655"/>
                </a:lnTo>
                <a:lnTo>
                  <a:pt x="29184" y="54080"/>
                </a:lnTo>
                <a:lnTo>
                  <a:pt x="29111" y="53496"/>
                </a:lnTo>
                <a:lnTo>
                  <a:pt x="29055" y="52903"/>
                </a:lnTo>
                <a:lnTo>
                  <a:pt x="29015" y="52301"/>
                </a:lnTo>
                <a:lnTo>
                  <a:pt x="28991" y="51689"/>
                </a:lnTo>
                <a:lnTo>
                  <a:pt x="28983" y="51069"/>
                </a:lnTo>
                <a:lnTo>
                  <a:pt x="28990" y="50458"/>
                </a:lnTo>
                <a:lnTo>
                  <a:pt x="29014" y="49856"/>
                </a:lnTo>
                <a:lnTo>
                  <a:pt x="29053" y="49264"/>
                </a:lnTo>
                <a:lnTo>
                  <a:pt x="29107" y="48682"/>
                </a:lnTo>
                <a:lnTo>
                  <a:pt x="29177" y="48109"/>
                </a:lnTo>
                <a:lnTo>
                  <a:pt x="29263" y="47546"/>
                </a:lnTo>
                <a:lnTo>
                  <a:pt x="29364" y="46993"/>
                </a:lnTo>
                <a:lnTo>
                  <a:pt x="29481" y="46450"/>
                </a:lnTo>
                <a:lnTo>
                  <a:pt x="29613" y="45916"/>
                </a:lnTo>
                <a:lnTo>
                  <a:pt x="29761" y="45392"/>
                </a:lnTo>
                <a:lnTo>
                  <a:pt x="29925" y="44878"/>
                </a:lnTo>
                <a:lnTo>
                  <a:pt x="30104" y="44373"/>
                </a:lnTo>
                <a:lnTo>
                  <a:pt x="30298" y="43878"/>
                </a:lnTo>
                <a:lnTo>
                  <a:pt x="30509" y="43393"/>
                </a:lnTo>
                <a:lnTo>
                  <a:pt x="30734" y="42918"/>
                </a:lnTo>
                <a:lnTo>
                  <a:pt x="30976" y="42452"/>
                </a:lnTo>
                <a:lnTo>
                  <a:pt x="31233" y="41996"/>
                </a:lnTo>
                <a:lnTo>
                  <a:pt x="31505" y="41550"/>
                </a:lnTo>
                <a:lnTo>
                  <a:pt x="31793" y="41113"/>
                </a:lnTo>
                <a:lnTo>
                  <a:pt x="32097" y="40687"/>
                </a:lnTo>
                <a:lnTo>
                  <a:pt x="32416" y="40270"/>
                </a:lnTo>
                <a:lnTo>
                  <a:pt x="32751" y="39862"/>
                </a:lnTo>
                <a:lnTo>
                  <a:pt x="33101" y="39464"/>
                </a:lnTo>
                <a:lnTo>
                  <a:pt x="33467" y="39077"/>
                </a:lnTo>
                <a:lnTo>
                  <a:pt x="33849" y="38701"/>
                </a:lnTo>
                <a:lnTo>
                  <a:pt x="34247" y="38342"/>
                </a:lnTo>
                <a:lnTo>
                  <a:pt x="34662" y="37999"/>
                </a:lnTo>
                <a:lnTo>
                  <a:pt x="35092" y="37672"/>
                </a:lnTo>
                <a:lnTo>
                  <a:pt x="35539" y="37361"/>
                </a:lnTo>
                <a:lnTo>
                  <a:pt x="36003" y="37065"/>
                </a:lnTo>
                <a:lnTo>
                  <a:pt x="36482" y="36786"/>
                </a:lnTo>
                <a:lnTo>
                  <a:pt x="36978" y="36523"/>
                </a:lnTo>
                <a:lnTo>
                  <a:pt x="37490" y="36275"/>
                </a:lnTo>
                <a:lnTo>
                  <a:pt x="38018" y="36044"/>
                </a:lnTo>
                <a:lnTo>
                  <a:pt x="38563" y="35828"/>
                </a:lnTo>
                <a:lnTo>
                  <a:pt x="39123" y="35629"/>
                </a:lnTo>
                <a:lnTo>
                  <a:pt x="39700" y="35445"/>
                </a:lnTo>
                <a:lnTo>
                  <a:pt x="40294" y="35277"/>
                </a:lnTo>
                <a:lnTo>
                  <a:pt x="40903" y="35126"/>
                </a:lnTo>
                <a:lnTo>
                  <a:pt x="41529" y="34990"/>
                </a:lnTo>
                <a:lnTo>
                  <a:pt x="42171" y="34870"/>
                </a:lnTo>
                <a:lnTo>
                  <a:pt x="42830" y="34767"/>
                </a:lnTo>
                <a:lnTo>
                  <a:pt x="43504" y="34679"/>
                </a:lnTo>
                <a:lnTo>
                  <a:pt x="44195" y="34607"/>
                </a:lnTo>
                <a:lnTo>
                  <a:pt x="44903" y="34551"/>
                </a:lnTo>
                <a:lnTo>
                  <a:pt x="45626" y="34511"/>
                </a:lnTo>
                <a:lnTo>
                  <a:pt x="46366" y="34487"/>
                </a:lnTo>
                <a:lnTo>
                  <a:pt x="47122" y="34479"/>
                </a:lnTo>
                <a:lnTo>
                  <a:pt x="47837" y="34488"/>
                </a:lnTo>
                <a:lnTo>
                  <a:pt x="48538" y="34514"/>
                </a:lnTo>
                <a:lnTo>
                  <a:pt x="49225" y="34557"/>
                </a:lnTo>
                <a:lnTo>
                  <a:pt x="49897" y="34617"/>
                </a:lnTo>
                <a:lnTo>
                  <a:pt x="50555" y="34694"/>
                </a:lnTo>
                <a:lnTo>
                  <a:pt x="51198" y="34788"/>
                </a:lnTo>
                <a:lnTo>
                  <a:pt x="51827" y="34900"/>
                </a:lnTo>
                <a:lnTo>
                  <a:pt x="52442" y="35029"/>
                </a:lnTo>
                <a:lnTo>
                  <a:pt x="53043" y="35175"/>
                </a:lnTo>
                <a:lnTo>
                  <a:pt x="53629" y="35338"/>
                </a:lnTo>
                <a:lnTo>
                  <a:pt x="54200" y="35519"/>
                </a:lnTo>
                <a:lnTo>
                  <a:pt x="54758" y="35716"/>
                </a:lnTo>
                <a:lnTo>
                  <a:pt x="55301" y="35931"/>
                </a:lnTo>
                <a:lnTo>
                  <a:pt x="55829" y="36163"/>
                </a:lnTo>
                <a:lnTo>
                  <a:pt x="56344" y="36412"/>
                </a:lnTo>
                <a:lnTo>
                  <a:pt x="56844" y="36678"/>
                </a:lnTo>
                <a:lnTo>
                  <a:pt x="57329" y="36961"/>
                </a:lnTo>
                <a:lnTo>
                  <a:pt x="57800" y="37262"/>
                </a:lnTo>
                <a:lnTo>
                  <a:pt x="58257" y="37580"/>
                </a:lnTo>
                <a:lnTo>
                  <a:pt x="58700" y="37915"/>
                </a:lnTo>
                <a:lnTo>
                  <a:pt x="59128" y="38267"/>
                </a:lnTo>
                <a:lnTo>
                  <a:pt x="59542" y="38636"/>
                </a:lnTo>
                <a:lnTo>
                  <a:pt x="59941" y="39023"/>
                </a:lnTo>
                <a:lnTo>
                  <a:pt x="60326" y="39426"/>
                </a:lnTo>
                <a:lnTo>
                  <a:pt x="60696" y="39843"/>
                </a:lnTo>
                <a:lnTo>
                  <a:pt x="61051" y="40268"/>
                </a:lnTo>
                <a:lnTo>
                  <a:pt x="61389" y="40701"/>
                </a:lnTo>
                <a:lnTo>
                  <a:pt x="61712" y="41143"/>
                </a:lnTo>
                <a:lnTo>
                  <a:pt x="62019" y="41594"/>
                </a:lnTo>
                <a:lnTo>
                  <a:pt x="62310" y="42053"/>
                </a:lnTo>
                <a:lnTo>
                  <a:pt x="62586" y="42520"/>
                </a:lnTo>
                <a:lnTo>
                  <a:pt x="62846" y="42996"/>
                </a:lnTo>
                <a:lnTo>
                  <a:pt x="63090" y="43481"/>
                </a:lnTo>
                <a:lnTo>
                  <a:pt x="63318" y="43974"/>
                </a:lnTo>
                <a:lnTo>
                  <a:pt x="63531" y="44475"/>
                </a:lnTo>
                <a:lnTo>
                  <a:pt x="63727" y="44985"/>
                </a:lnTo>
                <a:lnTo>
                  <a:pt x="63908" y="45504"/>
                </a:lnTo>
                <a:lnTo>
                  <a:pt x="64074" y="46031"/>
                </a:lnTo>
                <a:lnTo>
                  <a:pt x="64223" y="46567"/>
                </a:lnTo>
                <a:lnTo>
                  <a:pt x="64357" y="47111"/>
                </a:lnTo>
                <a:lnTo>
                  <a:pt x="64475" y="47663"/>
                </a:lnTo>
                <a:lnTo>
                  <a:pt x="64578" y="48224"/>
                </a:lnTo>
                <a:lnTo>
                  <a:pt x="64664" y="48794"/>
                </a:lnTo>
                <a:lnTo>
                  <a:pt x="64735" y="49372"/>
                </a:lnTo>
                <a:lnTo>
                  <a:pt x="64790" y="49958"/>
                </a:lnTo>
                <a:lnTo>
                  <a:pt x="64830" y="50553"/>
                </a:lnTo>
                <a:lnTo>
                  <a:pt x="64853" y="51157"/>
                </a:lnTo>
                <a:lnTo>
                  <a:pt x="64861" y="51769"/>
                </a:lnTo>
                <a:lnTo>
                  <a:pt x="64853" y="52308"/>
                </a:lnTo>
                <a:lnTo>
                  <a:pt x="64830" y="52842"/>
                </a:lnTo>
                <a:lnTo>
                  <a:pt x="64791" y="53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E">
            <a:extLst xmlns:a="http://schemas.openxmlformats.org/drawingml/2006/main">
              <a:ext uri="{FF2B5EF4-FFF2-40B4-BE49-F238E27FC236}">
                <a16:creationId xmlns:a16="http://schemas.microsoft.com/office/drawing/2014/main" id="{B2CF89B6-F762-4885-88E3-ED8A60A6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99" y="2503502"/>
            <a:ext cx="134519" cy="90246"/>
          </a:xfrm>
          <a:custGeom xmlns:a="http://schemas.openxmlformats.org/drawingml/2006/main">
            <a:pathLst>
              <a:path w="134519" h="90246">
                <a:moveTo>
                  <a:pt x="134519" y="90246"/>
                </a:moveTo>
                <a:lnTo>
                  <a:pt x="0" y="90246"/>
                </a:lnTo>
                <a:lnTo>
                  <a:pt x="0" y="0"/>
                </a:lnTo>
                <a:lnTo>
                  <a:pt x="23286" y="0"/>
                </a:lnTo>
                <a:lnTo>
                  <a:pt x="23286" y="62163"/>
                </a:lnTo>
                <a:lnTo>
                  <a:pt x="54467" y="62163"/>
                </a:lnTo>
                <a:lnTo>
                  <a:pt x="54467" y="5797"/>
                </a:lnTo>
                <a:lnTo>
                  <a:pt x="76954" y="5797"/>
                </a:lnTo>
                <a:lnTo>
                  <a:pt x="76954" y="62163"/>
                </a:lnTo>
                <a:lnTo>
                  <a:pt x="111233" y="62163"/>
                </a:lnTo>
                <a:lnTo>
                  <a:pt x="111233" y="0"/>
                </a:lnTo>
                <a:lnTo>
                  <a:pt x="134519" y="0"/>
                </a:lnTo>
                <a:lnTo>
                  <a:pt x="134519" y="902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v">
            <a:extLst xmlns:a="http://schemas.openxmlformats.org/drawingml/2006/main">
              <a:ext uri="{FF2B5EF4-FFF2-40B4-BE49-F238E27FC236}">
                <a16:creationId xmlns:a16="http://schemas.microsoft.com/office/drawing/2014/main" id="{5AB5CD3D-3160-4B68-B9D1-7BC0193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277" y="2391539"/>
            <a:ext cx="98741" cy="101039"/>
          </a:xfrm>
          <a:custGeom xmlns:a="http://schemas.openxmlformats.org/drawingml/2006/main">
            <a:pathLst>
              <a:path w="98741" h="101039">
                <a:moveTo>
                  <a:pt x="98741" y="65561"/>
                </a:moveTo>
                <a:lnTo>
                  <a:pt x="0" y="101039"/>
                </a:lnTo>
                <a:lnTo>
                  <a:pt x="0" y="73456"/>
                </a:lnTo>
                <a:lnTo>
                  <a:pt x="73753" y="50470"/>
                </a:lnTo>
                <a:lnTo>
                  <a:pt x="0" y="26784"/>
                </a:lnTo>
                <a:lnTo>
                  <a:pt x="0" y="0"/>
                </a:lnTo>
                <a:lnTo>
                  <a:pt x="98741" y="35379"/>
                </a:lnTo>
                <a:lnTo>
                  <a:pt x="98741" y="65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a">
            <a:extLst xmlns:a="http://schemas.openxmlformats.org/drawingml/2006/main">
              <a:ext uri="{FF2B5EF4-FFF2-40B4-BE49-F238E27FC236}">
                <a16:creationId xmlns:a16="http://schemas.microsoft.com/office/drawing/2014/main" id="{5E79A542-EDDC-4945-93F1-477869D1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2292053"/>
            <a:ext cx="102039" cy="90446"/>
          </a:xfrm>
          <a:custGeom xmlns:a="http://schemas.openxmlformats.org/drawingml/2006/main">
            <a:pathLst>
              <a:path w="102039" h="90446">
                <a:moveTo>
                  <a:pt x="102039" y="58865"/>
                </a:moveTo>
                <a:cubicBezTo>
                  <a:pt x="102039" y="64395"/>
                  <a:pt x="100962" y="69558"/>
                  <a:pt x="98809" y="74355"/>
                </a:cubicBezTo>
                <a:cubicBezTo>
                  <a:pt x="96657" y="79152"/>
                  <a:pt x="93411" y="83033"/>
                  <a:pt x="89071" y="85998"/>
                </a:cubicBezTo>
                <a:cubicBezTo>
                  <a:pt x="84730" y="88963"/>
                  <a:pt x="79297" y="90446"/>
                  <a:pt x="72772" y="90446"/>
                </a:cubicBezTo>
                <a:cubicBezTo>
                  <a:pt x="63690" y="90446"/>
                  <a:pt x="56845" y="87747"/>
                  <a:pt x="52237" y="82351"/>
                </a:cubicBezTo>
                <a:cubicBezTo>
                  <a:pt x="47628" y="76954"/>
                  <a:pt x="44498" y="69408"/>
                  <a:pt x="42849" y="59714"/>
                </a:cubicBezTo>
                <a:cubicBezTo>
                  <a:pt x="41200" y="50020"/>
                  <a:pt x="40241" y="38743"/>
                  <a:pt x="39973" y="25884"/>
                </a:cubicBezTo>
                <a:lnTo>
                  <a:pt x="34610" y="25884"/>
                </a:lnTo>
                <a:cubicBezTo>
                  <a:pt x="28077" y="25884"/>
                  <a:pt x="23607" y="27400"/>
                  <a:pt x="21200" y="30432"/>
                </a:cubicBezTo>
                <a:cubicBezTo>
                  <a:pt x="18793" y="33463"/>
                  <a:pt x="17589" y="37378"/>
                  <a:pt x="17589" y="42175"/>
                </a:cubicBezTo>
                <a:cubicBezTo>
                  <a:pt x="17589" y="47438"/>
                  <a:pt x="18873" y="51769"/>
                  <a:pt x="21440" y="55167"/>
                </a:cubicBezTo>
                <a:cubicBezTo>
                  <a:pt x="24005" y="58565"/>
                  <a:pt x="28162" y="60264"/>
                  <a:pt x="33911" y="60264"/>
                </a:cubicBezTo>
                <a:lnTo>
                  <a:pt x="33911" y="85049"/>
                </a:lnTo>
                <a:cubicBezTo>
                  <a:pt x="25476" y="85049"/>
                  <a:pt x="18796" y="83233"/>
                  <a:pt x="13870" y="79602"/>
                </a:cubicBezTo>
                <a:cubicBezTo>
                  <a:pt x="8942" y="75971"/>
                  <a:pt x="5398" y="70941"/>
                  <a:pt x="3239" y="64511"/>
                </a:cubicBezTo>
                <a:cubicBezTo>
                  <a:pt x="1080" y="58082"/>
                  <a:pt x="0" y="50636"/>
                  <a:pt x="0" y="42175"/>
                </a:cubicBezTo>
                <a:cubicBezTo>
                  <a:pt x="0" y="35978"/>
                  <a:pt x="523" y="30315"/>
                  <a:pt x="1568" y="25185"/>
                </a:cubicBezTo>
                <a:cubicBezTo>
                  <a:pt x="2613" y="20055"/>
                  <a:pt x="4417" y="15607"/>
                  <a:pt x="6980" y="11843"/>
                </a:cubicBezTo>
                <a:cubicBezTo>
                  <a:pt x="9541" y="8078"/>
                  <a:pt x="13031" y="5164"/>
                  <a:pt x="17449" y="3098"/>
                </a:cubicBezTo>
                <a:cubicBezTo>
                  <a:pt x="21865" y="1033"/>
                  <a:pt x="27377" y="0"/>
                  <a:pt x="33986" y="0"/>
                </a:cubicBezTo>
                <a:lnTo>
                  <a:pt x="100240" y="0"/>
                </a:lnTo>
                <a:lnTo>
                  <a:pt x="100240" y="24785"/>
                </a:lnTo>
                <a:lnTo>
                  <a:pt x="87647" y="25585"/>
                </a:lnTo>
                <a:cubicBezTo>
                  <a:pt x="92378" y="29715"/>
                  <a:pt x="95959" y="34513"/>
                  <a:pt x="98391" y="39976"/>
                </a:cubicBezTo>
                <a:cubicBezTo>
                  <a:pt x="100823" y="45439"/>
                  <a:pt x="102039" y="51736"/>
                  <a:pt x="102039" y="58865"/>
                </a:cubicBezTo>
                <a:moveTo>
                  <a:pt x="83850" y="50170"/>
                </a:moveTo>
                <a:cubicBezTo>
                  <a:pt x="83850" y="45173"/>
                  <a:pt x="82523" y="40559"/>
                  <a:pt x="79871" y="36328"/>
                </a:cubicBezTo>
                <a:cubicBezTo>
                  <a:pt x="77216" y="32097"/>
                  <a:pt x="74189" y="28716"/>
                  <a:pt x="70789" y="26184"/>
                </a:cubicBezTo>
                <a:lnTo>
                  <a:pt x="54664" y="26184"/>
                </a:lnTo>
                <a:cubicBezTo>
                  <a:pt x="54733" y="40176"/>
                  <a:pt x="56077" y="49970"/>
                  <a:pt x="58696" y="55567"/>
                </a:cubicBezTo>
                <a:cubicBezTo>
                  <a:pt x="61315" y="61163"/>
                  <a:pt x="65550" y="63962"/>
                  <a:pt x="71401" y="63962"/>
                </a:cubicBezTo>
                <a:cubicBezTo>
                  <a:pt x="75619" y="63962"/>
                  <a:pt x="78749" y="62679"/>
                  <a:pt x="80789" y="60114"/>
                </a:cubicBezTo>
                <a:cubicBezTo>
                  <a:pt x="82829" y="57549"/>
                  <a:pt x="83850" y="54234"/>
                  <a:pt x="83850" y="50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l">
            <a:extLst xmlns:a="http://schemas.openxmlformats.org/drawingml/2006/main">
              <a:ext uri="{FF2B5EF4-FFF2-40B4-BE49-F238E27FC236}">
                <a16:creationId xmlns:a16="http://schemas.microsoft.com/office/drawing/2014/main" id="{0396EBE7-15CB-45EA-B5D9-20F68B7C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1499" y="2219019"/>
            <a:ext cx="134519" cy="44373"/>
          </a:xfrm>
          <a:custGeom xmlns:a="http://schemas.openxmlformats.org/drawingml/2006/main">
            <a:pathLst>
              <a:path w="134519" h="44373">
                <a:moveTo>
                  <a:pt x="134519" y="6896"/>
                </a:moveTo>
                <a:cubicBezTo>
                  <a:pt x="134519" y="16823"/>
                  <a:pt x="133337" y="24485"/>
                  <a:pt x="130971" y="29882"/>
                </a:cubicBezTo>
                <a:cubicBezTo>
                  <a:pt x="128606" y="35279"/>
                  <a:pt x="124942" y="39043"/>
                  <a:pt x="119978" y="41175"/>
                </a:cubicBezTo>
                <a:cubicBezTo>
                  <a:pt x="115014" y="43307"/>
                  <a:pt x="108535" y="44373"/>
                  <a:pt x="100540" y="44373"/>
                </a:cubicBezTo>
                <a:lnTo>
                  <a:pt x="0" y="44373"/>
                </a:lnTo>
                <a:lnTo>
                  <a:pt x="0" y="17989"/>
                </a:lnTo>
                <a:lnTo>
                  <a:pt x="98941" y="17989"/>
                </a:lnTo>
                <a:cubicBezTo>
                  <a:pt x="104071" y="17989"/>
                  <a:pt x="107835" y="17290"/>
                  <a:pt x="110234" y="15890"/>
                </a:cubicBezTo>
                <a:cubicBezTo>
                  <a:pt x="112632" y="14491"/>
                  <a:pt x="113832" y="11227"/>
                  <a:pt x="113832" y="6096"/>
                </a:cubicBezTo>
                <a:lnTo>
                  <a:pt x="113832" y="0"/>
                </a:lnTo>
                <a:lnTo>
                  <a:pt x="134519" y="0"/>
                </a:lnTo>
                <a:lnTo>
                  <a:pt x="134519" y="68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u">
            <a:extLst xmlns:a="http://schemas.openxmlformats.org/drawingml/2006/main">
              <a:ext uri="{FF2B5EF4-FFF2-40B4-BE49-F238E27FC236}">
                <a16:creationId xmlns:a16="http://schemas.microsoft.com/office/drawing/2014/main" id="{2C03AD4E-D70A-4FBB-96A8-F160968B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277" y="2110875"/>
            <a:ext cx="100540" cy="91545"/>
          </a:xfrm>
          <a:custGeom xmlns:a="http://schemas.openxmlformats.org/drawingml/2006/main">
            <a:pathLst>
              <a:path w="100540" h="91545">
                <a:moveTo>
                  <a:pt x="100540" y="60564"/>
                </a:moveTo>
                <a:cubicBezTo>
                  <a:pt x="100540" y="70424"/>
                  <a:pt x="97439" y="78053"/>
                  <a:pt x="91239" y="83450"/>
                </a:cubicBezTo>
                <a:cubicBezTo>
                  <a:pt x="85036" y="88847"/>
                  <a:pt x="76208" y="91545"/>
                  <a:pt x="64755" y="91545"/>
                </a:cubicBezTo>
                <a:lnTo>
                  <a:pt x="0" y="91545"/>
                </a:lnTo>
                <a:lnTo>
                  <a:pt x="0" y="65061"/>
                </a:lnTo>
                <a:lnTo>
                  <a:pt x="61791" y="65061"/>
                </a:lnTo>
                <a:cubicBezTo>
                  <a:pt x="65195" y="65061"/>
                  <a:pt x="68208" y="64578"/>
                  <a:pt x="70829" y="63612"/>
                </a:cubicBezTo>
                <a:cubicBezTo>
                  <a:pt x="73451" y="62646"/>
                  <a:pt x="75477" y="61047"/>
                  <a:pt x="76907" y="58815"/>
                </a:cubicBezTo>
                <a:cubicBezTo>
                  <a:pt x="78337" y="56583"/>
                  <a:pt x="79052" y="53634"/>
                  <a:pt x="79052" y="49970"/>
                </a:cubicBezTo>
                <a:cubicBezTo>
                  <a:pt x="79052" y="44640"/>
                  <a:pt x="77844" y="40093"/>
                  <a:pt x="75427" y="36328"/>
                </a:cubicBezTo>
                <a:cubicBezTo>
                  <a:pt x="73009" y="32564"/>
                  <a:pt x="70064" y="29282"/>
                  <a:pt x="66591" y="26484"/>
                </a:cubicBezTo>
                <a:lnTo>
                  <a:pt x="0" y="26484"/>
                </a:lnTo>
                <a:lnTo>
                  <a:pt x="0" y="0"/>
                </a:lnTo>
                <a:lnTo>
                  <a:pt x="98741" y="0"/>
                </a:lnTo>
                <a:lnTo>
                  <a:pt x="98741" y="25585"/>
                </a:lnTo>
                <a:lnTo>
                  <a:pt x="84549" y="25984"/>
                </a:lnTo>
                <a:cubicBezTo>
                  <a:pt x="88680" y="29249"/>
                  <a:pt x="92378" y="33713"/>
                  <a:pt x="95643" y="39376"/>
                </a:cubicBezTo>
                <a:cubicBezTo>
                  <a:pt x="98907" y="45040"/>
                  <a:pt x="100540" y="52102"/>
                  <a:pt x="100540" y="60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a">
            <a:extLst xmlns:a="http://schemas.openxmlformats.org/drawingml/2006/main">
              <a:ext uri="{FF2B5EF4-FFF2-40B4-BE49-F238E27FC236}">
                <a16:creationId xmlns:a16="http://schemas.microsoft.com/office/drawing/2014/main" id="{CCC4E9A9-D04C-4DF9-8485-34D033DA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1996356"/>
            <a:ext cx="102039" cy="90446"/>
          </a:xfrm>
          <a:custGeom xmlns:a="http://schemas.openxmlformats.org/drawingml/2006/main">
            <a:pathLst>
              <a:path w="102039" h="90446">
                <a:moveTo>
                  <a:pt x="102039" y="58865"/>
                </a:moveTo>
                <a:cubicBezTo>
                  <a:pt x="102039" y="64395"/>
                  <a:pt x="100962" y="69558"/>
                  <a:pt x="98809" y="74355"/>
                </a:cubicBezTo>
                <a:cubicBezTo>
                  <a:pt x="96657" y="79152"/>
                  <a:pt x="93411" y="83033"/>
                  <a:pt x="89071" y="85998"/>
                </a:cubicBezTo>
                <a:cubicBezTo>
                  <a:pt x="84730" y="88963"/>
                  <a:pt x="79297" y="90446"/>
                  <a:pt x="72772" y="90446"/>
                </a:cubicBezTo>
                <a:cubicBezTo>
                  <a:pt x="63690" y="90446"/>
                  <a:pt x="56845" y="87747"/>
                  <a:pt x="52237" y="82351"/>
                </a:cubicBezTo>
                <a:cubicBezTo>
                  <a:pt x="47628" y="76954"/>
                  <a:pt x="44498" y="69408"/>
                  <a:pt x="42849" y="59714"/>
                </a:cubicBezTo>
                <a:cubicBezTo>
                  <a:pt x="41200" y="50020"/>
                  <a:pt x="40241" y="38743"/>
                  <a:pt x="39973" y="25884"/>
                </a:cubicBezTo>
                <a:lnTo>
                  <a:pt x="34610" y="25884"/>
                </a:lnTo>
                <a:cubicBezTo>
                  <a:pt x="28077" y="25884"/>
                  <a:pt x="23607" y="27400"/>
                  <a:pt x="21200" y="30432"/>
                </a:cubicBezTo>
                <a:cubicBezTo>
                  <a:pt x="18793" y="33463"/>
                  <a:pt x="17589" y="37378"/>
                  <a:pt x="17589" y="42175"/>
                </a:cubicBezTo>
                <a:cubicBezTo>
                  <a:pt x="17589" y="47438"/>
                  <a:pt x="18873" y="51769"/>
                  <a:pt x="21440" y="55167"/>
                </a:cubicBezTo>
                <a:cubicBezTo>
                  <a:pt x="24005" y="58565"/>
                  <a:pt x="28162" y="60264"/>
                  <a:pt x="33911" y="60264"/>
                </a:cubicBezTo>
                <a:lnTo>
                  <a:pt x="33911" y="85049"/>
                </a:lnTo>
                <a:cubicBezTo>
                  <a:pt x="25476" y="85049"/>
                  <a:pt x="18796" y="83233"/>
                  <a:pt x="13870" y="79602"/>
                </a:cubicBezTo>
                <a:cubicBezTo>
                  <a:pt x="8942" y="75971"/>
                  <a:pt x="5398" y="70941"/>
                  <a:pt x="3239" y="64511"/>
                </a:cubicBezTo>
                <a:cubicBezTo>
                  <a:pt x="1080" y="58082"/>
                  <a:pt x="0" y="50636"/>
                  <a:pt x="0" y="42175"/>
                </a:cubicBezTo>
                <a:cubicBezTo>
                  <a:pt x="0" y="35978"/>
                  <a:pt x="523" y="30315"/>
                  <a:pt x="1568" y="25185"/>
                </a:cubicBezTo>
                <a:cubicBezTo>
                  <a:pt x="2613" y="20055"/>
                  <a:pt x="4417" y="15607"/>
                  <a:pt x="6980" y="11843"/>
                </a:cubicBezTo>
                <a:cubicBezTo>
                  <a:pt x="9541" y="8078"/>
                  <a:pt x="13031" y="5164"/>
                  <a:pt x="17449" y="3098"/>
                </a:cubicBezTo>
                <a:cubicBezTo>
                  <a:pt x="21865" y="1033"/>
                  <a:pt x="27377" y="0"/>
                  <a:pt x="33986" y="0"/>
                </a:cubicBezTo>
                <a:lnTo>
                  <a:pt x="100240" y="0"/>
                </a:lnTo>
                <a:lnTo>
                  <a:pt x="100240" y="24785"/>
                </a:lnTo>
                <a:lnTo>
                  <a:pt x="87647" y="25585"/>
                </a:lnTo>
                <a:cubicBezTo>
                  <a:pt x="92378" y="29715"/>
                  <a:pt x="95959" y="34513"/>
                  <a:pt x="98391" y="39976"/>
                </a:cubicBezTo>
                <a:cubicBezTo>
                  <a:pt x="100823" y="45439"/>
                  <a:pt x="102039" y="51736"/>
                  <a:pt x="102039" y="58865"/>
                </a:cubicBezTo>
                <a:moveTo>
                  <a:pt x="83850" y="50170"/>
                </a:moveTo>
                <a:cubicBezTo>
                  <a:pt x="83850" y="45173"/>
                  <a:pt x="82523" y="40559"/>
                  <a:pt x="79871" y="36328"/>
                </a:cubicBezTo>
                <a:cubicBezTo>
                  <a:pt x="77216" y="32097"/>
                  <a:pt x="74189" y="28716"/>
                  <a:pt x="70789" y="26184"/>
                </a:cubicBezTo>
                <a:lnTo>
                  <a:pt x="54664" y="26184"/>
                </a:lnTo>
                <a:cubicBezTo>
                  <a:pt x="54733" y="40176"/>
                  <a:pt x="56077" y="49970"/>
                  <a:pt x="58696" y="55567"/>
                </a:cubicBezTo>
                <a:cubicBezTo>
                  <a:pt x="61315" y="61163"/>
                  <a:pt x="65550" y="63962"/>
                  <a:pt x="71401" y="63962"/>
                </a:cubicBezTo>
                <a:cubicBezTo>
                  <a:pt x="75619" y="63962"/>
                  <a:pt x="78749" y="62679"/>
                  <a:pt x="80789" y="60114"/>
                </a:cubicBezTo>
                <a:cubicBezTo>
                  <a:pt x="82829" y="57549"/>
                  <a:pt x="83850" y="54234"/>
                  <a:pt x="83850" y="501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t">
            <a:extLst xmlns:a="http://schemas.openxmlformats.org/drawingml/2006/main">
              <a:ext uri="{FF2B5EF4-FFF2-40B4-BE49-F238E27FC236}">
                <a16:creationId xmlns:a16="http://schemas.microsoft.com/office/drawing/2014/main" id="{A60E2E9A-3F31-444E-B9F0-87E0208E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4291" y="1914828"/>
            <a:ext cx="121727" cy="63962"/>
          </a:xfrm>
          <a:custGeom xmlns:a="http://schemas.openxmlformats.org/drawingml/2006/main">
            <a:pathLst>
              <a:path w="121727" h="63962">
                <a:moveTo>
                  <a:pt x="121727" y="10294"/>
                </a:moveTo>
                <a:cubicBezTo>
                  <a:pt x="121727" y="20155"/>
                  <a:pt x="120527" y="27800"/>
                  <a:pt x="118126" y="33230"/>
                </a:cubicBezTo>
                <a:cubicBezTo>
                  <a:pt x="115723" y="38660"/>
                  <a:pt x="112001" y="42441"/>
                  <a:pt x="106961" y="44573"/>
                </a:cubicBezTo>
                <a:cubicBezTo>
                  <a:pt x="101920" y="46705"/>
                  <a:pt x="95340" y="47771"/>
                  <a:pt x="87219" y="47771"/>
                </a:cubicBezTo>
                <a:lnTo>
                  <a:pt x="43374" y="47771"/>
                </a:lnTo>
                <a:lnTo>
                  <a:pt x="43374" y="63962"/>
                </a:lnTo>
                <a:lnTo>
                  <a:pt x="22986" y="63962"/>
                </a:lnTo>
                <a:lnTo>
                  <a:pt x="22986" y="47771"/>
                </a:lnTo>
                <a:lnTo>
                  <a:pt x="0" y="47771"/>
                </a:lnTo>
                <a:lnTo>
                  <a:pt x="0" y="21287"/>
                </a:lnTo>
                <a:lnTo>
                  <a:pt x="22986" y="21287"/>
                </a:lnTo>
                <a:lnTo>
                  <a:pt x="22986" y="0"/>
                </a:lnTo>
                <a:lnTo>
                  <a:pt x="43374" y="0"/>
                </a:lnTo>
                <a:lnTo>
                  <a:pt x="43374" y="21287"/>
                </a:lnTo>
                <a:lnTo>
                  <a:pt x="85830" y="21287"/>
                </a:lnTo>
                <a:cubicBezTo>
                  <a:pt x="91068" y="21287"/>
                  <a:pt x="94946" y="20571"/>
                  <a:pt x="97463" y="19139"/>
                </a:cubicBezTo>
                <a:cubicBezTo>
                  <a:pt x="99981" y="17706"/>
                  <a:pt x="101239" y="14458"/>
                  <a:pt x="101239" y="9394"/>
                </a:cubicBezTo>
                <a:lnTo>
                  <a:pt x="101239" y="0"/>
                </a:lnTo>
                <a:lnTo>
                  <a:pt x="121727" y="0"/>
                </a:lnTo>
                <a:lnTo>
                  <a:pt x="121727" y="102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i">
            <a:extLst xmlns:a="http://schemas.openxmlformats.org/drawingml/2006/main">
              <a:ext uri="{FF2B5EF4-FFF2-40B4-BE49-F238E27FC236}">
                <a16:creationId xmlns:a16="http://schemas.microsoft.com/office/drawing/2014/main" id="{463DD0C2-892C-4F1D-A375-A7024327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8701" y="1865874"/>
            <a:ext cx="137317" cy="29982"/>
          </a:xfrm>
          <a:custGeom xmlns:a="http://schemas.openxmlformats.org/drawingml/2006/main">
            <a:pathLst>
              <a:path w="137317" h="29982">
                <a:moveTo>
                  <a:pt x="137317" y="28283"/>
                </a:moveTo>
                <a:lnTo>
                  <a:pt x="38577" y="28283"/>
                </a:lnTo>
                <a:lnTo>
                  <a:pt x="38577" y="1799"/>
                </a:lnTo>
                <a:lnTo>
                  <a:pt x="137317" y="1799"/>
                </a:lnTo>
                <a:lnTo>
                  <a:pt x="137317" y="28283"/>
                </a:lnTo>
                <a:moveTo>
                  <a:pt x="25785" y="14991"/>
                </a:moveTo>
                <a:cubicBezTo>
                  <a:pt x="25785" y="19855"/>
                  <a:pt x="24552" y="23569"/>
                  <a:pt x="22087" y="26134"/>
                </a:cubicBezTo>
                <a:cubicBezTo>
                  <a:pt x="19622" y="28699"/>
                  <a:pt x="16557" y="29982"/>
                  <a:pt x="12892" y="29982"/>
                </a:cubicBezTo>
                <a:cubicBezTo>
                  <a:pt x="9161" y="29982"/>
                  <a:pt x="6080" y="28699"/>
                  <a:pt x="3648" y="26134"/>
                </a:cubicBezTo>
                <a:cubicBezTo>
                  <a:pt x="1216" y="23569"/>
                  <a:pt x="0" y="19855"/>
                  <a:pt x="0" y="14991"/>
                </a:cubicBezTo>
                <a:cubicBezTo>
                  <a:pt x="0" y="10127"/>
                  <a:pt x="1216" y="6413"/>
                  <a:pt x="3648" y="3848"/>
                </a:cubicBezTo>
                <a:cubicBezTo>
                  <a:pt x="6080" y="1283"/>
                  <a:pt x="9161" y="0"/>
                  <a:pt x="12892" y="0"/>
                </a:cubicBezTo>
                <a:cubicBezTo>
                  <a:pt x="16557" y="0"/>
                  <a:pt x="19622" y="1283"/>
                  <a:pt x="22087" y="3848"/>
                </a:cubicBezTo>
                <a:cubicBezTo>
                  <a:pt x="24552" y="6413"/>
                  <a:pt x="25785" y="10127"/>
                  <a:pt x="25785" y="149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o">
            <a:extLst xmlns:a="http://schemas.openxmlformats.org/drawingml/2006/main">
              <a:ext uri="{FF2B5EF4-FFF2-40B4-BE49-F238E27FC236}">
                <a16:creationId xmlns:a16="http://schemas.microsoft.com/office/drawing/2014/main" id="{9DA8457A-27B9-4826-B57E-84CDA360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1743948"/>
            <a:ext cx="102039" cy="98941"/>
          </a:xfrm>
          <a:custGeom xmlns:a="http://schemas.openxmlformats.org/drawingml/2006/main">
            <a:pathLst>
              <a:path w="102039" h="98941">
                <a:moveTo>
                  <a:pt x="102039" y="49670"/>
                </a:moveTo>
                <a:cubicBezTo>
                  <a:pt x="102039" y="59531"/>
                  <a:pt x="100050" y="68176"/>
                  <a:pt x="96074" y="75605"/>
                </a:cubicBezTo>
                <a:cubicBezTo>
                  <a:pt x="92095" y="83033"/>
                  <a:pt x="86330" y="88780"/>
                  <a:pt x="78781" y="92844"/>
                </a:cubicBezTo>
                <a:cubicBezTo>
                  <a:pt x="71229" y="96908"/>
                  <a:pt x="62093" y="98941"/>
                  <a:pt x="51372" y="98941"/>
                </a:cubicBezTo>
                <a:cubicBezTo>
                  <a:pt x="40452" y="98941"/>
                  <a:pt x="31166" y="96908"/>
                  <a:pt x="23514" y="92844"/>
                </a:cubicBezTo>
                <a:cubicBezTo>
                  <a:pt x="15860" y="88780"/>
                  <a:pt x="10028" y="83033"/>
                  <a:pt x="6018" y="75605"/>
                </a:cubicBezTo>
                <a:cubicBezTo>
                  <a:pt x="2006" y="68176"/>
                  <a:pt x="0" y="59531"/>
                  <a:pt x="0" y="49670"/>
                </a:cubicBezTo>
                <a:cubicBezTo>
                  <a:pt x="0" y="39676"/>
                  <a:pt x="2006" y="30965"/>
                  <a:pt x="6018" y="23536"/>
                </a:cubicBezTo>
                <a:cubicBezTo>
                  <a:pt x="10028" y="16107"/>
                  <a:pt x="15860" y="10327"/>
                  <a:pt x="23514" y="6196"/>
                </a:cubicBezTo>
                <a:cubicBezTo>
                  <a:pt x="31166" y="2065"/>
                  <a:pt x="40452" y="0"/>
                  <a:pt x="51372" y="0"/>
                </a:cubicBezTo>
                <a:cubicBezTo>
                  <a:pt x="62093" y="0"/>
                  <a:pt x="71229" y="2065"/>
                  <a:pt x="78781" y="6196"/>
                </a:cubicBezTo>
                <a:cubicBezTo>
                  <a:pt x="86330" y="10327"/>
                  <a:pt x="92095" y="16107"/>
                  <a:pt x="96074" y="23536"/>
                </a:cubicBezTo>
                <a:cubicBezTo>
                  <a:pt x="100050" y="30965"/>
                  <a:pt x="102039" y="39676"/>
                  <a:pt x="102039" y="49670"/>
                </a:cubicBezTo>
                <a:moveTo>
                  <a:pt x="81851" y="49670"/>
                </a:moveTo>
                <a:cubicBezTo>
                  <a:pt x="81851" y="43874"/>
                  <a:pt x="80475" y="39326"/>
                  <a:pt x="77722" y="36028"/>
                </a:cubicBezTo>
                <a:cubicBezTo>
                  <a:pt x="74970" y="32730"/>
                  <a:pt x="71283" y="30398"/>
                  <a:pt x="66663" y="29033"/>
                </a:cubicBezTo>
                <a:cubicBezTo>
                  <a:pt x="62043" y="27667"/>
                  <a:pt x="56947" y="26984"/>
                  <a:pt x="51375" y="26984"/>
                </a:cubicBezTo>
                <a:cubicBezTo>
                  <a:pt x="45666" y="26984"/>
                  <a:pt x="40467" y="27667"/>
                  <a:pt x="35779" y="29033"/>
                </a:cubicBezTo>
                <a:cubicBezTo>
                  <a:pt x="31090" y="30398"/>
                  <a:pt x="27352" y="32730"/>
                  <a:pt x="24566" y="36028"/>
                </a:cubicBezTo>
                <a:cubicBezTo>
                  <a:pt x="21781" y="39326"/>
                  <a:pt x="20388" y="43874"/>
                  <a:pt x="20388" y="49670"/>
                </a:cubicBezTo>
                <a:cubicBezTo>
                  <a:pt x="20388" y="55333"/>
                  <a:pt x="21781" y="59781"/>
                  <a:pt x="24566" y="63012"/>
                </a:cubicBezTo>
                <a:cubicBezTo>
                  <a:pt x="27352" y="66244"/>
                  <a:pt x="31090" y="68525"/>
                  <a:pt x="35779" y="69858"/>
                </a:cubicBezTo>
                <a:cubicBezTo>
                  <a:pt x="40467" y="71191"/>
                  <a:pt x="45666" y="71857"/>
                  <a:pt x="51375" y="71857"/>
                </a:cubicBezTo>
                <a:cubicBezTo>
                  <a:pt x="56947" y="71857"/>
                  <a:pt x="62043" y="71191"/>
                  <a:pt x="66663" y="69858"/>
                </a:cubicBezTo>
                <a:cubicBezTo>
                  <a:pt x="71283" y="68525"/>
                  <a:pt x="74970" y="66244"/>
                  <a:pt x="77722" y="63012"/>
                </a:cubicBezTo>
                <a:cubicBezTo>
                  <a:pt x="80475" y="59781"/>
                  <a:pt x="81851" y="55333"/>
                  <a:pt x="81851" y="496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n">
            <a:extLst xmlns:a="http://schemas.openxmlformats.org/drawingml/2006/main">
              <a:ext uri="{FF2B5EF4-FFF2-40B4-BE49-F238E27FC236}">
                <a16:creationId xmlns:a16="http://schemas.microsoft.com/office/drawing/2014/main" id="{22B90814-FCB6-43F4-996C-70A01FC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5778" y="1629686"/>
            <a:ext cx="100240" cy="90945"/>
          </a:xfrm>
          <a:custGeom xmlns:a="http://schemas.openxmlformats.org/drawingml/2006/main">
            <a:pathLst>
              <a:path w="100240" h="90945">
                <a:moveTo>
                  <a:pt x="100240" y="90945"/>
                </a:moveTo>
                <a:lnTo>
                  <a:pt x="1499" y="90945"/>
                </a:lnTo>
                <a:lnTo>
                  <a:pt x="1499" y="65461"/>
                </a:lnTo>
                <a:lnTo>
                  <a:pt x="15990" y="64961"/>
                </a:lnTo>
                <a:cubicBezTo>
                  <a:pt x="11793" y="61696"/>
                  <a:pt x="8078" y="57399"/>
                  <a:pt x="4847" y="52069"/>
                </a:cubicBezTo>
                <a:cubicBezTo>
                  <a:pt x="1616" y="46739"/>
                  <a:pt x="0" y="39809"/>
                  <a:pt x="0" y="31281"/>
                </a:cubicBezTo>
                <a:cubicBezTo>
                  <a:pt x="0" y="21354"/>
                  <a:pt x="3054" y="13658"/>
                  <a:pt x="9163" y="8195"/>
                </a:cubicBezTo>
                <a:cubicBezTo>
                  <a:pt x="15272" y="2732"/>
                  <a:pt x="24199" y="0"/>
                  <a:pt x="35944" y="0"/>
                </a:cubicBezTo>
                <a:lnTo>
                  <a:pt x="100240" y="0"/>
                </a:lnTo>
                <a:lnTo>
                  <a:pt x="100240" y="26284"/>
                </a:lnTo>
                <a:lnTo>
                  <a:pt x="39173" y="26284"/>
                </a:lnTo>
                <a:cubicBezTo>
                  <a:pt x="35582" y="26284"/>
                  <a:pt x="32432" y="26784"/>
                  <a:pt x="29723" y="27783"/>
                </a:cubicBezTo>
                <a:cubicBezTo>
                  <a:pt x="27014" y="28783"/>
                  <a:pt x="24914" y="30365"/>
                  <a:pt x="23423" y="32530"/>
                </a:cubicBezTo>
                <a:cubicBezTo>
                  <a:pt x="21933" y="34696"/>
                  <a:pt x="21187" y="37544"/>
                  <a:pt x="21187" y="41075"/>
                </a:cubicBezTo>
                <a:cubicBezTo>
                  <a:pt x="21187" y="46339"/>
                  <a:pt x="22441" y="50853"/>
                  <a:pt x="24948" y="54617"/>
                </a:cubicBezTo>
                <a:cubicBezTo>
                  <a:pt x="27454" y="58382"/>
                  <a:pt x="30503" y="61663"/>
                  <a:pt x="34092" y="64461"/>
                </a:cubicBezTo>
                <a:lnTo>
                  <a:pt x="100240" y="64461"/>
                </a:lnTo>
                <a:lnTo>
                  <a:pt x="100240" y="90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C98E7-6AEF-4F40-8066-2E8AC881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784" y="1164953"/>
            <a:ext cx="358731" cy="318205"/>
          </a:xfrm>
          <a:custGeom xmlns:a="http://schemas.openxmlformats.org/drawingml/2006/main">
            <a:pathLst>
              <a:path w="358731" h="318205">
                <a:moveTo>
                  <a:pt x="58504" y="68640"/>
                </a:moveTo>
                <a:lnTo>
                  <a:pt x="60454" y="67230"/>
                </a:lnTo>
                <a:lnTo>
                  <a:pt x="62307" y="65701"/>
                </a:lnTo>
                <a:lnTo>
                  <a:pt x="64058" y="64058"/>
                </a:lnTo>
                <a:lnTo>
                  <a:pt x="65701" y="62307"/>
                </a:lnTo>
                <a:lnTo>
                  <a:pt x="67230" y="60454"/>
                </a:lnTo>
                <a:lnTo>
                  <a:pt x="68640" y="58504"/>
                </a:lnTo>
                <a:lnTo>
                  <a:pt x="69925" y="56464"/>
                </a:lnTo>
                <a:lnTo>
                  <a:pt x="71080" y="54337"/>
                </a:lnTo>
                <a:lnTo>
                  <a:pt x="72099" y="52130"/>
                </a:lnTo>
                <a:lnTo>
                  <a:pt x="72977" y="49849"/>
                </a:lnTo>
                <a:lnTo>
                  <a:pt x="73708" y="47500"/>
                </a:lnTo>
                <a:lnTo>
                  <a:pt x="74286" y="45087"/>
                </a:lnTo>
                <a:lnTo>
                  <a:pt x="74706" y="42616"/>
                </a:lnTo>
                <a:lnTo>
                  <a:pt x="74962" y="40093"/>
                </a:lnTo>
                <a:lnTo>
                  <a:pt x="75048" y="37524"/>
                </a:lnTo>
                <a:lnTo>
                  <a:pt x="74962" y="34955"/>
                </a:lnTo>
                <a:lnTo>
                  <a:pt x="74706" y="32433"/>
                </a:lnTo>
                <a:lnTo>
                  <a:pt x="74286" y="29962"/>
                </a:lnTo>
                <a:lnTo>
                  <a:pt x="73708" y="27549"/>
                </a:lnTo>
                <a:lnTo>
                  <a:pt x="72977" y="25199"/>
                </a:lnTo>
                <a:lnTo>
                  <a:pt x="72099" y="22919"/>
                </a:lnTo>
                <a:lnTo>
                  <a:pt x="71080" y="20712"/>
                </a:lnTo>
                <a:lnTo>
                  <a:pt x="69925" y="18586"/>
                </a:lnTo>
                <a:lnTo>
                  <a:pt x="68640" y="16545"/>
                </a:lnTo>
                <a:lnTo>
                  <a:pt x="67230" y="14595"/>
                </a:lnTo>
                <a:lnTo>
                  <a:pt x="65701" y="12742"/>
                </a:lnTo>
                <a:lnTo>
                  <a:pt x="64058" y="10991"/>
                </a:lnTo>
                <a:lnTo>
                  <a:pt x="62307" y="9348"/>
                </a:lnTo>
                <a:lnTo>
                  <a:pt x="60454" y="7819"/>
                </a:lnTo>
                <a:lnTo>
                  <a:pt x="58504" y="6409"/>
                </a:lnTo>
                <a:lnTo>
                  <a:pt x="56464" y="5123"/>
                </a:lnTo>
                <a:lnTo>
                  <a:pt x="54337" y="3968"/>
                </a:lnTo>
                <a:lnTo>
                  <a:pt x="52130" y="2949"/>
                </a:lnTo>
                <a:lnTo>
                  <a:pt x="49849" y="2071"/>
                </a:lnTo>
                <a:lnTo>
                  <a:pt x="47500" y="1340"/>
                </a:lnTo>
                <a:lnTo>
                  <a:pt x="45087" y="762"/>
                </a:lnTo>
                <a:lnTo>
                  <a:pt x="42616" y="343"/>
                </a:lnTo>
                <a:lnTo>
                  <a:pt x="40093" y="87"/>
                </a:lnTo>
                <a:lnTo>
                  <a:pt x="37524" y="0"/>
                </a:lnTo>
                <a:lnTo>
                  <a:pt x="34955" y="87"/>
                </a:lnTo>
                <a:lnTo>
                  <a:pt x="32433" y="343"/>
                </a:lnTo>
                <a:lnTo>
                  <a:pt x="29962" y="762"/>
                </a:lnTo>
                <a:lnTo>
                  <a:pt x="27549" y="1340"/>
                </a:lnTo>
                <a:lnTo>
                  <a:pt x="25199" y="2071"/>
                </a:lnTo>
                <a:lnTo>
                  <a:pt x="22919" y="2949"/>
                </a:lnTo>
                <a:lnTo>
                  <a:pt x="20712" y="3968"/>
                </a:lnTo>
                <a:lnTo>
                  <a:pt x="18586" y="5123"/>
                </a:lnTo>
                <a:lnTo>
                  <a:pt x="16545" y="6409"/>
                </a:lnTo>
                <a:lnTo>
                  <a:pt x="14595" y="7819"/>
                </a:lnTo>
                <a:lnTo>
                  <a:pt x="12742" y="9348"/>
                </a:lnTo>
                <a:lnTo>
                  <a:pt x="10991" y="10991"/>
                </a:lnTo>
                <a:lnTo>
                  <a:pt x="9348" y="12742"/>
                </a:lnTo>
                <a:lnTo>
                  <a:pt x="7819" y="14595"/>
                </a:lnTo>
                <a:lnTo>
                  <a:pt x="6409" y="16545"/>
                </a:lnTo>
                <a:lnTo>
                  <a:pt x="5123" y="18586"/>
                </a:lnTo>
                <a:lnTo>
                  <a:pt x="3968" y="20712"/>
                </a:lnTo>
                <a:lnTo>
                  <a:pt x="2949" y="22919"/>
                </a:lnTo>
                <a:lnTo>
                  <a:pt x="2071" y="25199"/>
                </a:lnTo>
                <a:lnTo>
                  <a:pt x="1340" y="27549"/>
                </a:lnTo>
                <a:lnTo>
                  <a:pt x="762" y="29962"/>
                </a:lnTo>
                <a:lnTo>
                  <a:pt x="343" y="32433"/>
                </a:lnTo>
                <a:lnTo>
                  <a:pt x="87" y="34955"/>
                </a:lnTo>
                <a:lnTo>
                  <a:pt x="0" y="37524"/>
                </a:lnTo>
                <a:lnTo>
                  <a:pt x="87" y="40093"/>
                </a:lnTo>
                <a:lnTo>
                  <a:pt x="343" y="42616"/>
                </a:lnTo>
                <a:lnTo>
                  <a:pt x="762" y="45087"/>
                </a:lnTo>
                <a:lnTo>
                  <a:pt x="1340" y="47500"/>
                </a:lnTo>
                <a:lnTo>
                  <a:pt x="2071" y="49849"/>
                </a:lnTo>
                <a:lnTo>
                  <a:pt x="2949" y="52130"/>
                </a:lnTo>
                <a:lnTo>
                  <a:pt x="3968" y="54337"/>
                </a:lnTo>
                <a:lnTo>
                  <a:pt x="5123" y="56464"/>
                </a:lnTo>
                <a:lnTo>
                  <a:pt x="6409" y="58504"/>
                </a:lnTo>
                <a:lnTo>
                  <a:pt x="7819" y="60454"/>
                </a:lnTo>
                <a:lnTo>
                  <a:pt x="9348" y="62307"/>
                </a:lnTo>
                <a:lnTo>
                  <a:pt x="10991" y="64058"/>
                </a:lnTo>
                <a:lnTo>
                  <a:pt x="12742" y="65701"/>
                </a:lnTo>
                <a:lnTo>
                  <a:pt x="14595" y="67230"/>
                </a:lnTo>
                <a:lnTo>
                  <a:pt x="16545" y="68640"/>
                </a:lnTo>
                <a:lnTo>
                  <a:pt x="18586" y="69925"/>
                </a:lnTo>
                <a:lnTo>
                  <a:pt x="18762" y="70021"/>
                </a:lnTo>
                <a:lnTo>
                  <a:pt x="18762" y="280680"/>
                </a:lnTo>
                <a:lnTo>
                  <a:pt x="18805" y="281965"/>
                </a:lnTo>
                <a:lnTo>
                  <a:pt x="18933" y="283226"/>
                </a:lnTo>
                <a:lnTo>
                  <a:pt x="19143" y="284462"/>
                </a:lnTo>
                <a:lnTo>
                  <a:pt x="19432" y="285668"/>
                </a:lnTo>
                <a:lnTo>
                  <a:pt x="19798" y="286843"/>
                </a:lnTo>
                <a:lnTo>
                  <a:pt x="20236" y="287984"/>
                </a:lnTo>
                <a:lnTo>
                  <a:pt x="20746" y="289087"/>
                </a:lnTo>
                <a:lnTo>
                  <a:pt x="21324" y="290150"/>
                </a:lnTo>
                <a:lnTo>
                  <a:pt x="21966" y="291171"/>
                </a:lnTo>
                <a:lnTo>
                  <a:pt x="22671" y="292145"/>
                </a:lnTo>
                <a:lnTo>
                  <a:pt x="23436" y="293072"/>
                </a:lnTo>
                <a:lnTo>
                  <a:pt x="24257" y="293947"/>
                </a:lnTo>
                <a:lnTo>
                  <a:pt x="25133" y="294769"/>
                </a:lnTo>
                <a:lnTo>
                  <a:pt x="26059" y="295533"/>
                </a:lnTo>
                <a:lnTo>
                  <a:pt x="27034" y="296238"/>
                </a:lnTo>
                <a:lnTo>
                  <a:pt x="28054" y="296881"/>
                </a:lnTo>
                <a:lnTo>
                  <a:pt x="29118" y="297458"/>
                </a:lnTo>
                <a:lnTo>
                  <a:pt x="30221" y="297968"/>
                </a:lnTo>
                <a:lnTo>
                  <a:pt x="31361" y="298407"/>
                </a:lnTo>
                <a:lnTo>
                  <a:pt x="32536" y="298772"/>
                </a:lnTo>
                <a:lnTo>
                  <a:pt x="33743" y="299061"/>
                </a:lnTo>
                <a:lnTo>
                  <a:pt x="34978" y="299271"/>
                </a:lnTo>
                <a:lnTo>
                  <a:pt x="36240" y="299399"/>
                </a:lnTo>
                <a:lnTo>
                  <a:pt x="37524" y="299442"/>
                </a:lnTo>
                <a:lnTo>
                  <a:pt x="288709" y="299442"/>
                </a:lnTo>
                <a:lnTo>
                  <a:pt x="288806" y="299620"/>
                </a:lnTo>
                <a:lnTo>
                  <a:pt x="290091" y="301661"/>
                </a:lnTo>
                <a:lnTo>
                  <a:pt x="291501" y="303611"/>
                </a:lnTo>
                <a:lnTo>
                  <a:pt x="293031" y="305464"/>
                </a:lnTo>
                <a:lnTo>
                  <a:pt x="294673" y="307214"/>
                </a:lnTo>
                <a:lnTo>
                  <a:pt x="296424" y="308857"/>
                </a:lnTo>
                <a:lnTo>
                  <a:pt x="298277" y="310386"/>
                </a:lnTo>
                <a:lnTo>
                  <a:pt x="300227" y="311796"/>
                </a:lnTo>
                <a:lnTo>
                  <a:pt x="302268" y="313082"/>
                </a:lnTo>
                <a:lnTo>
                  <a:pt x="304394" y="314237"/>
                </a:lnTo>
                <a:lnTo>
                  <a:pt x="306601" y="315256"/>
                </a:lnTo>
                <a:lnTo>
                  <a:pt x="308882" y="316133"/>
                </a:lnTo>
                <a:lnTo>
                  <a:pt x="311232" y="316864"/>
                </a:lnTo>
                <a:lnTo>
                  <a:pt x="313644" y="317442"/>
                </a:lnTo>
                <a:lnTo>
                  <a:pt x="316115" y="317862"/>
                </a:lnTo>
                <a:lnTo>
                  <a:pt x="318637" y="318118"/>
                </a:lnTo>
                <a:lnTo>
                  <a:pt x="321206" y="318205"/>
                </a:lnTo>
                <a:lnTo>
                  <a:pt x="323776" y="318118"/>
                </a:lnTo>
                <a:lnTo>
                  <a:pt x="326298" y="317862"/>
                </a:lnTo>
                <a:lnTo>
                  <a:pt x="328769" y="317442"/>
                </a:lnTo>
                <a:lnTo>
                  <a:pt x="331182" y="316864"/>
                </a:lnTo>
                <a:lnTo>
                  <a:pt x="333532" y="316133"/>
                </a:lnTo>
                <a:lnTo>
                  <a:pt x="335813" y="315256"/>
                </a:lnTo>
                <a:lnTo>
                  <a:pt x="338019" y="314237"/>
                </a:lnTo>
                <a:lnTo>
                  <a:pt x="340146" y="313082"/>
                </a:lnTo>
                <a:lnTo>
                  <a:pt x="342187" y="311796"/>
                </a:lnTo>
                <a:lnTo>
                  <a:pt x="344137" y="310386"/>
                </a:lnTo>
                <a:lnTo>
                  <a:pt x="345990" y="308857"/>
                </a:lnTo>
                <a:lnTo>
                  <a:pt x="347740" y="307214"/>
                </a:lnTo>
                <a:lnTo>
                  <a:pt x="349383" y="305464"/>
                </a:lnTo>
                <a:lnTo>
                  <a:pt x="350912" y="303611"/>
                </a:lnTo>
                <a:lnTo>
                  <a:pt x="352322" y="301661"/>
                </a:lnTo>
                <a:lnTo>
                  <a:pt x="353608" y="299620"/>
                </a:lnTo>
                <a:lnTo>
                  <a:pt x="354763" y="297493"/>
                </a:lnTo>
                <a:lnTo>
                  <a:pt x="355782" y="295287"/>
                </a:lnTo>
                <a:lnTo>
                  <a:pt x="356660" y="293006"/>
                </a:lnTo>
                <a:lnTo>
                  <a:pt x="357390" y="290656"/>
                </a:lnTo>
                <a:lnTo>
                  <a:pt x="357968" y="288243"/>
                </a:lnTo>
                <a:lnTo>
                  <a:pt x="358388" y="285772"/>
                </a:lnTo>
                <a:lnTo>
                  <a:pt x="358644" y="283250"/>
                </a:lnTo>
                <a:lnTo>
                  <a:pt x="358731" y="280680"/>
                </a:lnTo>
                <a:lnTo>
                  <a:pt x="358644" y="278111"/>
                </a:lnTo>
                <a:lnTo>
                  <a:pt x="358388" y="275589"/>
                </a:lnTo>
                <a:lnTo>
                  <a:pt x="357968" y="273118"/>
                </a:lnTo>
                <a:lnTo>
                  <a:pt x="357390" y="270705"/>
                </a:lnTo>
                <a:lnTo>
                  <a:pt x="356660" y="268356"/>
                </a:lnTo>
                <a:lnTo>
                  <a:pt x="355782" y="266075"/>
                </a:lnTo>
                <a:lnTo>
                  <a:pt x="354763" y="263868"/>
                </a:lnTo>
                <a:lnTo>
                  <a:pt x="353608" y="261742"/>
                </a:lnTo>
                <a:lnTo>
                  <a:pt x="352322" y="259701"/>
                </a:lnTo>
                <a:lnTo>
                  <a:pt x="350912" y="257751"/>
                </a:lnTo>
                <a:lnTo>
                  <a:pt x="349383" y="255898"/>
                </a:lnTo>
                <a:lnTo>
                  <a:pt x="347740" y="254147"/>
                </a:lnTo>
                <a:lnTo>
                  <a:pt x="345990" y="252505"/>
                </a:lnTo>
                <a:lnTo>
                  <a:pt x="344137" y="250975"/>
                </a:lnTo>
                <a:lnTo>
                  <a:pt x="342187" y="249565"/>
                </a:lnTo>
                <a:lnTo>
                  <a:pt x="340146" y="248280"/>
                </a:lnTo>
                <a:lnTo>
                  <a:pt x="338019" y="247125"/>
                </a:lnTo>
                <a:lnTo>
                  <a:pt x="335813" y="246105"/>
                </a:lnTo>
                <a:lnTo>
                  <a:pt x="333532" y="245228"/>
                </a:lnTo>
                <a:lnTo>
                  <a:pt x="331182" y="244497"/>
                </a:lnTo>
                <a:lnTo>
                  <a:pt x="328769" y="243919"/>
                </a:lnTo>
                <a:lnTo>
                  <a:pt x="326298" y="243499"/>
                </a:lnTo>
                <a:lnTo>
                  <a:pt x="323776" y="243243"/>
                </a:lnTo>
                <a:lnTo>
                  <a:pt x="321206" y="243156"/>
                </a:lnTo>
                <a:lnTo>
                  <a:pt x="318637" y="243243"/>
                </a:lnTo>
                <a:lnTo>
                  <a:pt x="316115" y="243499"/>
                </a:lnTo>
                <a:lnTo>
                  <a:pt x="313644" y="243919"/>
                </a:lnTo>
                <a:lnTo>
                  <a:pt x="311232" y="244497"/>
                </a:lnTo>
                <a:lnTo>
                  <a:pt x="308882" y="245228"/>
                </a:lnTo>
                <a:lnTo>
                  <a:pt x="306601" y="246105"/>
                </a:lnTo>
                <a:lnTo>
                  <a:pt x="304394" y="247125"/>
                </a:lnTo>
                <a:lnTo>
                  <a:pt x="302268" y="248280"/>
                </a:lnTo>
                <a:lnTo>
                  <a:pt x="300227" y="249565"/>
                </a:lnTo>
                <a:lnTo>
                  <a:pt x="298277" y="250975"/>
                </a:lnTo>
                <a:lnTo>
                  <a:pt x="296424" y="252505"/>
                </a:lnTo>
                <a:lnTo>
                  <a:pt x="294673" y="254147"/>
                </a:lnTo>
                <a:lnTo>
                  <a:pt x="293031" y="255898"/>
                </a:lnTo>
                <a:lnTo>
                  <a:pt x="291501" y="257751"/>
                </a:lnTo>
                <a:lnTo>
                  <a:pt x="290091" y="259701"/>
                </a:lnTo>
                <a:lnTo>
                  <a:pt x="288806" y="261742"/>
                </a:lnTo>
                <a:lnTo>
                  <a:pt x="288710" y="261918"/>
                </a:lnTo>
                <a:lnTo>
                  <a:pt x="56286" y="261918"/>
                </a:lnTo>
                <a:lnTo>
                  <a:pt x="56286" y="70022"/>
                </a:lnTo>
                <a:lnTo>
                  <a:pt x="56464" y="69925"/>
                </a:lnTo>
                <a:lnTo>
                  <a:pt x="58504" y="68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Tracer">
            <a:extLst xmlns:a="http://schemas.openxmlformats.org/drawingml/2006/main">
              <a:ext uri="{FF2B5EF4-FFF2-40B4-BE49-F238E27FC236}">
                <a16:creationId xmlns:a16="http://schemas.microsoft.com/office/drawing/2014/main" id="{216CBF43-A4D8-41F1-89D0-39F05CDC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976" y="1041879"/>
            <a:ext cx="538223" cy="125413"/>
          </a:xfrm>
          <a:custGeom xmlns:a="http://schemas.openxmlformats.org/drawingml/2006/main">
            <a:pathLst>
              <a:path w="538223" h="125413">
                <a:moveTo>
                  <a:pt x="33100" y="123758"/>
                </a:moveTo>
                <a:lnTo>
                  <a:pt x="33100" y="21515"/>
                </a:lnTo>
                <a:lnTo>
                  <a:pt x="0" y="21515"/>
                </a:lnTo>
                <a:lnTo>
                  <a:pt x="0" y="0"/>
                </a:lnTo>
                <a:lnTo>
                  <a:pt x="91853" y="0"/>
                </a:lnTo>
                <a:lnTo>
                  <a:pt x="91853" y="21515"/>
                </a:lnTo>
                <a:lnTo>
                  <a:pt x="58937" y="21515"/>
                </a:lnTo>
                <a:lnTo>
                  <a:pt x="58937" y="123758"/>
                </a:lnTo>
                <a:lnTo>
                  <a:pt x="33100" y="123758"/>
                </a:lnTo>
                <a:close/>
                <a:moveTo>
                  <a:pt x="105214" y="123758"/>
                </a:moveTo>
                <a:lnTo>
                  <a:pt x="105214" y="32916"/>
                </a:lnTo>
                <a:lnTo>
                  <a:pt x="128568" y="32916"/>
                </a:lnTo>
                <a:lnTo>
                  <a:pt x="129027" y="48271"/>
                </a:lnTo>
                <a:cubicBezTo>
                  <a:pt x="131357" y="42877"/>
                  <a:pt x="134851" y="38739"/>
                  <a:pt x="139509" y="35858"/>
                </a:cubicBezTo>
                <a:cubicBezTo>
                  <a:pt x="144168" y="32978"/>
                  <a:pt x="149807" y="31537"/>
                  <a:pt x="156427" y="31537"/>
                </a:cubicBezTo>
                <a:lnTo>
                  <a:pt x="158266" y="31537"/>
                </a:lnTo>
                <a:lnTo>
                  <a:pt x="158266" y="52041"/>
                </a:lnTo>
                <a:lnTo>
                  <a:pt x="155967" y="52041"/>
                </a:lnTo>
                <a:cubicBezTo>
                  <a:pt x="152351" y="52041"/>
                  <a:pt x="148887" y="52368"/>
                  <a:pt x="145577" y="53023"/>
                </a:cubicBezTo>
                <a:cubicBezTo>
                  <a:pt x="142267" y="53678"/>
                  <a:pt x="139264" y="54802"/>
                  <a:pt x="136567" y="56394"/>
                </a:cubicBezTo>
                <a:cubicBezTo>
                  <a:pt x="133870" y="57986"/>
                  <a:pt x="131541" y="60186"/>
                  <a:pt x="129579" y="62994"/>
                </a:cubicBezTo>
                <a:lnTo>
                  <a:pt x="129579" y="123758"/>
                </a:lnTo>
                <a:lnTo>
                  <a:pt x="105214" y="123758"/>
                </a:lnTo>
                <a:close/>
                <a:moveTo>
                  <a:pt x="199946" y="125413"/>
                </a:moveTo>
                <a:cubicBezTo>
                  <a:pt x="194858" y="125413"/>
                  <a:pt x="190108" y="124422"/>
                  <a:pt x="185695" y="122442"/>
                </a:cubicBezTo>
                <a:cubicBezTo>
                  <a:pt x="181281" y="120461"/>
                  <a:pt x="177711" y="117475"/>
                  <a:pt x="174983" y="113483"/>
                </a:cubicBezTo>
                <a:cubicBezTo>
                  <a:pt x="172255" y="109489"/>
                  <a:pt x="170892" y="104490"/>
                  <a:pt x="170892" y="98487"/>
                </a:cubicBezTo>
                <a:cubicBezTo>
                  <a:pt x="170892" y="90132"/>
                  <a:pt x="173374" y="83834"/>
                  <a:pt x="178339" y="79595"/>
                </a:cubicBezTo>
                <a:cubicBezTo>
                  <a:pt x="183304" y="75354"/>
                  <a:pt x="190246" y="72475"/>
                  <a:pt x="199165" y="70958"/>
                </a:cubicBezTo>
                <a:cubicBezTo>
                  <a:pt x="208083" y="69441"/>
                  <a:pt x="218458" y="68559"/>
                  <a:pt x="230288" y="68312"/>
                </a:cubicBezTo>
                <a:lnTo>
                  <a:pt x="230288" y="63379"/>
                </a:lnTo>
                <a:cubicBezTo>
                  <a:pt x="230288" y="57368"/>
                  <a:pt x="228893" y="53255"/>
                  <a:pt x="226104" y="51041"/>
                </a:cubicBezTo>
                <a:cubicBezTo>
                  <a:pt x="223315" y="48826"/>
                  <a:pt x="219714" y="47719"/>
                  <a:pt x="215301" y="47719"/>
                </a:cubicBezTo>
                <a:cubicBezTo>
                  <a:pt x="210458" y="47719"/>
                  <a:pt x="206474" y="48900"/>
                  <a:pt x="203348" y="51262"/>
                </a:cubicBezTo>
                <a:cubicBezTo>
                  <a:pt x="200222" y="53622"/>
                  <a:pt x="198659" y="57446"/>
                  <a:pt x="198659" y="62735"/>
                </a:cubicBezTo>
                <a:lnTo>
                  <a:pt x="175857" y="62735"/>
                </a:lnTo>
                <a:cubicBezTo>
                  <a:pt x="175857" y="54975"/>
                  <a:pt x="177527" y="48829"/>
                  <a:pt x="180868" y="44297"/>
                </a:cubicBezTo>
                <a:cubicBezTo>
                  <a:pt x="184208" y="39763"/>
                  <a:pt x="188836" y="36503"/>
                  <a:pt x="194751" y="34517"/>
                </a:cubicBezTo>
                <a:cubicBezTo>
                  <a:pt x="200666" y="32530"/>
                  <a:pt x="207516" y="31537"/>
                  <a:pt x="215301" y="31537"/>
                </a:cubicBezTo>
                <a:cubicBezTo>
                  <a:pt x="221001" y="31537"/>
                  <a:pt x="226212" y="32018"/>
                  <a:pt x="230931" y="32979"/>
                </a:cubicBezTo>
                <a:cubicBezTo>
                  <a:pt x="235651" y="33941"/>
                  <a:pt x="239743" y="35601"/>
                  <a:pt x="243206" y="37959"/>
                </a:cubicBezTo>
                <a:cubicBezTo>
                  <a:pt x="246669" y="40315"/>
                  <a:pt x="249351" y="43525"/>
                  <a:pt x="251251" y="47590"/>
                </a:cubicBezTo>
                <a:cubicBezTo>
                  <a:pt x="253151" y="51653"/>
                  <a:pt x="254102" y="56724"/>
                  <a:pt x="254102" y="62804"/>
                </a:cubicBezTo>
                <a:lnTo>
                  <a:pt x="254102" y="123758"/>
                </a:lnTo>
                <a:lnTo>
                  <a:pt x="231299" y="123758"/>
                </a:lnTo>
                <a:lnTo>
                  <a:pt x="230564" y="112173"/>
                </a:lnTo>
                <a:cubicBezTo>
                  <a:pt x="226763" y="116525"/>
                  <a:pt x="222350" y="119819"/>
                  <a:pt x="217324" y="122057"/>
                </a:cubicBezTo>
                <a:cubicBezTo>
                  <a:pt x="212297" y="124294"/>
                  <a:pt x="206505" y="125413"/>
                  <a:pt x="199946" y="125413"/>
                </a:cubicBezTo>
                <a:moveTo>
                  <a:pt x="207945" y="108679"/>
                </a:moveTo>
                <a:cubicBezTo>
                  <a:pt x="212543" y="108679"/>
                  <a:pt x="216787" y="107459"/>
                  <a:pt x="220680" y="105018"/>
                </a:cubicBezTo>
                <a:cubicBezTo>
                  <a:pt x="224572" y="102576"/>
                  <a:pt x="227683" y="99791"/>
                  <a:pt x="230012" y="96663"/>
                </a:cubicBezTo>
                <a:lnTo>
                  <a:pt x="230012" y="81828"/>
                </a:lnTo>
                <a:cubicBezTo>
                  <a:pt x="217140" y="81891"/>
                  <a:pt x="208129" y="83128"/>
                  <a:pt x="202980" y="85537"/>
                </a:cubicBezTo>
                <a:cubicBezTo>
                  <a:pt x="197831" y="87947"/>
                  <a:pt x="195257" y="91843"/>
                  <a:pt x="195257" y="97226"/>
                </a:cubicBezTo>
                <a:cubicBezTo>
                  <a:pt x="195257" y="101107"/>
                  <a:pt x="196437" y="103986"/>
                  <a:pt x="198797" y="105863"/>
                </a:cubicBezTo>
                <a:cubicBezTo>
                  <a:pt x="201157" y="107740"/>
                  <a:pt x="204206" y="108679"/>
                  <a:pt x="207945" y="108679"/>
                </a:cubicBezTo>
                <a:close/>
                <a:moveTo>
                  <a:pt x="318988" y="125413"/>
                </a:moveTo>
                <a:cubicBezTo>
                  <a:pt x="310652" y="125413"/>
                  <a:pt x="303082" y="123794"/>
                  <a:pt x="296278" y="120557"/>
                </a:cubicBezTo>
                <a:cubicBezTo>
                  <a:pt x="289474" y="117318"/>
                  <a:pt x="284080" y="112273"/>
                  <a:pt x="280096" y="105423"/>
                </a:cubicBezTo>
                <a:cubicBezTo>
                  <a:pt x="276111" y="98573"/>
                  <a:pt x="274119" y="89730"/>
                  <a:pt x="274119" y="78894"/>
                </a:cubicBezTo>
                <a:cubicBezTo>
                  <a:pt x="274119" y="68060"/>
                  <a:pt x="276020" y="59156"/>
                  <a:pt x="279820" y="52182"/>
                </a:cubicBezTo>
                <a:cubicBezTo>
                  <a:pt x="283620" y="45207"/>
                  <a:pt x="288907" y="40023"/>
                  <a:pt x="295680" y="36628"/>
                </a:cubicBezTo>
                <a:cubicBezTo>
                  <a:pt x="302454" y="33234"/>
                  <a:pt x="310223" y="31537"/>
                  <a:pt x="318988" y="31537"/>
                </a:cubicBezTo>
                <a:cubicBezTo>
                  <a:pt x="326589" y="31537"/>
                  <a:pt x="333454" y="32815"/>
                  <a:pt x="339584" y="35370"/>
                </a:cubicBezTo>
                <a:cubicBezTo>
                  <a:pt x="345714" y="37923"/>
                  <a:pt x="350587" y="41738"/>
                  <a:pt x="354203" y="46814"/>
                </a:cubicBezTo>
                <a:cubicBezTo>
                  <a:pt x="357820" y="51890"/>
                  <a:pt x="359659" y="58291"/>
                  <a:pt x="359720" y="66016"/>
                </a:cubicBezTo>
                <a:lnTo>
                  <a:pt x="336090" y="66016"/>
                </a:lnTo>
                <a:cubicBezTo>
                  <a:pt x="335967" y="61251"/>
                  <a:pt x="334435" y="57454"/>
                  <a:pt x="331493" y="54627"/>
                </a:cubicBezTo>
                <a:cubicBezTo>
                  <a:pt x="328551" y="51799"/>
                  <a:pt x="324413" y="50386"/>
                  <a:pt x="319080" y="50386"/>
                </a:cubicBezTo>
                <a:cubicBezTo>
                  <a:pt x="312031" y="50386"/>
                  <a:pt x="306928" y="52872"/>
                  <a:pt x="303772" y="57845"/>
                </a:cubicBezTo>
                <a:cubicBezTo>
                  <a:pt x="300615" y="62817"/>
                  <a:pt x="299036" y="69836"/>
                  <a:pt x="299036" y="78900"/>
                </a:cubicBezTo>
                <a:cubicBezTo>
                  <a:pt x="299036" y="84754"/>
                  <a:pt x="299726" y="89743"/>
                  <a:pt x="301105" y="93867"/>
                </a:cubicBezTo>
                <a:cubicBezTo>
                  <a:pt x="302484" y="97989"/>
                  <a:pt x="304660" y="101136"/>
                  <a:pt x="307633" y="103309"/>
                </a:cubicBezTo>
                <a:cubicBezTo>
                  <a:pt x="310606" y="105479"/>
                  <a:pt x="314422" y="106564"/>
                  <a:pt x="319080" y="106564"/>
                </a:cubicBezTo>
                <a:cubicBezTo>
                  <a:pt x="324536" y="106564"/>
                  <a:pt x="328842" y="105022"/>
                  <a:pt x="331999" y="101938"/>
                </a:cubicBezTo>
                <a:cubicBezTo>
                  <a:pt x="335155" y="98852"/>
                  <a:pt x="336795" y="94479"/>
                  <a:pt x="336918" y="88819"/>
                </a:cubicBezTo>
                <a:lnTo>
                  <a:pt x="360547" y="88819"/>
                </a:lnTo>
                <a:cubicBezTo>
                  <a:pt x="360363" y="96743"/>
                  <a:pt x="358479" y="103420"/>
                  <a:pt x="354893" y="108848"/>
                </a:cubicBezTo>
                <a:cubicBezTo>
                  <a:pt x="351307" y="114275"/>
                  <a:pt x="346419" y="118392"/>
                  <a:pt x="340228" y="121200"/>
                </a:cubicBezTo>
                <a:cubicBezTo>
                  <a:pt x="334037" y="124009"/>
                  <a:pt x="326957" y="125413"/>
                  <a:pt x="318988" y="125413"/>
                </a:cubicBezTo>
                <a:close/>
                <a:moveTo>
                  <a:pt x="423227" y="125413"/>
                </a:moveTo>
                <a:cubicBezTo>
                  <a:pt x="413235" y="125413"/>
                  <a:pt x="404838" y="123536"/>
                  <a:pt x="398034" y="119784"/>
                </a:cubicBezTo>
                <a:cubicBezTo>
                  <a:pt x="391230" y="116031"/>
                  <a:pt x="386081" y="110620"/>
                  <a:pt x="382587" y="103550"/>
                </a:cubicBezTo>
                <a:cubicBezTo>
                  <a:pt x="379093" y="96478"/>
                  <a:pt x="377346" y="87980"/>
                  <a:pt x="377346" y="78055"/>
                </a:cubicBezTo>
                <a:cubicBezTo>
                  <a:pt x="377346" y="68441"/>
                  <a:pt x="379047" y="60162"/>
                  <a:pt x="382449" y="53216"/>
                </a:cubicBezTo>
                <a:cubicBezTo>
                  <a:pt x="385851" y="46268"/>
                  <a:pt x="390847" y="40918"/>
                  <a:pt x="397436" y="37166"/>
                </a:cubicBezTo>
                <a:cubicBezTo>
                  <a:pt x="404026" y="33413"/>
                  <a:pt x="412132" y="31537"/>
                  <a:pt x="421756" y="31537"/>
                </a:cubicBezTo>
                <a:cubicBezTo>
                  <a:pt x="435118" y="31537"/>
                  <a:pt x="445676" y="35487"/>
                  <a:pt x="453431" y="43386"/>
                </a:cubicBezTo>
                <a:cubicBezTo>
                  <a:pt x="461185" y="51286"/>
                  <a:pt x="465062" y="62547"/>
                  <a:pt x="465062" y="77170"/>
                </a:cubicBezTo>
                <a:cubicBezTo>
                  <a:pt x="465062" y="77914"/>
                  <a:pt x="465031" y="78920"/>
                  <a:pt x="464970" y="80190"/>
                </a:cubicBezTo>
                <a:cubicBezTo>
                  <a:pt x="464908" y="81460"/>
                  <a:pt x="464816" y="82436"/>
                  <a:pt x="464694" y="83118"/>
                </a:cubicBezTo>
                <a:lnTo>
                  <a:pt x="401712" y="83118"/>
                </a:lnTo>
                <a:cubicBezTo>
                  <a:pt x="401834" y="87445"/>
                  <a:pt x="402616" y="91490"/>
                  <a:pt x="404056" y="95252"/>
                </a:cubicBezTo>
                <a:cubicBezTo>
                  <a:pt x="405497" y="99014"/>
                  <a:pt x="407780" y="102040"/>
                  <a:pt x="410906" y="104329"/>
                </a:cubicBezTo>
                <a:cubicBezTo>
                  <a:pt x="414032" y="106616"/>
                  <a:pt x="418139" y="107759"/>
                  <a:pt x="423227" y="107759"/>
                </a:cubicBezTo>
                <a:cubicBezTo>
                  <a:pt x="428498" y="107759"/>
                  <a:pt x="432728" y="106575"/>
                  <a:pt x="435915" y="104208"/>
                </a:cubicBezTo>
                <a:cubicBezTo>
                  <a:pt x="439102" y="101840"/>
                  <a:pt x="440727" y="98320"/>
                  <a:pt x="440788" y="93646"/>
                </a:cubicBezTo>
                <a:lnTo>
                  <a:pt x="464786" y="93646"/>
                </a:lnTo>
                <a:cubicBezTo>
                  <a:pt x="464479" y="100725"/>
                  <a:pt x="462564" y="106625"/>
                  <a:pt x="459039" y="111345"/>
                </a:cubicBezTo>
                <a:cubicBezTo>
                  <a:pt x="455515" y="116065"/>
                  <a:pt x="450703" y="119589"/>
                  <a:pt x="444604" y="121919"/>
                </a:cubicBezTo>
                <a:cubicBezTo>
                  <a:pt x="438505" y="124248"/>
                  <a:pt x="431379" y="125413"/>
                  <a:pt x="423227" y="125413"/>
                </a:cubicBezTo>
                <a:moveTo>
                  <a:pt x="401987" y="67671"/>
                </a:moveTo>
                <a:lnTo>
                  <a:pt x="440880" y="67671"/>
                </a:lnTo>
                <a:cubicBezTo>
                  <a:pt x="440696" y="61235"/>
                  <a:pt x="438842" y="56423"/>
                  <a:pt x="435317" y="53236"/>
                </a:cubicBezTo>
                <a:cubicBezTo>
                  <a:pt x="431793" y="50049"/>
                  <a:pt x="427272" y="48455"/>
                  <a:pt x="421756" y="48455"/>
                </a:cubicBezTo>
                <a:cubicBezTo>
                  <a:pt x="416116" y="48455"/>
                  <a:pt x="411504" y="50096"/>
                  <a:pt x="407918" y="53377"/>
                </a:cubicBezTo>
                <a:cubicBezTo>
                  <a:pt x="404332" y="56658"/>
                  <a:pt x="402355" y="61423"/>
                  <a:pt x="401987" y="67671"/>
                </a:cubicBezTo>
                <a:close/>
                <a:moveTo>
                  <a:pt x="485171" y="123758"/>
                </a:moveTo>
                <a:lnTo>
                  <a:pt x="485171" y="32916"/>
                </a:lnTo>
                <a:lnTo>
                  <a:pt x="508525" y="32916"/>
                </a:lnTo>
                <a:lnTo>
                  <a:pt x="508985" y="48271"/>
                </a:lnTo>
                <a:cubicBezTo>
                  <a:pt x="511314" y="42877"/>
                  <a:pt x="514808" y="38739"/>
                  <a:pt x="519467" y="35858"/>
                </a:cubicBezTo>
                <a:cubicBezTo>
                  <a:pt x="524125" y="32978"/>
                  <a:pt x="529764" y="31537"/>
                  <a:pt x="536384" y="31537"/>
                </a:cubicBezTo>
                <a:lnTo>
                  <a:pt x="538223" y="31537"/>
                </a:lnTo>
                <a:lnTo>
                  <a:pt x="538223" y="52041"/>
                </a:lnTo>
                <a:lnTo>
                  <a:pt x="535925" y="52041"/>
                </a:lnTo>
                <a:cubicBezTo>
                  <a:pt x="532308" y="52041"/>
                  <a:pt x="528845" y="52368"/>
                  <a:pt x="525535" y="53023"/>
                </a:cubicBezTo>
                <a:cubicBezTo>
                  <a:pt x="522225" y="53678"/>
                  <a:pt x="519221" y="54802"/>
                  <a:pt x="516524" y="56394"/>
                </a:cubicBezTo>
                <a:cubicBezTo>
                  <a:pt x="513827" y="57986"/>
                  <a:pt x="511498" y="60186"/>
                  <a:pt x="509537" y="62994"/>
                </a:cubicBezTo>
                <a:lnTo>
                  <a:pt x="509537" y="123758"/>
                </a:lnTo>
                <a:lnTo>
                  <a:pt x="485171" y="1237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FFFE2-315D-4203-9C97-70EA1019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446" y="448757"/>
            <a:ext cx="2197538" cy="508714"/>
          </a:xfrm>
          <a:custGeom xmlns:a="http://schemas.openxmlformats.org/drawingml/2006/main">
            <a:pathLst>
              <a:path w="2197538" h="508714">
                <a:moveTo>
                  <a:pt x="2028680" y="168859"/>
                </a:moveTo>
                <a:lnTo>
                  <a:pt x="2197538" y="84429"/>
                </a:lnTo>
                <a:lnTo>
                  <a:pt x="2028680" y="0"/>
                </a:lnTo>
                <a:lnTo>
                  <a:pt x="2028680" y="56286"/>
                </a:lnTo>
                <a:lnTo>
                  <a:pt x="84429" y="56286"/>
                </a:lnTo>
                <a:lnTo>
                  <a:pt x="82502" y="56351"/>
                </a:lnTo>
                <a:lnTo>
                  <a:pt x="80611" y="56543"/>
                </a:lnTo>
                <a:lnTo>
                  <a:pt x="78758" y="56858"/>
                </a:lnTo>
                <a:lnTo>
                  <a:pt x="76948" y="57291"/>
                </a:lnTo>
                <a:lnTo>
                  <a:pt x="75186" y="57839"/>
                </a:lnTo>
                <a:lnTo>
                  <a:pt x="73475" y="58498"/>
                </a:lnTo>
                <a:lnTo>
                  <a:pt x="71820" y="59262"/>
                </a:lnTo>
                <a:lnTo>
                  <a:pt x="70225" y="60128"/>
                </a:lnTo>
                <a:lnTo>
                  <a:pt x="68694" y="61092"/>
                </a:lnTo>
                <a:lnTo>
                  <a:pt x="67232" y="62150"/>
                </a:lnTo>
                <a:lnTo>
                  <a:pt x="65842" y="63297"/>
                </a:lnTo>
                <a:lnTo>
                  <a:pt x="64529" y="64529"/>
                </a:lnTo>
                <a:lnTo>
                  <a:pt x="63297" y="65842"/>
                </a:lnTo>
                <a:lnTo>
                  <a:pt x="62150" y="67231"/>
                </a:lnTo>
                <a:lnTo>
                  <a:pt x="61093" y="68694"/>
                </a:lnTo>
                <a:lnTo>
                  <a:pt x="60129" y="70224"/>
                </a:lnTo>
                <a:lnTo>
                  <a:pt x="59262" y="71819"/>
                </a:lnTo>
                <a:lnTo>
                  <a:pt x="58498" y="73474"/>
                </a:lnTo>
                <a:lnTo>
                  <a:pt x="57840" y="75185"/>
                </a:lnTo>
                <a:lnTo>
                  <a:pt x="57292" y="76947"/>
                </a:lnTo>
                <a:lnTo>
                  <a:pt x="56858" y="78757"/>
                </a:lnTo>
                <a:lnTo>
                  <a:pt x="56543" y="80610"/>
                </a:lnTo>
                <a:lnTo>
                  <a:pt x="56351" y="82502"/>
                </a:lnTo>
                <a:lnTo>
                  <a:pt x="56286" y="84429"/>
                </a:lnTo>
                <a:lnTo>
                  <a:pt x="56286" y="339856"/>
                </a:lnTo>
                <a:lnTo>
                  <a:pt x="0" y="339856"/>
                </a:lnTo>
                <a:lnTo>
                  <a:pt x="84429" y="508714"/>
                </a:lnTo>
                <a:lnTo>
                  <a:pt x="168859" y="339856"/>
                </a:lnTo>
                <a:lnTo>
                  <a:pt x="112572" y="339856"/>
                </a:lnTo>
                <a:lnTo>
                  <a:pt x="112572" y="112572"/>
                </a:lnTo>
                <a:lnTo>
                  <a:pt x="2028680" y="112572"/>
                </a:lnTo>
                <a:lnTo>
                  <a:pt x="2028680" y="168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E1F09-BEAC-47AC-B8FB-3FD20190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547" y="1561174"/>
            <a:ext cx="2009156" cy="459016"/>
          </a:xfrm>
          <a:custGeom xmlns:a="http://schemas.openxmlformats.org/drawingml/2006/main">
            <a:pathLst>
              <a:path w="2009156" h="459016">
                <a:moveTo>
                  <a:pt x="1952805" y="26216"/>
                </a:moveTo>
                <a:lnTo>
                  <a:pt x="1952613" y="24324"/>
                </a:lnTo>
                <a:lnTo>
                  <a:pt x="1952298" y="22471"/>
                </a:lnTo>
                <a:lnTo>
                  <a:pt x="1951864" y="20662"/>
                </a:lnTo>
                <a:lnTo>
                  <a:pt x="1951316" y="18899"/>
                </a:lnTo>
                <a:lnTo>
                  <a:pt x="1950658" y="17189"/>
                </a:lnTo>
                <a:lnTo>
                  <a:pt x="1949893" y="15534"/>
                </a:lnTo>
                <a:lnTo>
                  <a:pt x="1949027" y="13939"/>
                </a:lnTo>
                <a:lnTo>
                  <a:pt x="1948063" y="12408"/>
                </a:lnTo>
                <a:lnTo>
                  <a:pt x="1947005" y="10946"/>
                </a:lnTo>
                <a:lnTo>
                  <a:pt x="1945859" y="9556"/>
                </a:lnTo>
                <a:lnTo>
                  <a:pt x="1944626" y="8243"/>
                </a:lnTo>
                <a:lnTo>
                  <a:pt x="1943313" y="7011"/>
                </a:lnTo>
                <a:lnTo>
                  <a:pt x="1941924" y="5864"/>
                </a:lnTo>
                <a:lnTo>
                  <a:pt x="1940461" y="4807"/>
                </a:lnTo>
                <a:lnTo>
                  <a:pt x="1938931" y="3842"/>
                </a:lnTo>
                <a:lnTo>
                  <a:pt x="1937336" y="2976"/>
                </a:lnTo>
                <a:lnTo>
                  <a:pt x="1935681" y="2212"/>
                </a:lnTo>
                <a:lnTo>
                  <a:pt x="1933970" y="1553"/>
                </a:lnTo>
                <a:lnTo>
                  <a:pt x="1932208" y="1005"/>
                </a:lnTo>
                <a:lnTo>
                  <a:pt x="1930398" y="572"/>
                </a:lnTo>
                <a:lnTo>
                  <a:pt x="1928545" y="257"/>
                </a:lnTo>
                <a:lnTo>
                  <a:pt x="1926653" y="65"/>
                </a:lnTo>
                <a:lnTo>
                  <a:pt x="1924726" y="0"/>
                </a:lnTo>
                <a:lnTo>
                  <a:pt x="28143" y="0"/>
                </a:lnTo>
                <a:lnTo>
                  <a:pt x="26216" y="65"/>
                </a:lnTo>
                <a:lnTo>
                  <a:pt x="24324" y="257"/>
                </a:lnTo>
                <a:lnTo>
                  <a:pt x="22471" y="572"/>
                </a:lnTo>
                <a:lnTo>
                  <a:pt x="20662" y="1005"/>
                </a:lnTo>
                <a:lnTo>
                  <a:pt x="18899" y="1553"/>
                </a:lnTo>
                <a:lnTo>
                  <a:pt x="17189" y="2212"/>
                </a:lnTo>
                <a:lnTo>
                  <a:pt x="15534" y="2976"/>
                </a:lnTo>
                <a:lnTo>
                  <a:pt x="13939" y="3842"/>
                </a:lnTo>
                <a:lnTo>
                  <a:pt x="12408" y="4807"/>
                </a:lnTo>
                <a:lnTo>
                  <a:pt x="10946" y="5864"/>
                </a:lnTo>
                <a:lnTo>
                  <a:pt x="9556" y="7011"/>
                </a:lnTo>
                <a:lnTo>
                  <a:pt x="8243" y="8243"/>
                </a:lnTo>
                <a:lnTo>
                  <a:pt x="7011" y="9556"/>
                </a:lnTo>
                <a:lnTo>
                  <a:pt x="5864" y="10946"/>
                </a:lnTo>
                <a:lnTo>
                  <a:pt x="4807" y="12408"/>
                </a:lnTo>
                <a:lnTo>
                  <a:pt x="3842" y="13939"/>
                </a:lnTo>
                <a:lnTo>
                  <a:pt x="2976" y="15534"/>
                </a:lnTo>
                <a:lnTo>
                  <a:pt x="2212" y="17189"/>
                </a:lnTo>
                <a:lnTo>
                  <a:pt x="1553" y="18899"/>
                </a:lnTo>
                <a:lnTo>
                  <a:pt x="1005" y="20662"/>
                </a:lnTo>
                <a:lnTo>
                  <a:pt x="572" y="22471"/>
                </a:lnTo>
                <a:lnTo>
                  <a:pt x="257" y="24324"/>
                </a:lnTo>
                <a:lnTo>
                  <a:pt x="65" y="26216"/>
                </a:lnTo>
                <a:lnTo>
                  <a:pt x="0" y="28143"/>
                </a:lnTo>
                <a:lnTo>
                  <a:pt x="65" y="30070"/>
                </a:lnTo>
                <a:lnTo>
                  <a:pt x="257" y="31962"/>
                </a:lnTo>
                <a:lnTo>
                  <a:pt x="572" y="33815"/>
                </a:lnTo>
                <a:lnTo>
                  <a:pt x="1005" y="35624"/>
                </a:lnTo>
                <a:lnTo>
                  <a:pt x="1553" y="37387"/>
                </a:lnTo>
                <a:lnTo>
                  <a:pt x="2212" y="39097"/>
                </a:lnTo>
                <a:lnTo>
                  <a:pt x="2976" y="40752"/>
                </a:lnTo>
                <a:lnTo>
                  <a:pt x="3842" y="42347"/>
                </a:lnTo>
                <a:lnTo>
                  <a:pt x="4807" y="43878"/>
                </a:lnTo>
                <a:lnTo>
                  <a:pt x="5864" y="45340"/>
                </a:lnTo>
                <a:lnTo>
                  <a:pt x="7011" y="46730"/>
                </a:lnTo>
                <a:lnTo>
                  <a:pt x="8243" y="48043"/>
                </a:lnTo>
                <a:lnTo>
                  <a:pt x="9556" y="49275"/>
                </a:lnTo>
                <a:lnTo>
                  <a:pt x="10946" y="50422"/>
                </a:lnTo>
                <a:lnTo>
                  <a:pt x="12408" y="51480"/>
                </a:lnTo>
                <a:lnTo>
                  <a:pt x="13939" y="52444"/>
                </a:lnTo>
                <a:lnTo>
                  <a:pt x="15534" y="53310"/>
                </a:lnTo>
                <a:lnTo>
                  <a:pt x="17189" y="54074"/>
                </a:lnTo>
                <a:lnTo>
                  <a:pt x="18899" y="54733"/>
                </a:lnTo>
                <a:lnTo>
                  <a:pt x="20662" y="55281"/>
                </a:lnTo>
                <a:lnTo>
                  <a:pt x="22471" y="55714"/>
                </a:lnTo>
                <a:lnTo>
                  <a:pt x="24324" y="56029"/>
                </a:lnTo>
                <a:lnTo>
                  <a:pt x="26216" y="56221"/>
                </a:lnTo>
                <a:lnTo>
                  <a:pt x="28143" y="56286"/>
                </a:lnTo>
                <a:lnTo>
                  <a:pt x="1896583" y="56286"/>
                </a:lnTo>
                <a:lnTo>
                  <a:pt x="1896583" y="290157"/>
                </a:lnTo>
                <a:lnTo>
                  <a:pt x="1840297" y="290157"/>
                </a:lnTo>
                <a:lnTo>
                  <a:pt x="1924726" y="459016"/>
                </a:lnTo>
                <a:lnTo>
                  <a:pt x="2009156" y="290157"/>
                </a:lnTo>
                <a:lnTo>
                  <a:pt x="1952870" y="290157"/>
                </a:lnTo>
                <a:lnTo>
                  <a:pt x="1952870" y="28143"/>
                </a:lnTo>
                <a:lnTo>
                  <a:pt x="1952805" y="26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ExecStates">
            <a:extLst xmlns:a="http://schemas.openxmlformats.org/drawingml/2006/main">
              <a:ext uri="{FF2B5EF4-FFF2-40B4-BE49-F238E27FC236}">
                <a16:creationId xmlns:a16="http://schemas.microsoft.com/office/drawing/2014/main" id="{7A82B3B2-0AC0-43F5-968E-794A169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9773" y="1454999"/>
            <a:ext cx="679416" cy="88395"/>
          </a:xfrm>
          <a:custGeom xmlns:a="http://schemas.openxmlformats.org/drawingml/2006/main">
            <a:pathLst>
              <a:path w="679416" h="88395">
                <a:moveTo>
                  <a:pt x="67051" y="24050"/>
                </a:moveTo>
                <a:lnTo>
                  <a:pt x="86929" y="54149"/>
                </a:lnTo>
                <a:lnTo>
                  <a:pt x="64940" y="87244"/>
                </a:lnTo>
                <a:lnTo>
                  <a:pt x="82977" y="87244"/>
                </a:lnTo>
                <a:lnTo>
                  <a:pt x="97116" y="64602"/>
                </a:lnTo>
                <a:lnTo>
                  <a:pt x="111312" y="87244"/>
                </a:lnTo>
                <a:lnTo>
                  <a:pt x="129413" y="87244"/>
                </a:lnTo>
                <a:lnTo>
                  <a:pt x="107492" y="54423"/>
                </a:lnTo>
                <a:lnTo>
                  <a:pt x="127494" y="24050"/>
                </a:lnTo>
                <a:lnTo>
                  <a:pt x="109393" y="24050"/>
                </a:lnTo>
                <a:lnTo>
                  <a:pt x="97348" y="44392"/>
                </a:lnTo>
                <a:lnTo>
                  <a:pt x="85152" y="24050"/>
                </a:lnTo>
                <a:lnTo>
                  <a:pt x="67051" y="24050"/>
                </a:lnTo>
                <a:close/>
                <a:moveTo>
                  <a:pt x="17973" y="50402"/>
                </a:moveTo>
                <a:lnTo>
                  <a:pt x="54048" y="50402"/>
                </a:lnTo>
                <a:lnTo>
                  <a:pt x="54048" y="36010"/>
                </a:lnTo>
                <a:lnTo>
                  <a:pt x="17973" y="36010"/>
                </a:lnTo>
                <a:lnTo>
                  <a:pt x="17973" y="16054"/>
                </a:lnTo>
                <a:lnTo>
                  <a:pt x="57757" y="16054"/>
                </a:lnTo>
                <a:lnTo>
                  <a:pt x="57757" y="1151"/>
                </a:lnTo>
                <a:lnTo>
                  <a:pt x="0" y="1151"/>
                </a:lnTo>
                <a:lnTo>
                  <a:pt x="0" y="87244"/>
                </a:lnTo>
                <a:lnTo>
                  <a:pt x="57757" y="87244"/>
                </a:lnTo>
                <a:lnTo>
                  <a:pt x="57757" y="72341"/>
                </a:lnTo>
                <a:lnTo>
                  <a:pt x="17973" y="72341"/>
                </a:lnTo>
                <a:lnTo>
                  <a:pt x="17973" y="50402"/>
                </a:lnTo>
                <a:close/>
                <a:moveTo>
                  <a:pt x="170940" y="88327"/>
                </a:moveTo>
                <a:lnTo>
                  <a:pt x="171615" y="88289"/>
                </a:lnTo>
                <a:lnTo>
                  <a:pt x="172283" y="88243"/>
                </a:lnTo>
                <a:lnTo>
                  <a:pt x="172944" y="88188"/>
                </a:lnTo>
                <a:lnTo>
                  <a:pt x="173597" y="88125"/>
                </a:lnTo>
                <a:lnTo>
                  <a:pt x="174243" y="88053"/>
                </a:lnTo>
                <a:lnTo>
                  <a:pt x="174881" y="87973"/>
                </a:lnTo>
                <a:lnTo>
                  <a:pt x="175512" y="87884"/>
                </a:lnTo>
                <a:lnTo>
                  <a:pt x="176135" y="87787"/>
                </a:lnTo>
                <a:lnTo>
                  <a:pt x="176751" y="87682"/>
                </a:lnTo>
                <a:lnTo>
                  <a:pt x="177359" y="87568"/>
                </a:lnTo>
                <a:lnTo>
                  <a:pt x="177961" y="87445"/>
                </a:lnTo>
                <a:lnTo>
                  <a:pt x="178554" y="87315"/>
                </a:lnTo>
                <a:lnTo>
                  <a:pt x="179140" y="87175"/>
                </a:lnTo>
                <a:lnTo>
                  <a:pt x="179719" y="87028"/>
                </a:lnTo>
                <a:lnTo>
                  <a:pt x="180290" y="86872"/>
                </a:lnTo>
                <a:lnTo>
                  <a:pt x="180854" y="86707"/>
                </a:lnTo>
                <a:lnTo>
                  <a:pt x="181410" y="86534"/>
                </a:lnTo>
                <a:lnTo>
                  <a:pt x="181959" y="86353"/>
                </a:lnTo>
                <a:lnTo>
                  <a:pt x="182501" y="86163"/>
                </a:lnTo>
                <a:lnTo>
                  <a:pt x="183035" y="85964"/>
                </a:lnTo>
                <a:lnTo>
                  <a:pt x="183561" y="85757"/>
                </a:lnTo>
                <a:lnTo>
                  <a:pt x="184077" y="85542"/>
                </a:lnTo>
                <a:lnTo>
                  <a:pt x="184584" y="85318"/>
                </a:lnTo>
                <a:lnTo>
                  <a:pt x="185082" y="85085"/>
                </a:lnTo>
                <a:lnTo>
                  <a:pt x="185570" y="84843"/>
                </a:lnTo>
                <a:lnTo>
                  <a:pt x="186049" y="84593"/>
                </a:lnTo>
                <a:lnTo>
                  <a:pt x="186519" y="84334"/>
                </a:lnTo>
                <a:lnTo>
                  <a:pt x="186979" y="84067"/>
                </a:lnTo>
                <a:lnTo>
                  <a:pt x="187430" y="83791"/>
                </a:lnTo>
                <a:lnTo>
                  <a:pt x="187872" y="83506"/>
                </a:lnTo>
                <a:lnTo>
                  <a:pt x="188304" y="83212"/>
                </a:lnTo>
                <a:lnTo>
                  <a:pt x="188728" y="82910"/>
                </a:lnTo>
                <a:lnTo>
                  <a:pt x="189141" y="82599"/>
                </a:lnTo>
                <a:lnTo>
                  <a:pt x="189546" y="82280"/>
                </a:lnTo>
                <a:lnTo>
                  <a:pt x="189941" y="81952"/>
                </a:lnTo>
                <a:lnTo>
                  <a:pt x="190327" y="81615"/>
                </a:lnTo>
                <a:lnTo>
                  <a:pt x="190703" y="81269"/>
                </a:lnTo>
                <a:lnTo>
                  <a:pt x="191070" y="80915"/>
                </a:lnTo>
                <a:lnTo>
                  <a:pt x="191428" y="80553"/>
                </a:lnTo>
                <a:lnTo>
                  <a:pt x="191776" y="80181"/>
                </a:lnTo>
                <a:lnTo>
                  <a:pt x="192116" y="79801"/>
                </a:lnTo>
                <a:lnTo>
                  <a:pt x="192445" y="79412"/>
                </a:lnTo>
                <a:lnTo>
                  <a:pt x="192766" y="79015"/>
                </a:lnTo>
                <a:lnTo>
                  <a:pt x="193077" y="78609"/>
                </a:lnTo>
                <a:lnTo>
                  <a:pt x="193378" y="78194"/>
                </a:lnTo>
                <a:lnTo>
                  <a:pt x="193667" y="77771"/>
                </a:lnTo>
                <a:lnTo>
                  <a:pt x="193944" y="77339"/>
                </a:lnTo>
                <a:lnTo>
                  <a:pt x="194210" y="76899"/>
                </a:lnTo>
                <a:lnTo>
                  <a:pt x="194464" y="76450"/>
                </a:lnTo>
                <a:lnTo>
                  <a:pt x="194706" y="75992"/>
                </a:lnTo>
                <a:lnTo>
                  <a:pt x="194937" y="75526"/>
                </a:lnTo>
                <a:lnTo>
                  <a:pt x="195156" y="75052"/>
                </a:lnTo>
                <a:lnTo>
                  <a:pt x="195363" y="74569"/>
                </a:lnTo>
                <a:lnTo>
                  <a:pt x="195559" y="74077"/>
                </a:lnTo>
                <a:lnTo>
                  <a:pt x="195743" y="73577"/>
                </a:lnTo>
                <a:lnTo>
                  <a:pt x="195915" y="73068"/>
                </a:lnTo>
                <a:lnTo>
                  <a:pt x="196076" y="72551"/>
                </a:lnTo>
                <a:lnTo>
                  <a:pt x="196225" y="72025"/>
                </a:lnTo>
                <a:lnTo>
                  <a:pt x="196362" y="71491"/>
                </a:lnTo>
                <a:lnTo>
                  <a:pt x="196488" y="70948"/>
                </a:lnTo>
                <a:lnTo>
                  <a:pt x="196602" y="70396"/>
                </a:lnTo>
                <a:lnTo>
                  <a:pt x="196705" y="69836"/>
                </a:lnTo>
                <a:lnTo>
                  <a:pt x="196796" y="69267"/>
                </a:lnTo>
                <a:lnTo>
                  <a:pt x="196875" y="68690"/>
                </a:lnTo>
                <a:lnTo>
                  <a:pt x="196942" y="68105"/>
                </a:lnTo>
                <a:lnTo>
                  <a:pt x="196998" y="67510"/>
                </a:lnTo>
                <a:lnTo>
                  <a:pt x="197042" y="66908"/>
                </a:lnTo>
                <a:lnTo>
                  <a:pt x="197075" y="66296"/>
                </a:lnTo>
                <a:lnTo>
                  <a:pt x="180381" y="66296"/>
                </a:lnTo>
                <a:lnTo>
                  <a:pt x="180370" y="66698"/>
                </a:lnTo>
                <a:lnTo>
                  <a:pt x="180347" y="67092"/>
                </a:lnTo>
                <a:lnTo>
                  <a:pt x="180314" y="67478"/>
                </a:lnTo>
                <a:lnTo>
                  <a:pt x="180269" y="67855"/>
                </a:lnTo>
                <a:lnTo>
                  <a:pt x="180212" y="68224"/>
                </a:lnTo>
                <a:lnTo>
                  <a:pt x="180145" y="68584"/>
                </a:lnTo>
                <a:lnTo>
                  <a:pt x="180066" y="68936"/>
                </a:lnTo>
                <a:lnTo>
                  <a:pt x="179975" y="69280"/>
                </a:lnTo>
                <a:lnTo>
                  <a:pt x="179874" y="69616"/>
                </a:lnTo>
                <a:lnTo>
                  <a:pt x="179761" y="69943"/>
                </a:lnTo>
                <a:lnTo>
                  <a:pt x="179637" y="70261"/>
                </a:lnTo>
                <a:lnTo>
                  <a:pt x="179501" y="70572"/>
                </a:lnTo>
                <a:lnTo>
                  <a:pt x="179354" y="70874"/>
                </a:lnTo>
                <a:lnTo>
                  <a:pt x="179196" y="71167"/>
                </a:lnTo>
                <a:lnTo>
                  <a:pt x="179026" y="71452"/>
                </a:lnTo>
                <a:lnTo>
                  <a:pt x="178845" y="71729"/>
                </a:lnTo>
                <a:lnTo>
                  <a:pt x="178653" y="71998"/>
                </a:lnTo>
                <a:lnTo>
                  <a:pt x="178450" y="72258"/>
                </a:lnTo>
                <a:lnTo>
                  <a:pt x="178235" y="72510"/>
                </a:lnTo>
                <a:lnTo>
                  <a:pt x="178009" y="72753"/>
                </a:lnTo>
                <a:lnTo>
                  <a:pt x="177771" y="72989"/>
                </a:lnTo>
                <a:lnTo>
                  <a:pt x="177522" y="73215"/>
                </a:lnTo>
                <a:lnTo>
                  <a:pt x="177262" y="73434"/>
                </a:lnTo>
                <a:lnTo>
                  <a:pt x="176991" y="73644"/>
                </a:lnTo>
                <a:lnTo>
                  <a:pt x="176710" y="73845"/>
                </a:lnTo>
                <a:lnTo>
                  <a:pt x="176421" y="74038"/>
                </a:lnTo>
                <a:lnTo>
                  <a:pt x="176125" y="74223"/>
                </a:lnTo>
                <a:lnTo>
                  <a:pt x="175822" y="74399"/>
                </a:lnTo>
                <a:lnTo>
                  <a:pt x="175510" y="74566"/>
                </a:lnTo>
                <a:lnTo>
                  <a:pt x="175192" y="74725"/>
                </a:lnTo>
                <a:lnTo>
                  <a:pt x="174865" y="74875"/>
                </a:lnTo>
                <a:lnTo>
                  <a:pt x="174532" y="75016"/>
                </a:lnTo>
                <a:lnTo>
                  <a:pt x="174190" y="75149"/>
                </a:lnTo>
                <a:lnTo>
                  <a:pt x="173841" y="75274"/>
                </a:lnTo>
                <a:lnTo>
                  <a:pt x="173485" y="75389"/>
                </a:lnTo>
                <a:lnTo>
                  <a:pt x="173121" y="75497"/>
                </a:lnTo>
                <a:lnTo>
                  <a:pt x="172749" y="75595"/>
                </a:lnTo>
                <a:lnTo>
                  <a:pt x="172370" y="75685"/>
                </a:lnTo>
                <a:lnTo>
                  <a:pt x="171984" y="75767"/>
                </a:lnTo>
                <a:lnTo>
                  <a:pt x="171589" y="75840"/>
                </a:lnTo>
                <a:lnTo>
                  <a:pt x="171188" y="75904"/>
                </a:lnTo>
                <a:lnTo>
                  <a:pt x="170778" y="75960"/>
                </a:lnTo>
                <a:lnTo>
                  <a:pt x="170361" y="76007"/>
                </a:lnTo>
                <a:lnTo>
                  <a:pt x="169937" y="76046"/>
                </a:lnTo>
                <a:lnTo>
                  <a:pt x="169505" y="76076"/>
                </a:lnTo>
                <a:lnTo>
                  <a:pt x="169066" y="76097"/>
                </a:lnTo>
                <a:lnTo>
                  <a:pt x="168619" y="76110"/>
                </a:lnTo>
                <a:lnTo>
                  <a:pt x="168164" y="76114"/>
                </a:lnTo>
                <a:lnTo>
                  <a:pt x="167725" y="76110"/>
                </a:lnTo>
                <a:lnTo>
                  <a:pt x="167293" y="76098"/>
                </a:lnTo>
                <a:lnTo>
                  <a:pt x="166869" y="76077"/>
                </a:lnTo>
                <a:lnTo>
                  <a:pt x="166451" y="76048"/>
                </a:lnTo>
                <a:lnTo>
                  <a:pt x="166041" y="76011"/>
                </a:lnTo>
                <a:lnTo>
                  <a:pt x="165637" y="75965"/>
                </a:lnTo>
                <a:lnTo>
                  <a:pt x="165241" y="75911"/>
                </a:lnTo>
                <a:lnTo>
                  <a:pt x="164852" y="75849"/>
                </a:lnTo>
                <a:lnTo>
                  <a:pt x="164470" y="75779"/>
                </a:lnTo>
                <a:lnTo>
                  <a:pt x="164095" y="75700"/>
                </a:lnTo>
                <a:lnTo>
                  <a:pt x="163727" y="75613"/>
                </a:lnTo>
                <a:lnTo>
                  <a:pt x="163367" y="75518"/>
                </a:lnTo>
                <a:lnTo>
                  <a:pt x="163013" y="75414"/>
                </a:lnTo>
                <a:lnTo>
                  <a:pt x="162667" y="75302"/>
                </a:lnTo>
                <a:lnTo>
                  <a:pt x="162327" y="75182"/>
                </a:lnTo>
                <a:lnTo>
                  <a:pt x="161995" y="75054"/>
                </a:lnTo>
                <a:lnTo>
                  <a:pt x="161670" y="74917"/>
                </a:lnTo>
                <a:lnTo>
                  <a:pt x="161352" y="74772"/>
                </a:lnTo>
                <a:lnTo>
                  <a:pt x="161041" y="74619"/>
                </a:lnTo>
                <a:lnTo>
                  <a:pt x="160737" y="74457"/>
                </a:lnTo>
                <a:lnTo>
                  <a:pt x="160441" y="74287"/>
                </a:lnTo>
                <a:lnTo>
                  <a:pt x="160151" y="74109"/>
                </a:lnTo>
                <a:lnTo>
                  <a:pt x="159868" y="73922"/>
                </a:lnTo>
                <a:lnTo>
                  <a:pt x="159593" y="73728"/>
                </a:lnTo>
                <a:lnTo>
                  <a:pt x="159324" y="73526"/>
                </a:lnTo>
                <a:lnTo>
                  <a:pt x="159062" y="73319"/>
                </a:lnTo>
                <a:lnTo>
                  <a:pt x="158805" y="73107"/>
                </a:lnTo>
                <a:lnTo>
                  <a:pt x="158555" y="72889"/>
                </a:lnTo>
                <a:lnTo>
                  <a:pt x="158310" y="72666"/>
                </a:lnTo>
                <a:lnTo>
                  <a:pt x="158072" y="72437"/>
                </a:lnTo>
                <a:lnTo>
                  <a:pt x="157840" y="72204"/>
                </a:lnTo>
                <a:lnTo>
                  <a:pt x="157614" y="71965"/>
                </a:lnTo>
                <a:lnTo>
                  <a:pt x="157394" y="71720"/>
                </a:lnTo>
                <a:lnTo>
                  <a:pt x="157180" y="71470"/>
                </a:lnTo>
                <a:lnTo>
                  <a:pt x="156972" y="71215"/>
                </a:lnTo>
                <a:lnTo>
                  <a:pt x="156771" y="70955"/>
                </a:lnTo>
                <a:lnTo>
                  <a:pt x="156575" y="70689"/>
                </a:lnTo>
                <a:lnTo>
                  <a:pt x="156386" y="70418"/>
                </a:lnTo>
                <a:lnTo>
                  <a:pt x="156203" y="70142"/>
                </a:lnTo>
                <a:lnTo>
                  <a:pt x="156025" y="69860"/>
                </a:lnTo>
                <a:lnTo>
                  <a:pt x="155854" y="69573"/>
                </a:lnTo>
                <a:lnTo>
                  <a:pt x="155689" y="69280"/>
                </a:lnTo>
                <a:lnTo>
                  <a:pt x="155531" y="68982"/>
                </a:lnTo>
                <a:lnTo>
                  <a:pt x="155378" y="68679"/>
                </a:lnTo>
                <a:lnTo>
                  <a:pt x="155231" y="68371"/>
                </a:lnTo>
                <a:lnTo>
                  <a:pt x="155091" y="68057"/>
                </a:lnTo>
                <a:lnTo>
                  <a:pt x="154956" y="67738"/>
                </a:lnTo>
                <a:lnTo>
                  <a:pt x="154828" y="67413"/>
                </a:lnTo>
                <a:lnTo>
                  <a:pt x="154705" y="67085"/>
                </a:lnTo>
                <a:lnTo>
                  <a:pt x="154587" y="66755"/>
                </a:lnTo>
                <a:lnTo>
                  <a:pt x="154474" y="66423"/>
                </a:lnTo>
                <a:lnTo>
                  <a:pt x="154365" y="66089"/>
                </a:lnTo>
                <a:lnTo>
                  <a:pt x="154261" y="65752"/>
                </a:lnTo>
                <a:lnTo>
                  <a:pt x="154162" y="65414"/>
                </a:lnTo>
                <a:lnTo>
                  <a:pt x="154068" y="65073"/>
                </a:lnTo>
                <a:lnTo>
                  <a:pt x="153979" y="64731"/>
                </a:lnTo>
                <a:lnTo>
                  <a:pt x="153894" y="64386"/>
                </a:lnTo>
                <a:lnTo>
                  <a:pt x="153814" y="64040"/>
                </a:lnTo>
                <a:lnTo>
                  <a:pt x="153739" y="63691"/>
                </a:lnTo>
                <a:lnTo>
                  <a:pt x="153669" y="63340"/>
                </a:lnTo>
                <a:lnTo>
                  <a:pt x="153603" y="62988"/>
                </a:lnTo>
                <a:lnTo>
                  <a:pt x="153542" y="62633"/>
                </a:lnTo>
                <a:lnTo>
                  <a:pt x="153486" y="62276"/>
                </a:lnTo>
                <a:lnTo>
                  <a:pt x="153435" y="61917"/>
                </a:lnTo>
                <a:lnTo>
                  <a:pt x="153389" y="61556"/>
                </a:lnTo>
                <a:lnTo>
                  <a:pt x="153347" y="61193"/>
                </a:lnTo>
                <a:lnTo>
                  <a:pt x="153310" y="60828"/>
                </a:lnTo>
                <a:lnTo>
                  <a:pt x="153278" y="60461"/>
                </a:lnTo>
                <a:lnTo>
                  <a:pt x="153250" y="60092"/>
                </a:lnTo>
                <a:lnTo>
                  <a:pt x="153228" y="59721"/>
                </a:lnTo>
                <a:lnTo>
                  <a:pt x="153210" y="59348"/>
                </a:lnTo>
                <a:lnTo>
                  <a:pt x="153197" y="58973"/>
                </a:lnTo>
                <a:lnTo>
                  <a:pt x="197011" y="58973"/>
                </a:lnTo>
                <a:lnTo>
                  <a:pt x="197021" y="58912"/>
                </a:lnTo>
                <a:lnTo>
                  <a:pt x="197031" y="58850"/>
                </a:lnTo>
                <a:lnTo>
                  <a:pt x="197042" y="58785"/>
                </a:lnTo>
                <a:lnTo>
                  <a:pt x="197051" y="58718"/>
                </a:lnTo>
                <a:lnTo>
                  <a:pt x="197061" y="58649"/>
                </a:lnTo>
                <a:lnTo>
                  <a:pt x="197071" y="58578"/>
                </a:lnTo>
                <a:lnTo>
                  <a:pt x="197080" y="58505"/>
                </a:lnTo>
                <a:lnTo>
                  <a:pt x="197089" y="58430"/>
                </a:lnTo>
                <a:lnTo>
                  <a:pt x="197098" y="58353"/>
                </a:lnTo>
                <a:lnTo>
                  <a:pt x="197106" y="58273"/>
                </a:lnTo>
                <a:lnTo>
                  <a:pt x="197114" y="58191"/>
                </a:lnTo>
                <a:lnTo>
                  <a:pt x="197123" y="58108"/>
                </a:lnTo>
                <a:lnTo>
                  <a:pt x="197130" y="58022"/>
                </a:lnTo>
                <a:lnTo>
                  <a:pt x="197138" y="57934"/>
                </a:lnTo>
                <a:lnTo>
                  <a:pt x="197145" y="57843"/>
                </a:lnTo>
                <a:lnTo>
                  <a:pt x="197153" y="57751"/>
                </a:lnTo>
                <a:lnTo>
                  <a:pt x="197160" y="57657"/>
                </a:lnTo>
                <a:lnTo>
                  <a:pt x="197166" y="57560"/>
                </a:lnTo>
                <a:lnTo>
                  <a:pt x="197173" y="57461"/>
                </a:lnTo>
                <a:lnTo>
                  <a:pt x="197179" y="57360"/>
                </a:lnTo>
                <a:lnTo>
                  <a:pt x="197185" y="57257"/>
                </a:lnTo>
                <a:lnTo>
                  <a:pt x="197191" y="57152"/>
                </a:lnTo>
                <a:lnTo>
                  <a:pt x="197197" y="57045"/>
                </a:lnTo>
                <a:lnTo>
                  <a:pt x="197202" y="56936"/>
                </a:lnTo>
                <a:lnTo>
                  <a:pt x="197208" y="56826"/>
                </a:lnTo>
                <a:lnTo>
                  <a:pt x="197213" y="56719"/>
                </a:lnTo>
                <a:lnTo>
                  <a:pt x="197217" y="56613"/>
                </a:lnTo>
                <a:lnTo>
                  <a:pt x="197222" y="56509"/>
                </a:lnTo>
                <a:lnTo>
                  <a:pt x="197226" y="56407"/>
                </a:lnTo>
                <a:lnTo>
                  <a:pt x="197230" y="56308"/>
                </a:lnTo>
                <a:lnTo>
                  <a:pt x="197234" y="56210"/>
                </a:lnTo>
                <a:lnTo>
                  <a:pt x="197238" y="56113"/>
                </a:lnTo>
                <a:lnTo>
                  <a:pt x="197241" y="56019"/>
                </a:lnTo>
                <a:lnTo>
                  <a:pt x="197245" y="55927"/>
                </a:lnTo>
                <a:lnTo>
                  <a:pt x="197248" y="55836"/>
                </a:lnTo>
                <a:lnTo>
                  <a:pt x="197250" y="55748"/>
                </a:lnTo>
                <a:lnTo>
                  <a:pt x="197253" y="55661"/>
                </a:lnTo>
                <a:lnTo>
                  <a:pt x="197255" y="55577"/>
                </a:lnTo>
                <a:lnTo>
                  <a:pt x="197257" y="55494"/>
                </a:lnTo>
                <a:lnTo>
                  <a:pt x="197259" y="55413"/>
                </a:lnTo>
                <a:lnTo>
                  <a:pt x="197261" y="55334"/>
                </a:lnTo>
                <a:lnTo>
                  <a:pt x="197262" y="55257"/>
                </a:lnTo>
                <a:lnTo>
                  <a:pt x="197264" y="55182"/>
                </a:lnTo>
                <a:lnTo>
                  <a:pt x="197265" y="55109"/>
                </a:lnTo>
                <a:lnTo>
                  <a:pt x="197265" y="55038"/>
                </a:lnTo>
                <a:lnTo>
                  <a:pt x="197266" y="54968"/>
                </a:lnTo>
                <a:lnTo>
                  <a:pt x="197266" y="54901"/>
                </a:lnTo>
                <a:lnTo>
                  <a:pt x="197266" y="54835"/>
                </a:lnTo>
                <a:lnTo>
                  <a:pt x="197252" y="53576"/>
                </a:lnTo>
                <a:lnTo>
                  <a:pt x="197210" y="52341"/>
                </a:lnTo>
                <a:lnTo>
                  <a:pt x="197140" y="51130"/>
                </a:lnTo>
                <a:lnTo>
                  <a:pt x="197042" y="49944"/>
                </a:lnTo>
                <a:lnTo>
                  <a:pt x="196915" y="48782"/>
                </a:lnTo>
                <a:lnTo>
                  <a:pt x="196761" y="47644"/>
                </a:lnTo>
                <a:lnTo>
                  <a:pt x="196578" y="46531"/>
                </a:lnTo>
                <a:lnTo>
                  <a:pt x="196367" y="45442"/>
                </a:lnTo>
                <a:lnTo>
                  <a:pt x="196129" y="44378"/>
                </a:lnTo>
                <a:lnTo>
                  <a:pt x="195862" y="43337"/>
                </a:lnTo>
                <a:lnTo>
                  <a:pt x="195567" y="42322"/>
                </a:lnTo>
                <a:lnTo>
                  <a:pt x="195244" y="41330"/>
                </a:lnTo>
                <a:lnTo>
                  <a:pt x="194892" y="40363"/>
                </a:lnTo>
                <a:lnTo>
                  <a:pt x="194513" y="39420"/>
                </a:lnTo>
                <a:lnTo>
                  <a:pt x="194106" y="38502"/>
                </a:lnTo>
                <a:lnTo>
                  <a:pt x="193670" y="37608"/>
                </a:lnTo>
                <a:lnTo>
                  <a:pt x="193207" y="36738"/>
                </a:lnTo>
                <a:lnTo>
                  <a:pt x="192715" y="35893"/>
                </a:lnTo>
                <a:lnTo>
                  <a:pt x="192195" y="35072"/>
                </a:lnTo>
                <a:lnTo>
                  <a:pt x="191648" y="34276"/>
                </a:lnTo>
                <a:lnTo>
                  <a:pt x="191072" y="33504"/>
                </a:lnTo>
                <a:lnTo>
                  <a:pt x="190468" y="32756"/>
                </a:lnTo>
                <a:lnTo>
                  <a:pt x="189835" y="32032"/>
                </a:lnTo>
                <a:lnTo>
                  <a:pt x="189175" y="31333"/>
                </a:lnTo>
                <a:lnTo>
                  <a:pt x="188491" y="30661"/>
                </a:lnTo>
                <a:lnTo>
                  <a:pt x="187786" y="30017"/>
                </a:lnTo>
                <a:lnTo>
                  <a:pt x="187061" y="29401"/>
                </a:lnTo>
                <a:lnTo>
                  <a:pt x="186316" y="28814"/>
                </a:lnTo>
                <a:lnTo>
                  <a:pt x="185550" y="28256"/>
                </a:lnTo>
                <a:lnTo>
                  <a:pt x="184764" y="27727"/>
                </a:lnTo>
                <a:lnTo>
                  <a:pt x="183958" y="27226"/>
                </a:lnTo>
                <a:lnTo>
                  <a:pt x="183131" y="26754"/>
                </a:lnTo>
                <a:lnTo>
                  <a:pt x="182284" y="26310"/>
                </a:lnTo>
                <a:lnTo>
                  <a:pt x="181417" y="25895"/>
                </a:lnTo>
                <a:lnTo>
                  <a:pt x="180529" y="25509"/>
                </a:lnTo>
                <a:lnTo>
                  <a:pt x="179621" y="25151"/>
                </a:lnTo>
                <a:lnTo>
                  <a:pt x="178693" y="24822"/>
                </a:lnTo>
                <a:lnTo>
                  <a:pt x="177744" y="24521"/>
                </a:lnTo>
                <a:lnTo>
                  <a:pt x="176775" y="24249"/>
                </a:lnTo>
                <a:lnTo>
                  <a:pt x="175786" y="24006"/>
                </a:lnTo>
                <a:lnTo>
                  <a:pt x="174776" y="23791"/>
                </a:lnTo>
                <a:lnTo>
                  <a:pt x="173747" y="23605"/>
                </a:lnTo>
                <a:lnTo>
                  <a:pt x="172696" y="23448"/>
                </a:lnTo>
                <a:lnTo>
                  <a:pt x="171626" y="23319"/>
                </a:lnTo>
                <a:lnTo>
                  <a:pt x="170535" y="23219"/>
                </a:lnTo>
                <a:lnTo>
                  <a:pt x="169424" y="23147"/>
                </a:lnTo>
                <a:lnTo>
                  <a:pt x="168292" y="23104"/>
                </a:lnTo>
                <a:lnTo>
                  <a:pt x="167141" y="23090"/>
                </a:lnTo>
                <a:lnTo>
                  <a:pt x="166309" y="23097"/>
                </a:lnTo>
                <a:lnTo>
                  <a:pt x="165489" y="23117"/>
                </a:lnTo>
                <a:lnTo>
                  <a:pt x="164680" y="23151"/>
                </a:lnTo>
                <a:lnTo>
                  <a:pt x="163881" y="23199"/>
                </a:lnTo>
                <a:lnTo>
                  <a:pt x="163094" y="23260"/>
                </a:lnTo>
                <a:lnTo>
                  <a:pt x="162317" y="23335"/>
                </a:lnTo>
                <a:lnTo>
                  <a:pt x="161552" y="23423"/>
                </a:lnTo>
                <a:lnTo>
                  <a:pt x="160798" y="23525"/>
                </a:lnTo>
                <a:lnTo>
                  <a:pt x="160054" y="23641"/>
                </a:lnTo>
                <a:lnTo>
                  <a:pt x="159322" y="23770"/>
                </a:lnTo>
                <a:lnTo>
                  <a:pt x="158600" y="23913"/>
                </a:lnTo>
                <a:lnTo>
                  <a:pt x="157890" y="24069"/>
                </a:lnTo>
                <a:lnTo>
                  <a:pt x="157191" y="24239"/>
                </a:lnTo>
                <a:lnTo>
                  <a:pt x="156502" y="24423"/>
                </a:lnTo>
                <a:lnTo>
                  <a:pt x="155825" y="24620"/>
                </a:lnTo>
                <a:lnTo>
                  <a:pt x="155158" y="24830"/>
                </a:lnTo>
                <a:lnTo>
                  <a:pt x="154503" y="25055"/>
                </a:lnTo>
                <a:lnTo>
                  <a:pt x="153859" y="25293"/>
                </a:lnTo>
                <a:lnTo>
                  <a:pt x="153225" y="25544"/>
                </a:lnTo>
                <a:lnTo>
                  <a:pt x="152603" y="25809"/>
                </a:lnTo>
                <a:lnTo>
                  <a:pt x="151991" y="26088"/>
                </a:lnTo>
                <a:lnTo>
                  <a:pt x="151391" y="26380"/>
                </a:lnTo>
                <a:lnTo>
                  <a:pt x="150801" y="26686"/>
                </a:lnTo>
                <a:lnTo>
                  <a:pt x="150223" y="27006"/>
                </a:lnTo>
                <a:lnTo>
                  <a:pt x="149655" y="27338"/>
                </a:lnTo>
                <a:lnTo>
                  <a:pt x="149100" y="27682"/>
                </a:lnTo>
                <a:lnTo>
                  <a:pt x="148556" y="28037"/>
                </a:lnTo>
                <a:lnTo>
                  <a:pt x="148023" y="28404"/>
                </a:lnTo>
                <a:lnTo>
                  <a:pt x="147502" y="28782"/>
                </a:lnTo>
                <a:lnTo>
                  <a:pt x="146993" y="29172"/>
                </a:lnTo>
                <a:lnTo>
                  <a:pt x="146495" y="29574"/>
                </a:lnTo>
                <a:lnTo>
                  <a:pt x="146008" y="29987"/>
                </a:lnTo>
                <a:lnTo>
                  <a:pt x="145534" y="30411"/>
                </a:lnTo>
                <a:lnTo>
                  <a:pt x="145070" y="30848"/>
                </a:lnTo>
                <a:lnTo>
                  <a:pt x="144619" y="31295"/>
                </a:lnTo>
                <a:lnTo>
                  <a:pt x="144178" y="31755"/>
                </a:lnTo>
                <a:lnTo>
                  <a:pt x="143750" y="32226"/>
                </a:lnTo>
                <a:lnTo>
                  <a:pt x="143333" y="32709"/>
                </a:lnTo>
                <a:lnTo>
                  <a:pt x="142927" y="33203"/>
                </a:lnTo>
                <a:lnTo>
                  <a:pt x="142533" y="33708"/>
                </a:lnTo>
                <a:lnTo>
                  <a:pt x="142151" y="34226"/>
                </a:lnTo>
                <a:lnTo>
                  <a:pt x="141780" y="34755"/>
                </a:lnTo>
                <a:lnTo>
                  <a:pt x="141420" y="35295"/>
                </a:lnTo>
                <a:lnTo>
                  <a:pt x="141073" y="35847"/>
                </a:lnTo>
                <a:lnTo>
                  <a:pt x="140736" y="36411"/>
                </a:lnTo>
                <a:lnTo>
                  <a:pt x="140412" y="36986"/>
                </a:lnTo>
                <a:lnTo>
                  <a:pt x="140099" y="37573"/>
                </a:lnTo>
                <a:lnTo>
                  <a:pt x="139797" y="38171"/>
                </a:lnTo>
                <a:lnTo>
                  <a:pt x="139507" y="38780"/>
                </a:lnTo>
                <a:lnTo>
                  <a:pt x="139230" y="39398"/>
                </a:lnTo>
                <a:lnTo>
                  <a:pt x="138965" y="40026"/>
                </a:lnTo>
                <a:lnTo>
                  <a:pt x="138712" y="40664"/>
                </a:lnTo>
                <a:lnTo>
                  <a:pt x="138472" y="41312"/>
                </a:lnTo>
                <a:lnTo>
                  <a:pt x="138244" y="41969"/>
                </a:lnTo>
                <a:lnTo>
                  <a:pt x="138028" y="42636"/>
                </a:lnTo>
                <a:lnTo>
                  <a:pt x="137825" y="43312"/>
                </a:lnTo>
                <a:lnTo>
                  <a:pt x="137634" y="43998"/>
                </a:lnTo>
                <a:lnTo>
                  <a:pt x="137455" y="44694"/>
                </a:lnTo>
                <a:lnTo>
                  <a:pt x="137289" y="45400"/>
                </a:lnTo>
                <a:lnTo>
                  <a:pt x="137135" y="46115"/>
                </a:lnTo>
                <a:lnTo>
                  <a:pt x="136993" y="46840"/>
                </a:lnTo>
                <a:lnTo>
                  <a:pt x="136863" y="47574"/>
                </a:lnTo>
                <a:lnTo>
                  <a:pt x="136746" y="48318"/>
                </a:lnTo>
                <a:lnTo>
                  <a:pt x="136642" y="49072"/>
                </a:lnTo>
                <a:lnTo>
                  <a:pt x="136549" y="49836"/>
                </a:lnTo>
                <a:lnTo>
                  <a:pt x="136469" y="50609"/>
                </a:lnTo>
                <a:lnTo>
                  <a:pt x="136401" y="51392"/>
                </a:lnTo>
                <a:lnTo>
                  <a:pt x="136346" y="52184"/>
                </a:lnTo>
                <a:lnTo>
                  <a:pt x="136303" y="52986"/>
                </a:lnTo>
                <a:lnTo>
                  <a:pt x="136272" y="53798"/>
                </a:lnTo>
                <a:lnTo>
                  <a:pt x="136253" y="54620"/>
                </a:lnTo>
                <a:lnTo>
                  <a:pt x="136247" y="55451"/>
                </a:lnTo>
                <a:lnTo>
                  <a:pt x="136253" y="56308"/>
                </a:lnTo>
                <a:lnTo>
                  <a:pt x="136272" y="57156"/>
                </a:lnTo>
                <a:lnTo>
                  <a:pt x="136304" y="57993"/>
                </a:lnTo>
                <a:lnTo>
                  <a:pt x="136348" y="58820"/>
                </a:lnTo>
                <a:lnTo>
                  <a:pt x="136405" y="59636"/>
                </a:lnTo>
                <a:lnTo>
                  <a:pt x="136475" y="60443"/>
                </a:lnTo>
                <a:lnTo>
                  <a:pt x="136557" y="61238"/>
                </a:lnTo>
                <a:lnTo>
                  <a:pt x="136652" y="62024"/>
                </a:lnTo>
                <a:lnTo>
                  <a:pt x="136760" y="62799"/>
                </a:lnTo>
                <a:lnTo>
                  <a:pt x="136880" y="63564"/>
                </a:lnTo>
                <a:lnTo>
                  <a:pt x="137013" y="64318"/>
                </a:lnTo>
                <a:lnTo>
                  <a:pt x="137159" y="65062"/>
                </a:lnTo>
                <a:lnTo>
                  <a:pt x="137317" y="65796"/>
                </a:lnTo>
                <a:lnTo>
                  <a:pt x="137488" y="66520"/>
                </a:lnTo>
                <a:lnTo>
                  <a:pt x="137671" y="67233"/>
                </a:lnTo>
                <a:lnTo>
                  <a:pt x="137867" y="67936"/>
                </a:lnTo>
                <a:lnTo>
                  <a:pt x="138076" y="68628"/>
                </a:lnTo>
                <a:lnTo>
                  <a:pt x="138298" y="69310"/>
                </a:lnTo>
                <a:lnTo>
                  <a:pt x="138532" y="69982"/>
                </a:lnTo>
                <a:lnTo>
                  <a:pt x="138779" y="70643"/>
                </a:lnTo>
                <a:lnTo>
                  <a:pt x="139038" y="71295"/>
                </a:lnTo>
                <a:lnTo>
                  <a:pt x="139311" y="71935"/>
                </a:lnTo>
                <a:lnTo>
                  <a:pt x="139595" y="72566"/>
                </a:lnTo>
                <a:lnTo>
                  <a:pt x="139893" y="73186"/>
                </a:lnTo>
                <a:lnTo>
                  <a:pt x="140203" y="73795"/>
                </a:lnTo>
                <a:lnTo>
                  <a:pt x="140525" y="74392"/>
                </a:lnTo>
                <a:lnTo>
                  <a:pt x="140858" y="74976"/>
                </a:lnTo>
                <a:lnTo>
                  <a:pt x="141204" y="75549"/>
                </a:lnTo>
                <a:lnTo>
                  <a:pt x="141562" y="76110"/>
                </a:lnTo>
                <a:lnTo>
                  <a:pt x="141932" y="76658"/>
                </a:lnTo>
                <a:lnTo>
                  <a:pt x="142313" y="77195"/>
                </a:lnTo>
                <a:lnTo>
                  <a:pt x="142707" y="77720"/>
                </a:lnTo>
                <a:lnTo>
                  <a:pt x="143113" y="78232"/>
                </a:lnTo>
                <a:lnTo>
                  <a:pt x="143531" y="78733"/>
                </a:lnTo>
                <a:lnTo>
                  <a:pt x="143960" y="79222"/>
                </a:lnTo>
                <a:lnTo>
                  <a:pt x="144402" y="79698"/>
                </a:lnTo>
                <a:lnTo>
                  <a:pt x="144856" y="80163"/>
                </a:lnTo>
                <a:lnTo>
                  <a:pt x="145322" y="80615"/>
                </a:lnTo>
                <a:lnTo>
                  <a:pt x="145799" y="81056"/>
                </a:lnTo>
                <a:lnTo>
                  <a:pt x="146289" y="81484"/>
                </a:lnTo>
                <a:lnTo>
                  <a:pt x="146791" y="81901"/>
                </a:lnTo>
                <a:lnTo>
                  <a:pt x="147304" y="82305"/>
                </a:lnTo>
                <a:lnTo>
                  <a:pt x="147830" y="82697"/>
                </a:lnTo>
                <a:lnTo>
                  <a:pt x="148368" y="83078"/>
                </a:lnTo>
                <a:lnTo>
                  <a:pt x="148917" y="83446"/>
                </a:lnTo>
                <a:lnTo>
                  <a:pt x="149479" y="83803"/>
                </a:lnTo>
                <a:lnTo>
                  <a:pt x="150053" y="84147"/>
                </a:lnTo>
                <a:lnTo>
                  <a:pt x="150638" y="84479"/>
                </a:lnTo>
                <a:lnTo>
                  <a:pt x="151236" y="84799"/>
                </a:lnTo>
                <a:lnTo>
                  <a:pt x="151845" y="85105"/>
                </a:lnTo>
                <a:lnTo>
                  <a:pt x="152465" y="85397"/>
                </a:lnTo>
                <a:lnTo>
                  <a:pt x="153097" y="85676"/>
                </a:lnTo>
                <a:lnTo>
                  <a:pt x="153741" y="85941"/>
                </a:lnTo>
                <a:lnTo>
                  <a:pt x="154396" y="86192"/>
                </a:lnTo>
                <a:lnTo>
                  <a:pt x="155063" y="86430"/>
                </a:lnTo>
                <a:lnTo>
                  <a:pt x="155741" y="86655"/>
                </a:lnTo>
                <a:lnTo>
                  <a:pt x="156431" y="86865"/>
                </a:lnTo>
                <a:lnTo>
                  <a:pt x="157132" y="87062"/>
                </a:lnTo>
                <a:lnTo>
                  <a:pt x="157845" y="87246"/>
                </a:lnTo>
                <a:lnTo>
                  <a:pt x="158570" y="87416"/>
                </a:lnTo>
                <a:lnTo>
                  <a:pt x="159306" y="87572"/>
                </a:lnTo>
                <a:lnTo>
                  <a:pt x="160053" y="87715"/>
                </a:lnTo>
                <a:lnTo>
                  <a:pt x="160812" y="87844"/>
                </a:lnTo>
                <a:lnTo>
                  <a:pt x="161583" y="87960"/>
                </a:lnTo>
                <a:lnTo>
                  <a:pt x="162365" y="88062"/>
                </a:lnTo>
                <a:lnTo>
                  <a:pt x="163159" y="88150"/>
                </a:lnTo>
                <a:lnTo>
                  <a:pt x="163964" y="88225"/>
                </a:lnTo>
                <a:lnTo>
                  <a:pt x="164781" y="88286"/>
                </a:lnTo>
                <a:lnTo>
                  <a:pt x="165609" y="88334"/>
                </a:lnTo>
                <a:lnTo>
                  <a:pt x="166449" y="88368"/>
                </a:lnTo>
                <a:lnTo>
                  <a:pt x="167301" y="88388"/>
                </a:lnTo>
                <a:lnTo>
                  <a:pt x="168164" y="88395"/>
                </a:lnTo>
                <a:lnTo>
                  <a:pt x="168869" y="88391"/>
                </a:lnTo>
                <a:lnTo>
                  <a:pt x="169567" y="88378"/>
                </a:lnTo>
                <a:lnTo>
                  <a:pt x="170257" y="88357"/>
                </a:lnTo>
                <a:lnTo>
                  <a:pt x="170940" y="88327"/>
                </a:lnTo>
                <a:close/>
                <a:moveTo>
                  <a:pt x="153610" y="46140"/>
                </a:moveTo>
                <a:lnTo>
                  <a:pt x="153694" y="45645"/>
                </a:lnTo>
                <a:lnTo>
                  <a:pt x="153791" y="45160"/>
                </a:lnTo>
                <a:lnTo>
                  <a:pt x="153898" y="44687"/>
                </a:lnTo>
                <a:lnTo>
                  <a:pt x="154018" y="44224"/>
                </a:lnTo>
                <a:lnTo>
                  <a:pt x="154149" y="43772"/>
                </a:lnTo>
                <a:lnTo>
                  <a:pt x="154292" y="43331"/>
                </a:lnTo>
                <a:lnTo>
                  <a:pt x="154446" y="42901"/>
                </a:lnTo>
                <a:lnTo>
                  <a:pt x="154612" y="42481"/>
                </a:lnTo>
                <a:lnTo>
                  <a:pt x="154790" y="42072"/>
                </a:lnTo>
                <a:lnTo>
                  <a:pt x="154979" y="41674"/>
                </a:lnTo>
                <a:lnTo>
                  <a:pt x="155180" y="41286"/>
                </a:lnTo>
                <a:lnTo>
                  <a:pt x="155393" y="40910"/>
                </a:lnTo>
                <a:lnTo>
                  <a:pt x="155617" y="40544"/>
                </a:lnTo>
                <a:lnTo>
                  <a:pt x="155853" y="40188"/>
                </a:lnTo>
                <a:lnTo>
                  <a:pt x="156101" y="39844"/>
                </a:lnTo>
                <a:lnTo>
                  <a:pt x="156360" y="39510"/>
                </a:lnTo>
                <a:lnTo>
                  <a:pt x="156631" y="39187"/>
                </a:lnTo>
                <a:lnTo>
                  <a:pt x="156914" y="38875"/>
                </a:lnTo>
                <a:lnTo>
                  <a:pt x="157208" y="38574"/>
                </a:lnTo>
                <a:lnTo>
                  <a:pt x="157514" y="38283"/>
                </a:lnTo>
                <a:lnTo>
                  <a:pt x="157830" y="38004"/>
                </a:lnTo>
                <a:lnTo>
                  <a:pt x="158153" y="37736"/>
                </a:lnTo>
                <a:lnTo>
                  <a:pt x="158483" y="37481"/>
                </a:lnTo>
                <a:lnTo>
                  <a:pt x="158821" y="37237"/>
                </a:lnTo>
                <a:lnTo>
                  <a:pt x="159166" y="37005"/>
                </a:lnTo>
                <a:lnTo>
                  <a:pt x="159519" y="36785"/>
                </a:lnTo>
                <a:lnTo>
                  <a:pt x="159879" y="36577"/>
                </a:lnTo>
                <a:lnTo>
                  <a:pt x="160247" y="36381"/>
                </a:lnTo>
                <a:lnTo>
                  <a:pt x="160622" y="36197"/>
                </a:lnTo>
                <a:lnTo>
                  <a:pt x="161004" y="36024"/>
                </a:lnTo>
                <a:lnTo>
                  <a:pt x="161394" y="35864"/>
                </a:lnTo>
                <a:lnTo>
                  <a:pt x="161792" y="35715"/>
                </a:lnTo>
                <a:lnTo>
                  <a:pt x="162197" y="35578"/>
                </a:lnTo>
                <a:lnTo>
                  <a:pt x="162609" y="35453"/>
                </a:lnTo>
                <a:lnTo>
                  <a:pt x="163028" y="35341"/>
                </a:lnTo>
                <a:lnTo>
                  <a:pt x="163456" y="35239"/>
                </a:lnTo>
                <a:lnTo>
                  <a:pt x="163890" y="35150"/>
                </a:lnTo>
                <a:lnTo>
                  <a:pt x="164332" y="35073"/>
                </a:lnTo>
                <a:lnTo>
                  <a:pt x="164782" y="35008"/>
                </a:lnTo>
                <a:lnTo>
                  <a:pt x="165239" y="34954"/>
                </a:lnTo>
                <a:lnTo>
                  <a:pt x="165703" y="34913"/>
                </a:lnTo>
                <a:lnTo>
                  <a:pt x="166175" y="34883"/>
                </a:lnTo>
                <a:lnTo>
                  <a:pt x="166654" y="34865"/>
                </a:lnTo>
                <a:lnTo>
                  <a:pt x="167141" y="34859"/>
                </a:lnTo>
                <a:lnTo>
                  <a:pt x="167617" y="34865"/>
                </a:lnTo>
                <a:lnTo>
                  <a:pt x="168086" y="34882"/>
                </a:lnTo>
                <a:lnTo>
                  <a:pt x="168547" y="34911"/>
                </a:lnTo>
                <a:lnTo>
                  <a:pt x="169002" y="34951"/>
                </a:lnTo>
                <a:lnTo>
                  <a:pt x="169449" y="35003"/>
                </a:lnTo>
                <a:lnTo>
                  <a:pt x="169889" y="35067"/>
                </a:lnTo>
                <a:lnTo>
                  <a:pt x="170322" y="35142"/>
                </a:lnTo>
                <a:lnTo>
                  <a:pt x="170747" y="35229"/>
                </a:lnTo>
                <a:lnTo>
                  <a:pt x="171166" y="35327"/>
                </a:lnTo>
                <a:lnTo>
                  <a:pt x="171577" y="35436"/>
                </a:lnTo>
                <a:lnTo>
                  <a:pt x="171981" y="35558"/>
                </a:lnTo>
                <a:lnTo>
                  <a:pt x="172377" y="35691"/>
                </a:lnTo>
                <a:lnTo>
                  <a:pt x="172767" y="35835"/>
                </a:lnTo>
                <a:lnTo>
                  <a:pt x="173149" y="35991"/>
                </a:lnTo>
                <a:lnTo>
                  <a:pt x="173524" y="36158"/>
                </a:lnTo>
                <a:lnTo>
                  <a:pt x="173892" y="36337"/>
                </a:lnTo>
                <a:lnTo>
                  <a:pt x="174253" y="36528"/>
                </a:lnTo>
                <a:lnTo>
                  <a:pt x="174606" y="36730"/>
                </a:lnTo>
                <a:lnTo>
                  <a:pt x="174952" y="36944"/>
                </a:lnTo>
                <a:lnTo>
                  <a:pt x="175291" y="37169"/>
                </a:lnTo>
                <a:lnTo>
                  <a:pt x="175623" y="37406"/>
                </a:lnTo>
                <a:lnTo>
                  <a:pt x="175947" y="37654"/>
                </a:lnTo>
                <a:lnTo>
                  <a:pt x="176265" y="37914"/>
                </a:lnTo>
                <a:lnTo>
                  <a:pt x="176575" y="38185"/>
                </a:lnTo>
                <a:lnTo>
                  <a:pt x="176875" y="38468"/>
                </a:lnTo>
                <a:lnTo>
                  <a:pt x="177164" y="38763"/>
                </a:lnTo>
                <a:lnTo>
                  <a:pt x="177440" y="39070"/>
                </a:lnTo>
                <a:lnTo>
                  <a:pt x="177704" y="39388"/>
                </a:lnTo>
                <a:lnTo>
                  <a:pt x="177956" y="39718"/>
                </a:lnTo>
                <a:lnTo>
                  <a:pt x="178196" y="40060"/>
                </a:lnTo>
                <a:lnTo>
                  <a:pt x="178424" y="40414"/>
                </a:lnTo>
                <a:lnTo>
                  <a:pt x="178639" y="40779"/>
                </a:lnTo>
                <a:lnTo>
                  <a:pt x="178843" y="41156"/>
                </a:lnTo>
                <a:lnTo>
                  <a:pt x="179034" y="41545"/>
                </a:lnTo>
                <a:lnTo>
                  <a:pt x="179214" y="41946"/>
                </a:lnTo>
                <a:lnTo>
                  <a:pt x="179381" y="42359"/>
                </a:lnTo>
                <a:lnTo>
                  <a:pt x="179536" y="42783"/>
                </a:lnTo>
                <a:lnTo>
                  <a:pt x="179679" y="43219"/>
                </a:lnTo>
                <a:lnTo>
                  <a:pt x="179810" y="43667"/>
                </a:lnTo>
                <a:lnTo>
                  <a:pt x="179929" y="44126"/>
                </a:lnTo>
                <a:lnTo>
                  <a:pt x="180036" y="44598"/>
                </a:lnTo>
                <a:lnTo>
                  <a:pt x="180131" y="45081"/>
                </a:lnTo>
                <a:lnTo>
                  <a:pt x="180213" y="45576"/>
                </a:lnTo>
                <a:lnTo>
                  <a:pt x="180284" y="46083"/>
                </a:lnTo>
                <a:lnTo>
                  <a:pt x="180342" y="46601"/>
                </a:lnTo>
                <a:lnTo>
                  <a:pt x="180388" y="47131"/>
                </a:lnTo>
                <a:lnTo>
                  <a:pt x="180422" y="47673"/>
                </a:lnTo>
                <a:lnTo>
                  <a:pt x="180445" y="48227"/>
                </a:lnTo>
                <a:lnTo>
                  <a:pt x="153389" y="48227"/>
                </a:lnTo>
                <a:lnTo>
                  <a:pt x="153427" y="47689"/>
                </a:lnTo>
                <a:lnTo>
                  <a:pt x="153476" y="47162"/>
                </a:lnTo>
                <a:lnTo>
                  <a:pt x="153537" y="46645"/>
                </a:lnTo>
                <a:lnTo>
                  <a:pt x="153610" y="46140"/>
                </a:lnTo>
                <a:close/>
                <a:moveTo>
                  <a:pt x="343459" y="88354"/>
                </a:moveTo>
                <a:lnTo>
                  <a:pt x="344244" y="88322"/>
                </a:lnTo>
                <a:lnTo>
                  <a:pt x="345023" y="88281"/>
                </a:lnTo>
                <a:lnTo>
                  <a:pt x="345795" y="88231"/>
                </a:lnTo>
                <a:lnTo>
                  <a:pt x="346560" y="88172"/>
                </a:lnTo>
                <a:lnTo>
                  <a:pt x="347317" y="88103"/>
                </a:lnTo>
                <a:lnTo>
                  <a:pt x="348068" y="88026"/>
                </a:lnTo>
                <a:lnTo>
                  <a:pt x="348812" y="87939"/>
                </a:lnTo>
                <a:lnTo>
                  <a:pt x="349548" y="87844"/>
                </a:lnTo>
                <a:lnTo>
                  <a:pt x="350278" y="87739"/>
                </a:lnTo>
                <a:lnTo>
                  <a:pt x="351001" y="87625"/>
                </a:lnTo>
                <a:lnTo>
                  <a:pt x="351717" y="87502"/>
                </a:lnTo>
                <a:lnTo>
                  <a:pt x="352425" y="87370"/>
                </a:lnTo>
                <a:lnTo>
                  <a:pt x="353127" y="87228"/>
                </a:lnTo>
                <a:lnTo>
                  <a:pt x="353822" y="87078"/>
                </a:lnTo>
                <a:lnTo>
                  <a:pt x="354510" y="86919"/>
                </a:lnTo>
                <a:lnTo>
                  <a:pt x="355190" y="86750"/>
                </a:lnTo>
                <a:lnTo>
                  <a:pt x="355864" y="86572"/>
                </a:lnTo>
                <a:lnTo>
                  <a:pt x="356531" y="86386"/>
                </a:lnTo>
                <a:lnTo>
                  <a:pt x="357191" y="86190"/>
                </a:lnTo>
                <a:lnTo>
                  <a:pt x="357843" y="85985"/>
                </a:lnTo>
                <a:lnTo>
                  <a:pt x="358489" y="85770"/>
                </a:lnTo>
                <a:lnTo>
                  <a:pt x="359126" y="85547"/>
                </a:lnTo>
                <a:lnTo>
                  <a:pt x="359751" y="85312"/>
                </a:lnTo>
                <a:lnTo>
                  <a:pt x="360366" y="85067"/>
                </a:lnTo>
                <a:lnTo>
                  <a:pt x="360969" y="84812"/>
                </a:lnTo>
                <a:lnTo>
                  <a:pt x="361560" y="84546"/>
                </a:lnTo>
                <a:lnTo>
                  <a:pt x="362141" y="84270"/>
                </a:lnTo>
                <a:lnTo>
                  <a:pt x="362710" y="83984"/>
                </a:lnTo>
                <a:lnTo>
                  <a:pt x="363269" y="83687"/>
                </a:lnTo>
                <a:lnTo>
                  <a:pt x="363816" y="83379"/>
                </a:lnTo>
                <a:lnTo>
                  <a:pt x="364351" y="83061"/>
                </a:lnTo>
                <a:lnTo>
                  <a:pt x="364876" y="82733"/>
                </a:lnTo>
                <a:lnTo>
                  <a:pt x="365389" y="82394"/>
                </a:lnTo>
                <a:lnTo>
                  <a:pt x="365891" y="82045"/>
                </a:lnTo>
                <a:lnTo>
                  <a:pt x="366382" y="81685"/>
                </a:lnTo>
                <a:lnTo>
                  <a:pt x="366862" y="81315"/>
                </a:lnTo>
                <a:lnTo>
                  <a:pt x="367330" y="80934"/>
                </a:lnTo>
                <a:lnTo>
                  <a:pt x="367787" y="80543"/>
                </a:lnTo>
                <a:lnTo>
                  <a:pt x="368233" y="80142"/>
                </a:lnTo>
                <a:lnTo>
                  <a:pt x="368668" y="79730"/>
                </a:lnTo>
                <a:lnTo>
                  <a:pt x="369092" y="79307"/>
                </a:lnTo>
                <a:lnTo>
                  <a:pt x="369504" y="78875"/>
                </a:lnTo>
                <a:lnTo>
                  <a:pt x="369905" y="78431"/>
                </a:lnTo>
                <a:lnTo>
                  <a:pt x="370295" y="77978"/>
                </a:lnTo>
                <a:lnTo>
                  <a:pt x="370674" y="77513"/>
                </a:lnTo>
                <a:lnTo>
                  <a:pt x="371039" y="77038"/>
                </a:lnTo>
                <a:lnTo>
                  <a:pt x="371389" y="76550"/>
                </a:lnTo>
                <a:lnTo>
                  <a:pt x="371723" y="76050"/>
                </a:lnTo>
                <a:lnTo>
                  <a:pt x="372042" y="75538"/>
                </a:lnTo>
                <a:lnTo>
                  <a:pt x="372345" y="75014"/>
                </a:lnTo>
                <a:lnTo>
                  <a:pt x="372633" y="74477"/>
                </a:lnTo>
                <a:lnTo>
                  <a:pt x="372905" y="73928"/>
                </a:lnTo>
                <a:lnTo>
                  <a:pt x="373161" y="73367"/>
                </a:lnTo>
                <a:lnTo>
                  <a:pt x="373402" y="72794"/>
                </a:lnTo>
                <a:lnTo>
                  <a:pt x="373628" y="72208"/>
                </a:lnTo>
                <a:lnTo>
                  <a:pt x="373838" y="71611"/>
                </a:lnTo>
                <a:lnTo>
                  <a:pt x="374032" y="71001"/>
                </a:lnTo>
                <a:lnTo>
                  <a:pt x="374211" y="70379"/>
                </a:lnTo>
                <a:lnTo>
                  <a:pt x="374374" y="69744"/>
                </a:lnTo>
                <a:lnTo>
                  <a:pt x="374522" y="69098"/>
                </a:lnTo>
                <a:lnTo>
                  <a:pt x="374654" y="68439"/>
                </a:lnTo>
                <a:lnTo>
                  <a:pt x="374770" y="67768"/>
                </a:lnTo>
                <a:lnTo>
                  <a:pt x="374871" y="67085"/>
                </a:lnTo>
                <a:lnTo>
                  <a:pt x="374957" y="66389"/>
                </a:lnTo>
                <a:lnTo>
                  <a:pt x="375027" y="65681"/>
                </a:lnTo>
                <a:lnTo>
                  <a:pt x="375081" y="64961"/>
                </a:lnTo>
                <a:lnTo>
                  <a:pt x="375120" y="64229"/>
                </a:lnTo>
                <a:lnTo>
                  <a:pt x="375143" y="63485"/>
                </a:lnTo>
                <a:lnTo>
                  <a:pt x="375151" y="62728"/>
                </a:lnTo>
                <a:lnTo>
                  <a:pt x="375146" y="62051"/>
                </a:lnTo>
                <a:lnTo>
                  <a:pt x="375130" y="61385"/>
                </a:lnTo>
                <a:lnTo>
                  <a:pt x="375104" y="60730"/>
                </a:lnTo>
                <a:lnTo>
                  <a:pt x="375067" y="60085"/>
                </a:lnTo>
                <a:lnTo>
                  <a:pt x="375019" y="59452"/>
                </a:lnTo>
                <a:lnTo>
                  <a:pt x="374961" y="58830"/>
                </a:lnTo>
                <a:lnTo>
                  <a:pt x="374893" y="58219"/>
                </a:lnTo>
                <a:lnTo>
                  <a:pt x="374814" y="57618"/>
                </a:lnTo>
                <a:lnTo>
                  <a:pt x="374724" y="57029"/>
                </a:lnTo>
                <a:lnTo>
                  <a:pt x="374624" y="56451"/>
                </a:lnTo>
                <a:lnTo>
                  <a:pt x="374513" y="55884"/>
                </a:lnTo>
                <a:lnTo>
                  <a:pt x="374392" y="55327"/>
                </a:lnTo>
                <a:lnTo>
                  <a:pt x="374260" y="54782"/>
                </a:lnTo>
                <a:lnTo>
                  <a:pt x="374117" y="54248"/>
                </a:lnTo>
                <a:lnTo>
                  <a:pt x="373964" y="53724"/>
                </a:lnTo>
                <a:lnTo>
                  <a:pt x="373801" y="53212"/>
                </a:lnTo>
                <a:lnTo>
                  <a:pt x="373627" y="52711"/>
                </a:lnTo>
                <a:lnTo>
                  <a:pt x="373442" y="52221"/>
                </a:lnTo>
                <a:lnTo>
                  <a:pt x="373247" y="51741"/>
                </a:lnTo>
                <a:lnTo>
                  <a:pt x="373041" y="51273"/>
                </a:lnTo>
                <a:lnTo>
                  <a:pt x="372825" y="50816"/>
                </a:lnTo>
                <a:lnTo>
                  <a:pt x="372598" y="50370"/>
                </a:lnTo>
                <a:lnTo>
                  <a:pt x="372361" y="49934"/>
                </a:lnTo>
                <a:lnTo>
                  <a:pt x="372113" y="49510"/>
                </a:lnTo>
                <a:lnTo>
                  <a:pt x="371854" y="49095"/>
                </a:lnTo>
                <a:lnTo>
                  <a:pt x="371584" y="48686"/>
                </a:lnTo>
                <a:lnTo>
                  <a:pt x="371303" y="48283"/>
                </a:lnTo>
                <a:lnTo>
                  <a:pt x="371011" y="47887"/>
                </a:lnTo>
                <a:lnTo>
                  <a:pt x="370707" y="47497"/>
                </a:lnTo>
                <a:lnTo>
                  <a:pt x="370392" y="47114"/>
                </a:lnTo>
                <a:lnTo>
                  <a:pt x="370066" y="46737"/>
                </a:lnTo>
                <a:lnTo>
                  <a:pt x="369729" y="46367"/>
                </a:lnTo>
                <a:lnTo>
                  <a:pt x="369380" y="46003"/>
                </a:lnTo>
                <a:lnTo>
                  <a:pt x="369020" y="45645"/>
                </a:lnTo>
                <a:lnTo>
                  <a:pt x="368650" y="45294"/>
                </a:lnTo>
                <a:lnTo>
                  <a:pt x="368267" y="44949"/>
                </a:lnTo>
                <a:lnTo>
                  <a:pt x="367874" y="44611"/>
                </a:lnTo>
                <a:lnTo>
                  <a:pt x="367469" y="44280"/>
                </a:lnTo>
                <a:lnTo>
                  <a:pt x="367054" y="43954"/>
                </a:lnTo>
                <a:lnTo>
                  <a:pt x="366627" y="43636"/>
                </a:lnTo>
                <a:lnTo>
                  <a:pt x="366188" y="43323"/>
                </a:lnTo>
                <a:lnTo>
                  <a:pt x="365739" y="43017"/>
                </a:lnTo>
                <a:lnTo>
                  <a:pt x="365278" y="42718"/>
                </a:lnTo>
                <a:lnTo>
                  <a:pt x="364806" y="42425"/>
                </a:lnTo>
                <a:lnTo>
                  <a:pt x="364323" y="42138"/>
                </a:lnTo>
                <a:lnTo>
                  <a:pt x="363829" y="41858"/>
                </a:lnTo>
                <a:lnTo>
                  <a:pt x="363323" y="41584"/>
                </a:lnTo>
                <a:lnTo>
                  <a:pt x="362807" y="41317"/>
                </a:lnTo>
                <a:lnTo>
                  <a:pt x="362278" y="41054"/>
                </a:lnTo>
                <a:lnTo>
                  <a:pt x="361737" y="40791"/>
                </a:lnTo>
                <a:lnTo>
                  <a:pt x="361185" y="40530"/>
                </a:lnTo>
                <a:lnTo>
                  <a:pt x="360619" y="40269"/>
                </a:lnTo>
                <a:lnTo>
                  <a:pt x="360042" y="40010"/>
                </a:lnTo>
                <a:lnTo>
                  <a:pt x="359453" y="39751"/>
                </a:lnTo>
                <a:lnTo>
                  <a:pt x="358851" y="39494"/>
                </a:lnTo>
                <a:lnTo>
                  <a:pt x="358237" y="39237"/>
                </a:lnTo>
                <a:lnTo>
                  <a:pt x="357611" y="38982"/>
                </a:lnTo>
                <a:lnTo>
                  <a:pt x="356972" y="38727"/>
                </a:lnTo>
                <a:lnTo>
                  <a:pt x="356322" y="38474"/>
                </a:lnTo>
                <a:lnTo>
                  <a:pt x="355659" y="38221"/>
                </a:lnTo>
                <a:lnTo>
                  <a:pt x="354984" y="37970"/>
                </a:lnTo>
                <a:lnTo>
                  <a:pt x="354297" y="37719"/>
                </a:lnTo>
                <a:lnTo>
                  <a:pt x="353597" y="37469"/>
                </a:lnTo>
                <a:lnTo>
                  <a:pt x="352885" y="37221"/>
                </a:lnTo>
                <a:lnTo>
                  <a:pt x="352162" y="36973"/>
                </a:lnTo>
                <a:lnTo>
                  <a:pt x="351425" y="36727"/>
                </a:lnTo>
                <a:lnTo>
                  <a:pt x="350677" y="36481"/>
                </a:lnTo>
                <a:lnTo>
                  <a:pt x="349917" y="36237"/>
                </a:lnTo>
                <a:lnTo>
                  <a:pt x="349144" y="35993"/>
                </a:lnTo>
                <a:lnTo>
                  <a:pt x="348359" y="35751"/>
                </a:lnTo>
                <a:lnTo>
                  <a:pt x="347562" y="35509"/>
                </a:lnTo>
                <a:lnTo>
                  <a:pt x="346752" y="35269"/>
                </a:lnTo>
                <a:lnTo>
                  <a:pt x="346077" y="35072"/>
                </a:lnTo>
                <a:lnTo>
                  <a:pt x="345415" y="34878"/>
                </a:lnTo>
                <a:lnTo>
                  <a:pt x="344766" y="34685"/>
                </a:lnTo>
                <a:lnTo>
                  <a:pt x="344131" y="34494"/>
                </a:lnTo>
                <a:lnTo>
                  <a:pt x="343509" y="34304"/>
                </a:lnTo>
                <a:lnTo>
                  <a:pt x="342901" y="34117"/>
                </a:lnTo>
                <a:lnTo>
                  <a:pt x="342306" y="33931"/>
                </a:lnTo>
                <a:lnTo>
                  <a:pt x="341724" y="33747"/>
                </a:lnTo>
                <a:lnTo>
                  <a:pt x="341156" y="33565"/>
                </a:lnTo>
                <a:lnTo>
                  <a:pt x="340602" y="33384"/>
                </a:lnTo>
                <a:lnTo>
                  <a:pt x="340060" y="33206"/>
                </a:lnTo>
                <a:lnTo>
                  <a:pt x="339533" y="33029"/>
                </a:lnTo>
                <a:lnTo>
                  <a:pt x="339018" y="32854"/>
                </a:lnTo>
                <a:lnTo>
                  <a:pt x="338517" y="32680"/>
                </a:lnTo>
                <a:lnTo>
                  <a:pt x="338030" y="32509"/>
                </a:lnTo>
                <a:lnTo>
                  <a:pt x="337556" y="32339"/>
                </a:lnTo>
                <a:lnTo>
                  <a:pt x="337095" y="32171"/>
                </a:lnTo>
                <a:lnTo>
                  <a:pt x="336648" y="32005"/>
                </a:lnTo>
                <a:lnTo>
                  <a:pt x="336215" y="31841"/>
                </a:lnTo>
                <a:lnTo>
                  <a:pt x="335794" y="31678"/>
                </a:lnTo>
                <a:lnTo>
                  <a:pt x="335388" y="31517"/>
                </a:lnTo>
                <a:lnTo>
                  <a:pt x="334994" y="31358"/>
                </a:lnTo>
                <a:lnTo>
                  <a:pt x="334614" y="31201"/>
                </a:lnTo>
                <a:lnTo>
                  <a:pt x="334248" y="31045"/>
                </a:lnTo>
                <a:lnTo>
                  <a:pt x="333893" y="30890"/>
                </a:lnTo>
                <a:lnTo>
                  <a:pt x="333547" y="30735"/>
                </a:lnTo>
                <a:lnTo>
                  <a:pt x="333211" y="30580"/>
                </a:lnTo>
                <a:lnTo>
                  <a:pt x="332884" y="30424"/>
                </a:lnTo>
                <a:lnTo>
                  <a:pt x="332567" y="30267"/>
                </a:lnTo>
                <a:lnTo>
                  <a:pt x="332259" y="30111"/>
                </a:lnTo>
                <a:lnTo>
                  <a:pt x="331961" y="29954"/>
                </a:lnTo>
                <a:lnTo>
                  <a:pt x="331672" y="29797"/>
                </a:lnTo>
                <a:lnTo>
                  <a:pt x="331392" y="29639"/>
                </a:lnTo>
                <a:lnTo>
                  <a:pt x="331122" y="29481"/>
                </a:lnTo>
                <a:lnTo>
                  <a:pt x="330861" y="29323"/>
                </a:lnTo>
                <a:lnTo>
                  <a:pt x="330610" y="29164"/>
                </a:lnTo>
                <a:lnTo>
                  <a:pt x="330368" y="29006"/>
                </a:lnTo>
                <a:lnTo>
                  <a:pt x="330136" y="28846"/>
                </a:lnTo>
                <a:lnTo>
                  <a:pt x="329913" y="28687"/>
                </a:lnTo>
                <a:lnTo>
                  <a:pt x="329699" y="28527"/>
                </a:lnTo>
                <a:lnTo>
                  <a:pt x="329495" y="28367"/>
                </a:lnTo>
                <a:lnTo>
                  <a:pt x="329301" y="28206"/>
                </a:lnTo>
                <a:lnTo>
                  <a:pt x="329116" y="28045"/>
                </a:lnTo>
                <a:lnTo>
                  <a:pt x="328940" y="27884"/>
                </a:lnTo>
                <a:lnTo>
                  <a:pt x="328774" y="27722"/>
                </a:lnTo>
                <a:lnTo>
                  <a:pt x="328617" y="27560"/>
                </a:lnTo>
                <a:lnTo>
                  <a:pt x="328469" y="27398"/>
                </a:lnTo>
                <a:lnTo>
                  <a:pt x="328331" y="27236"/>
                </a:lnTo>
                <a:lnTo>
                  <a:pt x="328201" y="27072"/>
                </a:lnTo>
                <a:lnTo>
                  <a:pt x="328076" y="26906"/>
                </a:lnTo>
                <a:lnTo>
                  <a:pt x="327957" y="26738"/>
                </a:lnTo>
                <a:lnTo>
                  <a:pt x="327843" y="26568"/>
                </a:lnTo>
                <a:lnTo>
                  <a:pt x="327734" y="26396"/>
                </a:lnTo>
                <a:lnTo>
                  <a:pt x="327632" y="26221"/>
                </a:lnTo>
                <a:lnTo>
                  <a:pt x="327535" y="26045"/>
                </a:lnTo>
                <a:lnTo>
                  <a:pt x="327443" y="25866"/>
                </a:lnTo>
                <a:lnTo>
                  <a:pt x="327357" y="25686"/>
                </a:lnTo>
                <a:lnTo>
                  <a:pt x="327276" y="25503"/>
                </a:lnTo>
                <a:lnTo>
                  <a:pt x="327201" y="25318"/>
                </a:lnTo>
                <a:lnTo>
                  <a:pt x="327132" y="25131"/>
                </a:lnTo>
                <a:lnTo>
                  <a:pt x="327068" y="24942"/>
                </a:lnTo>
                <a:lnTo>
                  <a:pt x="327010" y="24751"/>
                </a:lnTo>
                <a:lnTo>
                  <a:pt x="326957" y="24557"/>
                </a:lnTo>
                <a:lnTo>
                  <a:pt x="326910" y="24362"/>
                </a:lnTo>
                <a:lnTo>
                  <a:pt x="326868" y="24164"/>
                </a:lnTo>
                <a:lnTo>
                  <a:pt x="326832" y="23965"/>
                </a:lnTo>
                <a:lnTo>
                  <a:pt x="326802" y="23763"/>
                </a:lnTo>
                <a:lnTo>
                  <a:pt x="326777" y="23559"/>
                </a:lnTo>
                <a:lnTo>
                  <a:pt x="326757" y="23353"/>
                </a:lnTo>
                <a:lnTo>
                  <a:pt x="326743" y="23145"/>
                </a:lnTo>
                <a:lnTo>
                  <a:pt x="326735" y="22935"/>
                </a:lnTo>
                <a:lnTo>
                  <a:pt x="326732" y="22722"/>
                </a:lnTo>
                <a:lnTo>
                  <a:pt x="326739" y="22353"/>
                </a:lnTo>
                <a:lnTo>
                  <a:pt x="326759" y="21991"/>
                </a:lnTo>
                <a:lnTo>
                  <a:pt x="326791" y="21638"/>
                </a:lnTo>
                <a:lnTo>
                  <a:pt x="326837" y="21292"/>
                </a:lnTo>
                <a:lnTo>
                  <a:pt x="326896" y="20955"/>
                </a:lnTo>
                <a:lnTo>
                  <a:pt x="326968" y="20626"/>
                </a:lnTo>
                <a:lnTo>
                  <a:pt x="327053" y="20305"/>
                </a:lnTo>
                <a:lnTo>
                  <a:pt x="327152" y="19992"/>
                </a:lnTo>
                <a:lnTo>
                  <a:pt x="327263" y="19687"/>
                </a:lnTo>
                <a:lnTo>
                  <a:pt x="327387" y="19391"/>
                </a:lnTo>
                <a:lnTo>
                  <a:pt x="327525" y="19102"/>
                </a:lnTo>
                <a:lnTo>
                  <a:pt x="327676" y="18822"/>
                </a:lnTo>
                <a:lnTo>
                  <a:pt x="327840" y="18549"/>
                </a:lnTo>
                <a:lnTo>
                  <a:pt x="328016" y="18285"/>
                </a:lnTo>
                <a:lnTo>
                  <a:pt x="328206" y="18029"/>
                </a:lnTo>
                <a:lnTo>
                  <a:pt x="328410" y="17781"/>
                </a:lnTo>
                <a:lnTo>
                  <a:pt x="328626" y="17542"/>
                </a:lnTo>
                <a:lnTo>
                  <a:pt x="328855" y="17310"/>
                </a:lnTo>
                <a:lnTo>
                  <a:pt x="329097" y="17086"/>
                </a:lnTo>
                <a:lnTo>
                  <a:pt x="329353" y="16871"/>
                </a:lnTo>
                <a:lnTo>
                  <a:pt x="329622" y="16664"/>
                </a:lnTo>
                <a:lnTo>
                  <a:pt x="329903" y="16464"/>
                </a:lnTo>
                <a:lnTo>
                  <a:pt x="330198" y="16273"/>
                </a:lnTo>
                <a:lnTo>
                  <a:pt x="330506" y="16090"/>
                </a:lnTo>
                <a:lnTo>
                  <a:pt x="330824" y="15915"/>
                </a:lnTo>
                <a:lnTo>
                  <a:pt x="331149" y="15747"/>
                </a:lnTo>
                <a:lnTo>
                  <a:pt x="331480" y="15587"/>
                </a:lnTo>
                <a:lnTo>
                  <a:pt x="331819" y="15434"/>
                </a:lnTo>
                <a:lnTo>
                  <a:pt x="332164" y="15289"/>
                </a:lnTo>
                <a:lnTo>
                  <a:pt x="332517" y="15151"/>
                </a:lnTo>
                <a:lnTo>
                  <a:pt x="332876" y="15021"/>
                </a:lnTo>
                <a:lnTo>
                  <a:pt x="333242" y="14898"/>
                </a:lnTo>
                <a:lnTo>
                  <a:pt x="333615" y="14782"/>
                </a:lnTo>
                <a:lnTo>
                  <a:pt x="333995" y="14674"/>
                </a:lnTo>
                <a:lnTo>
                  <a:pt x="334382" y="14573"/>
                </a:lnTo>
                <a:lnTo>
                  <a:pt x="334775" y="14480"/>
                </a:lnTo>
                <a:lnTo>
                  <a:pt x="335176" y="14395"/>
                </a:lnTo>
                <a:lnTo>
                  <a:pt x="335583" y="14316"/>
                </a:lnTo>
                <a:lnTo>
                  <a:pt x="335998" y="14245"/>
                </a:lnTo>
                <a:lnTo>
                  <a:pt x="336419" y="14182"/>
                </a:lnTo>
                <a:lnTo>
                  <a:pt x="336847" y="14126"/>
                </a:lnTo>
                <a:lnTo>
                  <a:pt x="337282" y="14078"/>
                </a:lnTo>
                <a:lnTo>
                  <a:pt x="337724" y="14037"/>
                </a:lnTo>
                <a:lnTo>
                  <a:pt x="338173" y="14003"/>
                </a:lnTo>
                <a:lnTo>
                  <a:pt x="338628" y="13977"/>
                </a:lnTo>
                <a:lnTo>
                  <a:pt x="339091" y="13959"/>
                </a:lnTo>
                <a:lnTo>
                  <a:pt x="339560" y="13947"/>
                </a:lnTo>
                <a:lnTo>
                  <a:pt x="340036" y="13944"/>
                </a:lnTo>
                <a:lnTo>
                  <a:pt x="340518" y="13948"/>
                </a:lnTo>
                <a:lnTo>
                  <a:pt x="340995" y="13963"/>
                </a:lnTo>
                <a:lnTo>
                  <a:pt x="341465" y="13986"/>
                </a:lnTo>
                <a:lnTo>
                  <a:pt x="341930" y="14019"/>
                </a:lnTo>
                <a:lnTo>
                  <a:pt x="342389" y="14062"/>
                </a:lnTo>
                <a:lnTo>
                  <a:pt x="342843" y="14114"/>
                </a:lnTo>
                <a:lnTo>
                  <a:pt x="343290" y="14175"/>
                </a:lnTo>
                <a:lnTo>
                  <a:pt x="343732" y="14246"/>
                </a:lnTo>
                <a:lnTo>
                  <a:pt x="344168" y="14326"/>
                </a:lnTo>
                <a:lnTo>
                  <a:pt x="344598" y="14416"/>
                </a:lnTo>
                <a:lnTo>
                  <a:pt x="345022" y="14516"/>
                </a:lnTo>
                <a:lnTo>
                  <a:pt x="345441" y="14624"/>
                </a:lnTo>
                <a:lnTo>
                  <a:pt x="345854" y="14742"/>
                </a:lnTo>
                <a:lnTo>
                  <a:pt x="346261" y="14870"/>
                </a:lnTo>
                <a:lnTo>
                  <a:pt x="346662" y="15007"/>
                </a:lnTo>
                <a:lnTo>
                  <a:pt x="347058" y="15154"/>
                </a:lnTo>
                <a:lnTo>
                  <a:pt x="347448" y="15310"/>
                </a:lnTo>
                <a:lnTo>
                  <a:pt x="347832" y="15475"/>
                </a:lnTo>
                <a:lnTo>
                  <a:pt x="348210" y="15650"/>
                </a:lnTo>
                <a:lnTo>
                  <a:pt x="348582" y="15834"/>
                </a:lnTo>
                <a:lnTo>
                  <a:pt x="348949" y="16028"/>
                </a:lnTo>
                <a:lnTo>
                  <a:pt x="349310" y="16231"/>
                </a:lnTo>
                <a:lnTo>
                  <a:pt x="349665" y="16444"/>
                </a:lnTo>
                <a:lnTo>
                  <a:pt x="350014" y="16666"/>
                </a:lnTo>
                <a:lnTo>
                  <a:pt x="350353" y="16898"/>
                </a:lnTo>
                <a:lnTo>
                  <a:pt x="350678" y="17139"/>
                </a:lnTo>
                <a:lnTo>
                  <a:pt x="350988" y="17390"/>
                </a:lnTo>
                <a:lnTo>
                  <a:pt x="351283" y="17651"/>
                </a:lnTo>
                <a:lnTo>
                  <a:pt x="351563" y="17921"/>
                </a:lnTo>
                <a:lnTo>
                  <a:pt x="351829" y="18201"/>
                </a:lnTo>
                <a:lnTo>
                  <a:pt x="352080" y="18491"/>
                </a:lnTo>
                <a:lnTo>
                  <a:pt x="352317" y="18791"/>
                </a:lnTo>
                <a:lnTo>
                  <a:pt x="352539" y="19100"/>
                </a:lnTo>
                <a:lnTo>
                  <a:pt x="352746" y="19419"/>
                </a:lnTo>
                <a:lnTo>
                  <a:pt x="352939" y="19747"/>
                </a:lnTo>
                <a:lnTo>
                  <a:pt x="353116" y="20085"/>
                </a:lnTo>
                <a:lnTo>
                  <a:pt x="353280" y="20433"/>
                </a:lnTo>
                <a:lnTo>
                  <a:pt x="353428" y="20791"/>
                </a:lnTo>
                <a:lnTo>
                  <a:pt x="353562" y="21158"/>
                </a:lnTo>
                <a:lnTo>
                  <a:pt x="353681" y="21535"/>
                </a:lnTo>
                <a:lnTo>
                  <a:pt x="353786" y="21922"/>
                </a:lnTo>
                <a:lnTo>
                  <a:pt x="353876" y="22318"/>
                </a:lnTo>
                <a:lnTo>
                  <a:pt x="353951" y="22724"/>
                </a:lnTo>
                <a:lnTo>
                  <a:pt x="354012" y="23140"/>
                </a:lnTo>
                <a:lnTo>
                  <a:pt x="354058" y="23565"/>
                </a:lnTo>
                <a:lnTo>
                  <a:pt x="354089" y="24000"/>
                </a:lnTo>
                <a:lnTo>
                  <a:pt x="354106" y="24445"/>
                </a:lnTo>
                <a:lnTo>
                  <a:pt x="354108" y="24899"/>
                </a:lnTo>
                <a:lnTo>
                  <a:pt x="372529" y="24899"/>
                </a:lnTo>
                <a:lnTo>
                  <a:pt x="372521" y="24195"/>
                </a:lnTo>
                <a:lnTo>
                  <a:pt x="372498" y="23501"/>
                </a:lnTo>
                <a:lnTo>
                  <a:pt x="372460" y="22818"/>
                </a:lnTo>
                <a:lnTo>
                  <a:pt x="372406" y="22145"/>
                </a:lnTo>
                <a:lnTo>
                  <a:pt x="372337" y="21483"/>
                </a:lnTo>
                <a:lnTo>
                  <a:pt x="372253" y="20831"/>
                </a:lnTo>
                <a:lnTo>
                  <a:pt x="372153" y="20189"/>
                </a:lnTo>
                <a:lnTo>
                  <a:pt x="372038" y="19558"/>
                </a:lnTo>
                <a:lnTo>
                  <a:pt x="371908" y="18937"/>
                </a:lnTo>
                <a:lnTo>
                  <a:pt x="371763" y="18327"/>
                </a:lnTo>
                <a:lnTo>
                  <a:pt x="371602" y="17727"/>
                </a:lnTo>
                <a:lnTo>
                  <a:pt x="371425" y="17138"/>
                </a:lnTo>
                <a:lnTo>
                  <a:pt x="371234" y="16559"/>
                </a:lnTo>
                <a:lnTo>
                  <a:pt x="371027" y="15991"/>
                </a:lnTo>
                <a:lnTo>
                  <a:pt x="370805" y="15433"/>
                </a:lnTo>
                <a:lnTo>
                  <a:pt x="370567" y="14885"/>
                </a:lnTo>
                <a:lnTo>
                  <a:pt x="370314" y="14348"/>
                </a:lnTo>
                <a:lnTo>
                  <a:pt x="370046" y="13822"/>
                </a:lnTo>
                <a:lnTo>
                  <a:pt x="369763" y="13306"/>
                </a:lnTo>
                <a:lnTo>
                  <a:pt x="369464" y="12800"/>
                </a:lnTo>
                <a:lnTo>
                  <a:pt x="369150" y="12305"/>
                </a:lnTo>
                <a:lnTo>
                  <a:pt x="368820" y="11820"/>
                </a:lnTo>
                <a:lnTo>
                  <a:pt x="368476" y="11345"/>
                </a:lnTo>
                <a:lnTo>
                  <a:pt x="368115" y="10881"/>
                </a:lnTo>
                <a:lnTo>
                  <a:pt x="367742" y="10428"/>
                </a:lnTo>
                <a:lnTo>
                  <a:pt x="367359" y="9984"/>
                </a:lnTo>
                <a:lnTo>
                  <a:pt x="366966" y="9549"/>
                </a:lnTo>
                <a:lnTo>
                  <a:pt x="366562" y="9125"/>
                </a:lnTo>
                <a:lnTo>
                  <a:pt x="366147" y="8710"/>
                </a:lnTo>
                <a:lnTo>
                  <a:pt x="365723" y="8305"/>
                </a:lnTo>
                <a:lnTo>
                  <a:pt x="365288" y="7910"/>
                </a:lnTo>
                <a:lnTo>
                  <a:pt x="364843" y="7525"/>
                </a:lnTo>
                <a:lnTo>
                  <a:pt x="364387" y="7149"/>
                </a:lnTo>
                <a:lnTo>
                  <a:pt x="363921" y="6783"/>
                </a:lnTo>
                <a:lnTo>
                  <a:pt x="363445" y="6427"/>
                </a:lnTo>
                <a:lnTo>
                  <a:pt x="362959" y="6081"/>
                </a:lnTo>
                <a:lnTo>
                  <a:pt x="362462" y="5744"/>
                </a:lnTo>
                <a:lnTo>
                  <a:pt x="361954" y="5418"/>
                </a:lnTo>
                <a:lnTo>
                  <a:pt x="361437" y="5101"/>
                </a:lnTo>
                <a:lnTo>
                  <a:pt x="360909" y="4794"/>
                </a:lnTo>
                <a:lnTo>
                  <a:pt x="360371" y="4496"/>
                </a:lnTo>
                <a:lnTo>
                  <a:pt x="359822" y="4209"/>
                </a:lnTo>
                <a:lnTo>
                  <a:pt x="359264" y="3931"/>
                </a:lnTo>
                <a:lnTo>
                  <a:pt x="358694" y="3663"/>
                </a:lnTo>
                <a:lnTo>
                  <a:pt x="358115" y="3404"/>
                </a:lnTo>
                <a:lnTo>
                  <a:pt x="357525" y="3156"/>
                </a:lnTo>
                <a:lnTo>
                  <a:pt x="356925" y="2917"/>
                </a:lnTo>
                <a:lnTo>
                  <a:pt x="356315" y="2688"/>
                </a:lnTo>
                <a:lnTo>
                  <a:pt x="355696" y="2469"/>
                </a:lnTo>
                <a:lnTo>
                  <a:pt x="355073" y="2259"/>
                </a:lnTo>
                <a:lnTo>
                  <a:pt x="354445" y="2058"/>
                </a:lnTo>
                <a:lnTo>
                  <a:pt x="353812" y="1867"/>
                </a:lnTo>
                <a:lnTo>
                  <a:pt x="353174" y="1685"/>
                </a:lnTo>
                <a:lnTo>
                  <a:pt x="352531" y="1512"/>
                </a:lnTo>
                <a:lnTo>
                  <a:pt x="351883" y="1349"/>
                </a:lnTo>
                <a:lnTo>
                  <a:pt x="351230" y="1195"/>
                </a:lnTo>
                <a:lnTo>
                  <a:pt x="350571" y="1050"/>
                </a:lnTo>
                <a:lnTo>
                  <a:pt x="349908" y="915"/>
                </a:lnTo>
                <a:lnTo>
                  <a:pt x="349240" y="789"/>
                </a:lnTo>
                <a:lnTo>
                  <a:pt x="348567" y="672"/>
                </a:lnTo>
                <a:lnTo>
                  <a:pt x="347889" y="565"/>
                </a:lnTo>
                <a:lnTo>
                  <a:pt x="347206" y="467"/>
                </a:lnTo>
                <a:lnTo>
                  <a:pt x="346518" y="378"/>
                </a:lnTo>
                <a:lnTo>
                  <a:pt x="345825" y="299"/>
                </a:lnTo>
                <a:lnTo>
                  <a:pt x="345127" y="229"/>
                </a:lnTo>
                <a:lnTo>
                  <a:pt x="344424" y="168"/>
                </a:lnTo>
                <a:lnTo>
                  <a:pt x="343716" y="117"/>
                </a:lnTo>
                <a:lnTo>
                  <a:pt x="343003" y="75"/>
                </a:lnTo>
                <a:lnTo>
                  <a:pt x="342284" y="42"/>
                </a:lnTo>
                <a:lnTo>
                  <a:pt x="341561" y="19"/>
                </a:lnTo>
                <a:lnTo>
                  <a:pt x="340833" y="5"/>
                </a:lnTo>
                <a:lnTo>
                  <a:pt x="340100" y="0"/>
                </a:lnTo>
                <a:lnTo>
                  <a:pt x="339331" y="4"/>
                </a:lnTo>
                <a:lnTo>
                  <a:pt x="338569" y="17"/>
                </a:lnTo>
                <a:lnTo>
                  <a:pt x="337815" y="39"/>
                </a:lnTo>
                <a:lnTo>
                  <a:pt x="337067" y="69"/>
                </a:lnTo>
                <a:lnTo>
                  <a:pt x="336328" y="108"/>
                </a:lnTo>
                <a:lnTo>
                  <a:pt x="335595" y="156"/>
                </a:lnTo>
                <a:lnTo>
                  <a:pt x="334870" y="212"/>
                </a:lnTo>
                <a:lnTo>
                  <a:pt x="334152" y="277"/>
                </a:lnTo>
                <a:lnTo>
                  <a:pt x="333441" y="351"/>
                </a:lnTo>
                <a:lnTo>
                  <a:pt x="332738" y="433"/>
                </a:lnTo>
                <a:lnTo>
                  <a:pt x="332042" y="524"/>
                </a:lnTo>
                <a:lnTo>
                  <a:pt x="331354" y="624"/>
                </a:lnTo>
                <a:lnTo>
                  <a:pt x="330672" y="732"/>
                </a:lnTo>
                <a:lnTo>
                  <a:pt x="329998" y="850"/>
                </a:lnTo>
                <a:lnTo>
                  <a:pt x="329332" y="975"/>
                </a:lnTo>
                <a:lnTo>
                  <a:pt x="328672" y="1110"/>
                </a:lnTo>
                <a:lnTo>
                  <a:pt x="328021" y="1253"/>
                </a:lnTo>
                <a:lnTo>
                  <a:pt x="327376" y="1404"/>
                </a:lnTo>
                <a:lnTo>
                  <a:pt x="326739" y="1565"/>
                </a:lnTo>
                <a:lnTo>
                  <a:pt x="326109" y="1734"/>
                </a:lnTo>
                <a:lnTo>
                  <a:pt x="325486" y="1911"/>
                </a:lnTo>
                <a:lnTo>
                  <a:pt x="324871" y="2098"/>
                </a:lnTo>
                <a:lnTo>
                  <a:pt x="324263" y="2293"/>
                </a:lnTo>
                <a:lnTo>
                  <a:pt x="323662" y="2496"/>
                </a:lnTo>
                <a:lnTo>
                  <a:pt x="323071" y="2709"/>
                </a:lnTo>
                <a:lnTo>
                  <a:pt x="322490" y="2932"/>
                </a:lnTo>
                <a:lnTo>
                  <a:pt x="321920" y="3164"/>
                </a:lnTo>
                <a:lnTo>
                  <a:pt x="321360" y="3406"/>
                </a:lnTo>
                <a:lnTo>
                  <a:pt x="320812" y="3658"/>
                </a:lnTo>
                <a:lnTo>
                  <a:pt x="320274" y="3919"/>
                </a:lnTo>
                <a:lnTo>
                  <a:pt x="319747" y="4190"/>
                </a:lnTo>
                <a:lnTo>
                  <a:pt x="319231" y="4470"/>
                </a:lnTo>
                <a:lnTo>
                  <a:pt x="318726" y="4760"/>
                </a:lnTo>
                <a:lnTo>
                  <a:pt x="318231" y="5060"/>
                </a:lnTo>
                <a:lnTo>
                  <a:pt x="317747" y="5370"/>
                </a:lnTo>
                <a:lnTo>
                  <a:pt x="317274" y="5689"/>
                </a:lnTo>
                <a:lnTo>
                  <a:pt x="316812" y="6018"/>
                </a:lnTo>
                <a:lnTo>
                  <a:pt x="316360" y="6357"/>
                </a:lnTo>
                <a:lnTo>
                  <a:pt x="315919" y="6705"/>
                </a:lnTo>
                <a:lnTo>
                  <a:pt x="315489" y="7063"/>
                </a:lnTo>
                <a:lnTo>
                  <a:pt x="315070" y="7430"/>
                </a:lnTo>
                <a:lnTo>
                  <a:pt x="314662" y="7807"/>
                </a:lnTo>
                <a:lnTo>
                  <a:pt x="314264" y="8194"/>
                </a:lnTo>
                <a:lnTo>
                  <a:pt x="313877" y="8591"/>
                </a:lnTo>
                <a:lnTo>
                  <a:pt x="313501" y="8997"/>
                </a:lnTo>
                <a:lnTo>
                  <a:pt x="313135" y="9413"/>
                </a:lnTo>
                <a:lnTo>
                  <a:pt x="312781" y="9839"/>
                </a:lnTo>
                <a:lnTo>
                  <a:pt x="312437" y="10274"/>
                </a:lnTo>
                <a:lnTo>
                  <a:pt x="312105" y="10719"/>
                </a:lnTo>
                <a:lnTo>
                  <a:pt x="311788" y="11176"/>
                </a:lnTo>
                <a:lnTo>
                  <a:pt x="311485" y="11643"/>
                </a:lnTo>
                <a:lnTo>
                  <a:pt x="311196" y="12120"/>
                </a:lnTo>
                <a:lnTo>
                  <a:pt x="310921" y="12609"/>
                </a:lnTo>
                <a:lnTo>
                  <a:pt x="310660" y="13108"/>
                </a:lnTo>
                <a:lnTo>
                  <a:pt x="310413" y="13618"/>
                </a:lnTo>
                <a:lnTo>
                  <a:pt x="310180" y="14139"/>
                </a:lnTo>
                <a:lnTo>
                  <a:pt x="309962" y="14671"/>
                </a:lnTo>
                <a:lnTo>
                  <a:pt x="309757" y="15213"/>
                </a:lnTo>
                <a:lnTo>
                  <a:pt x="309567" y="15767"/>
                </a:lnTo>
                <a:lnTo>
                  <a:pt x="309391" y="16331"/>
                </a:lnTo>
                <a:lnTo>
                  <a:pt x="309229" y="16905"/>
                </a:lnTo>
                <a:lnTo>
                  <a:pt x="309080" y="17491"/>
                </a:lnTo>
                <a:lnTo>
                  <a:pt x="308946" y="18087"/>
                </a:lnTo>
                <a:lnTo>
                  <a:pt x="308827" y="18695"/>
                </a:lnTo>
                <a:lnTo>
                  <a:pt x="308721" y="19312"/>
                </a:lnTo>
                <a:lnTo>
                  <a:pt x="308629" y="19941"/>
                </a:lnTo>
                <a:lnTo>
                  <a:pt x="308552" y="20581"/>
                </a:lnTo>
                <a:lnTo>
                  <a:pt x="308488" y="21231"/>
                </a:lnTo>
                <a:lnTo>
                  <a:pt x="308439" y="21892"/>
                </a:lnTo>
                <a:lnTo>
                  <a:pt x="308404" y="22564"/>
                </a:lnTo>
                <a:lnTo>
                  <a:pt x="308382" y="23246"/>
                </a:lnTo>
                <a:lnTo>
                  <a:pt x="308375" y="23940"/>
                </a:lnTo>
                <a:lnTo>
                  <a:pt x="308381" y="24585"/>
                </a:lnTo>
                <a:lnTo>
                  <a:pt x="308400" y="25221"/>
                </a:lnTo>
                <a:lnTo>
                  <a:pt x="308431" y="25846"/>
                </a:lnTo>
                <a:lnTo>
                  <a:pt x="308474" y="26461"/>
                </a:lnTo>
                <a:lnTo>
                  <a:pt x="308529" y="27066"/>
                </a:lnTo>
                <a:lnTo>
                  <a:pt x="308597" y="27660"/>
                </a:lnTo>
                <a:lnTo>
                  <a:pt x="308677" y="28245"/>
                </a:lnTo>
                <a:lnTo>
                  <a:pt x="308770" y="28819"/>
                </a:lnTo>
                <a:lnTo>
                  <a:pt x="308875" y="29383"/>
                </a:lnTo>
                <a:lnTo>
                  <a:pt x="308992" y="29936"/>
                </a:lnTo>
                <a:lnTo>
                  <a:pt x="309121" y="30480"/>
                </a:lnTo>
                <a:lnTo>
                  <a:pt x="309263" y="31013"/>
                </a:lnTo>
                <a:lnTo>
                  <a:pt x="309417" y="31536"/>
                </a:lnTo>
                <a:lnTo>
                  <a:pt x="309583" y="32049"/>
                </a:lnTo>
                <a:lnTo>
                  <a:pt x="309762" y="32551"/>
                </a:lnTo>
                <a:lnTo>
                  <a:pt x="309953" y="33043"/>
                </a:lnTo>
                <a:lnTo>
                  <a:pt x="310156" y="33526"/>
                </a:lnTo>
                <a:lnTo>
                  <a:pt x="310372" y="33997"/>
                </a:lnTo>
                <a:lnTo>
                  <a:pt x="310600" y="34459"/>
                </a:lnTo>
                <a:lnTo>
                  <a:pt x="310841" y="34911"/>
                </a:lnTo>
                <a:lnTo>
                  <a:pt x="311093" y="35352"/>
                </a:lnTo>
                <a:lnTo>
                  <a:pt x="311358" y="35783"/>
                </a:lnTo>
                <a:lnTo>
                  <a:pt x="311636" y="36203"/>
                </a:lnTo>
                <a:lnTo>
                  <a:pt x="311925" y="36614"/>
                </a:lnTo>
                <a:lnTo>
                  <a:pt x="312226" y="37016"/>
                </a:lnTo>
                <a:lnTo>
                  <a:pt x="312537" y="37412"/>
                </a:lnTo>
                <a:lnTo>
                  <a:pt x="312859" y="37802"/>
                </a:lnTo>
                <a:lnTo>
                  <a:pt x="313190" y="38185"/>
                </a:lnTo>
                <a:lnTo>
                  <a:pt x="313532" y="38563"/>
                </a:lnTo>
                <a:lnTo>
                  <a:pt x="313884" y="38934"/>
                </a:lnTo>
                <a:lnTo>
                  <a:pt x="314246" y="39298"/>
                </a:lnTo>
                <a:lnTo>
                  <a:pt x="314619" y="39657"/>
                </a:lnTo>
                <a:lnTo>
                  <a:pt x="315001" y="40009"/>
                </a:lnTo>
                <a:lnTo>
                  <a:pt x="315394" y="40356"/>
                </a:lnTo>
                <a:lnTo>
                  <a:pt x="315797" y="40696"/>
                </a:lnTo>
                <a:lnTo>
                  <a:pt x="316211" y="41029"/>
                </a:lnTo>
                <a:lnTo>
                  <a:pt x="316634" y="41357"/>
                </a:lnTo>
                <a:lnTo>
                  <a:pt x="317068" y="41678"/>
                </a:lnTo>
                <a:lnTo>
                  <a:pt x="317512" y="41993"/>
                </a:lnTo>
                <a:lnTo>
                  <a:pt x="317966" y="42302"/>
                </a:lnTo>
                <a:lnTo>
                  <a:pt x="318430" y="42605"/>
                </a:lnTo>
                <a:lnTo>
                  <a:pt x="318905" y="42901"/>
                </a:lnTo>
                <a:lnTo>
                  <a:pt x="319390" y="43191"/>
                </a:lnTo>
                <a:lnTo>
                  <a:pt x="319885" y="43475"/>
                </a:lnTo>
                <a:lnTo>
                  <a:pt x="320390" y="43753"/>
                </a:lnTo>
                <a:lnTo>
                  <a:pt x="320906" y="44025"/>
                </a:lnTo>
                <a:lnTo>
                  <a:pt x="321431" y="44290"/>
                </a:lnTo>
                <a:lnTo>
                  <a:pt x="321967" y="44549"/>
                </a:lnTo>
                <a:lnTo>
                  <a:pt x="322512" y="44804"/>
                </a:lnTo>
                <a:lnTo>
                  <a:pt x="323066" y="45058"/>
                </a:lnTo>
                <a:lnTo>
                  <a:pt x="323628" y="45309"/>
                </a:lnTo>
                <a:lnTo>
                  <a:pt x="324198" y="45559"/>
                </a:lnTo>
                <a:lnTo>
                  <a:pt x="324776" y="45807"/>
                </a:lnTo>
                <a:lnTo>
                  <a:pt x="325363" y="46053"/>
                </a:lnTo>
                <a:lnTo>
                  <a:pt x="325958" y="46298"/>
                </a:lnTo>
                <a:lnTo>
                  <a:pt x="326562" y="46540"/>
                </a:lnTo>
                <a:lnTo>
                  <a:pt x="327174" y="46781"/>
                </a:lnTo>
                <a:lnTo>
                  <a:pt x="327794" y="47021"/>
                </a:lnTo>
                <a:lnTo>
                  <a:pt x="328422" y="47258"/>
                </a:lnTo>
                <a:lnTo>
                  <a:pt x="329059" y="47493"/>
                </a:lnTo>
                <a:lnTo>
                  <a:pt x="329704" y="47727"/>
                </a:lnTo>
                <a:lnTo>
                  <a:pt x="330357" y="47959"/>
                </a:lnTo>
                <a:lnTo>
                  <a:pt x="331019" y="48190"/>
                </a:lnTo>
                <a:lnTo>
                  <a:pt x="331689" y="48418"/>
                </a:lnTo>
                <a:lnTo>
                  <a:pt x="332368" y="48645"/>
                </a:lnTo>
                <a:lnTo>
                  <a:pt x="333055" y="48870"/>
                </a:lnTo>
                <a:lnTo>
                  <a:pt x="333750" y="49093"/>
                </a:lnTo>
                <a:lnTo>
                  <a:pt x="334453" y="49314"/>
                </a:lnTo>
                <a:lnTo>
                  <a:pt x="335165" y="49534"/>
                </a:lnTo>
                <a:lnTo>
                  <a:pt x="335885" y="49752"/>
                </a:lnTo>
                <a:lnTo>
                  <a:pt x="336613" y="49968"/>
                </a:lnTo>
                <a:lnTo>
                  <a:pt x="337350" y="50182"/>
                </a:lnTo>
                <a:lnTo>
                  <a:pt x="337978" y="50357"/>
                </a:lnTo>
                <a:lnTo>
                  <a:pt x="338595" y="50532"/>
                </a:lnTo>
                <a:lnTo>
                  <a:pt x="339200" y="50706"/>
                </a:lnTo>
                <a:lnTo>
                  <a:pt x="339793" y="50878"/>
                </a:lnTo>
                <a:lnTo>
                  <a:pt x="340374" y="51050"/>
                </a:lnTo>
                <a:lnTo>
                  <a:pt x="340944" y="51220"/>
                </a:lnTo>
                <a:lnTo>
                  <a:pt x="341502" y="51390"/>
                </a:lnTo>
                <a:lnTo>
                  <a:pt x="342048" y="51558"/>
                </a:lnTo>
                <a:lnTo>
                  <a:pt x="342582" y="51726"/>
                </a:lnTo>
                <a:lnTo>
                  <a:pt x="343104" y="51892"/>
                </a:lnTo>
                <a:lnTo>
                  <a:pt x="343615" y="52058"/>
                </a:lnTo>
                <a:lnTo>
                  <a:pt x="344114" y="52223"/>
                </a:lnTo>
                <a:lnTo>
                  <a:pt x="344601" y="52386"/>
                </a:lnTo>
                <a:lnTo>
                  <a:pt x="345076" y="52549"/>
                </a:lnTo>
                <a:lnTo>
                  <a:pt x="345540" y="52710"/>
                </a:lnTo>
                <a:lnTo>
                  <a:pt x="345992" y="52871"/>
                </a:lnTo>
                <a:lnTo>
                  <a:pt x="346432" y="53030"/>
                </a:lnTo>
                <a:lnTo>
                  <a:pt x="346860" y="53189"/>
                </a:lnTo>
                <a:lnTo>
                  <a:pt x="347277" y="53347"/>
                </a:lnTo>
                <a:lnTo>
                  <a:pt x="347681" y="53503"/>
                </a:lnTo>
                <a:lnTo>
                  <a:pt x="348074" y="53659"/>
                </a:lnTo>
                <a:lnTo>
                  <a:pt x="348456" y="53813"/>
                </a:lnTo>
                <a:lnTo>
                  <a:pt x="348825" y="53967"/>
                </a:lnTo>
                <a:lnTo>
                  <a:pt x="349183" y="54119"/>
                </a:lnTo>
                <a:lnTo>
                  <a:pt x="349530" y="54272"/>
                </a:lnTo>
                <a:lnTo>
                  <a:pt x="349869" y="54426"/>
                </a:lnTo>
                <a:lnTo>
                  <a:pt x="350198" y="54581"/>
                </a:lnTo>
                <a:lnTo>
                  <a:pt x="350519" y="54738"/>
                </a:lnTo>
                <a:lnTo>
                  <a:pt x="350831" y="54896"/>
                </a:lnTo>
                <a:lnTo>
                  <a:pt x="351134" y="55055"/>
                </a:lnTo>
                <a:lnTo>
                  <a:pt x="351428" y="55216"/>
                </a:lnTo>
                <a:lnTo>
                  <a:pt x="351713" y="55378"/>
                </a:lnTo>
                <a:lnTo>
                  <a:pt x="351989" y="55541"/>
                </a:lnTo>
                <a:lnTo>
                  <a:pt x="352257" y="55706"/>
                </a:lnTo>
                <a:lnTo>
                  <a:pt x="352515" y="55872"/>
                </a:lnTo>
                <a:lnTo>
                  <a:pt x="352765" y="56039"/>
                </a:lnTo>
                <a:lnTo>
                  <a:pt x="353005" y="56207"/>
                </a:lnTo>
                <a:lnTo>
                  <a:pt x="353237" y="56377"/>
                </a:lnTo>
                <a:lnTo>
                  <a:pt x="353460" y="56549"/>
                </a:lnTo>
                <a:lnTo>
                  <a:pt x="353674" y="56721"/>
                </a:lnTo>
                <a:lnTo>
                  <a:pt x="353880" y="56895"/>
                </a:lnTo>
                <a:lnTo>
                  <a:pt x="354076" y="57071"/>
                </a:lnTo>
                <a:lnTo>
                  <a:pt x="354263" y="57248"/>
                </a:lnTo>
                <a:lnTo>
                  <a:pt x="354442" y="57426"/>
                </a:lnTo>
                <a:lnTo>
                  <a:pt x="354612" y="57605"/>
                </a:lnTo>
                <a:lnTo>
                  <a:pt x="354772" y="57786"/>
                </a:lnTo>
                <a:lnTo>
                  <a:pt x="354924" y="57968"/>
                </a:lnTo>
                <a:lnTo>
                  <a:pt x="355067" y="58151"/>
                </a:lnTo>
                <a:lnTo>
                  <a:pt x="355203" y="58337"/>
                </a:lnTo>
                <a:lnTo>
                  <a:pt x="355333" y="58527"/>
                </a:lnTo>
                <a:lnTo>
                  <a:pt x="355457" y="58722"/>
                </a:lnTo>
                <a:lnTo>
                  <a:pt x="355575" y="58920"/>
                </a:lnTo>
                <a:lnTo>
                  <a:pt x="355688" y="59123"/>
                </a:lnTo>
                <a:lnTo>
                  <a:pt x="355795" y="59329"/>
                </a:lnTo>
                <a:lnTo>
                  <a:pt x="355896" y="59540"/>
                </a:lnTo>
                <a:lnTo>
                  <a:pt x="355991" y="59755"/>
                </a:lnTo>
                <a:lnTo>
                  <a:pt x="356081" y="59974"/>
                </a:lnTo>
                <a:lnTo>
                  <a:pt x="356164" y="60197"/>
                </a:lnTo>
                <a:lnTo>
                  <a:pt x="356242" y="60424"/>
                </a:lnTo>
                <a:lnTo>
                  <a:pt x="356315" y="60656"/>
                </a:lnTo>
                <a:lnTo>
                  <a:pt x="356381" y="60891"/>
                </a:lnTo>
                <a:lnTo>
                  <a:pt x="356442" y="61130"/>
                </a:lnTo>
                <a:lnTo>
                  <a:pt x="356496" y="61374"/>
                </a:lnTo>
                <a:lnTo>
                  <a:pt x="356546" y="61622"/>
                </a:lnTo>
                <a:lnTo>
                  <a:pt x="356589" y="61874"/>
                </a:lnTo>
                <a:lnTo>
                  <a:pt x="356626" y="62130"/>
                </a:lnTo>
                <a:lnTo>
                  <a:pt x="356658" y="62390"/>
                </a:lnTo>
                <a:lnTo>
                  <a:pt x="356684" y="62654"/>
                </a:lnTo>
                <a:lnTo>
                  <a:pt x="356704" y="62922"/>
                </a:lnTo>
                <a:lnTo>
                  <a:pt x="356719" y="63195"/>
                </a:lnTo>
                <a:lnTo>
                  <a:pt x="356727" y="63471"/>
                </a:lnTo>
                <a:lnTo>
                  <a:pt x="356730" y="63752"/>
                </a:lnTo>
                <a:lnTo>
                  <a:pt x="356727" y="64043"/>
                </a:lnTo>
                <a:lnTo>
                  <a:pt x="356717" y="64330"/>
                </a:lnTo>
                <a:lnTo>
                  <a:pt x="356700" y="64613"/>
                </a:lnTo>
                <a:lnTo>
                  <a:pt x="356676" y="64892"/>
                </a:lnTo>
                <a:lnTo>
                  <a:pt x="356646" y="65166"/>
                </a:lnTo>
                <a:lnTo>
                  <a:pt x="356608" y="65436"/>
                </a:lnTo>
                <a:lnTo>
                  <a:pt x="356564" y="65701"/>
                </a:lnTo>
                <a:lnTo>
                  <a:pt x="356514" y="65962"/>
                </a:lnTo>
                <a:lnTo>
                  <a:pt x="356456" y="66219"/>
                </a:lnTo>
                <a:lnTo>
                  <a:pt x="356392" y="66471"/>
                </a:lnTo>
                <a:lnTo>
                  <a:pt x="356320" y="66719"/>
                </a:lnTo>
                <a:lnTo>
                  <a:pt x="356243" y="66963"/>
                </a:lnTo>
                <a:lnTo>
                  <a:pt x="356158" y="67203"/>
                </a:lnTo>
                <a:lnTo>
                  <a:pt x="356066" y="67438"/>
                </a:lnTo>
                <a:lnTo>
                  <a:pt x="355968" y="67669"/>
                </a:lnTo>
                <a:lnTo>
                  <a:pt x="355863" y="67895"/>
                </a:lnTo>
                <a:lnTo>
                  <a:pt x="355751" y="68117"/>
                </a:lnTo>
                <a:lnTo>
                  <a:pt x="355633" y="68335"/>
                </a:lnTo>
                <a:lnTo>
                  <a:pt x="355508" y="68548"/>
                </a:lnTo>
                <a:lnTo>
                  <a:pt x="355376" y="68757"/>
                </a:lnTo>
                <a:lnTo>
                  <a:pt x="355237" y="68962"/>
                </a:lnTo>
                <a:lnTo>
                  <a:pt x="355091" y="69162"/>
                </a:lnTo>
                <a:lnTo>
                  <a:pt x="354939" y="69358"/>
                </a:lnTo>
                <a:lnTo>
                  <a:pt x="354779" y="69550"/>
                </a:lnTo>
                <a:lnTo>
                  <a:pt x="354614" y="69738"/>
                </a:lnTo>
                <a:lnTo>
                  <a:pt x="354444" y="69921"/>
                </a:lnTo>
                <a:lnTo>
                  <a:pt x="354268" y="70100"/>
                </a:lnTo>
                <a:lnTo>
                  <a:pt x="354087" y="70275"/>
                </a:lnTo>
                <a:lnTo>
                  <a:pt x="353901" y="70447"/>
                </a:lnTo>
                <a:lnTo>
                  <a:pt x="353710" y="70613"/>
                </a:lnTo>
                <a:lnTo>
                  <a:pt x="353514" y="70776"/>
                </a:lnTo>
                <a:lnTo>
                  <a:pt x="353312" y="70935"/>
                </a:lnTo>
                <a:lnTo>
                  <a:pt x="353105" y="71089"/>
                </a:lnTo>
                <a:lnTo>
                  <a:pt x="352893" y="71240"/>
                </a:lnTo>
                <a:lnTo>
                  <a:pt x="352675" y="71386"/>
                </a:lnTo>
                <a:lnTo>
                  <a:pt x="352453" y="71529"/>
                </a:lnTo>
                <a:lnTo>
                  <a:pt x="352225" y="71667"/>
                </a:lnTo>
                <a:lnTo>
                  <a:pt x="351992" y="71801"/>
                </a:lnTo>
                <a:lnTo>
                  <a:pt x="351754" y="71930"/>
                </a:lnTo>
                <a:lnTo>
                  <a:pt x="351510" y="72056"/>
                </a:lnTo>
                <a:lnTo>
                  <a:pt x="351262" y="72178"/>
                </a:lnTo>
                <a:lnTo>
                  <a:pt x="351008" y="72295"/>
                </a:lnTo>
                <a:lnTo>
                  <a:pt x="350749" y="72409"/>
                </a:lnTo>
                <a:lnTo>
                  <a:pt x="350484" y="72518"/>
                </a:lnTo>
                <a:lnTo>
                  <a:pt x="350215" y="72623"/>
                </a:lnTo>
                <a:lnTo>
                  <a:pt x="349940" y="72724"/>
                </a:lnTo>
                <a:lnTo>
                  <a:pt x="349660" y="72821"/>
                </a:lnTo>
                <a:lnTo>
                  <a:pt x="349375" y="72914"/>
                </a:lnTo>
                <a:lnTo>
                  <a:pt x="349085" y="73003"/>
                </a:lnTo>
                <a:lnTo>
                  <a:pt x="348791" y="73088"/>
                </a:lnTo>
                <a:lnTo>
                  <a:pt x="348494" y="73169"/>
                </a:lnTo>
                <a:lnTo>
                  <a:pt x="348193" y="73247"/>
                </a:lnTo>
                <a:lnTo>
                  <a:pt x="347888" y="73321"/>
                </a:lnTo>
                <a:lnTo>
                  <a:pt x="347580" y="73391"/>
                </a:lnTo>
                <a:lnTo>
                  <a:pt x="347267" y="73457"/>
                </a:lnTo>
                <a:lnTo>
                  <a:pt x="346951" y="73519"/>
                </a:lnTo>
                <a:lnTo>
                  <a:pt x="346631" y="73578"/>
                </a:lnTo>
                <a:lnTo>
                  <a:pt x="346308" y="73633"/>
                </a:lnTo>
                <a:lnTo>
                  <a:pt x="345980" y="73684"/>
                </a:lnTo>
                <a:lnTo>
                  <a:pt x="345649" y="73731"/>
                </a:lnTo>
                <a:lnTo>
                  <a:pt x="345314" y="73775"/>
                </a:lnTo>
                <a:lnTo>
                  <a:pt x="344975" y="73814"/>
                </a:lnTo>
                <a:lnTo>
                  <a:pt x="344633" y="73850"/>
                </a:lnTo>
                <a:lnTo>
                  <a:pt x="344286" y="73882"/>
                </a:lnTo>
                <a:lnTo>
                  <a:pt x="343936" y="73911"/>
                </a:lnTo>
                <a:lnTo>
                  <a:pt x="343582" y="73935"/>
                </a:lnTo>
                <a:lnTo>
                  <a:pt x="343225" y="73956"/>
                </a:lnTo>
                <a:lnTo>
                  <a:pt x="342863" y="73973"/>
                </a:lnTo>
                <a:lnTo>
                  <a:pt x="342498" y="73987"/>
                </a:lnTo>
                <a:lnTo>
                  <a:pt x="342129" y="73996"/>
                </a:lnTo>
                <a:lnTo>
                  <a:pt x="341756" y="74002"/>
                </a:lnTo>
                <a:lnTo>
                  <a:pt x="341380" y="74004"/>
                </a:lnTo>
                <a:lnTo>
                  <a:pt x="340987" y="74001"/>
                </a:lnTo>
                <a:lnTo>
                  <a:pt x="340598" y="73995"/>
                </a:lnTo>
                <a:lnTo>
                  <a:pt x="340213" y="73985"/>
                </a:lnTo>
                <a:lnTo>
                  <a:pt x="339831" y="73970"/>
                </a:lnTo>
                <a:lnTo>
                  <a:pt x="339453" y="73951"/>
                </a:lnTo>
                <a:lnTo>
                  <a:pt x="339079" y="73927"/>
                </a:lnTo>
                <a:lnTo>
                  <a:pt x="338708" y="73900"/>
                </a:lnTo>
                <a:lnTo>
                  <a:pt x="338341" y="73868"/>
                </a:lnTo>
                <a:lnTo>
                  <a:pt x="337978" y="73832"/>
                </a:lnTo>
                <a:lnTo>
                  <a:pt x="337618" y="73792"/>
                </a:lnTo>
                <a:lnTo>
                  <a:pt x="337262" y="73748"/>
                </a:lnTo>
                <a:lnTo>
                  <a:pt x="336910" y="73699"/>
                </a:lnTo>
                <a:lnTo>
                  <a:pt x="336562" y="73646"/>
                </a:lnTo>
                <a:lnTo>
                  <a:pt x="336217" y="73589"/>
                </a:lnTo>
                <a:lnTo>
                  <a:pt x="335875" y="73528"/>
                </a:lnTo>
                <a:lnTo>
                  <a:pt x="335538" y="73463"/>
                </a:lnTo>
                <a:lnTo>
                  <a:pt x="335204" y="73393"/>
                </a:lnTo>
                <a:lnTo>
                  <a:pt x="334873" y="73319"/>
                </a:lnTo>
                <a:lnTo>
                  <a:pt x="334547" y="73241"/>
                </a:lnTo>
                <a:lnTo>
                  <a:pt x="334224" y="73158"/>
                </a:lnTo>
                <a:lnTo>
                  <a:pt x="333904" y="73072"/>
                </a:lnTo>
                <a:lnTo>
                  <a:pt x="333589" y="72981"/>
                </a:lnTo>
                <a:lnTo>
                  <a:pt x="333277" y="72886"/>
                </a:lnTo>
                <a:lnTo>
                  <a:pt x="332969" y="72786"/>
                </a:lnTo>
                <a:lnTo>
                  <a:pt x="332665" y="72682"/>
                </a:lnTo>
                <a:lnTo>
                  <a:pt x="332366" y="72572"/>
                </a:lnTo>
                <a:lnTo>
                  <a:pt x="332073" y="72456"/>
                </a:lnTo>
                <a:lnTo>
                  <a:pt x="331784" y="72335"/>
                </a:lnTo>
                <a:lnTo>
                  <a:pt x="331501" y="72208"/>
                </a:lnTo>
                <a:lnTo>
                  <a:pt x="331224" y="72076"/>
                </a:lnTo>
                <a:lnTo>
                  <a:pt x="330951" y="71937"/>
                </a:lnTo>
                <a:lnTo>
                  <a:pt x="330684" y="71793"/>
                </a:lnTo>
                <a:lnTo>
                  <a:pt x="330422" y="71644"/>
                </a:lnTo>
                <a:lnTo>
                  <a:pt x="330165" y="71488"/>
                </a:lnTo>
                <a:lnTo>
                  <a:pt x="329913" y="71327"/>
                </a:lnTo>
                <a:lnTo>
                  <a:pt x="329667" y="71161"/>
                </a:lnTo>
                <a:lnTo>
                  <a:pt x="329425" y="70988"/>
                </a:lnTo>
                <a:lnTo>
                  <a:pt x="329189" y="70810"/>
                </a:lnTo>
                <a:lnTo>
                  <a:pt x="328958" y="70627"/>
                </a:lnTo>
                <a:lnTo>
                  <a:pt x="328733" y="70437"/>
                </a:lnTo>
                <a:lnTo>
                  <a:pt x="328513" y="70242"/>
                </a:lnTo>
                <a:lnTo>
                  <a:pt x="328297" y="70042"/>
                </a:lnTo>
                <a:lnTo>
                  <a:pt x="328087" y="69835"/>
                </a:lnTo>
                <a:lnTo>
                  <a:pt x="327883" y="69623"/>
                </a:lnTo>
                <a:lnTo>
                  <a:pt x="327683" y="69406"/>
                </a:lnTo>
                <a:lnTo>
                  <a:pt x="327489" y="69182"/>
                </a:lnTo>
                <a:lnTo>
                  <a:pt x="327300" y="68953"/>
                </a:lnTo>
                <a:lnTo>
                  <a:pt x="327116" y="68719"/>
                </a:lnTo>
                <a:lnTo>
                  <a:pt x="326938" y="68477"/>
                </a:lnTo>
                <a:lnTo>
                  <a:pt x="326768" y="68229"/>
                </a:lnTo>
                <a:lnTo>
                  <a:pt x="326604" y="67973"/>
                </a:lnTo>
                <a:lnTo>
                  <a:pt x="326448" y="67709"/>
                </a:lnTo>
                <a:lnTo>
                  <a:pt x="326299" y="67438"/>
                </a:lnTo>
                <a:lnTo>
                  <a:pt x="326157" y="67159"/>
                </a:lnTo>
                <a:lnTo>
                  <a:pt x="326022" y="66873"/>
                </a:lnTo>
                <a:lnTo>
                  <a:pt x="325894" y="66580"/>
                </a:lnTo>
                <a:lnTo>
                  <a:pt x="325773" y="66279"/>
                </a:lnTo>
                <a:lnTo>
                  <a:pt x="325659" y="65971"/>
                </a:lnTo>
                <a:lnTo>
                  <a:pt x="325553" y="65655"/>
                </a:lnTo>
                <a:lnTo>
                  <a:pt x="325453" y="65332"/>
                </a:lnTo>
                <a:lnTo>
                  <a:pt x="325361" y="65001"/>
                </a:lnTo>
                <a:lnTo>
                  <a:pt x="325275" y="64663"/>
                </a:lnTo>
                <a:lnTo>
                  <a:pt x="325197" y="64317"/>
                </a:lnTo>
                <a:lnTo>
                  <a:pt x="325126" y="63964"/>
                </a:lnTo>
                <a:lnTo>
                  <a:pt x="325062" y="63604"/>
                </a:lnTo>
                <a:lnTo>
                  <a:pt x="325005" y="63236"/>
                </a:lnTo>
                <a:lnTo>
                  <a:pt x="324956" y="62860"/>
                </a:lnTo>
                <a:lnTo>
                  <a:pt x="324913" y="62477"/>
                </a:lnTo>
                <a:lnTo>
                  <a:pt x="324877" y="62087"/>
                </a:lnTo>
                <a:lnTo>
                  <a:pt x="324849" y="61689"/>
                </a:lnTo>
                <a:lnTo>
                  <a:pt x="324828" y="61284"/>
                </a:lnTo>
                <a:lnTo>
                  <a:pt x="324813" y="60871"/>
                </a:lnTo>
                <a:lnTo>
                  <a:pt x="306393" y="60871"/>
                </a:lnTo>
                <a:lnTo>
                  <a:pt x="306401" y="61681"/>
                </a:lnTo>
                <a:lnTo>
                  <a:pt x="306425" y="62478"/>
                </a:lnTo>
                <a:lnTo>
                  <a:pt x="306464" y="63262"/>
                </a:lnTo>
                <a:lnTo>
                  <a:pt x="306520" y="64033"/>
                </a:lnTo>
                <a:lnTo>
                  <a:pt x="306592" y="64791"/>
                </a:lnTo>
                <a:lnTo>
                  <a:pt x="306680" y="65536"/>
                </a:lnTo>
                <a:lnTo>
                  <a:pt x="306784" y="66269"/>
                </a:lnTo>
                <a:lnTo>
                  <a:pt x="306904" y="66988"/>
                </a:lnTo>
                <a:lnTo>
                  <a:pt x="307040" y="67695"/>
                </a:lnTo>
                <a:lnTo>
                  <a:pt x="307192" y="68388"/>
                </a:lnTo>
                <a:lnTo>
                  <a:pt x="307360" y="69069"/>
                </a:lnTo>
                <a:lnTo>
                  <a:pt x="307544" y="69737"/>
                </a:lnTo>
                <a:lnTo>
                  <a:pt x="307744" y="70392"/>
                </a:lnTo>
                <a:lnTo>
                  <a:pt x="307960" y="71034"/>
                </a:lnTo>
                <a:lnTo>
                  <a:pt x="308191" y="71663"/>
                </a:lnTo>
                <a:lnTo>
                  <a:pt x="308439" y="72280"/>
                </a:lnTo>
                <a:lnTo>
                  <a:pt x="308703" y="72883"/>
                </a:lnTo>
                <a:lnTo>
                  <a:pt x="308983" y="73474"/>
                </a:lnTo>
                <a:lnTo>
                  <a:pt x="309279" y="74051"/>
                </a:lnTo>
                <a:lnTo>
                  <a:pt x="309591" y="74616"/>
                </a:lnTo>
                <a:lnTo>
                  <a:pt x="309918" y="75168"/>
                </a:lnTo>
                <a:lnTo>
                  <a:pt x="310262" y="75707"/>
                </a:lnTo>
                <a:lnTo>
                  <a:pt x="310622" y="76233"/>
                </a:lnTo>
                <a:lnTo>
                  <a:pt x="310998" y="76746"/>
                </a:lnTo>
                <a:lnTo>
                  <a:pt x="311387" y="77247"/>
                </a:lnTo>
                <a:lnTo>
                  <a:pt x="311788" y="77736"/>
                </a:lnTo>
                <a:lnTo>
                  <a:pt x="312200" y="78214"/>
                </a:lnTo>
                <a:lnTo>
                  <a:pt x="312623" y="78681"/>
                </a:lnTo>
                <a:lnTo>
                  <a:pt x="313057" y="79136"/>
                </a:lnTo>
                <a:lnTo>
                  <a:pt x="313502" y="79580"/>
                </a:lnTo>
                <a:lnTo>
                  <a:pt x="313959" y="80012"/>
                </a:lnTo>
                <a:lnTo>
                  <a:pt x="314427" y="80433"/>
                </a:lnTo>
                <a:lnTo>
                  <a:pt x="314906" y="80843"/>
                </a:lnTo>
                <a:lnTo>
                  <a:pt x="315396" y="81241"/>
                </a:lnTo>
                <a:lnTo>
                  <a:pt x="315898" y="81627"/>
                </a:lnTo>
                <a:lnTo>
                  <a:pt x="316411" y="82002"/>
                </a:lnTo>
                <a:lnTo>
                  <a:pt x="316934" y="82366"/>
                </a:lnTo>
                <a:lnTo>
                  <a:pt x="317470" y="82718"/>
                </a:lnTo>
                <a:lnTo>
                  <a:pt x="318016" y="83059"/>
                </a:lnTo>
                <a:lnTo>
                  <a:pt x="318574" y="83388"/>
                </a:lnTo>
                <a:lnTo>
                  <a:pt x="319142" y="83706"/>
                </a:lnTo>
                <a:lnTo>
                  <a:pt x="319723" y="84012"/>
                </a:lnTo>
                <a:lnTo>
                  <a:pt x="320314" y="84307"/>
                </a:lnTo>
                <a:lnTo>
                  <a:pt x="320916" y="84591"/>
                </a:lnTo>
                <a:lnTo>
                  <a:pt x="321530" y="84863"/>
                </a:lnTo>
                <a:lnTo>
                  <a:pt x="322155" y="85124"/>
                </a:lnTo>
                <a:lnTo>
                  <a:pt x="322791" y="85373"/>
                </a:lnTo>
                <a:lnTo>
                  <a:pt x="323438" y="85611"/>
                </a:lnTo>
                <a:lnTo>
                  <a:pt x="324095" y="85838"/>
                </a:lnTo>
                <a:lnTo>
                  <a:pt x="324758" y="86055"/>
                </a:lnTo>
                <a:lnTo>
                  <a:pt x="325428" y="86263"/>
                </a:lnTo>
                <a:lnTo>
                  <a:pt x="326104" y="86461"/>
                </a:lnTo>
                <a:lnTo>
                  <a:pt x="326788" y="86650"/>
                </a:lnTo>
                <a:lnTo>
                  <a:pt x="327478" y="86829"/>
                </a:lnTo>
                <a:lnTo>
                  <a:pt x="328175" y="86998"/>
                </a:lnTo>
                <a:lnTo>
                  <a:pt x="328879" y="87157"/>
                </a:lnTo>
                <a:lnTo>
                  <a:pt x="329589" y="87307"/>
                </a:lnTo>
                <a:lnTo>
                  <a:pt x="330306" y="87447"/>
                </a:lnTo>
                <a:lnTo>
                  <a:pt x="331030" y="87578"/>
                </a:lnTo>
                <a:lnTo>
                  <a:pt x="331761" y="87699"/>
                </a:lnTo>
                <a:lnTo>
                  <a:pt x="332499" y="87810"/>
                </a:lnTo>
                <a:lnTo>
                  <a:pt x="333243" y="87911"/>
                </a:lnTo>
                <a:lnTo>
                  <a:pt x="333994" y="88003"/>
                </a:lnTo>
                <a:lnTo>
                  <a:pt x="334752" y="88086"/>
                </a:lnTo>
                <a:lnTo>
                  <a:pt x="335517" y="88158"/>
                </a:lnTo>
                <a:lnTo>
                  <a:pt x="336289" y="88221"/>
                </a:lnTo>
                <a:lnTo>
                  <a:pt x="337067" y="88274"/>
                </a:lnTo>
                <a:lnTo>
                  <a:pt x="337852" y="88318"/>
                </a:lnTo>
                <a:lnTo>
                  <a:pt x="338644" y="88351"/>
                </a:lnTo>
                <a:lnTo>
                  <a:pt x="339442" y="88376"/>
                </a:lnTo>
                <a:lnTo>
                  <a:pt x="340248" y="88390"/>
                </a:lnTo>
                <a:lnTo>
                  <a:pt x="341060" y="88395"/>
                </a:lnTo>
                <a:lnTo>
                  <a:pt x="341866" y="88390"/>
                </a:lnTo>
                <a:lnTo>
                  <a:pt x="342666" y="88377"/>
                </a:lnTo>
                <a:lnTo>
                  <a:pt x="343459" y="88354"/>
                </a:lnTo>
                <a:close/>
                <a:moveTo>
                  <a:pt x="414867" y="74127"/>
                </a:moveTo>
                <a:lnTo>
                  <a:pt x="414480" y="74115"/>
                </a:lnTo>
                <a:lnTo>
                  <a:pt x="414105" y="74094"/>
                </a:lnTo>
                <a:lnTo>
                  <a:pt x="413742" y="74064"/>
                </a:lnTo>
                <a:lnTo>
                  <a:pt x="413391" y="74027"/>
                </a:lnTo>
                <a:lnTo>
                  <a:pt x="413053" y="73980"/>
                </a:lnTo>
                <a:lnTo>
                  <a:pt x="412726" y="73926"/>
                </a:lnTo>
                <a:lnTo>
                  <a:pt x="412412" y="73863"/>
                </a:lnTo>
                <a:lnTo>
                  <a:pt x="412110" y="73792"/>
                </a:lnTo>
                <a:lnTo>
                  <a:pt x="411820" y="73712"/>
                </a:lnTo>
                <a:lnTo>
                  <a:pt x="411542" y="73624"/>
                </a:lnTo>
                <a:lnTo>
                  <a:pt x="411276" y="73527"/>
                </a:lnTo>
                <a:lnTo>
                  <a:pt x="411022" y="73422"/>
                </a:lnTo>
                <a:lnTo>
                  <a:pt x="410780" y="73309"/>
                </a:lnTo>
                <a:lnTo>
                  <a:pt x="410551" y="73187"/>
                </a:lnTo>
                <a:lnTo>
                  <a:pt x="410333" y="73057"/>
                </a:lnTo>
                <a:lnTo>
                  <a:pt x="410128" y="72919"/>
                </a:lnTo>
                <a:lnTo>
                  <a:pt x="409935" y="72772"/>
                </a:lnTo>
                <a:lnTo>
                  <a:pt x="409754" y="72617"/>
                </a:lnTo>
                <a:lnTo>
                  <a:pt x="409585" y="72453"/>
                </a:lnTo>
                <a:lnTo>
                  <a:pt x="409428" y="72281"/>
                </a:lnTo>
                <a:lnTo>
                  <a:pt x="409283" y="72101"/>
                </a:lnTo>
                <a:lnTo>
                  <a:pt x="409150" y="71912"/>
                </a:lnTo>
                <a:lnTo>
                  <a:pt x="409029" y="71715"/>
                </a:lnTo>
                <a:lnTo>
                  <a:pt x="408917" y="71509"/>
                </a:lnTo>
                <a:lnTo>
                  <a:pt x="408810" y="71294"/>
                </a:lnTo>
                <a:lnTo>
                  <a:pt x="408707" y="71070"/>
                </a:lnTo>
                <a:lnTo>
                  <a:pt x="408609" y="70837"/>
                </a:lnTo>
                <a:lnTo>
                  <a:pt x="408516" y="70595"/>
                </a:lnTo>
                <a:lnTo>
                  <a:pt x="408428" y="70343"/>
                </a:lnTo>
                <a:lnTo>
                  <a:pt x="408344" y="70083"/>
                </a:lnTo>
                <a:lnTo>
                  <a:pt x="408265" y="69814"/>
                </a:lnTo>
                <a:lnTo>
                  <a:pt x="408191" y="69535"/>
                </a:lnTo>
                <a:lnTo>
                  <a:pt x="408122" y="69248"/>
                </a:lnTo>
                <a:lnTo>
                  <a:pt x="408058" y="68951"/>
                </a:lnTo>
                <a:lnTo>
                  <a:pt x="407998" y="68645"/>
                </a:lnTo>
                <a:lnTo>
                  <a:pt x="407943" y="68330"/>
                </a:lnTo>
                <a:lnTo>
                  <a:pt x="407893" y="68007"/>
                </a:lnTo>
                <a:lnTo>
                  <a:pt x="407848" y="67674"/>
                </a:lnTo>
                <a:lnTo>
                  <a:pt x="407807" y="67332"/>
                </a:lnTo>
                <a:lnTo>
                  <a:pt x="407771" y="66981"/>
                </a:lnTo>
                <a:lnTo>
                  <a:pt x="407740" y="66621"/>
                </a:lnTo>
                <a:lnTo>
                  <a:pt x="407714" y="66251"/>
                </a:lnTo>
                <a:lnTo>
                  <a:pt x="407692" y="65873"/>
                </a:lnTo>
                <a:lnTo>
                  <a:pt x="407676" y="65486"/>
                </a:lnTo>
                <a:lnTo>
                  <a:pt x="407664" y="65089"/>
                </a:lnTo>
                <a:lnTo>
                  <a:pt x="407657" y="64684"/>
                </a:lnTo>
                <a:lnTo>
                  <a:pt x="407654" y="64269"/>
                </a:lnTo>
                <a:lnTo>
                  <a:pt x="407654" y="37098"/>
                </a:lnTo>
                <a:lnTo>
                  <a:pt x="421278" y="37098"/>
                </a:lnTo>
                <a:lnTo>
                  <a:pt x="421278" y="24050"/>
                </a:lnTo>
                <a:lnTo>
                  <a:pt x="407654" y="24050"/>
                </a:lnTo>
                <a:lnTo>
                  <a:pt x="407654" y="9338"/>
                </a:lnTo>
                <a:lnTo>
                  <a:pt x="390704" y="9338"/>
                </a:lnTo>
                <a:lnTo>
                  <a:pt x="390704" y="24050"/>
                </a:lnTo>
                <a:lnTo>
                  <a:pt x="380343" y="24050"/>
                </a:lnTo>
                <a:lnTo>
                  <a:pt x="380343" y="37098"/>
                </a:lnTo>
                <a:lnTo>
                  <a:pt x="390704" y="37098"/>
                </a:lnTo>
                <a:lnTo>
                  <a:pt x="390704" y="65159"/>
                </a:lnTo>
                <a:lnTo>
                  <a:pt x="390708" y="65803"/>
                </a:lnTo>
                <a:lnTo>
                  <a:pt x="390719" y="66438"/>
                </a:lnTo>
                <a:lnTo>
                  <a:pt x="390736" y="67061"/>
                </a:lnTo>
                <a:lnTo>
                  <a:pt x="390761" y="67675"/>
                </a:lnTo>
                <a:lnTo>
                  <a:pt x="390793" y="68279"/>
                </a:lnTo>
                <a:lnTo>
                  <a:pt x="390832" y="68872"/>
                </a:lnTo>
                <a:lnTo>
                  <a:pt x="390878" y="69455"/>
                </a:lnTo>
                <a:lnTo>
                  <a:pt x="390932" y="70027"/>
                </a:lnTo>
                <a:lnTo>
                  <a:pt x="390992" y="70590"/>
                </a:lnTo>
                <a:lnTo>
                  <a:pt x="391060" y="71142"/>
                </a:lnTo>
                <a:lnTo>
                  <a:pt x="391134" y="71684"/>
                </a:lnTo>
                <a:lnTo>
                  <a:pt x="391216" y="72215"/>
                </a:lnTo>
                <a:lnTo>
                  <a:pt x="391305" y="72736"/>
                </a:lnTo>
                <a:lnTo>
                  <a:pt x="391401" y="73247"/>
                </a:lnTo>
                <a:lnTo>
                  <a:pt x="391504" y="73748"/>
                </a:lnTo>
                <a:lnTo>
                  <a:pt x="391614" y="74239"/>
                </a:lnTo>
                <a:lnTo>
                  <a:pt x="391731" y="74719"/>
                </a:lnTo>
                <a:lnTo>
                  <a:pt x="391856" y="75189"/>
                </a:lnTo>
                <a:lnTo>
                  <a:pt x="391987" y="75649"/>
                </a:lnTo>
                <a:lnTo>
                  <a:pt x="392126" y="76098"/>
                </a:lnTo>
                <a:lnTo>
                  <a:pt x="392271" y="76537"/>
                </a:lnTo>
                <a:lnTo>
                  <a:pt x="392424" y="76966"/>
                </a:lnTo>
                <a:lnTo>
                  <a:pt x="392584" y="77385"/>
                </a:lnTo>
                <a:lnTo>
                  <a:pt x="392751" y="77793"/>
                </a:lnTo>
                <a:lnTo>
                  <a:pt x="392927" y="78192"/>
                </a:lnTo>
                <a:lnTo>
                  <a:pt x="393114" y="78582"/>
                </a:lnTo>
                <a:lnTo>
                  <a:pt x="393312" y="78963"/>
                </a:lnTo>
                <a:lnTo>
                  <a:pt x="393521" y="79336"/>
                </a:lnTo>
                <a:lnTo>
                  <a:pt x="393741" y="79700"/>
                </a:lnTo>
                <a:lnTo>
                  <a:pt x="393972" y="80055"/>
                </a:lnTo>
                <a:lnTo>
                  <a:pt x="394214" y="80401"/>
                </a:lnTo>
                <a:lnTo>
                  <a:pt x="394467" y="80738"/>
                </a:lnTo>
                <a:lnTo>
                  <a:pt x="394731" y="81066"/>
                </a:lnTo>
                <a:lnTo>
                  <a:pt x="395006" y="81386"/>
                </a:lnTo>
                <a:lnTo>
                  <a:pt x="395292" y="81697"/>
                </a:lnTo>
                <a:lnTo>
                  <a:pt x="395589" y="81999"/>
                </a:lnTo>
                <a:lnTo>
                  <a:pt x="395897" y="82293"/>
                </a:lnTo>
                <a:lnTo>
                  <a:pt x="396216" y="82577"/>
                </a:lnTo>
                <a:lnTo>
                  <a:pt x="396546" y="82853"/>
                </a:lnTo>
                <a:lnTo>
                  <a:pt x="396887" y="83120"/>
                </a:lnTo>
                <a:lnTo>
                  <a:pt x="397239" y="83378"/>
                </a:lnTo>
                <a:lnTo>
                  <a:pt x="397602" y="83627"/>
                </a:lnTo>
                <a:lnTo>
                  <a:pt x="397976" y="83868"/>
                </a:lnTo>
                <a:lnTo>
                  <a:pt x="398361" y="84100"/>
                </a:lnTo>
                <a:lnTo>
                  <a:pt x="398757" y="84323"/>
                </a:lnTo>
                <a:lnTo>
                  <a:pt x="399164" y="84537"/>
                </a:lnTo>
                <a:lnTo>
                  <a:pt x="399582" y="84742"/>
                </a:lnTo>
                <a:lnTo>
                  <a:pt x="400011" y="84939"/>
                </a:lnTo>
                <a:lnTo>
                  <a:pt x="400453" y="85127"/>
                </a:lnTo>
                <a:lnTo>
                  <a:pt x="400909" y="85307"/>
                </a:lnTo>
                <a:lnTo>
                  <a:pt x="401380" y="85479"/>
                </a:lnTo>
                <a:lnTo>
                  <a:pt x="401867" y="85643"/>
                </a:lnTo>
                <a:lnTo>
                  <a:pt x="402367" y="85799"/>
                </a:lnTo>
                <a:lnTo>
                  <a:pt x="402883" y="85947"/>
                </a:lnTo>
                <a:lnTo>
                  <a:pt x="403413" y="86087"/>
                </a:lnTo>
                <a:lnTo>
                  <a:pt x="403959" y="86219"/>
                </a:lnTo>
                <a:lnTo>
                  <a:pt x="404519" y="86343"/>
                </a:lnTo>
                <a:lnTo>
                  <a:pt x="405093" y="86459"/>
                </a:lnTo>
                <a:lnTo>
                  <a:pt x="405683" y="86567"/>
                </a:lnTo>
                <a:lnTo>
                  <a:pt x="406287" y="86667"/>
                </a:lnTo>
                <a:lnTo>
                  <a:pt x="406906" y="86759"/>
                </a:lnTo>
                <a:lnTo>
                  <a:pt x="407540" y="86843"/>
                </a:lnTo>
                <a:lnTo>
                  <a:pt x="408188" y="86919"/>
                </a:lnTo>
                <a:lnTo>
                  <a:pt x="408852" y="86988"/>
                </a:lnTo>
                <a:lnTo>
                  <a:pt x="409530" y="87048"/>
                </a:lnTo>
                <a:lnTo>
                  <a:pt x="410223" y="87100"/>
                </a:lnTo>
                <a:lnTo>
                  <a:pt x="410930" y="87144"/>
                </a:lnTo>
                <a:lnTo>
                  <a:pt x="411653" y="87180"/>
                </a:lnTo>
                <a:lnTo>
                  <a:pt x="412390" y="87208"/>
                </a:lnTo>
                <a:lnTo>
                  <a:pt x="413142" y="87228"/>
                </a:lnTo>
                <a:lnTo>
                  <a:pt x="413908" y="87240"/>
                </a:lnTo>
                <a:lnTo>
                  <a:pt x="414690" y="87244"/>
                </a:lnTo>
                <a:lnTo>
                  <a:pt x="421278" y="87244"/>
                </a:lnTo>
                <a:lnTo>
                  <a:pt x="421278" y="74131"/>
                </a:lnTo>
                <a:lnTo>
                  <a:pt x="415266" y="74131"/>
                </a:lnTo>
                <a:lnTo>
                  <a:pt x="414867" y="74127"/>
                </a:lnTo>
                <a:close/>
                <a:moveTo>
                  <a:pt x="534437" y="74127"/>
                </a:moveTo>
                <a:lnTo>
                  <a:pt x="534050" y="74115"/>
                </a:lnTo>
                <a:lnTo>
                  <a:pt x="533675" y="74094"/>
                </a:lnTo>
                <a:lnTo>
                  <a:pt x="533312" y="74064"/>
                </a:lnTo>
                <a:lnTo>
                  <a:pt x="532962" y="74027"/>
                </a:lnTo>
                <a:lnTo>
                  <a:pt x="532623" y="73980"/>
                </a:lnTo>
                <a:lnTo>
                  <a:pt x="532297" y="73926"/>
                </a:lnTo>
                <a:lnTo>
                  <a:pt x="531983" y="73863"/>
                </a:lnTo>
                <a:lnTo>
                  <a:pt x="531680" y="73792"/>
                </a:lnTo>
                <a:lnTo>
                  <a:pt x="531390" y="73712"/>
                </a:lnTo>
                <a:lnTo>
                  <a:pt x="531112" y="73624"/>
                </a:lnTo>
                <a:lnTo>
                  <a:pt x="530846" y="73527"/>
                </a:lnTo>
                <a:lnTo>
                  <a:pt x="530593" y="73422"/>
                </a:lnTo>
                <a:lnTo>
                  <a:pt x="530351" y="73309"/>
                </a:lnTo>
                <a:lnTo>
                  <a:pt x="530121" y="73187"/>
                </a:lnTo>
                <a:lnTo>
                  <a:pt x="529904" y="73057"/>
                </a:lnTo>
                <a:lnTo>
                  <a:pt x="529698" y="72919"/>
                </a:lnTo>
                <a:lnTo>
                  <a:pt x="529505" y="72772"/>
                </a:lnTo>
                <a:lnTo>
                  <a:pt x="529324" y="72617"/>
                </a:lnTo>
                <a:lnTo>
                  <a:pt x="529155" y="72453"/>
                </a:lnTo>
                <a:lnTo>
                  <a:pt x="528998" y="72281"/>
                </a:lnTo>
                <a:lnTo>
                  <a:pt x="528853" y="72101"/>
                </a:lnTo>
                <a:lnTo>
                  <a:pt x="528720" y="71912"/>
                </a:lnTo>
                <a:lnTo>
                  <a:pt x="528600" y="71715"/>
                </a:lnTo>
                <a:lnTo>
                  <a:pt x="528487" y="71509"/>
                </a:lnTo>
                <a:lnTo>
                  <a:pt x="528380" y="71294"/>
                </a:lnTo>
                <a:lnTo>
                  <a:pt x="528277" y="71070"/>
                </a:lnTo>
                <a:lnTo>
                  <a:pt x="528180" y="70837"/>
                </a:lnTo>
                <a:lnTo>
                  <a:pt x="528086" y="70595"/>
                </a:lnTo>
                <a:lnTo>
                  <a:pt x="527998" y="70343"/>
                </a:lnTo>
                <a:lnTo>
                  <a:pt x="527914" y="70083"/>
                </a:lnTo>
                <a:lnTo>
                  <a:pt x="527836" y="69814"/>
                </a:lnTo>
                <a:lnTo>
                  <a:pt x="527762" y="69535"/>
                </a:lnTo>
                <a:lnTo>
                  <a:pt x="527692" y="69248"/>
                </a:lnTo>
                <a:lnTo>
                  <a:pt x="527628" y="68951"/>
                </a:lnTo>
                <a:lnTo>
                  <a:pt x="527568" y="68645"/>
                </a:lnTo>
                <a:lnTo>
                  <a:pt x="527513" y="68330"/>
                </a:lnTo>
                <a:lnTo>
                  <a:pt x="527463" y="68007"/>
                </a:lnTo>
                <a:lnTo>
                  <a:pt x="527418" y="67674"/>
                </a:lnTo>
                <a:lnTo>
                  <a:pt x="527377" y="67332"/>
                </a:lnTo>
                <a:lnTo>
                  <a:pt x="527342" y="66981"/>
                </a:lnTo>
                <a:lnTo>
                  <a:pt x="527310" y="66621"/>
                </a:lnTo>
                <a:lnTo>
                  <a:pt x="527284" y="66251"/>
                </a:lnTo>
                <a:lnTo>
                  <a:pt x="527263" y="65873"/>
                </a:lnTo>
                <a:lnTo>
                  <a:pt x="527246" y="65486"/>
                </a:lnTo>
                <a:lnTo>
                  <a:pt x="527234" y="65089"/>
                </a:lnTo>
                <a:lnTo>
                  <a:pt x="527227" y="64684"/>
                </a:lnTo>
                <a:lnTo>
                  <a:pt x="527225" y="64269"/>
                </a:lnTo>
                <a:lnTo>
                  <a:pt x="527225" y="37098"/>
                </a:lnTo>
                <a:lnTo>
                  <a:pt x="540848" y="37098"/>
                </a:lnTo>
                <a:lnTo>
                  <a:pt x="540848" y="24050"/>
                </a:lnTo>
                <a:lnTo>
                  <a:pt x="527225" y="24050"/>
                </a:lnTo>
                <a:lnTo>
                  <a:pt x="527225" y="9338"/>
                </a:lnTo>
                <a:lnTo>
                  <a:pt x="510275" y="9338"/>
                </a:lnTo>
                <a:lnTo>
                  <a:pt x="510275" y="24050"/>
                </a:lnTo>
                <a:lnTo>
                  <a:pt x="499913" y="24050"/>
                </a:lnTo>
                <a:lnTo>
                  <a:pt x="499913" y="37098"/>
                </a:lnTo>
                <a:lnTo>
                  <a:pt x="510275" y="37098"/>
                </a:lnTo>
                <a:lnTo>
                  <a:pt x="510275" y="65159"/>
                </a:lnTo>
                <a:lnTo>
                  <a:pt x="510278" y="65803"/>
                </a:lnTo>
                <a:lnTo>
                  <a:pt x="510289" y="66438"/>
                </a:lnTo>
                <a:lnTo>
                  <a:pt x="510307" y="67061"/>
                </a:lnTo>
                <a:lnTo>
                  <a:pt x="510332" y="67675"/>
                </a:lnTo>
                <a:lnTo>
                  <a:pt x="510364" y="68279"/>
                </a:lnTo>
                <a:lnTo>
                  <a:pt x="510403" y="68872"/>
                </a:lnTo>
                <a:lnTo>
                  <a:pt x="510449" y="69455"/>
                </a:lnTo>
                <a:lnTo>
                  <a:pt x="510502" y="70027"/>
                </a:lnTo>
                <a:lnTo>
                  <a:pt x="510563" y="70590"/>
                </a:lnTo>
                <a:lnTo>
                  <a:pt x="510630" y="71142"/>
                </a:lnTo>
                <a:lnTo>
                  <a:pt x="510705" y="71684"/>
                </a:lnTo>
                <a:lnTo>
                  <a:pt x="510786" y="72215"/>
                </a:lnTo>
                <a:lnTo>
                  <a:pt x="510875" y="72736"/>
                </a:lnTo>
                <a:lnTo>
                  <a:pt x="510971" y="73247"/>
                </a:lnTo>
                <a:lnTo>
                  <a:pt x="511074" y="73748"/>
                </a:lnTo>
                <a:lnTo>
                  <a:pt x="511184" y="74239"/>
                </a:lnTo>
                <a:lnTo>
                  <a:pt x="511302" y="74719"/>
                </a:lnTo>
                <a:lnTo>
                  <a:pt x="511426" y="75189"/>
                </a:lnTo>
                <a:lnTo>
                  <a:pt x="511557" y="75649"/>
                </a:lnTo>
                <a:lnTo>
                  <a:pt x="511696" y="76098"/>
                </a:lnTo>
                <a:lnTo>
                  <a:pt x="511842" y="76537"/>
                </a:lnTo>
                <a:lnTo>
                  <a:pt x="511995" y="76966"/>
                </a:lnTo>
                <a:lnTo>
                  <a:pt x="512154" y="77385"/>
                </a:lnTo>
                <a:lnTo>
                  <a:pt x="512321" y="77793"/>
                </a:lnTo>
                <a:lnTo>
                  <a:pt x="512498" y="78192"/>
                </a:lnTo>
                <a:lnTo>
                  <a:pt x="512685" y="78582"/>
                </a:lnTo>
                <a:lnTo>
                  <a:pt x="512883" y="78963"/>
                </a:lnTo>
                <a:lnTo>
                  <a:pt x="513092" y="79336"/>
                </a:lnTo>
                <a:lnTo>
                  <a:pt x="513312" y="79700"/>
                </a:lnTo>
                <a:lnTo>
                  <a:pt x="513543" y="80055"/>
                </a:lnTo>
                <a:lnTo>
                  <a:pt x="513785" y="80401"/>
                </a:lnTo>
                <a:lnTo>
                  <a:pt x="514038" y="80738"/>
                </a:lnTo>
                <a:lnTo>
                  <a:pt x="514302" y="81066"/>
                </a:lnTo>
                <a:lnTo>
                  <a:pt x="514577" y="81386"/>
                </a:lnTo>
                <a:lnTo>
                  <a:pt x="514863" y="81697"/>
                </a:lnTo>
                <a:lnTo>
                  <a:pt x="515160" y="81999"/>
                </a:lnTo>
                <a:lnTo>
                  <a:pt x="515468" y="82293"/>
                </a:lnTo>
                <a:lnTo>
                  <a:pt x="515787" y="82577"/>
                </a:lnTo>
                <a:lnTo>
                  <a:pt x="516117" y="82853"/>
                </a:lnTo>
                <a:lnTo>
                  <a:pt x="516458" y="83120"/>
                </a:lnTo>
                <a:lnTo>
                  <a:pt x="516810" y="83378"/>
                </a:lnTo>
                <a:lnTo>
                  <a:pt x="517173" y="83627"/>
                </a:lnTo>
                <a:lnTo>
                  <a:pt x="517547" y="83868"/>
                </a:lnTo>
                <a:lnTo>
                  <a:pt x="517931" y="84100"/>
                </a:lnTo>
                <a:lnTo>
                  <a:pt x="518327" y="84323"/>
                </a:lnTo>
                <a:lnTo>
                  <a:pt x="518734" y="84537"/>
                </a:lnTo>
                <a:lnTo>
                  <a:pt x="519152" y="84742"/>
                </a:lnTo>
                <a:lnTo>
                  <a:pt x="519581" y="84939"/>
                </a:lnTo>
                <a:lnTo>
                  <a:pt x="520023" y="85127"/>
                </a:lnTo>
                <a:lnTo>
                  <a:pt x="520479" y="85307"/>
                </a:lnTo>
                <a:lnTo>
                  <a:pt x="520951" y="85479"/>
                </a:lnTo>
                <a:lnTo>
                  <a:pt x="521437" y="85643"/>
                </a:lnTo>
                <a:lnTo>
                  <a:pt x="521938" y="85799"/>
                </a:lnTo>
                <a:lnTo>
                  <a:pt x="522453" y="85947"/>
                </a:lnTo>
                <a:lnTo>
                  <a:pt x="522984" y="86087"/>
                </a:lnTo>
                <a:lnTo>
                  <a:pt x="523529" y="86219"/>
                </a:lnTo>
                <a:lnTo>
                  <a:pt x="524089" y="86343"/>
                </a:lnTo>
                <a:lnTo>
                  <a:pt x="524664" y="86459"/>
                </a:lnTo>
                <a:lnTo>
                  <a:pt x="525253" y="86567"/>
                </a:lnTo>
                <a:lnTo>
                  <a:pt x="525857" y="86667"/>
                </a:lnTo>
                <a:lnTo>
                  <a:pt x="526476" y="86759"/>
                </a:lnTo>
                <a:lnTo>
                  <a:pt x="527110" y="86843"/>
                </a:lnTo>
                <a:lnTo>
                  <a:pt x="527759" y="86919"/>
                </a:lnTo>
                <a:lnTo>
                  <a:pt x="528422" y="86988"/>
                </a:lnTo>
                <a:lnTo>
                  <a:pt x="529100" y="87048"/>
                </a:lnTo>
                <a:lnTo>
                  <a:pt x="529793" y="87100"/>
                </a:lnTo>
                <a:lnTo>
                  <a:pt x="530501" y="87144"/>
                </a:lnTo>
                <a:lnTo>
                  <a:pt x="531223" y="87180"/>
                </a:lnTo>
                <a:lnTo>
                  <a:pt x="531960" y="87208"/>
                </a:lnTo>
                <a:lnTo>
                  <a:pt x="532712" y="87228"/>
                </a:lnTo>
                <a:lnTo>
                  <a:pt x="533479" y="87240"/>
                </a:lnTo>
                <a:lnTo>
                  <a:pt x="534260" y="87244"/>
                </a:lnTo>
                <a:lnTo>
                  <a:pt x="540848" y="87244"/>
                </a:lnTo>
                <a:lnTo>
                  <a:pt x="540848" y="74131"/>
                </a:lnTo>
                <a:lnTo>
                  <a:pt x="534836" y="74131"/>
                </a:lnTo>
                <a:lnTo>
                  <a:pt x="534437" y="74127"/>
                </a:lnTo>
                <a:close/>
                <a:moveTo>
                  <a:pt x="242869" y="88313"/>
                </a:moveTo>
                <a:lnTo>
                  <a:pt x="243533" y="88268"/>
                </a:lnTo>
                <a:lnTo>
                  <a:pt x="244190" y="88212"/>
                </a:lnTo>
                <a:lnTo>
                  <a:pt x="244841" y="88146"/>
                </a:lnTo>
                <a:lnTo>
                  <a:pt x="245486" y="88069"/>
                </a:lnTo>
                <a:lnTo>
                  <a:pt x="246124" y="87983"/>
                </a:lnTo>
                <a:lnTo>
                  <a:pt x="246756" y="87886"/>
                </a:lnTo>
                <a:lnTo>
                  <a:pt x="247381" y="87779"/>
                </a:lnTo>
                <a:lnTo>
                  <a:pt x="248000" y="87662"/>
                </a:lnTo>
                <a:lnTo>
                  <a:pt x="248613" y="87535"/>
                </a:lnTo>
                <a:lnTo>
                  <a:pt x="249219" y="87398"/>
                </a:lnTo>
                <a:lnTo>
                  <a:pt x="249818" y="87250"/>
                </a:lnTo>
                <a:lnTo>
                  <a:pt x="250411" y="87093"/>
                </a:lnTo>
                <a:lnTo>
                  <a:pt x="250998" y="86925"/>
                </a:lnTo>
                <a:lnTo>
                  <a:pt x="251578" y="86747"/>
                </a:lnTo>
                <a:lnTo>
                  <a:pt x="252152" y="86558"/>
                </a:lnTo>
                <a:lnTo>
                  <a:pt x="252719" y="86360"/>
                </a:lnTo>
                <a:lnTo>
                  <a:pt x="253280" y="86151"/>
                </a:lnTo>
                <a:lnTo>
                  <a:pt x="253834" y="85933"/>
                </a:lnTo>
                <a:lnTo>
                  <a:pt x="254382" y="85704"/>
                </a:lnTo>
                <a:lnTo>
                  <a:pt x="254924" y="85465"/>
                </a:lnTo>
                <a:lnTo>
                  <a:pt x="255458" y="85216"/>
                </a:lnTo>
                <a:lnTo>
                  <a:pt x="255982" y="84957"/>
                </a:lnTo>
                <a:lnTo>
                  <a:pt x="256497" y="84689"/>
                </a:lnTo>
                <a:lnTo>
                  <a:pt x="257002" y="84412"/>
                </a:lnTo>
                <a:lnTo>
                  <a:pt x="257498" y="84125"/>
                </a:lnTo>
                <a:lnTo>
                  <a:pt x="257984" y="83829"/>
                </a:lnTo>
                <a:lnTo>
                  <a:pt x="258461" y="83523"/>
                </a:lnTo>
                <a:lnTo>
                  <a:pt x="258929" y="83208"/>
                </a:lnTo>
                <a:lnTo>
                  <a:pt x="259387" y="82883"/>
                </a:lnTo>
                <a:lnTo>
                  <a:pt x="259835" y="82548"/>
                </a:lnTo>
                <a:lnTo>
                  <a:pt x="260275" y="82205"/>
                </a:lnTo>
                <a:lnTo>
                  <a:pt x="260704" y="81851"/>
                </a:lnTo>
                <a:lnTo>
                  <a:pt x="261125" y="81489"/>
                </a:lnTo>
                <a:lnTo>
                  <a:pt x="261536" y="81116"/>
                </a:lnTo>
                <a:lnTo>
                  <a:pt x="261937" y="80735"/>
                </a:lnTo>
                <a:lnTo>
                  <a:pt x="262329" y="80343"/>
                </a:lnTo>
                <a:lnTo>
                  <a:pt x="262712" y="79943"/>
                </a:lnTo>
                <a:lnTo>
                  <a:pt x="263085" y="79532"/>
                </a:lnTo>
                <a:lnTo>
                  <a:pt x="263449" y="79113"/>
                </a:lnTo>
                <a:lnTo>
                  <a:pt x="263803" y="78683"/>
                </a:lnTo>
                <a:lnTo>
                  <a:pt x="264148" y="78245"/>
                </a:lnTo>
                <a:lnTo>
                  <a:pt x="264483" y="77797"/>
                </a:lnTo>
                <a:lnTo>
                  <a:pt x="264809" y="77339"/>
                </a:lnTo>
                <a:lnTo>
                  <a:pt x="265126" y="76872"/>
                </a:lnTo>
                <a:lnTo>
                  <a:pt x="265431" y="76395"/>
                </a:lnTo>
                <a:lnTo>
                  <a:pt x="265725" y="75910"/>
                </a:lnTo>
                <a:lnTo>
                  <a:pt x="266006" y="75415"/>
                </a:lnTo>
                <a:lnTo>
                  <a:pt x="266274" y="74911"/>
                </a:lnTo>
                <a:lnTo>
                  <a:pt x="266531" y="74399"/>
                </a:lnTo>
                <a:lnTo>
                  <a:pt x="266775" y="73877"/>
                </a:lnTo>
                <a:lnTo>
                  <a:pt x="267007" y="73346"/>
                </a:lnTo>
                <a:lnTo>
                  <a:pt x="267226" y="72806"/>
                </a:lnTo>
                <a:lnTo>
                  <a:pt x="267433" y="72257"/>
                </a:lnTo>
                <a:lnTo>
                  <a:pt x="267628" y="71699"/>
                </a:lnTo>
                <a:lnTo>
                  <a:pt x="267810" y="71132"/>
                </a:lnTo>
                <a:lnTo>
                  <a:pt x="267980" y="70556"/>
                </a:lnTo>
                <a:lnTo>
                  <a:pt x="268138" y="69971"/>
                </a:lnTo>
                <a:lnTo>
                  <a:pt x="268283" y="69377"/>
                </a:lnTo>
                <a:lnTo>
                  <a:pt x="268416" y="68774"/>
                </a:lnTo>
                <a:lnTo>
                  <a:pt x="268537" y="68161"/>
                </a:lnTo>
                <a:lnTo>
                  <a:pt x="268646" y="67540"/>
                </a:lnTo>
                <a:lnTo>
                  <a:pt x="268742" y="66910"/>
                </a:lnTo>
                <a:lnTo>
                  <a:pt x="268825" y="66271"/>
                </a:lnTo>
                <a:lnTo>
                  <a:pt x="268897" y="65622"/>
                </a:lnTo>
                <a:lnTo>
                  <a:pt x="268956" y="64965"/>
                </a:lnTo>
                <a:lnTo>
                  <a:pt x="269003" y="64298"/>
                </a:lnTo>
                <a:lnTo>
                  <a:pt x="269037" y="63623"/>
                </a:lnTo>
                <a:lnTo>
                  <a:pt x="269059" y="62938"/>
                </a:lnTo>
                <a:lnTo>
                  <a:pt x="252621" y="62938"/>
                </a:lnTo>
                <a:lnTo>
                  <a:pt x="252605" y="63426"/>
                </a:lnTo>
                <a:lnTo>
                  <a:pt x="252578" y="63904"/>
                </a:lnTo>
                <a:lnTo>
                  <a:pt x="252540" y="64373"/>
                </a:lnTo>
                <a:lnTo>
                  <a:pt x="252491" y="64832"/>
                </a:lnTo>
                <a:lnTo>
                  <a:pt x="252431" y="65283"/>
                </a:lnTo>
                <a:lnTo>
                  <a:pt x="252360" y="65724"/>
                </a:lnTo>
                <a:lnTo>
                  <a:pt x="252277" y="66155"/>
                </a:lnTo>
                <a:lnTo>
                  <a:pt x="252184" y="66577"/>
                </a:lnTo>
                <a:lnTo>
                  <a:pt x="252080" y="66990"/>
                </a:lnTo>
                <a:lnTo>
                  <a:pt x="251965" y="67394"/>
                </a:lnTo>
                <a:lnTo>
                  <a:pt x="251839" y="67788"/>
                </a:lnTo>
                <a:lnTo>
                  <a:pt x="251702" y="68173"/>
                </a:lnTo>
                <a:lnTo>
                  <a:pt x="251554" y="68549"/>
                </a:lnTo>
                <a:lnTo>
                  <a:pt x="251395" y="68915"/>
                </a:lnTo>
                <a:lnTo>
                  <a:pt x="251225" y="69272"/>
                </a:lnTo>
                <a:lnTo>
                  <a:pt x="251044" y="69619"/>
                </a:lnTo>
                <a:lnTo>
                  <a:pt x="250852" y="69958"/>
                </a:lnTo>
                <a:lnTo>
                  <a:pt x="250649" y="70287"/>
                </a:lnTo>
                <a:lnTo>
                  <a:pt x="250435" y="70606"/>
                </a:lnTo>
                <a:lnTo>
                  <a:pt x="250209" y="70917"/>
                </a:lnTo>
                <a:lnTo>
                  <a:pt x="249973" y="71218"/>
                </a:lnTo>
                <a:lnTo>
                  <a:pt x="249726" y="71509"/>
                </a:lnTo>
                <a:lnTo>
                  <a:pt x="249468" y="71792"/>
                </a:lnTo>
                <a:lnTo>
                  <a:pt x="249199" y="72065"/>
                </a:lnTo>
                <a:lnTo>
                  <a:pt x="248921" y="72327"/>
                </a:lnTo>
                <a:lnTo>
                  <a:pt x="248634" y="72579"/>
                </a:lnTo>
                <a:lnTo>
                  <a:pt x="248338" y="72819"/>
                </a:lnTo>
                <a:lnTo>
                  <a:pt x="248035" y="73048"/>
                </a:lnTo>
                <a:lnTo>
                  <a:pt x="247723" y="73266"/>
                </a:lnTo>
                <a:lnTo>
                  <a:pt x="247402" y="73473"/>
                </a:lnTo>
                <a:lnTo>
                  <a:pt x="247074" y="73668"/>
                </a:lnTo>
                <a:lnTo>
                  <a:pt x="246737" y="73853"/>
                </a:lnTo>
                <a:lnTo>
                  <a:pt x="246392" y="74026"/>
                </a:lnTo>
                <a:lnTo>
                  <a:pt x="246038" y="74188"/>
                </a:lnTo>
                <a:lnTo>
                  <a:pt x="245676" y="74339"/>
                </a:lnTo>
                <a:lnTo>
                  <a:pt x="245306" y="74478"/>
                </a:lnTo>
                <a:lnTo>
                  <a:pt x="244927" y="74607"/>
                </a:lnTo>
                <a:lnTo>
                  <a:pt x="244540" y="74724"/>
                </a:lnTo>
                <a:lnTo>
                  <a:pt x="244145" y="74830"/>
                </a:lnTo>
                <a:lnTo>
                  <a:pt x="243741" y="74925"/>
                </a:lnTo>
                <a:lnTo>
                  <a:pt x="243329" y="75009"/>
                </a:lnTo>
                <a:lnTo>
                  <a:pt x="242909" y="75082"/>
                </a:lnTo>
                <a:lnTo>
                  <a:pt x="242481" y="75143"/>
                </a:lnTo>
                <a:lnTo>
                  <a:pt x="242044" y="75193"/>
                </a:lnTo>
                <a:lnTo>
                  <a:pt x="241598" y="75232"/>
                </a:lnTo>
                <a:lnTo>
                  <a:pt x="241145" y="75260"/>
                </a:lnTo>
                <a:lnTo>
                  <a:pt x="240683" y="75277"/>
                </a:lnTo>
                <a:lnTo>
                  <a:pt x="240213" y="75283"/>
                </a:lnTo>
                <a:lnTo>
                  <a:pt x="239811" y="75279"/>
                </a:lnTo>
                <a:lnTo>
                  <a:pt x="239415" y="75267"/>
                </a:lnTo>
                <a:lnTo>
                  <a:pt x="239025" y="75247"/>
                </a:lnTo>
                <a:lnTo>
                  <a:pt x="238641" y="75220"/>
                </a:lnTo>
                <a:lnTo>
                  <a:pt x="238264" y="75184"/>
                </a:lnTo>
                <a:lnTo>
                  <a:pt x="237892" y="75141"/>
                </a:lnTo>
                <a:lnTo>
                  <a:pt x="237527" y="75090"/>
                </a:lnTo>
                <a:lnTo>
                  <a:pt x="237168" y="75031"/>
                </a:lnTo>
                <a:lnTo>
                  <a:pt x="236814" y="74964"/>
                </a:lnTo>
                <a:lnTo>
                  <a:pt x="236467" y="74890"/>
                </a:lnTo>
                <a:lnTo>
                  <a:pt x="236126" y="74807"/>
                </a:lnTo>
                <a:lnTo>
                  <a:pt x="235791" y="74717"/>
                </a:lnTo>
                <a:lnTo>
                  <a:pt x="235463" y="74618"/>
                </a:lnTo>
                <a:lnTo>
                  <a:pt x="235140" y="74512"/>
                </a:lnTo>
                <a:lnTo>
                  <a:pt x="234824" y="74398"/>
                </a:lnTo>
                <a:lnTo>
                  <a:pt x="234513" y="74276"/>
                </a:lnTo>
                <a:lnTo>
                  <a:pt x="234209" y="74147"/>
                </a:lnTo>
                <a:lnTo>
                  <a:pt x="233911" y="74009"/>
                </a:lnTo>
                <a:lnTo>
                  <a:pt x="233618" y="73863"/>
                </a:lnTo>
                <a:lnTo>
                  <a:pt x="233332" y="73710"/>
                </a:lnTo>
                <a:lnTo>
                  <a:pt x="233053" y="73549"/>
                </a:lnTo>
                <a:lnTo>
                  <a:pt x="232779" y="73380"/>
                </a:lnTo>
                <a:lnTo>
                  <a:pt x="232511" y="73203"/>
                </a:lnTo>
                <a:lnTo>
                  <a:pt x="232250" y="73018"/>
                </a:lnTo>
                <a:lnTo>
                  <a:pt x="231994" y="72826"/>
                </a:lnTo>
                <a:lnTo>
                  <a:pt x="231744" y="72626"/>
                </a:lnTo>
                <a:lnTo>
                  <a:pt x="231500" y="72420"/>
                </a:lnTo>
                <a:lnTo>
                  <a:pt x="231262" y="72206"/>
                </a:lnTo>
                <a:lnTo>
                  <a:pt x="231029" y="71985"/>
                </a:lnTo>
                <a:lnTo>
                  <a:pt x="230802" y="71758"/>
                </a:lnTo>
                <a:lnTo>
                  <a:pt x="230581" y="71523"/>
                </a:lnTo>
                <a:lnTo>
                  <a:pt x="230366" y="71281"/>
                </a:lnTo>
                <a:lnTo>
                  <a:pt x="230157" y="71032"/>
                </a:lnTo>
                <a:lnTo>
                  <a:pt x="229953" y="70776"/>
                </a:lnTo>
                <a:lnTo>
                  <a:pt x="229755" y="70513"/>
                </a:lnTo>
                <a:lnTo>
                  <a:pt x="229563" y="70243"/>
                </a:lnTo>
                <a:lnTo>
                  <a:pt x="229377" y="69966"/>
                </a:lnTo>
                <a:lnTo>
                  <a:pt x="229196" y="69681"/>
                </a:lnTo>
                <a:lnTo>
                  <a:pt x="229022" y="69390"/>
                </a:lnTo>
                <a:lnTo>
                  <a:pt x="228853" y="69092"/>
                </a:lnTo>
                <a:lnTo>
                  <a:pt x="228689" y="68786"/>
                </a:lnTo>
                <a:lnTo>
                  <a:pt x="228532" y="68474"/>
                </a:lnTo>
                <a:lnTo>
                  <a:pt x="228380" y="68154"/>
                </a:lnTo>
                <a:lnTo>
                  <a:pt x="228234" y="67827"/>
                </a:lnTo>
                <a:lnTo>
                  <a:pt x="228094" y="67494"/>
                </a:lnTo>
                <a:lnTo>
                  <a:pt x="227960" y="67153"/>
                </a:lnTo>
                <a:lnTo>
                  <a:pt x="227831" y="66805"/>
                </a:lnTo>
                <a:lnTo>
                  <a:pt x="227708" y="66450"/>
                </a:lnTo>
                <a:lnTo>
                  <a:pt x="227591" y="66088"/>
                </a:lnTo>
                <a:lnTo>
                  <a:pt x="227478" y="65720"/>
                </a:lnTo>
                <a:lnTo>
                  <a:pt x="227371" y="65346"/>
                </a:lnTo>
                <a:lnTo>
                  <a:pt x="227269" y="64965"/>
                </a:lnTo>
                <a:lnTo>
                  <a:pt x="227171" y="64579"/>
                </a:lnTo>
                <a:lnTo>
                  <a:pt x="227079" y="64186"/>
                </a:lnTo>
                <a:lnTo>
                  <a:pt x="226991" y="63786"/>
                </a:lnTo>
                <a:lnTo>
                  <a:pt x="226909" y="63381"/>
                </a:lnTo>
                <a:lnTo>
                  <a:pt x="226831" y="62969"/>
                </a:lnTo>
                <a:lnTo>
                  <a:pt x="226759" y="62551"/>
                </a:lnTo>
                <a:lnTo>
                  <a:pt x="226691" y="62126"/>
                </a:lnTo>
                <a:lnTo>
                  <a:pt x="226629" y="61695"/>
                </a:lnTo>
                <a:lnTo>
                  <a:pt x="226572" y="61258"/>
                </a:lnTo>
                <a:lnTo>
                  <a:pt x="226519" y="60815"/>
                </a:lnTo>
                <a:lnTo>
                  <a:pt x="226472" y="60366"/>
                </a:lnTo>
                <a:lnTo>
                  <a:pt x="226429" y="59910"/>
                </a:lnTo>
                <a:lnTo>
                  <a:pt x="226392" y="59448"/>
                </a:lnTo>
                <a:lnTo>
                  <a:pt x="226359" y="58980"/>
                </a:lnTo>
                <a:lnTo>
                  <a:pt x="226332" y="58505"/>
                </a:lnTo>
                <a:lnTo>
                  <a:pt x="226309" y="58024"/>
                </a:lnTo>
                <a:lnTo>
                  <a:pt x="226292" y="57537"/>
                </a:lnTo>
                <a:lnTo>
                  <a:pt x="226279" y="57044"/>
                </a:lnTo>
                <a:lnTo>
                  <a:pt x="226272" y="56544"/>
                </a:lnTo>
                <a:lnTo>
                  <a:pt x="226269" y="56038"/>
                </a:lnTo>
                <a:lnTo>
                  <a:pt x="226275" y="55258"/>
                </a:lnTo>
                <a:lnTo>
                  <a:pt x="226292" y="54492"/>
                </a:lnTo>
                <a:lnTo>
                  <a:pt x="226321" y="53740"/>
                </a:lnTo>
                <a:lnTo>
                  <a:pt x="226361" y="53004"/>
                </a:lnTo>
                <a:lnTo>
                  <a:pt x="226412" y="52283"/>
                </a:lnTo>
                <a:lnTo>
                  <a:pt x="226475" y="51576"/>
                </a:lnTo>
                <a:lnTo>
                  <a:pt x="226549" y="50884"/>
                </a:lnTo>
                <a:lnTo>
                  <a:pt x="226635" y="50207"/>
                </a:lnTo>
                <a:lnTo>
                  <a:pt x="226732" y="49545"/>
                </a:lnTo>
                <a:lnTo>
                  <a:pt x="226841" y="48898"/>
                </a:lnTo>
                <a:lnTo>
                  <a:pt x="226961" y="48265"/>
                </a:lnTo>
                <a:lnTo>
                  <a:pt x="227093" y="47647"/>
                </a:lnTo>
                <a:lnTo>
                  <a:pt x="227236" y="47044"/>
                </a:lnTo>
                <a:lnTo>
                  <a:pt x="227390" y="46456"/>
                </a:lnTo>
                <a:lnTo>
                  <a:pt x="227556" y="45883"/>
                </a:lnTo>
                <a:lnTo>
                  <a:pt x="227733" y="45325"/>
                </a:lnTo>
                <a:lnTo>
                  <a:pt x="227922" y="44781"/>
                </a:lnTo>
                <a:lnTo>
                  <a:pt x="228122" y="44252"/>
                </a:lnTo>
                <a:lnTo>
                  <a:pt x="228334" y="43738"/>
                </a:lnTo>
                <a:lnTo>
                  <a:pt x="228557" y="43239"/>
                </a:lnTo>
                <a:lnTo>
                  <a:pt x="228791" y="42755"/>
                </a:lnTo>
                <a:lnTo>
                  <a:pt x="229037" y="42286"/>
                </a:lnTo>
                <a:lnTo>
                  <a:pt x="229294" y="41831"/>
                </a:lnTo>
                <a:lnTo>
                  <a:pt x="229563" y="41391"/>
                </a:lnTo>
                <a:lnTo>
                  <a:pt x="229845" y="40968"/>
                </a:lnTo>
                <a:lnTo>
                  <a:pt x="230140" y="40562"/>
                </a:lnTo>
                <a:lnTo>
                  <a:pt x="230450" y="40175"/>
                </a:lnTo>
                <a:lnTo>
                  <a:pt x="230774" y="39806"/>
                </a:lnTo>
                <a:lnTo>
                  <a:pt x="231112" y="39454"/>
                </a:lnTo>
                <a:lnTo>
                  <a:pt x="231464" y="39121"/>
                </a:lnTo>
                <a:lnTo>
                  <a:pt x="231830" y="38806"/>
                </a:lnTo>
                <a:lnTo>
                  <a:pt x="232211" y="38508"/>
                </a:lnTo>
                <a:lnTo>
                  <a:pt x="232605" y="38229"/>
                </a:lnTo>
                <a:lnTo>
                  <a:pt x="233013" y="37968"/>
                </a:lnTo>
                <a:lnTo>
                  <a:pt x="233436" y="37725"/>
                </a:lnTo>
                <a:lnTo>
                  <a:pt x="233873" y="37499"/>
                </a:lnTo>
                <a:lnTo>
                  <a:pt x="234323" y="37292"/>
                </a:lnTo>
                <a:lnTo>
                  <a:pt x="234788" y="37103"/>
                </a:lnTo>
                <a:lnTo>
                  <a:pt x="235267" y="36932"/>
                </a:lnTo>
                <a:lnTo>
                  <a:pt x="235760" y="36779"/>
                </a:lnTo>
                <a:lnTo>
                  <a:pt x="236268" y="36644"/>
                </a:lnTo>
                <a:lnTo>
                  <a:pt x="236789" y="36527"/>
                </a:lnTo>
                <a:lnTo>
                  <a:pt x="237324" y="36427"/>
                </a:lnTo>
                <a:lnTo>
                  <a:pt x="237874" y="36346"/>
                </a:lnTo>
                <a:lnTo>
                  <a:pt x="238437" y="36283"/>
                </a:lnTo>
                <a:lnTo>
                  <a:pt x="239015" y="36238"/>
                </a:lnTo>
                <a:lnTo>
                  <a:pt x="239607" y="36211"/>
                </a:lnTo>
                <a:lnTo>
                  <a:pt x="240213" y="36202"/>
                </a:lnTo>
                <a:lnTo>
                  <a:pt x="240672" y="36207"/>
                </a:lnTo>
                <a:lnTo>
                  <a:pt x="241123" y="36223"/>
                </a:lnTo>
                <a:lnTo>
                  <a:pt x="241565" y="36248"/>
                </a:lnTo>
                <a:lnTo>
                  <a:pt x="241998" y="36284"/>
                </a:lnTo>
                <a:lnTo>
                  <a:pt x="242423" y="36330"/>
                </a:lnTo>
                <a:lnTo>
                  <a:pt x="242839" y="36387"/>
                </a:lnTo>
                <a:lnTo>
                  <a:pt x="243247" y="36453"/>
                </a:lnTo>
                <a:lnTo>
                  <a:pt x="243645" y="36530"/>
                </a:lnTo>
                <a:lnTo>
                  <a:pt x="244036" y="36617"/>
                </a:lnTo>
                <a:lnTo>
                  <a:pt x="244417" y="36714"/>
                </a:lnTo>
                <a:lnTo>
                  <a:pt x="244790" y="36822"/>
                </a:lnTo>
                <a:lnTo>
                  <a:pt x="245154" y="36940"/>
                </a:lnTo>
                <a:lnTo>
                  <a:pt x="245509" y="37068"/>
                </a:lnTo>
                <a:lnTo>
                  <a:pt x="245856" y="37206"/>
                </a:lnTo>
                <a:lnTo>
                  <a:pt x="246194" y="37355"/>
                </a:lnTo>
                <a:lnTo>
                  <a:pt x="246524" y="37513"/>
                </a:lnTo>
                <a:lnTo>
                  <a:pt x="246844" y="37682"/>
                </a:lnTo>
                <a:lnTo>
                  <a:pt x="247157" y="37862"/>
                </a:lnTo>
                <a:lnTo>
                  <a:pt x="247460" y="38051"/>
                </a:lnTo>
                <a:lnTo>
                  <a:pt x="247755" y="38251"/>
                </a:lnTo>
                <a:lnTo>
                  <a:pt x="248041" y="38461"/>
                </a:lnTo>
                <a:lnTo>
                  <a:pt x="248319" y="38681"/>
                </a:lnTo>
                <a:lnTo>
                  <a:pt x="248587" y="38912"/>
                </a:lnTo>
                <a:lnTo>
                  <a:pt x="248848" y="39152"/>
                </a:lnTo>
                <a:lnTo>
                  <a:pt x="249098" y="39402"/>
                </a:lnTo>
                <a:lnTo>
                  <a:pt x="249339" y="39658"/>
                </a:lnTo>
                <a:lnTo>
                  <a:pt x="249569" y="39922"/>
                </a:lnTo>
                <a:lnTo>
                  <a:pt x="249789" y="40192"/>
                </a:lnTo>
                <a:lnTo>
                  <a:pt x="249999" y="40470"/>
                </a:lnTo>
                <a:lnTo>
                  <a:pt x="250199" y="40754"/>
                </a:lnTo>
                <a:lnTo>
                  <a:pt x="250388" y="41046"/>
                </a:lnTo>
                <a:lnTo>
                  <a:pt x="250567" y="41344"/>
                </a:lnTo>
                <a:lnTo>
                  <a:pt x="250736" y="41650"/>
                </a:lnTo>
                <a:lnTo>
                  <a:pt x="250895" y="41962"/>
                </a:lnTo>
                <a:lnTo>
                  <a:pt x="251044" y="42282"/>
                </a:lnTo>
                <a:lnTo>
                  <a:pt x="251182" y="42608"/>
                </a:lnTo>
                <a:lnTo>
                  <a:pt x="251310" y="42942"/>
                </a:lnTo>
                <a:lnTo>
                  <a:pt x="251428" y="43283"/>
                </a:lnTo>
                <a:lnTo>
                  <a:pt x="251536" y="43630"/>
                </a:lnTo>
                <a:lnTo>
                  <a:pt x="251634" y="43985"/>
                </a:lnTo>
                <a:lnTo>
                  <a:pt x="251721" y="44347"/>
                </a:lnTo>
                <a:lnTo>
                  <a:pt x="251798" y="44716"/>
                </a:lnTo>
                <a:lnTo>
                  <a:pt x="251865" y="45091"/>
                </a:lnTo>
                <a:lnTo>
                  <a:pt x="251921" y="45474"/>
                </a:lnTo>
                <a:lnTo>
                  <a:pt x="251968" y="45864"/>
                </a:lnTo>
                <a:lnTo>
                  <a:pt x="252004" y="46261"/>
                </a:lnTo>
                <a:lnTo>
                  <a:pt x="252030" y="46665"/>
                </a:lnTo>
                <a:lnTo>
                  <a:pt x="252046" y="47076"/>
                </a:lnTo>
                <a:lnTo>
                  <a:pt x="268484" y="47076"/>
                </a:lnTo>
                <a:lnTo>
                  <a:pt x="268472" y="46409"/>
                </a:lnTo>
                <a:lnTo>
                  <a:pt x="268447" y="45751"/>
                </a:lnTo>
                <a:lnTo>
                  <a:pt x="268410" y="45104"/>
                </a:lnTo>
                <a:lnTo>
                  <a:pt x="268359" y="44465"/>
                </a:lnTo>
                <a:lnTo>
                  <a:pt x="268296" y="43837"/>
                </a:lnTo>
                <a:lnTo>
                  <a:pt x="268220" y="43218"/>
                </a:lnTo>
                <a:lnTo>
                  <a:pt x="268131" y="42609"/>
                </a:lnTo>
                <a:lnTo>
                  <a:pt x="268029" y="42009"/>
                </a:lnTo>
                <a:lnTo>
                  <a:pt x="267914" y="41419"/>
                </a:lnTo>
                <a:lnTo>
                  <a:pt x="267786" y="40838"/>
                </a:lnTo>
                <a:lnTo>
                  <a:pt x="267646" y="40267"/>
                </a:lnTo>
                <a:lnTo>
                  <a:pt x="267492" y="39706"/>
                </a:lnTo>
                <a:lnTo>
                  <a:pt x="267326" y="39154"/>
                </a:lnTo>
                <a:lnTo>
                  <a:pt x="267147" y="38612"/>
                </a:lnTo>
                <a:lnTo>
                  <a:pt x="266955" y="38079"/>
                </a:lnTo>
                <a:lnTo>
                  <a:pt x="266750" y="37556"/>
                </a:lnTo>
                <a:lnTo>
                  <a:pt x="266532" y="37043"/>
                </a:lnTo>
                <a:lnTo>
                  <a:pt x="266301" y="36539"/>
                </a:lnTo>
                <a:lnTo>
                  <a:pt x="266058" y="36045"/>
                </a:lnTo>
                <a:lnTo>
                  <a:pt x="265801" y="35560"/>
                </a:lnTo>
                <a:lnTo>
                  <a:pt x="265532" y="35085"/>
                </a:lnTo>
                <a:lnTo>
                  <a:pt x="265249" y="34620"/>
                </a:lnTo>
                <a:lnTo>
                  <a:pt x="264954" y="34164"/>
                </a:lnTo>
                <a:lnTo>
                  <a:pt x="264646" y="33718"/>
                </a:lnTo>
                <a:lnTo>
                  <a:pt x="264327" y="33281"/>
                </a:lnTo>
                <a:lnTo>
                  <a:pt x="263999" y="32853"/>
                </a:lnTo>
                <a:lnTo>
                  <a:pt x="263662" y="32435"/>
                </a:lnTo>
                <a:lnTo>
                  <a:pt x="263315" y="32025"/>
                </a:lnTo>
                <a:lnTo>
                  <a:pt x="262960" y="31625"/>
                </a:lnTo>
                <a:lnTo>
                  <a:pt x="262595" y="31234"/>
                </a:lnTo>
                <a:lnTo>
                  <a:pt x="262222" y="30852"/>
                </a:lnTo>
                <a:lnTo>
                  <a:pt x="261839" y="30479"/>
                </a:lnTo>
                <a:lnTo>
                  <a:pt x="261447" y="30115"/>
                </a:lnTo>
                <a:lnTo>
                  <a:pt x="261046" y="29761"/>
                </a:lnTo>
                <a:lnTo>
                  <a:pt x="260636" y="29415"/>
                </a:lnTo>
                <a:lnTo>
                  <a:pt x="260217" y="29079"/>
                </a:lnTo>
                <a:lnTo>
                  <a:pt x="259788" y="28752"/>
                </a:lnTo>
                <a:lnTo>
                  <a:pt x="259351" y="28434"/>
                </a:lnTo>
                <a:lnTo>
                  <a:pt x="258905" y="28125"/>
                </a:lnTo>
                <a:lnTo>
                  <a:pt x="258449" y="27825"/>
                </a:lnTo>
                <a:lnTo>
                  <a:pt x="257984" y="27535"/>
                </a:lnTo>
                <a:lnTo>
                  <a:pt x="257510" y="27253"/>
                </a:lnTo>
                <a:lnTo>
                  <a:pt x="257027" y="26981"/>
                </a:lnTo>
                <a:lnTo>
                  <a:pt x="256535" y="26718"/>
                </a:lnTo>
                <a:lnTo>
                  <a:pt x="256034" y="26464"/>
                </a:lnTo>
                <a:lnTo>
                  <a:pt x="255524" y="26219"/>
                </a:lnTo>
                <a:lnTo>
                  <a:pt x="255005" y="25983"/>
                </a:lnTo>
                <a:lnTo>
                  <a:pt x="254476" y="25757"/>
                </a:lnTo>
                <a:lnTo>
                  <a:pt x="253941" y="25539"/>
                </a:lnTo>
                <a:lnTo>
                  <a:pt x="253400" y="25331"/>
                </a:lnTo>
                <a:lnTo>
                  <a:pt x="252853" y="25132"/>
                </a:lnTo>
                <a:lnTo>
                  <a:pt x="252302" y="24942"/>
                </a:lnTo>
                <a:lnTo>
                  <a:pt x="251745" y="24761"/>
                </a:lnTo>
                <a:lnTo>
                  <a:pt x="251182" y="24590"/>
                </a:lnTo>
                <a:lnTo>
                  <a:pt x="250615" y="24428"/>
                </a:lnTo>
                <a:lnTo>
                  <a:pt x="250042" y="24275"/>
                </a:lnTo>
                <a:lnTo>
                  <a:pt x="249463" y="24132"/>
                </a:lnTo>
                <a:lnTo>
                  <a:pt x="248880" y="23997"/>
                </a:lnTo>
                <a:lnTo>
                  <a:pt x="248291" y="23872"/>
                </a:lnTo>
                <a:lnTo>
                  <a:pt x="247696" y="23757"/>
                </a:lnTo>
                <a:lnTo>
                  <a:pt x="247097" y="23650"/>
                </a:lnTo>
                <a:lnTo>
                  <a:pt x="246492" y="23553"/>
                </a:lnTo>
                <a:lnTo>
                  <a:pt x="245881" y="23465"/>
                </a:lnTo>
                <a:lnTo>
                  <a:pt x="245266" y="23386"/>
                </a:lnTo>
                <a:lnTo>
                  <a:pt x="244645" y="23317"/>
                </a:lnTo>
                <a:lnTo>
                  <a:pt x="244019" y="23257"/>
                </a:lnTo>
                <a:lnTo>
                  <a:pt x="243387" y="23206"/>
                </a:lnTo>
                <a:lnTo>
                  <a:pt x="242750" y="23164"/>
                </a:lnTo>
                <a:lnTo>
                  <a:pt x="242108" y="23132"/>
                </a:lnTo>
                <a:lnTo>
                  <a:pt x="241460" y="23109"/>
                </a:lnTo>
                <a:lnTo>
                  <a:pt x="240807" y="23095"/>
                </a:lnTo>
                <a:lnTo>
                  <a:pt x="240149" y="23090"/>
                </a:lnTo>
                <a:lnTo>
                  <a:pt x="239390" y="23096"/>
                </a:lnTo>
                <a:lnTo>
                  <a:pt x="238639" y="23115"/>
                </a:lnTo>
                <a:lnTo>
                  <a:pt x="237895" y="23145"/>
                </a:lnTo>
                <a:lnTo>
                  <a:pt x="237158" y="23189"/>
                </a:lnTo>
                <a:lnTo>
                  <a:pt x="236428" y="23244"/>
                </a:lnTo>
                <a:lnTo>
                  <a:pt x="235706" y="23311"/>
                </a:lnTo>
                <a:lnTo>
                  <a:pt x="234990" y="23391"/>
                </a:lnTo>
                <a:lnTo>
                  <a:pt x="234282" y="23484"/>
                </a:lnTo>
                <a:lnTo>
                  <a:pt x="233581" y="23588"/>
                </a:lnTo>
                <a:lnTo>
                  <a:pt x="232888" y="23705"/>
                </a:lnTo>
                <a:lnTo>
                  <a:pt x="232201" y="23834"/>
                </a:lnTo>
                <a:lnTo>
                  <a:pt x="231522" y="23976"/>
                </a:lnTo>
                <a:lnTo>
                  <a:pt x="230850" y="24129"/>
                </a:lnTo>
                <a:lnTo>
                  <a:pt x="230185" y="24295"/>
                </a:lnTo>
                <a:lnTo>
                  <a:pt x="229528" y="24474"/>
                </a:lnTo>
                <a:lnTo>
                  <a:pt x="228877" y="24664"/>
                </a:lnTo>
                <a:lnTo>
                  <a:pt x="228234" y="24867"/>
                </a:lnTo>
                <a:lnTo>
                  <a:pt x="227598" y="25082"/>
                </a:lnTo>
                <a:lnTo>
                  <a:pt x="226970" y="25310"/>
                </a:lnTo>
                <a:lnTo>
                  <a:pt x="226348" y="25550"/>
                </a:lnTo>
                <a:lnTo>
                  <a:pt x="225734" y="25802"/>
                </a:lnTo>
                <a:lnTo>
                  <a:pt x="225127" y="26066"/>
                </a:lnTo>
                <a:lnTo>
                  <a:pt x="224527" y="26343"/>
                </a:lnTo>
                <a:lnTo>
                  <a:pt x="223935" y="26632"/>
                </a:lnTo>
                <a:lnTo>
                  <a:pt x="223351" y="26934"/>
                </a:lnTo>
                <a:lnTo>
                  <a:pt x="222778" y="27248"/>
                </a:lnTo>
                <a:lnTo>
                  <a:pt x="222216" y="27576"/>
                </a:lnTo>
                <a:lnTo>
                  <a:pt x="221665" y="27916"/>
                </a:lnTo>
                <a:lnTo>
                  <a:pt x="221124" y="28270"/>
                </a:lnTo>
                <a:lnTo>
                  <a:pt x="220595" y="28636"/>
                </a:lnTo>
                <a:lnTo>
                  <a:pt x="220076" y="29016"/>
                </a:lnTo>
                <a:lnTo>
                  <a:pt x="219567" y="29408"/>
                </a:lnTo>
                <a:lnTo>
                  <a:pt x="219070" y="29814"/>
                </a:lnTo>
                <a:lnTo>
                  <a:pt x="218583" y="30232"/>
                </a:lnTo>
                <a:lnTo>
                  <a:pt x="218107" y="30663"/>
                </a:lnTo>
                <a:lnTo>
                  <a:pt x="217642" y="31108"/>
                </a:lnTo>
                <a:lnTo>
                  <a:pt x="217188" y="31565"/>
                </a:lnTo>
                <a:lnTo>
                  <a:pt x="216744" y="32035"/>
                </a:lnTo>
                <a:lnTo>
                  <a:pt x="216312" y="32519"/>
                </a:lnTo>
                <a:lnTo>
                  <a:pt x="215890" y="33015"/>
                </a:lnTo>
                <a:lnTo>
                  <a:pt x="215478" y="33524"/>
                </a:lnTo>
                <a:lnTo>
                  <a:pt x="215078" y="34046"/>
                </a:lnTo>
                <a:lnTo>
                  <a:pt x="214688" y="34581"/>
                </a:lnTo>
                <a:lnTo>
                  <a:pt x="214309" y="35129"/>
                </a:lnTo>
                <a:lnTo>
                  <a:pt x="213941" y="35690"/>
                </a:lnTo>
                <a:lnTo>
                  <a:pt x="213584" y="36264"/>
                </a:lnTo>
                <a:lnTo>
                  <a:pt x="213237" y="36852"/>
                </a:lnTo>
                <a:lnTo>
                  <a:pt x="212901" y="37451"/>
                </a:lnTo>
                <a:lnTo>
                  <a:pt x="212578" y="38065"/>
                </a:lnTo>
                <a:lnTo>
                  <a:pt x="212268" y="38692"/>
                </a:lnTo>
                <a:lnTo>
                  <a:pt x="211972" y="39334"/>
                </a:lnTo>
                <a:lnTo>
                  <a:pt x="211690" y="39989"/>
                </a:lnTo>
                <a:lnTo>
                  <a:pt x="211421" y="40659"/>
                </a:lnTo>
                <a:lnTo>
                  <a:pt x="211166" y="41342"/>
                </a:lnTo>
                <a:lnTo>
                  <a:pt x="210925" y="42039"/>
                </a:lnTo>
                <a:lnTo>
                  <a:pt x="210698" y="42751"/>
                </a:lnTo>
                <a:lnTo>
                  <a:pt x="210485" y="43476"/>
                </a:lnTo>
                <a:lnTo>
                  <a:pt x="210285" y="44215"/>
                </a:lnTo>
                <a:lnTo>
                  <a:pt x="210099" y="44969"/>
                </a:lnTo>
                <a:lnTo>
                  <a:pt x="209927" y="45736"/>
                </a:lnTo>
                <a:lnTo>
                  <a:pt x="209769" y="46517"/>
                </a:lnTo>
                <a:lnTo>
                  <a:pt x="209624" y="47313"/>
                </a:lnTo>
                <a:lnTo>
                  <a:pt x="209493" y="48122"/>
                </a:lnTo>
                <a:lnTo>
                  <a:pt x="209376" y="48945"/>
                </a:lnTo>
                <a:lnTo>
                  <a:pt x="209273" y="49782"/>
                </a:lnTo>
                <a:lnTo>
                  <a:pt x="209183" y="50633"/>
                </a:lnTo>
                <a:lnTo>
                  <a:pt x="209108" y="51499"/>
                </a:lnTo>
                <a:lnTo>
                  <a:pt x="209046" y="52378"/>
                </a:lnTo>
                <a:lnTo>
                  <a:pt x="208998" y="53271"/>
                </a:lnTo>
                <a:lnTo>
                  <a:pt x="208963" y="54178"/>
                </a:lnTo>
                <a:lnTo>
                  <a:pt x="208942" y="55099"/>
                </a:lnTo>
                <a:lnTo>
                  <a:pt x="208936" y="56034"/>
                </a:lnTo>
                <a:lnTo>
                  <a:pt x="208943" y="56969"/>
                </a:lnTo>
                <a:lnTo>
                  <a:pt x="208964" y="57890"/>
                </a:lnTo>
                <a:lnTo>
                  <a:pt x="209001" y="58796"/>
                </a:lnTo>
                <a:lnTo>
                  <a:pt x="209051" y="59688"/>
                </a:lnTo>
                <a:lnTo>
                  <a:pt x="209116" y="60565"/>
                </a:lnTo>
                <a:lnTo>
                  <a:pt x="209195" y="61428"/>
                </a:lnTo>
                <a:lnTo>
                  <a:pt x="209289" y="62276"/>
                </a:lnTo>
                <a:lnTo>
                  <a:pt x="209398" y="63110"/>
                </a:lnTo>
                <a:lnTo>
                  <a:pt x="209520" y="63930"/>
                </a:lnTo>
                <a:lnTo>
                  <a:pt x="209657" y="64735"/>
                </a:lnTo>
                <a:lnTo>
                  <a:pt x="209809" y="65525"/>
                </a:lnTo>
                <a:lnTo>
                  <a:pt x="209975" y="66302"/>
                </a:lnTo>
                <a:lnTo>
                  <a:pt x="210155" y="67063"/>
                </a:lnTo>
                <a:lnTo>
                  <a:pt x="210350" y="67811"/>
                </a:lnTo>
                <a:lnTo>
                  <a:pt x="210560" y="68544"/>
                </a:lnTo>
                <a:lnTo>
                  <a:pt x="210783" y="69262"/>
                </a:lnTo>
                <a:lnTo>
                  <a:pt x="211022" y="69966"/>
                </a:lnTo>
                <a:lnTo>
                  <a:pt x="211274" y="70655"/>
                </a:lnTo>
                <a:lnTo>
                  <a:pt x="211541" y="71330"/>
                </a:lnTo>
                <a:lnTo>
                  <a:pt x="211823" y="71991"/>
                </a:lnTo>
                <a:lnTo>
                  <a:pt x="212119" y="72637"/>
                </a:lnTo>
                <a:lnTo>
                  <a:pt x="212429" y="73269"/>
                </a:lnTo>
                <a:lnTo>
                  <a:pt x="212754" y="73886"/>
                </a:lnTo>
                <a:lnTo>
                  <a:pt x="213093" y="74489"/>
                </a:lnTo>
                <a:lnTo>
                  <a:pt x="213445" y="75078"/>
                </a:lnTo>
                <a:lnTo>
                  <a:pt x="213806" y="75654"/>
                </a:lnTo>
                <a:lnTo>
                  <a:pt x="214178" y="76217"/>
                </a:lnTo>
                <a:lnTo>
                  <a:pt x="214561" y="76767"/>
                </a:lnTo>
                <a:lnTo>
                  <a:pt x="214953" y="77304"/>
                </a:lnTo>
                <a:lnTo>
                  <a:pt x="215356" y="77828"/>
                </a:lnTo>
                <a:lnTo>
                  <a:pt x="215769" y="78338"/>
                </a:lnTo>
                <a:lnTo>
                  <a:pt x="216192" y="78836"/>
                </a:lnTo>
                <a:lnTo>
                  <a:pt x="216625" y="79320"/>
                </a:lnTo>
                <a:lnTo>
                  <a:pt x="217068" y="79792"/>
                </a:lnTo>
                <a:lnTo>
                  <a:pt x="217522" y="80250"/>
                </a:lnTo>
                <a:lnTo>
                  <a:pt x="217986" y="80695"/>
                </a:lnTo>
                <a:lnTo>
                  <a:pt x="218460" y="81127"/>
                </a:lnTo>
                <a:lnTo>
                  <a:pt x="218945" y="81546"/>
                </a:lnTo>
                <a:lnTo>
                  <a:pt x="219439" y="81952"/>
                </a:lnTo>
                <a:lnTo>
                  <a:pt x="219944" y="82345"/>
                </a:lnTo>
                <a:lnTo>
                  <a:pt x="220459" y="82725"/>
                </a:lnTo>
                <a:lnTo>
                  <a:pt x="220984" y="83091"/>
                </a:lnTo>
                <a:lnTo>
                  <a:pt x="221520" y="83445"/>
                </a:lnTo>
                <a:lnTo>
                  <a:pt x="222065" y="83786"/>
                </a:lnTo>
                <a:lnTo>
                  <a:pt x="222621" y="84113"/>
                </a:lnTo>
                <a:lnTo>
                  <a:pt x="223187" y="84427"/>
                </a:lnTo>
                <a:lnTo>
                  <a:pt x="223764" y="84729"/>
                </a:lnTo>
                <a:lnTo>
                  <a:pt x="224350" y="85017"/>
                </a:lnTo>
                <a:lnTo>
                  <a:pt x="224945" y="85293"/>
                </a:lnTo>
                <a:lnTo>
                  <a:pt x="225545" y="85556"/>
                </a:lnTo>
                <a:lnTo>
                  <a:pt x="226150" y="85809"/>
                </a:lnTo>
                <a:lnTo>
                  <a:pt x="226761" y="86049"/>
                </a:lnTo>
                <a:lnTo>
                  <a:pt x="227378" y="86278"/>
                </a:lnTo>
                <a:lnTo>
                  <a:pt x="228000" y="86495"/>
                </a:lnTo>
                <a:lnTo>
                  <a:pt x="228628" y="86700"/>
                </a:lnTo>
                <a:lnTo>
                  <a:pt x="229261" y="86894"/>
                </a:lnTo>
                <a:lnTo>
                  <a:pt x="229900" y="87075"/>
                </a:lnTo>
                <a:lnTo>
                  <a:pt x="230544" y="87245"/>
                </a:lnTo>
                <a:lnTo>
                  <a:pt x="231194" y="87404"/>
                </a:lnTo>
                <a:lnTo>
                  <a:pt x="231850" y="87550"/>
                </a:lnTo>
                <a:lnTo>
                  <a:pt x="232511" y="87685"/>
                </a:lnTo>
                <a:lnTo>
                  <a:pt x="233177" y="87808"/>
                </a:lnTo>
                <a:lnTo>
                  <a:pt x="233850" y="87920"/>
                </a:lnTo>
                <a:lnTo>
                  <a:pt x="234527" y="88020"/>
                </a:lnTo>
                <a:lnTo>
                  <a:pt x="235211" y="88108"/>
                </a:lnTo>
                <a:lnTo>
                  <a:pt x="235899" y="88184"/>
                </a:lnTo>
                <a:lnTo>
                  <a:pt x="236594" y="88248"/>
                </a:lnTo>
                <a:lnTo>
                  <a:pt x="237294" y="88301"/>
                </a:lnTo>
                <a:lnTo>
                  <a:pt x="237999" y="88342"/>
                </a:lnTo>
                <a:lnTo>
                  <a:pt x="238710" y="88371"/>
                </a:lnTo>
                <a:lnTo>
                  <a:pt x="239427" y="88389"/>
                </a:lnTo>
                <a:lnTo>
                  <a:pt x="240149" y="88395"/>
                </a:lnTo>
                <a:lnTo>
                  <a:pt x="240839" y="88390"/>
                </a:lnTo>
                <a:lnTo>
                  <a:pt x="241522" y="88375"/>
                </a:lnTo>
                <a:lnTo>
                  <a:pt x="242199" y="88349"/>
                </a:lnTo>
                <a:lnTo>
                  <a:pt x="242869" y="88313"/>
                </a:lnTo>
                <a:close/>
                <a:moveTo>
                  <a:pt x="454151" y="88330"/>
                </a:moveTo>
                <a:lnTo>
                  <a:pt x="454697" y="88294"/>
                </a:lnTo>
                <a:lnTo>
                  <a:pt x="455236" y="88249"/>
                </a:lnTo>
                <a:lnTo>
                  <a:pt x="455771" y="88196"/>
                </a:lnTo>
                <a:lnTo>
                  <a:pt x="456299" y="88135"/>
                </a:lnTo>
                <a:lnTo>
                  <a:pt x="456822" y="88067"/>
                </a:lnTo>
                <a:lnTo>
                  <a:pt x="457340" y="87990"/>
                </a:lnTo>
                <a:lnTo>
                  <a:pt x="457852" y="87904"/>
                </a:lnTo>
                <a:lnTo>
                  <a:pt x="458359" y="87811"/>
                </a:lnTo>
                <a:lnTo>
                  <a:pt x="458859" y="87710"/>
                </a:lnTo>
                <a:lnTo>
                  <a:pt x="459355" y="87600"/>
                </a:lnTo>
                <a:lnTo>
                  <a:pt x="459845" y="87483"/>
                </a:lnTo>
                <a:lnTo>
                  <a:pt x="460329" y="87357"/>
                </a:lnTo>
                <a:lnTo>
                  <a:pt x="460808" y="87224"/>
                </a:lnTo>
                <a:lnTo>
                  <a:pt x="461281" y="87082"/>
                </a:lnTo>
                <a:lnTo>
                  <a:pt x="461748" y="86932"/>
                </a:lnTo>
                <a:lnTo>
                  <a:pt x="462210" y="86774"/>
                </a:lnTo>
                <a:lnTo>
                  <a:pt x="462667" y="86607"/>
                </a:lnTo>
                <a:lnTo>
                  <a:pt x="463118" y="86433"/>
                </a:lnTo>
                <a:lnTo>
                  <a:pt x="463563" y="86251"/>
                </a:lnTo>
                <a:lnTo>
                  <a:pt x="464003" y="86060"/>
                </a:lnTo>
                <a:lnTo>
                  <a:pt x="464438" y="85862"/>
                </a:lnTo>
                <a:lnTo>
                  <a:pt x="464868" y="85656"/>
                </a:lnTo>
                <a:lnTo>
                  <a:pt x="465294" y="85442"/>
                </a:lnTo>
                <a:lnTo>
                  <a:pt x="465716" y="85221"/>
                </a:lnTo>
                <a:lnTo>
                  <a:pt x="466133" y="84992"/>
                </a:lnTo>
                <a:lnTo>
                  <a:pt x="466546" y="84755"/>
                </a:lnTo>
                <a:lnTo>
                  <a:pt x="466954" y="84511"/>
                </a:lnTo>
                <a:lnTo>
                  <a:pt x="467358" y="84259"/>
                </a:lnTo>
                <a:lnTo>
                  <a:pt x="467757" y="83999"/>
                </a:lnTo>
                <a:lnTo>
                  <a:pt x="468152" y="83732"/>
                </a:lnTo>
                <a:lnTo>
                  <a:pt x="468542" y="83457"/>
                </a:lnTo>
                <a:lnTo>
                  <a:pt x="468928" y="83174"/>
                </a:lnTo>
                <a:lnTo>
                  <a:pt x="469310" y="82884"/>
                </a:lnTo>
                <a:lnTo>
                  <a:pt x="469687" y="82586"/>
                </a:lnTo>
                <a:lnTo>
                  <a:pt x="470060" y="82280"/>
                </a:lnTo>
                <a:lnTo>
                  <a:pt x="470428" y="81967"/>
                </a:lnTo>
                <a:lnTo>
                  <a:pt x="470792" y="81646"/>
                </a:lnTo>
                <a:lnTo>
                  <a:pt x="471151" y="81317"/>
                </a:lnTo>
                <a:lnTo>
                  <a:pt x="471506" y="80981"/>
                </a:lnTo>
                <a:lnTo>
                  <a:pt x="471856" y="80637"/>
                </a:lnTo>
                <a:lnTo>
                  <a:pt x="472202" y="80285"/>
                </a:lnTo>
                <a:lnTo>
                  <a:pt x="472544" y="79926"/>
                </a:lnTo>
                <a:lnTo>
                  <a:pt x="472881" y="79559"/>
                </a:lnTo>
                <a:lnTo>
                  <a:pt x="473214" y="79184"/>
                </a:lnTo>
                <a:lnTo>
                  <a:pt x="473725" y="87244"/>
                </a:lnTo>
                <a:lnTo>
                  <a:pt x="489588" y="87244"/>
                </a:lnTo>
                <a:lnTo>
                  <a:pt x="489588" y="44841"/>
                </a:lnTo>
                <a:lnTo>
                  <a:pt x="489584" y="44316"/>
                </a:lnTo>
                <a:lnTo>
                  <a:pt x="489574" y="43798"/>
                </a:lnTo>
                <a:lnTo>
                  <a:pt x="489557" y="43288"/>
                </a:lnTo>
                <a:lnTo>
                  <a:pt x="489533" y="42785"/>
                </a:lnTo>
                <a:lnTo>
                  <a:pt x="489502" y="42289"/>
                </a:lnTo>
                <a:lnTo>
                  <a:pt x="489464" y="41801"/>
                </a:lnTo>
                <a:lnTo>
                  <a:pt x="489419" y="41319"/>
                </a:lnTo>
                <a:lnTo>
                  <a:pt x="489367" y="40845"/>
                </a:lnTo>
                <a:lnTo>
                  <a:pt x="489309" y="40379"/>
                </a:lnTo>
                <a:lnTo>
                  <a:pt x="489244" y="39920"/>
                </a:lnTo>
                <a:lnTo>
                  <a:pt x="489171" y="39468"/>
                </a:lnTo>
                <a:lnTo>
                  <a:pt x="489092" y="39023"/>
                </a:lnTo>
                <a:lnTo>
                  <a:pt x="489006" y="38586"/>
                </a:lnTo>
                <a:lnTo>
                  <a:pt x="488913" y="38156"/>
                </a:lnTo>
                <a:lnTo>
                  <a:pt x="488813" y="37733"/>
                </a:lnTo>
                <a:lnTo>
                  <a:pt x="488707" y="37318"/>
                </a:lnTo>
                <a:lnTo>
                  <a:pt x="488593" y="36909"/>
                </a:lnTo>
                <a:lnTo>
                  <a:pt x="488472" y="36509"/>
                </a:lnTo>
                <a:lnTo>
                  <a:pt x="488345" y="36115"/>
                </a:lnTo>
                <a:lnTo>
                  <a:pt x="488211" y="35729"/>
                </a:lnTo>
                <a:lnTo>
                  <a:pt x="488070" y="35350"/>
                </a:lnTo>
                <a:lnTo>
                  <a:pt x="487922" y="34979"/>
                </a:lnTo>
                <a:lnTo>
                  <a:pt x="487767" y="34614"/>
                </a:lnTo>
                <a:lnTo>
                  <a:pt x="487605" y="34257"/>
                </a:lnTo>
                <a:lnTo>
                  <a:pt x="487437" y="33907"/>
                </a:lnTo>
                <a:lnTo>
                  <a:pt x="487263" y="33563"/>
                </a:lnTo>
                <a:lnTo>
                  <a:pt x="487084" y="33225"/>
                </a:lnTo>
                <a:lnTo>
                  <a:pt x="486899" y="32893"/>
                </a:lnTo>
                <a:lnTo>
                  <a:pt x="486708" y="32568"/>
                </a:lnTo>
                <a:lnTo>
                  <a:pt x="486512" y="32248"/>
                </a:lnTo>
                <a:lnTo>
                  <a:pt x="486310" y="31935"/>
                </a:lnTo>
                <a:lnTo>
                  <a:pt x="486102" y="31628"/>
                </a:lnTo>
                <a:lnTo>
                  <a:pt x="485889" y="31327"/>
                </a:lnTo>
                <a:lnTo>
                  <a:pt x="485669" y="31032"/>
                </a:lnTo>
                <a:lnTo>
                  <a:pt x="485445" y="30744"/>
                </a:lnTo>
                <a:lnTo>
                  <a:pt x="485214" y="30462"/>
                </a:lnTo>
                <a:lnTo>
                  <a:pt x="484978" y="30186"/>
                </a:lnTo>
                <a:lnTo>
                  <a:pt x="484737" y="29916"/>
                </a:lnTo>
                <a:lnTo>
                  <a:pt x="484489" y="29652"/>
                </a:lnTo>
                <a:lnTo>
                  <a:pt x="484236" y="29395"/>
                </a:lnTo>
                <a:lnTo>
                  <a:pt x="483978" y="29143"/>
                </a:lnTo>
                <a:lnTo>
                  <a:pt x="483713" y="28898"/>
                </a:lnTo>
                <a:lnTo>
                  <a:pt x="483443" y="28659"/>
                </a:lnTo>
                <a:lnTo>
                  <a:pt x="483168" y="28426"/>
                </a:lnTo>
                <a:lnTo>
                  <a:pt x="482886" y="28200"/>
                </a:lnTo>
                <a:lnTo>
                  <a:pt x="482599" y="27980"/>
                </a:lnTo>
                <a:lnTo>
                  <a:pt x="482307" y="27765"/>
                </a:lnTo>
                <a:lnTo>
                  <a:pt x="482008" y="27557"/>
                </a:lnTo>
                <a:lnTo>
                  <a:pt x="481705" y="27355"/>
                </a:lnTo>
                <a:lnTo>
                  <a:pt x="481397" y="27157"/>
                </a:lnTo>
                <a:lnTo>
                  <a:pt x="481084" y="26965"/>
                </a:lnTo>
                <a:lnTo>
                  <a:pt x="480767" y="26778"/>
                </a:lnTo>
                <a:lnTo>
                  <a:pt x="480446" y="26595"/>
                </a:lnTo>
                <a:lnTo>
                  <a:pt x="480119" y="26418"/>
                </a:lnTo>
                <a:lnTo>
                  <a:pt x="479789" y="26246"/>
                </a:lnTo>
                <a:lnTo>
                  <a:pt x="479453" y="26079"/>
                </a:lnTo>
                <a:lnTo>
                  <a:pt x="479114" y="25917"/>
                </a:lnTo>
                <a:lnTo>
                  <a:pt x="478769" y="25760"/>
                </a:lnTo>
                <a:lnTo>
                  <a:pt x="478420" y="25608"/>
                </a:lnTo>
                <a:lnTo>
                  <a:pt x="478067" y="25461"/>
                </a:lnTo>
                <a:lnTo>
                  <a:pt x="477709" y="25319"/>
                </a:lnTo>
                <a:lnTo>
                  <a:pt x="477346" y="25183"/>
                </a:lnTo>
                <a:lnTo>
                  <a:pt x="476979" y="25051"/>
                </a:lnTo>
                <a:lnTo>
                  <a:pt x="476607" y="24924"/>
                </a:lnTo>
                <a:lnTo>
                  <a:pt x="476231" y="24803"/>
                </a:lnTo>
                <a:lnTo>
                  <a:pt x="475850" y="24686"/>
                </a:lnTo>
                <a:lnTo>
                  <a:pt x="475465" y="24575"/>
                </a:lnTo>
                <a:lnTo>
                  <a:pt x="475075" y="24468"/>
                </a:lnTo>
                <a:lnTo>
                  <a:pt x="474680" y="24367"/>
                </a:lnTo>
                <a:lnTo>
                  <a:pt x="474281" y="24271"/>
                </a:lnTo>
                <a:lnTo>
                  <a:pt x="473878" y="24180"/>
                </a:lnTo>
                <a:lnTo>
                  <a:pt x="473469" y="24094"/>
                </a:lnTo>
                <a:lnTo>
                  <a:pt x="473057" y="24012"/>
                </a:lnTo>
                <a:lnTo>
                  <a:pt x="472642" y="23933"/>
                </a:lnTo>
                <a:lnTo>
                  <a:pt x="472222" y="23858"/>
                </a:lnTo>
                <a:lnTo>
                  <a:pt x="471799" y="23787"/>
                </a:lnTo>
                <a:lnTo>
                  <a:pt x="471373" y="23719"/>
                </a:lnTo>
                <a:lnTo>
                  <a:pt x="470943" y="23655"/>
                </a:lnTo>
                <a:lnTo>
                  <a:pt x="470509" y="23594"/>
                </a:lnTo>
                <a:lnTo>
                  <a:pt x="470072" y="23536"/>
                </a:lnTo>
                <a:lnTo>
                  <a:pt x="469632" y="23482"/>
                </a:lnTo>
                <a:lnTo>
                  <a:pt x="469188" y="23432"/>
                </a:lnTo>
                <a:lnTo>
                  <a:pt x="468740" y="23385"/>
                </a:lnTo>
                <a:lnTo>
                  <a:pt x="468289" y="23341"/>
                </a:lnTo>
                <a:lnTo>
                  <a:pt x="467834" y="23301"/>
                </a:lnTo>
                <a:lnTo>
                  <a:pt x="467375" y="23264"/>
                </a:lnTo>
                <a:lnTo>
                  <a:pt x="466913" y="23231"/>
                </a:lnTo>
                <a:lnTo>
                  <a:pt x="466448" y="23202"/>
                </a:lnTo>
                <a:lnTo>
                  <a:pt x="465979" y="23175"/>
                </a:lnTo>
                <a:lnTo>
                  <a:pt x="465506" y="23153"/>
                </a:lnTo>
                <a:lnTo>
                  <a:pt x="465030" y="23134"/>
                </a:lnTo>
                <a:lnTo>
                  <a:pt x="464550" y="23118"/>
                </a:lnTo>
                <a:lnTo>
                  <a:pt x="464067" y="23106"/>
                </a:lnTo>
                <a:lnTo>
                  <a:pt x="463580" y="23097"/>
                </a:lnTo>
                <a:lnTo>
                  <a:pt x="463090" y="23092"/>
                </a:lnTo>
                <a:lnTo>
                  <a:pt x="462596" y="23090"/>
                </a:lnTo>
                <a:lnTo>
                  <a:pt x="461922" y="23094"/>
                </a:lnTo>
                <a:lnTo>
                  <a:pt x="461256" y="23105"/>
                </a:lnTo>
                <a:lnTo>
                  <a:pt x="460596" y="23123"/>
                </a:lnTo>
                <a:lnTo>
                  <a:pt x="459943" y="23148"/>
                </a:lnTo>
                <a:lnTo>
                  <a:pt x="459296" y="23180"/>
                </a:lnTo>
                <a:lnTo>
                  <a:pt x="458656" y="23220"/>
                </a:lnTo>
                <a:lnTo>
                  <a:pt x="458023" y="23266"/>
                </a:lnTo>
                <a:lnTo>
                  <a:pt x="457397" y="23320"/>
                </a:lnTo>
                <a:lnTo>
                  <a:pt x="456778" y="23382"/>
                </a:lnTo>
                <a:lnTo>
                  <a:pt x="456165" y="23450"/>
                </a:lnTo>
                <a:lnTo>
                  <a:pt x="455560" y="23526"/>
                </a:lnTo>
                <a:lnTo>
                  <a:pt x="454961" y="23608"/>
                </a:lnTo>
                <a:lnTo>
                  <a:pt x="454368" y="23698"/>
                </a:lnTo>
                <a:lnTo>
                  <a:pt x="453783" y="23795"/>
                </a:lnTo>
                <a:lnTo>
                  <a:pt x="453204" y="23900"/>
                </a:lnTo>
                <a:lnTo>
                  <a:pt x="452632" y="24011"/>
                </a:lnTo>
                <a:lnTo>
                  <a:pt x="452067" y="24130"/>
                </a:lnTo>
                <a:lnTo>
                  <a:pt x="451509" y="24256"/>
                </a:lnTo>
                <a:lnTo>
                  <a:pt x="450957" y="24389"/>
                </a:lnTo>
                <a:lnTo>
                  <a:pt x="450412" y="24530"/>
                </a:lnTo>
                <a:lnTo>
                  <a:pt x="449874" y="24677"/>
                </a:lnTo>
                <a:lnTo>
                  <a:pt x="449343" y="24832"/>
                </a:lnTo>
                <a:lnTo>
                  <a:pt x="448818" y="24994"/>
                </a:lnTo>
                <a:lnTo>
                  <a:pt x="448301" y="25163"/>
                </a:lnTo>
                <a:lnTo>
                  <a:pt x="447791" y="25340"/>
                </a:lnTo>
                <a:lnTo>
                  <a:pt x="447291" y="25527"/>
                </a:lnTo>
                <a:lnTo>
                  <a:pt x="446800" y="25723"/>
                </a:lnTo>
                <a:lnTo>
                  <a:pt x="446318" y="25928"/>
                </a:lnTo>
                <a:lnTo>
                  <a:pt x="445845" y="26142"/>
                </a:lnTo>
                <a:lnTo>
                  <a:pt x="445382" y="26365"/>
                </a:lnTo>
                <a:lnTo>
                  <a:pt x="444929" y="26598"/>
                </a:lnTo>
                <a:lnTo>
                  <a:pt x="444484" y="26840"/>
                </a:lnTo>
                <a:lnTo>
                  <a:pt x="444049" y="27091"/>
                </a:lnTo>
                <a:lnTo>
                  <a:pt x="443623" y="27352"/>
                </a:lnTo>
                <a:lnTo>
                  <a:pt x="443207" y="27621"/>
                </a:lnTo>
                <a:lnTo>
                  <a:pt x="442800" y="27900"/>
                </a:lnTo>
                <a:lnTo>
                  <a:pt x="442402" y="28188"/>
                </a:lnTo>
                <a:lnTo>
                  <a:pt x="442014" y="28486"/>
                </a:lnTo>
                <a:lnTo>
                  <a:pt x="441635" y="28792"/>
                </a:lnTo>
                <a:lnTo>
                  <a:pt x="441265" y="29108"/>
                </a:lnTo>
                <a:lnTo>
                  <a:pt x="440904" y="29433"/>
                </a:lnTo>
                <a:lnTo>
                  <a:pt x="440553" y="29767"/>
                </a:lnTo>
                <a:lnTo>
                  <a:pt x="440211" y="30111"/>
                </a:lnTo>
                <a:lnTo>
                  <a:pt x="439879" y="30464"/>
                </a:lnTo>
                <a:lnTo>
                  <a:pt x="439556" y="30826"/>
                </a:lnTo>
                <a:lnTo>
                  <a:pt x="439242" y="31197"/>
                </a:lnTo>
                <a:lnTo>
                  <a:pt x="438938" y="31577"/>
                </a:lnTo>
                <a:lnTo>
                  <a:pt x="438642" y="31967"/>
                </a:lnTo>
                <a:lnTo>
                  <a:pt x="438358" y="32367"/>
                </a:lnTo>
                <a:lnTo>
                  <a:pt x="438086" y="32778"/>
                </a:lnTo>
                <a:lnTo>
                  <a:pt x="437825" y="33202"/>
                </a:lnTo>
                <a:lnTo>
                  <a:pt x="437577" y="33637"/>
                </a:lnTo>
                <a:lnTo>
                  <a:pt x="437341" y="34083"/>
                </a:lnTo>
                <a:lnTo>
                  <a:pt x="437117" y="34542"/>
                </a:lnTo>
                <a:lnTo>
                  <a:pt x="436906" y="35012"/>
                </a:lnTo>
                <a:lnTo>
                  <a:pt x="436706" y="35494"/>
                </a:lnTo>
                <a:lnTo>
                  <a:pt x="436518" y="35987"/>
                </a:lnTo>
                <a:lnTo>
                  <a:pt x="436343" y="36492"/>
                </a:lnTo>
                <a:lnTo>
                  <a:pt x="436179" y="37009"/>
                </a:lnTo>
                <a:lnTo>
                  <a:pt x="436028" y="37538"/>
                </a:lnTo>
                <a:lnTo>
                  <a:pt x="435889" y="38078"/>
                </a:lnTo>
                <a:lnTo>
                  <a:pt x="435762" y="38630"/>
                </a:lnTo>
                <a:lnTo>
                  <a:pt x="435647" y="39194"/>
                </a:lnTo>
                <a:lnTo>
                  <a:pt x="435544" y="39769"/>
                </a:lnTo>
                <a:lnTo>
                  <a:pt x="435453" y="40356"/>
                </a:lnTo>
                <a:lnTo>
                  <a:pt x="435374" y="40955"/>
                </a:lnTo>
                <a:lnTo>
                  <a:pt x="435308" y="41565"/>
                </a:lnTo>
                <a:lnTo>
                  <a:pt x="435253" y="42188"/>
                </a:lnTo>
                <a:lnTo>
                  <a:pt x="435211" y="42821"/>
                </a:lnTo>
                <a:lnTo>
                  <a:pt x="435181" y="43467"/>
                </a:lnTo>
                <a:lnTo>
                  <a:pt x="435163" y="44124"/>
                </a:lnTo>
                <a:lnTo>
                  <a:pt x="435157" y="44793"/>
                </a:lnTo>
                <a:lnTo>
                  <a:pt x="451019" y="44793"/>
                </a:lnTo>
                <a:lnTo>
                  <a:pt x="451025" y="44338"/>
                </a:lnTo>
                <a:lnTo>
                  <a:pt x="451042" y="43895"/>
                </a:lnTo>
                <a:lnTo>
                  <a:pt x="451070" y="43461"/>
                </a:lnTo>
                <a:lnTo>
                  <a:pt x="451110" y="43038"/>
                </a:lnTo>
                <a:lnTo>
                  <a:pt x="451161" y="42626"/>
                </a:lnTo>
                <a:lnTo>
                  <a:pt x="451223" y="42225"/>
                </a:lnTo>
                <a:lnTo>
                  <a:pt x="451296" y="41834"/>
                </a:lnTo>
                <a:lnTo>
                  <a:pt x="451381" y="41454"/>
                </a:lnTo>
                <a:lnTo>
                  <a:pt x="451478" y="41084"/>
                </a:lnTo>
                <a:lnTo>
                  <a:pt x="451585" y="40725"/>
                </a:lnTo>
                <a:lnTo>
                  <a:pt x="451704" y="40376"/>
                </a:lnTo>
                <a:lnTo>
                  <a:pt x="451834" y="40038"/>
                </a:lnTo>
                <a:lnTo>
                  <a:pt x="451976" y="39711"/>
                </a:lnTo>
                <a:lnTo>
                  <a:pt x="452129" y="39395"/>
                </a:lnTo>
                <a:lnTo>
                  <a:pt x="452293" y="39089"/>
                </a:lnTo>
                <a:lnTo>
                  <a:pt x="452469" y="38793"/>
                </a:lnTo>
                <a:lnTo>
                  <a:pt x="452656" y="38508"/>
                </a:lnTo>
                <a:lnTo>
                  <a:pt x="452854" y="38234"/>
                </a:lnTo>
                <a:lnTo>
                  <a:pt x="453063" y="37971"/>
                </a:lnTo>
                <a:lnTo>
                  <a:pt x="453284" y="37718"/>
                </a:lnTo>
                <a:lnTo>
                  <a:pt x="453516" y="37475"/>
                </a:lnTo>
                <a:lnTo>
                  <a:pt x="453760" y="37244"/>
                </a:lnTo>
                <a:lnTo>
                  <a:pt x="454015" y="37022"/>
                </a:lnTo>
                <a:lnTo>
                  <a:pt x="454281" y="36812"/>
                </a:lnTo>
                <a:lnTo>
                  <a:pt x="454556" y="36611"/>
                </a:lnTo>
                <a:lnTo>
                  <a:pt x="454837" y="36418"/>
                </a:lnTo>
                <a:lnTo>
                  <a:pt x="455125" y="36234"/>
                </a:lnTo>
                <a:lnTo>
                  <a:pt x="455418" y="36059"/>
                </a:lnTo>
                <a:lnTo>
                  <a:pt x="455718" y="35892"/>
                </a:lnTo>
                <a:lnTo>
                  <a:pt x="456024" y="35734"/>
                </a:lnTo>
                <a:lnTo>
                  <a:pt x="456336" y="35584"/>
                </a:lnTo>
                <a:lnTo>
                  <a:pt x="456655" y="35443"/>
                </a:lnTo>
                <a:lnTo>
                  <a:pt x="456979" y="35310"/>
                </a:lnTo>
                <a:lnTo>
                  <a:pt x="457310" y="35186"/>
                </a:lnTo>
                <a:lnTo>
                  <a:pt x="457647" y="35070"/>
                </a:lnTo>
                <a:lnTo>
                  <a:pt x="457991" y="34963"/>
                </a:lnTo>
                <a:lnTo>
                  <a:pt x="458340" y="34865"/>
                </a:lnTo>
                <a:lnTo>
                  <a:pt x="458696" y="34775"/>
                </a:lnTo>
                <a:lnTo>
                  <a:pt x="459058" y="34694"/>
                </a:lnTo>
                <a:lnTo>
                  <a:pt x="459426" y="34621"/>
                </a:lnTo>
                <a:lnTo>
                  <a:pt x="459801" y="34557"/>
                </a:lnTo>
                <a:lnTo>
                  <a:pt x="460181" y="34501"/>
                </a:lnTo>
                <a:lnTo>
                  <a:pt x="460568" y="34454"/>
                </a:lnTo>
                <a:lnTo>
                  <a:pt x="460961" y="34416"/>
                </a:lnTo>
                <a:lnTo>
                  <a:pt x="461361" y="34386"/>
                </a:lnTo>
                <a:lnTo>
                  <a:pt x="461766" y="34364"/>
                </a:lnTo>
                <a:lnTo>
                  <a:pt x="462178" y="34352"/>
                </a:lnTo>
                <a:lnTo>
                  <a:pt x="462596" y="34347"/>
                </a:lnTo>
                <a:lnTo>
                  <a:pt x="462977" y="34351"/>
                </a:lnTo>
                <a:lnTo>
                  <a:pt x="463352" y="34363"/>
                </a:lnTo>
                <a:lnTo>
                  <a:pt x="463721" y="34383"/>
                </a:lnTo>
                <a:lnTo>
                  <a:pt x="464084" y="34412"/>
                </a:lnTo>
                <a:lnTo>
                  <a:pt x="464441" y="34448"/>
                </a:lnTo>
                <a:lnTo>
                  <a:pt x="464793" y="34492"/>
                </a:lnTo>
                <a:lnTo>
                  <a:pt x="465138" y="34544"/>
                </a:lnTo>
                <a:lnTo>
                  <a:pt x="465478" y="34604"/>
                </a:lnTo>
                <a:lnTo>
                  <a:pt x="465812" y="34672"/>
                </a:lnTo>
                <a:lnTo>
                  <a:pt x="466139" y="34749"/>
                </a:lnTo>
                <a:lnTo>
                  <a:pt x="466461" y="34833"/>
                </a:lnTo>
                <a:lnTo>
                  <a:pt x="466778" y="34925"/>
                </a:lnTo>
                <a:lnTo>
                  <a:pt x="467088" y="35025"/>
                </a:lnTo>
                <a:lnTo>
                  <a:pt x="467392" y="35134"/>
                </a:lnTo>
                <a:lnTo>
                  <a:pt x="467690" y="35250"/>
                </a:lnTo>
                <a:lnTo>
                  <a:pt x="467983" y="35374"/>
                </a:lnTo>
                <a:lnTo>
                  <a:pt x="468270" y="35507"/>
                </a:lnTo>
                <a:lnTo>
                  <a:pt x="468550" y="35647"/>
                </a:lnTo>
                <a:lnTo>
                  <a:pt x="468825" y="35796"/>
                </a:lnTo>
                <a:lnTo>
                  <a:pt x="469094" y="35952"/>
                </a:lnTo>
                <a:lnTo>
                  <a:pt x="469357" y="36116"/>
                </a:lnTo>
                <a:lnTo>
                  <a:pt x="469615" y="36289"/>
                </a:lnTo>
                <a:lnTo>
                  <a:pt x="469866" y="36469"/>
                </a:lnTo>
                <a:lnTo>
                  <a:pt x="470112" y="36658"/>
                </a:lnTo>
                <a:lnTo>
                  <a:pt x="470349" y="36857"/>
                </a:lnTo>
                <a:lnTo>
                  <a:pt x="470576" y="37071"/>
                </a:lnTo>
                <a:lnTo>
                  <a:pt x="470794" y="37298"/>
                </a:lnTo>
                <a:lnTo>
                  <a:pt x="471001" y="37538"/>
                </a:lnTo>
                <a:lnTo>
                  <a:pt x="471198" y="37793"/>
                </a:lnTo>
                <a:lnTo>
                  <a:pt x="471385" y="38061"/>
                </a:lnTo>
                <a:lnTo>
                  <a:pt x="471562" y="38343"/>
                </a:lnTo>
                <a:lnTo>
                  <a:pt x="471728" y="38639"/>
                </a:lnTo>
                <a:lnTo>
                  <a:pt x="471885" y="38948"/>
                </a:lnTo>
                <a:lnTo>
                  <a:pt x="472031" y="39271"/>
                </a:lnTo>
                <a:lnTo>
                  <a:pt x="472168" y="39608"/>
                </a:lnTo>
                <a:lnTo>
                  <a:pt x="472294" y="39959"/>
                </a:lnTo>
                <a:lnTo>
                  <a:pt x="472410" y="40323"/>
                </a:lnTo>
                <a:lnTo>
                  <a:pt x="472517" y="40702"/>
                </a:lnTo>
                <a:lnTo>
                  <a:pt x="472613" y="41094"/>
                </a:lnTo>
                <a:lnTo>
                  <a:pt x="472698" y="41500"/>
                </a:lnTo>
                <a:lnTo>
                  <a:pt x="472774" y="41919"/>
                </a:lnTo>
                <a:lnTo>
                  <a:pt x="472840" y="42352"/>
                </a:lnTo>
                <a:lnTo>
                  <a:pt x="472895" y="42799"/>
                </a:lnTo>
                <a:lnTo>
                  <a:pt x="472941" y="43260"/>
                </a:lnTo>
                <a:lnTo>
                  <a:pt x="472976" y="43735"/>
                </a:lnTo>
                <a:lnTo>
                  <a:pt x="473002" y="44223"/>
                </a:lnTo>
                <a:lnTo>
                  <a:pt x="473017" y="44725"/>
                </a:lnTo>
                <a:lnTo>
                  <a:pt x="473022" y="45241"/>
                </a:lnTo>
                <a:lnTo>
                  <a:pt x="473022" y="48673"/>
                </a:lnTo>
                <a:lnTo>
                  <a:pt x="471998" y="48697"/>
                </a:lnTo>
                <a:lnTo>
                  <a:pt x="470985" y="48725"/>
                </a:lnTo>
                <a:lnTo>
                  <a:pt x="469983" y="48758"/>
                </a:lnTo>
                <a:lnTo>
                  <a:pt x="468991" y="48796"/>
                </a:lnTo>
                <a:lnTo>
                  <a:pt x="468010" y="48838"/>
                </a:lnTo>
                <a:lnTo>
                  <a:pt x="467039" y="48884"/>
                </a:lnTo>
                <a:lnTo>
                  <a:pt x="466079" y="48936"/>
                </a:lnTo>
                <a:lnTo>
                  <a:pt x="465130" y="48992"/>
                </a:lnTo>
                <a:lnTo>
                  <a:pt x="464191" y="49052"/>
                </a:lnTo>
                <a:lnTo>
                  <a:pt x="463262" y="49118"/>
                </a:lnTo>
                <a:lnTo>
                  <a:pt x="462344" y="49187"/>
                </a:lnTo>
                <a:lnTo>
                  <a:pt x="461437" y="49262"/>
                </a:lnTo>
                <a:lnTo>
                  <a:pt x="460540" y="49341"/>
                </a:lnTo>
                <a:lnTo>
                  <a:pt x="459654" y="49425"/>
                </a:lnTo>
                <a:lnTo>
                  <a:pt x="458778" y="49513"/>
                </a:lnTo>
                <a:lnTo>
                  <a:pt x="457913" y="49606"/>
                </a:lnTo>
                <a:lnTo>
                  <a:pt x="457058" y="49703"/>
                </a:lnTo>
                <a:lnTo>
                  <a:pt x="456214" y="49805"/>
                </a:lnTo>
                <a:lnTo>
                  <a:pt x="455380" y="49912"/>
                </a:lnTo>
                <a:lnTo>
                  <a:pt x="454557" y="50023"/>
                </a:lnTo>
                <a:lnTo>
                  <a:pt x="453745" y="50139"/>
                </a:lnTo>
                <a:lnTo>
                  <a:pt x="452943" y="50259"/>
                </a:lnTo>
                <a:lnTo>
                  <a:pt x="452152" y="50384"/>
                </a:lnTo>
                <a:lnTo>
                  <a:pt x="451371" y="50514"/>
                </a:lnTo>
                <a:lnTo>
                  <a:pt x="450602" y="50650"/>
                </a:lnTo>
                <a:lnTo>
                  <a:pt x="449848" y="50797"/>
                </a:lnTo>
                <a:lnTo>
                  <a:pt x="449109" y="50954"/>
                </a:lnTo>
                <a:lnTo>
                  <a:pt x="448383" y="51120"/>
                </a:lnTo>
                <a:lnTo>
                  <a:pt x="447672" y="51297"/>
                </a:lnTo>
                <a:lnTo>
                  <a:pt x="446975" y="51483"/>
                </a:lnTo>
                <a:lnTo>
                  <a:pt x="446293" y="51679"/>
                </a:lnTo>
                <a:lnTo>
                  <a:pt x="445625" y="51885"/>
                </a:lnTo>
                <a:lnTo>
                  <a:pt x="444971" y="52101"/>
                </a:lnTo>
                <a:lnTo>
                  <a:pt x="444332" y="52326"/>
                </a:lnTo>
                <a:lnTo>
                  <a:pt x="443707" y="52562"/>
                </a:lnTo>
                <a:lnTo>
                  <a:pt x="443096" y="52807"/>
                </a:lnTo>
                <a:lnTo>
                  <a:pt x="442499" y="53063"/>
                </a:lnTo>
                <a:lnTo>
                  <a:pt x="441917" y="53328"/>
                </a:lnTo>
                <a:lnTo>
                  <a:pt x="441349" y="53603"/>
                </a:lnTo>
                <a:lnTo>
                  <a:pt x="440796" y="53888"/>
                </a:lnTo>
                <a:lnTo>
                  <a:pt x="440257" y="54182"/>
                </a:lnTo>
                <a:lnTo>
                  <a:pt x="439732" y="54487"/>
                </a:lnTo>
                <a:lnTo>
                  <a:pt x="439221" y="54802"/>
                </a:lnTo>
                <a:lnTo>
                  <a:pt x="438725" y="55126"/>
                </a:lnTo>
                <a:lnTo>
                  <a:pt x="438243" y="55460"/>
                </a:lnTo>
                <a:lnTo>
                  <a:pt x="437776" y="55804"/>
                </a:lnTo>
                <a:lnTo>
                  <a:pt x="437322" y="56158"/>
                </a:lnTo>
                <a:lnTo>
                  <a:pt x="436883" y="56522"/>
                </a:lnTo>
                <a:lnTo>
                  <a:pt x="436461" y="56898"/>
                </a:lnTo>
                <a:lnTo>
                  <a:pt x="436056" y="57289"/>
                </a:lnTo>
                <a:lnTo>
                  <a:pt x="435669" y="57695"/>
                </a:lnTo>
                <a:lnTo>
                  <a:pt x="435300" y="58116"/>
                </a:lnTo>
                <a:lnTo>
                  <a:pt x="434950" y="58552"/>
                </a:lnTo>
                <a:lnTo>
                  <a:pt x="434617" y="59002"/>
                </a:lnTo>
                <a:lnTo>
                  <a:pt x="434302" y="59468"/>
                </a:lnTo>
                <a:lnTo>
                  <a:pt x="434005" y="59948"/>
                </a:lnTo>
                <a:lnTo>
                  <a:pt x="433726" y="60444"/>
                </a:lnTo>
                <a:lnTo>
                  <a:pt x="433466" y="60954"/>
                </a:lnTo>
                <a:lnTo>
                  <a:pt x="433223" y="61479"/>
                </a:lnTo>
                <a:lnTo>
                  <a:pt x="432998" y="62019"/>
                </a:lnTo>
                <a:lnTo>
                  <a:pt x="432791" y="62574"/>
                </a:lnTo>
                <a:lnTo>
                  <a:pt x="432602" y="63144"/>
                </a:lnTo>
                <a:lnTo>
                  <a:pt x="432431" y="63729"/>
                </a:lnTo>
                <a:lnTo>
                  <a:pt x="432278" y="64329"/>
                </a:lnTo>
                <a:lnTo>
                  <a:pt x="432143" y="64944"/>
                </a:lnTo>
                <a:lnTo>
                  <a:pt x="432026" y="65573"/>
                </a:lnTo>
                <a:lnTo>
                  <a:pt x="431927" y="66218"/>
                </a:lnTo>
                <a:lnTo>
                  <a:pt x="431847" y="66877"/>
                </a:lnTo>
                <a:lnTo>
                  <a:pt x="431784" y="67552"/>
                </a:lnTo>
                <a:lnTo>
                  <a:pt x="431739" y="68241"/>
                </a:lnTo>
                <a:lnTo>
                  <a:pt x="431712" y="68945"/>
                </a:lnTo>
                <a:lnTo>
                  <a:pt x="431703" y="69664"/>
                </a:lnTo>
                <a:lnTo>
                  <a:pt x="431708" y="70183"/>
                </a:lnTo>
                <a:lnTo>
                  <a:pt x="431722" y="70694"/>
                </a:lnTo>
                <a:lnTo>
                  <a:pt x="431747" y="71197"/>
                </a:lnTo>
                <a:lnTo>
                  <a:pt x="431782" y="71694"/>
                </a:lnTo>
                <a:lnTo>
                  <a:pt x="431826" y="72183"/>
                </a:lnTo>
                <a:lnTo>
                  <a:pt x="431880" y="72665"/>
                </a:lnTo>
                <a:lnTo>
                  <a:pt x="431945" y="73140"/>
                </a:lnTo>
                <a:lnTo>
                  <a:pt x="432019" y="73607"/>
                </a:lnTo>
                <a:lnTo>
                  <a:pt x="432103" y="74067"/>
                </a:lnTo>
                <a:lnTo>
                  <a:pt x="432197" y="74520"/>
                </a:lnTo>
                <a:lnTo>
                  <a:pt x="432301" y="74966"/>
                </a:lnTo>
                <a:lnTo>
                  <a:pt x="432414" y="75404"/>
                </a:lnTo>
                <a:lnTo>
                  <a:pt x="432538" y="75835"/>
                </a:lnTo>
                <a:lnTo>
                  <a:pt x="432671" y="76259"/>
                </a:lnTo>
                <a:lnTo>
                  <a:pt x="432814" y="76675"/>
                </a:lnTo>
                <a:lnTo>
                  <a:pt x="432968" y="77085"/>
                </a:lnTo>
                <a:lnTo>
                  <a:pt x="433131" y="77486"/>
                </a:lnTo>
                <a:lnTo>
                  <a:pt x="433304" y="77881"/>
                </a:lnTo>
                <a:lnTo>
                  <a:pt x="433486" y="78268"/>
                </a:lnTo>
                <a:lnTo>
                  <a:pt x="433679" y="78648"/>
                </a:lnTo>
                <a:lnTo>
                  <a:pt x="433882" y="79021"/>
                </a:lnTo>
                <a:lnTo>
                  <a:pt x="434094" y="79387"/>
                </a:lnTo>
                <a:lnTo>
                  <a:pt x="434317" y="79745"/>
                </a:lnTo>
                <a:lnTo>
                  <a:pt x="434549" y="80096"/>
                </a:lnTo>
                <a:lnTo>
                  <a:pt x="434789" y="80439"/>
                </a:lnTo>
                <a:lnTo>
                  <a:pt x="435035" y="80776"/>
                </a:lnTo>
                <a:lnTo>
                  <a:pt x="435288" y="81104"/>
                </a:lnTo>
                <a:lnTo>
                  <a:pt x="435547" y="81426"/>
                </a:lnTo>
                <a:lnTo>
                  <a:pt x="435811" y="81740"/>
                </a:lnTo>
                <a:lnTo>
                  <a:pt x="436082" y="82047"/>
                </a:lnTo>
                <a:lnTo>
                  <a:pt x="436359" y="82347"/>
                </a:lnTo>
                <a:lnTo>
                  <a:pt x="436642" y="82640"/>
                </a:lnTo>
                <a:lnTo>
                  <a:pt x="436931" y="82925"/>
                </a:lnTo>
                <a:lnTo>
                  <a:pt x="437226" y="83203"/>
                </a:lnTo>
                <a:lnTo>
                  <a:pt x="437527" y="83473"/>
                </a:lnTo>
                <a:lnTo>
                  <a:pt x="437835" y="83737"/>
                </a:lnTo>
                <a:lnTo>
                  <a:pt x="438148" y="83993"/>
                </a:lnTo>
                <a:lnTo>
                  <a:pt x="438468" y="84241"/>
                </a:lnTo>
                <a:lnTo>
                  <a:pt x="438794" y="84483"/>
                </a:lnTo>
                <a:lnTo>
                  <a:pt x="439126" y="84717"/>
                </a:lnTo>
                <a:lnTo>
                  <a:pt x="439464" y="84944"/>
                </a:lnTo>
                <a:lnTo>
                  <a:pt x="439808" y="85164"/>
                </a:lnTo>
                <a:lnTo>
                  <a:pt x="440158" y="85376"/>
                </a:lnTo>
                <a:lnTo>
                  <a:pt x="440514" y="85581"/>
                </a:lnTo>
                <a:lnTo>
                  <a:pt x="440877" y="85779"/>
                </a:lnTo>
                <a:lnTo>
                  <a:pt x="441245" y="85969"/>
                </a:lnTo>
                <a:lnTo>
                  <a:pt x="441620" y="86152"/>
                </a:lnTo>
                <a:lnTo>
                  <a:pt x="442000" y="86328"/>
                </a:lnTo>
                <a:lnTo>
                  <a:pt x="442385" y="86497"/>
                </a:lnTo>
                <a:lnTo>
                  <a:pt x="442773" y="86658"/>
                </a:lnTo>
                <a:lnTo>
                  <a:pt x="443163" y="86813"/>
                </a:lnTo>
                <a:lnTo>
                  <a:pt x="443555" y="86960"/>
                </a:lnTo>
                <a:lnTo>
                  <a:pt x="443950" y="87100"/>
                </a:lnTo>
                <a:lnTo>
                  <a:pt x="444347" y="87232"/>
                </a:lnTo>
                <a:lnTo>
                  <a:pt x="444747" y="87358"/>
                </a:lnTo>
                <a:lnTo>
                  <a:pt x="445149" y="87476"/>
                </a:lnTo>
                <a:lnTo>
                  <a:pt x="445553" y="87588"/>
                </a:lnTo>
                <a:lnTo>
                  <a:pt x="445960" y="87692"/>
                </a:lnTo>
                <a:lnTo>
                  <a:pt x="446370" y="87788"/>
                </a:lnTo>
                <a:lnTo>
                  <a:pt x="446782" y="87878"/>
                </a:lnTo>
                <a:lnTo>
                  <a:pt x="447196" y="87961"/>
                </a:lnTo>
                <a:lnTo>
                  <a:pt x="447613" y="88036"/>
                </a:lnTo>
                <a:lnTo>
                  <a:pt x="448032" y="88104"/>
                </a:lnTo>
                <a:lnTo>
                  <a:pt x="448453" y="88165"/>
                </a:lnTo>
                <a:lnTo>
                  <a:pt x="448877" y="88219"/>
                </a:lnTo>
                <a:lnTo>
                  <a:pt x="449304" y="88266"/>
                </a:lnTo>
                <a:lnTo>
                  <a:pt x="449733" y="88305"/>
                </a:lnTo>
                <a:lnTo>
                  <a:pt x="450164" y="88337"/>
                </a:lnTo>
                <a:lnTo>
                  <a:pt x="450598" y="88363"/>
                </a:lnTo>
                <a:lnTo>
                  <a:pt x="451035" y="88381"/>
                </a:lnTo>
                <a:lnTo>
                  <a:pt x="451473" y="88391"/>
                </a:lnTo>
                <a:lnTo>
                  <a:pt x="451914" y="88395"/>
                </a:lnTo>
                <a:lnTo>
                  <a:pt x="452482" y="88391"/>
                </a:lnTo>
                <a:lnTo>
                  <a:pt x="453044" y="88379"/>
                </a:lnTo>
                <a:lnTo>
                  <a:pt x="453600" y="88358"/>
                </a:lnTo>
                <a:lnTo>
                  <a:pt x="454151" y="88330"/>
                </a:lnTo>
                <a:close/>
                <a:moveTo>
                  <a:pt x="456219" y="76699"/>
                </a:moveTo>
                <a:lnTo>
                  <a:pt x="455916" y="76669"/>
                </a:lnTo>
                <a:lnTo>
                  <a:pt x="455618" y="76631"/>
                </a:lnTo>
                <a:lnTo>
                  <a:pt x="455326" y="76587"/>
                </a:lnTo>
                <a:lnTo>
                  <a:pt x="455038" y="76536"/>
                </a:lnTo>
                <a:lnTo>
                  <a:pt x="454755" y="76478"/>
                </a:lnTo>
                <a:lnTo>
                  <a:pt x="454478" y="76414"/>
                </a:lnTo>
                <a:lnTo>
                  <a:pt x="454205" y="76342"/>
                </a:lnTo>
                <a:lnTo>
                  <a:pt x="453937" y="76264"/>
                </a:lnTo>
                <a:lnTo>
                  <a:pt x="453675" y="76179"/>
                </a:lnTo>
                <a:lnTo>
                  <a:pt x="453417" y="76087"/>
                </a:lnTo>
                <a:lnTo>
                  <a:pt x="453164" y="75989"/>
                </a:lnTo>
                <a:lnTo>
                  <a:pt x="452917" y="75883"/>
                </a:lnTo>
                <a:lnTo>
                  <a:pt x="452674" y="75771"/>
                </a:lnTo>
                <a:lnTo>
                  <a:pt x="452436" y="75652"/>
                </a:lnTo>
                <a:lnTo>
                  <a:pt x="452203" y="75526"/>
                </a:lnTo>
                <a:lnTo>
                  <a:pt x="451976" y="75394"/>
                </a:lnTo>
                <a:lnTo>
                  <a:pt x="451753" y="75254"/>
                </a:lnTo>
                <a:lnTo>
                  <a:pt x="451535" y="75108"/>
                </a:lnTo>
                <a:lnTo>
                  <a:pt x="451323" y="74955"/>
                </a:lnTo>
                <a:lnTo>
                  <a:pt x="451115" y="74795"/>
                </a:lnTo>
                <a:lnTo>
                  <a:pt x="450914" y="74628"/>
                </a:lnTo>
                <a:lnTo>
                  <a:pt x="450722" y="74454"/>
                </a:lnTo>
                <a:lnTo>
                  <a:pt x="450538" y="74273"/>
                </a:lnTo>
                <a:lnTo>
                  <a:pt x="450362" y="74084"/>
                </a:lnTo>
                <a:lnTo>
                  <a:pt x="450196" y="73888"/>
                </a:lnTo>
                <a:lnTo>
                  <a:pt x="450038" y="73685"/>
                </a:lnTo>
                <a:lnTo>
                  <a:pt x="449888" y="73475"/>
                </a:lnTo>
                <a:lnTo>
                  <a:pt x="449747" y="73257"/>
                </a:lnTo>
                <a:lnTo>
                  <a:pt x="449614" y="73032"/>
                </a:lnTo>
                <a:lnTo>
                  <a:pt x="449490" y="72800"/>
                </a:lnTo>
                <a:lnTo>
                  <a:pt x="449375" y="72560"/>
                </a:lnTo>
                <a:lnTo>
                  <a:pt x="449268" y="72314"/>
                </a:lnTo>
                <a:lnTo>
                  <a:pt x="449170" y="72060"/>
                </a:lnTo>
                <a:lnTo>
                  <a:pt x="449080" y="71798"/>
                </a:lnTo>
                <a:lnTo>
                  <a:pt x="448999" y="71530"/>
                </a:lnTo>
                <a:lnTo>
                  <a:pt x="448926" y="71254"/>
                </a:lnTo>
                <a:lnTo>
                  <a:pt x="448862" y="70971"/>
                </a:lnTo>
                <a:lnTo>
                  <a:pt x="448806" y="70681"/>
                </a:lnTo>
                <a:lnTo>
                  <a:pt x="448759" y="70383"/>
                </a:lnTo>
                <a:lnTo>
                  <a:pt x="448721" y="70078"/>
                </a:lnTo>
                <a:lnTo>
                  <a:pt x="448691" y="69766"/>
                </a:lnTo>
                <a:lnTo>
                  <a:pt x="448670" y="69447"/>
                </a:lnTo>
                <a:lnTo>
                  <a:pt x="448657" y="69120"/>
                </a:lnTo>
                <a:lnTo>
                  <a:pt x="448652" y="68787"/>
                </a:lnTo>
                <a:lnTo>
                  <a:pt x="448662" y="68324"/>
                </a:lnTo>
                <a:lnTo>
                  <a:pt x="448690" y="67872"/>
                </a:lnTo>
                <a:lnTo>
                  <a:pt x="448736" y="67431"/>
                </a:lnTo>
                <a:lnTo>
                  <a:pt x="448802" y="67001"/>
                </a:lnTo>
                <a:lnTo>
                  <a:pt x="448886" y="66581"/>
                </a:lnTo>
                <a:lnTo>
                  <a:pt x="448988" y="66172"/>
                </a:lnTo>
                <a:lnTo>
                  <a:pt x="449109" y="65774"/>
                </a:lnTo>
                <a:lnTo>
                  <a:pt x="449249" y="65387"/>
                </a:lnTo>
                <a:lnTo>
                  <a:pt x="449408" y="65010"/>
                </a:lnTo>
                <a:lnTo>
                  <a:pt x="449585" y="64645"/>
                </a:lnTo>
                <a:lnTo>
                  <a:pt x="449781" y="64290"/>
                </a:lnTo>
                <a:lnTo>
                  <a:pt x="449996" y="63946"/>
                </a:lnTo>
                <a:lnTo>
                  <a:pt x="450229" y="63612"/>
                </a:lnTo>
                <a:lnTo>
                  <a:pt x="450481" y="63290"/>
                </a:lnTo>
                <a:lnTo>
                  <a:pt x="450751" y="62978"/>
                </a:lnTo>
                <a:lnTo>
                  <a:pt x="451040" y="62677"/>
                </a:lnTo>
                <a:lnTo>
                  <a:pt x="451348" y="62386"/>
                </a:lnTo>
                <a:lnTo>
                  <a:pt x="451675" y="62107"/>
                </a:lnTo>
                <a:lnTo>
                  <a:pt x="452020" y="61838"/>
                </a:lnTo>
                <a:lnTo>
                  <a:pt x="452383" y="61580"/>
                </a:lnTo>
                <a:lnTo>
                  <a:pt x="452766" y="61333"/>
                </a:lnTo>
                <a:lnTo>
                  <a:pt x="453167" y="61096"/>
                </a:lnTo>
                <a:lnTo>
                  <a:pt x="453587" y="60870"/>
                </a:lnTo>
                <a:lnTo>
                  <a:pt x="454025" y="60656"/>
                </a:lnTo>
                <a:lnTo>
                  <a:pt x="454487" y="60450"/>
                </a:lnTo>
                <a:lnTo>
                  <a:pt x="454977" y="60253"/>
                </a:lnTo>
                <a:lnTo>
                  <a:pt x="455494" y="60065"/>
                </a:lnTo>
                <a:lnTo>
                  <a:pt x="456040" y="59885"/>
                </a:lnTo>
                <a:lnTo>
                  <a:pt x="456614" y="59714"/>
                </a:lnTo>
                <a:lnTo>
                  <a:pt x="457215" y="59551"/>
                </a:lnTo>
                <a:lnTo>
                  <a:pt x="457845" y="59397"/>
                </a:lnTo>
                <a:lnTo>
                  <a:pt x="458502" y="59251"/>
                </a:lnTo>
                <a:lnTo>
                  <a:pt x="459188" y="59114"/>
                </a:lnTo>
                <a:lnTo>
                  <a:pt x="459902" y="58985"/>
                </a:lnTo>
                <a:lnTo>
                  <a:pt x="460643" y="58865"/>
                </a:lnTo>
                <a:lnTo>
                  <a:pt x="461413" y="58753"/>
                </a:lnTo>
                <a:lnTo>
                  <a:pt x="462210" y="58650"/>
                </a:lnTo>
                <a:lnTo>
                  <a:pt x="463036" y="58555"/>
                </a:lnTo>
                <a:lnTo>
                  <a:pt x="463889" y="58469"/>
                </a:lnTo>
                <a:lnTo>
                  <a:pt x="464771" y="58391"/>
                </a:lnTo>
                <a:lnTo>
                  <a:pt x="465680" y="58322"/>
                </a:lnTo>
                <a:lnTo>
                  <a:pt x="466618" y="58261"/>
                </a:lnTo>
                <a:lnTo>
                  <a:pt x="467583" y="58209"/>
                </a:lnTo>
                <a:lnTo>
                  <a:pt x="468576" y="58165"/>
                </a:lnTo>
                <a:lnTo>
                  <a:pt x="469598" y="58130"/>
                </a:lnTo>
                <a:lnTo>
                  <a:pt x="470647" y="58103"/>
                </a:lnTo>
                <a:lnTo>
                  <a:pt x="471725" y="58085"/>
                </a:lnTo>
                <a:lnTo>
                  <a:pt x="472830" y="58075"/>
                </a:lnTo>
                <a:lnTo>
                  <a:pt x="472830" y="68395"/>
                </a:lnTo>
                <a:lnTo>
                  <a:pt x="472625" y="68666"/>
                </a:lnTo>
                <a:lnTo>
                  <a:pt x="472413" y="68934"/>
                </a:lnTo>
                <a:lnTo>
                  <a:pt x="472197" y="69200"/>
                </a:lnTo>
                <a:lnTo>
                  <a:pt x="471974" y="69463"/>
                </a:lnTo>
                <a:lnTo>
                  <a:pt x="471746" y="69724"/>
                </a:lnTo>
                <a:lnTo>
                  <a:pt x="471513" y="69982"/>
                </a:lnTo>
                <a:lnTo>
                  <a:pt x="471273" y="70238"/>
                </a:lnTo>
                <a:lnTo>
                  <a:pt x="471028" y="70491"/>
                </a:lnTo>
                <a:lnTo>
                  <a:pt x="470778" y="70742"/>
                </a:lnTo>
                <a:lnTo>
                  <a:pt x="470521" y="70991"/>
                </a:lnTo>
                <a:lnTo>
                  <a:pt x="470259" y="71237"/>
                </a:lnTo>
                <a:lnTo>
                  <a:pt x="469992" y="71480"/>
                </a:lnTo>
                <a:lnTo>
                  <a:pt x="469718" y="71721"/>
                </a:lnTo>
                <a:lnTo>
                  <a:pt x="469439" y="71959"/>
                </a:lnTo>
                <a:lnTo>
                  <a:pt x="469155" y="72195"/>
                </a:lnTo>
                <a:lnTo>
                  <a:pt x="468864" y="72429"/>
                </a:lnTo>
                <a:lnTo>
                  <a:pt x="468568" y="72660"/>
                </a:lnTo>
                <a:lnTo>
                  <a:pt x="468267" y="72888"/>
                </a:lnTo>
                <a:lnTo>
                  <a:pt x="467959" y="73114"/>
                </a:lnTo>
                <a:lnTo>
                  <a:pt x="467646" y="73338"/>
                </a:lnTo>
                <a:lnTo>
                  <a:pt x="467328" y="73559"/>
                </a:lnTo>
                <a:lnTo>
                  <a:pt x="467003" y="73778"/>
                </a:lnTo>
                <a:lnTo>
                  <a:pt x="466673" y="73994"/>
                </a:lnTo>
                <a:lnTo>
                  <a:pt x="466338" y="74207"/>
                </a:lnTo>
                <a:lnTo>
                  <a:pt x="465998" y="74415"/>
                </a:lnTo>
                <a:lnTo>
                  <a:pt x="465656" y="74614"/>
                </a:lnTo>
                <a:lnTo>
                  <a:pt x="465311" y="74804"/>
                </a:lnTo>
                <a:lnTo>
                  <a:pt x="464963" y="74985"/>
                </a:lnTo>
                <a:lnTo>
                  <a:pt x="464614" y="75158"/>
                </a:lnTo>
                <a:lnTo>
                  <a:pt x="464261" y="75321"/>
                </a:lnTo>
                <a:lnTo>
                  <a:pt x="463906" y="75476"/>
                </a:lnTo>
                <a:lnTo>
                  <a:pt x="463548" y="75622"/>
                </a:lnTo>
                <a:lnTo>
                  <a:pt x="463188" y="75759"/>
                </a:lnTo>
                <a:lnTo>
                  <a:pt x="462825" y="75887"/>
                </a:lnTo>
                <a:lnTo>
                  <a:pt x="462460" y="76007"/>
                </a:lnTo>
                <a:lnTo>
                  <a:pt x="462092" y="76117"/>
                </a:lnTo>
                <a:lnTo>
                  <a:pt x="461722" y="76219"/>
                </a:lnTo>
                <a:lnTo>
                  <a:pt x="461349" y="76312"/>
                </a:lnTo>
                <a:lnTo>
                  <a:pt x="460974" y="76396"/>
                </a:lnTo>
                <a:lnTo>
                  <a:pt x="460595" y="76471"/>
                </a:lnTo>
                <a:lnTo>
                  <a:pt x="460215" y="76537"/>
                </a:lnTo>
                <a:lnTo>
                  <a:pt x="459832" y="76595"/>
                </a:lnTo>
                <a:lnTo>
                  <a:pt x="459446" y="76643"/>
                </a:lnTo>
                <a:lnTo>
                  <a:pt x="459058" y="76683"/>
                </a:lnTo>
                <a:lnTo>
                  <a:pt x="458667" y="76714"/>
                </a:lnTo>
                <a:lnTo>
                  <a:pt x="458274" y="76736"/>
                </a:lnTo>
                <a:lnTo>
                  <a:pt x="457878" y="76749"/>
                </a:lnTo>
                <a:lnTo>
                  <a:pt x="457479" y="76754"/>
                </a:lnTo>
                <a:lnTo>
                  <a:pt x="457156" y="76750"/>
                </a:lnTo>
                <a:lnTo>
                  <a:pt x="456839" y="76740"/>
                </a:lnTo>
                <a:lnTo>
                  <a:pt x="456526" y="76723"/>
                </a:lnTo>
                <a:lnTo>
                  <a:pt x="456219" y="76699"/>
                </a:lnTo>
                <a:close/>
                <a:moveTo>
                  <a:pt x="585966" y="88327"/>
                </a:moveTo>
                <a:lnTo>
                  <a:pt x="586642" y="88289"/>
                </a:lnTo>
                <a:lnTo>
                  <a:pt x="587310" y="88243"/>
                </a:lnTo>
                <a:lnTo>
                  <a:pt x="587970" y="88188"/>
                </a:lnTo>
                <a:lnTo>
                  <a:pt x="588623" y="88125"/>
                </a:lnTo>
                <a:lnTo>
                  <a:pt x="589269" y="88053"/>
                </a:lnTo>
                <a:lnTo>
                  <a:pt x="589907" y="87973"/>
                </a:lnTo>
                <a:lnTo>
                  <a:pt x="590538" y="87884"/>
                </a:lnTo>
                <a:lnTo>
                  <a:pt x="591161" y="87787"/>
                </a:lnTo>
                <a:lnTo>
                  <a:pt x="591777" y="87682"/>
                </a:lnTo>
                <a:lnTo>
                  <a:pt x="592386" y="87568"/>
                </a:lnTo>
                <a:lnTo>
                  <a:pt x="592987" y="87445"/>
                </a:lnTo>
                <a:lnTo>
                  <a:pt x="593580" y="87315"/>
                </a:lnTo>
                <a:lnTo>
                  <a:pt x="594166" y="87175"/>
                </a:lnTo>
                <a:lnTo>
                  <a:pt x="594745" y="87028"/>
                </a:lnTo>
                <a:lnTo>
                  <a:pt x="595316" y="86872"/>
                </a:lnTo>
                <a:lnTo>
                  <a:pt x="595880" y="86707"/>
                </a:lnTo>
                <a:lnTo>
                  <a:pt x="596437" y="86534"/>
                </a:lnTo>
                <a:lnTo>
                  <a:pt x="596986" y="86353"/>
                </a:lnTo>
                <a:lnTo>
                  <a:pt x="597527" y="86163"/>
                </a:lnTo>
                <a:lnTo>
                  <a:pt x="598061" y="85964"/>
                </a:lnTo>
                <a:lnTo>
                  <a:pt x="598587" y="85757"/>
                </a:lnTo>
                <a:lnTo>
                  <a:pt x="599103" y="85542"/>
                </a:lnTo>
                <a:lnTo>
                  <a:pt x="599610" y="85318"/>
                </a:lnTo>
                <a:lnTo>
                  <a:pt x="600108" y="85085"/>
                </a:lnTo>
                <a:lnTo>
                  <a:pt x="600596" y="84843"/>
                </a:lnTo>
                <a:lnTo>
                  <a:pt x="601075" y="84593"/>
                </a:lnTo>
                <a:lnTo>
                  <a:pt x="601545" y="84334"/>
                </a:lnTo>
                <a:lnTo>
                  <a:pt x="602005" y="84067"/>
                </a:lnTo>
                <a:lnTo>
                  <a:pt x="602456" y="83791"/>
                </a:lnTo>
                <a:lnTo>
                  <a:pt x="602898" y="83506"/>
                </a:lnTo>
                <a:lnTo>
                  <a:pt x="603331" y="83212"/>
                </a:lnTo>
                <a:lnTo>
                  <a:pt x="603754" y="82910"/>
                </a:lnTo>
                <a:lnTo>
                  <a:pt x="604167" y="82599"/>
                </a:lnTo>
                <a:lnTo>
                  <a:pt x="604572" y="82280"/>
                </a:lnTo>
                <a:lnTo>
                  <a:pt x="604967" y="81952"/>
                </a:lnTo>
                <a:lnTo>
                  <a:pt x="605353" y="81615"/>
                </a:lnTo>
                <a:lnTo>
                  <a:pt x="605729" y="81269"/>
                </a:lnTo>
                <a:lnTo>
                  <a:pt x="606096" y="80915"/>
                </a:lnTo>
                <a:lnTo>
                  <a:pt x="606454" y="80553"/>
                </a:lnTo>
                <a:lnTo>
                  <a:pt x="606803" y="80181"/>
                </a:lnTo>
                <a:lnTo>
                  <a:pt x="607142" y="79801"/>
                </a:lnTo>
                <a:lnTo>
                  <a:pt x="607471" y="79412"/>
                </a:lnTo>
                <a:lnTo>
                  <a:pt x="607792" y="79015"/>
                </a:lnTo>
                <a:lnTo>
                  <a:pt x="608103" y="78609"/>
                </a:lnTo>
                <a:lnTo>
                  <a:pt x="608404" y="78194"/>
                </a:lnTo>
                <a:lnTo>
                  <a:pt x="608693" y="77771"/>
                </a:lnTo>
                <a:lnTo>
                  <a:pt x="608970" y="77339"/>
                </a:lnTo>
                <a:lnTo>
                  <a:pt x="609236" y="76899"/>
                </a:lnTo>
                <a:lnTo>
                  <a:pt x="609490" y="76450"/>
                </a:lnTo>
                <a:lnTo>
                  <a:pt x="609732" y="75992"/>
                </a:lnTo>
                <a:lnTo>
                  <a:pt x="609963" y="75526"/>
                </a:lnTo>
                <a:lnTo>
                  <a:pt x="610182" y="75052"/>
                </a:lnTo>
                <a:lnTo>
                  <a:pt x="610389" y="74569"/>
                </a:lnTo>
                <a:lnTo>
                  <a:pt x="610585" y="74077"/>
                </a:lnTo>
                <a:lnTo>
                  <a:pt x="610769" y="73577"/>
                </a:lnTo>
                <a:lnTo>
                  <a:pt x="610941" y="73068"/>
                </a:lnTo>
                <a:lnTo>
                  <a:pt x="611102" y="72551"/>
                </a:lnTo>
                <a:lnTo>
                  <a:pt x="611251" y="72025"/>
                </a:lnTo>
                <a:lnTo>
                  <a:pt x="611389" y="71491"/>
                </a:lnTo>
                <a:lnTo>
                  <a:pt x="611514" y="70948"/>
                </a:lnTo>
                <a:lnTo>
                  <a:pt x="611628" y="70396"/>
                </a:lnTo>
                <a:lnTo>
                  <a:pt x="611731" y="69836"/>
                </a:lnTo>
                <a:lnTo>
                  <a:pt x="611822" y="69267"/>
                </a:lnTo>
                <a:lnTo>
                  <a:pt x="611901" y="68690"/>
                </a:lnTo>
                <a:lnTo>
                  <a:pt x="611968" y="68105"/>
                </a:lnTo>
                <a:lnTo>
                  <a:pt x="612024" y="67510"/>
                </a:lnTo>
                <a:lnTo>
                  <a:pt x="612068" y="66908"/>
                </a:lnTo>
                <a:lnTo>
                  <a:pt x="612101" y="66296"/>
                </a:lnTo>
                <a:lnTo>
                  <a:pt x="595407" y="66296"/>
                </a:lnTo>
                <a:lnTo>
                  <a:pt x="595396" y="66698"/>
                </a:lnTo>
                <a:lnTo>
                  <a:pt x="595373" y="67092"/>
                </a:lnTo>
                <a:lnTo>
                  <a:pt x="595340" y="67478"/>
                </a:lnTo>
                <a:lnTo>
                  <a:pt x="595295" y="67855"/>
                </a:lnTo>
                <a:lnTo>
                  <a:pt x="595238" y="68224"/>
                </a:lnTo>
                <a:lnTo>
                  <a:pt x="595171" y="68584"/>
                </a:lnTo>
                <a:lnTo>
                  <a:pt x="595092" y="68936"/>
                </a:lnTo>
                <a:lnTo>
                  <a:pt x="595002" y="69280"/>
                </a:lnTo>
                <a:lnTo>
                  <a:pt x="594900" y="69616"/>
                </a:lnTo>
                <a:lnTo>
                  <a:pt x="594787" y="69943"/>
                </a:lnTo>
                <a:lnTo>
                  <a:pt x="594663" y="70261"/>
                </a:lnTo>
                <a:lnTo>
                  <a:pt x="594527" y="70572"/>
                </a:lnTo>
                <a:lnTo>
                  <a:pt x="594380" y="70874"/>
                </a:lnTo>
                <a:lnTo>
                  <a:pt x="594222" y="71167"/>
                </a:lnTo>
                <a:lnTo>
                  <a:pt x="594053" y="71452"/>
                </a:lnTo>
                <a:lnTo>
                  <a:pt x="593872" y="71729"/>
                </a:lnTo>
                <a:lnTo>
                  <a:pt x="593679" y="71998"/>
                </a:lnTo>
                <a:lnTo>
                  <a:pt x="593476" y="72258"/>
                </a:lnTo>
                <a:lnTo>
                  <a:pt x="593261" y="72510"/>
                </a:lnTo>
                <a:lnTo>
                  <a:pt x="593035" y="72753"/>
                </a:lnTo>
                <a:lnTo>
                  <a:pt x="592797" y="72989"/>
                </a:lnTo>
                <a:lnTo>
                  <a:pt x="592548" y="73215"/>
                </a:lnTo>
                <a:lnTo>
                  <a:pt x="592288" y="73434"/>
                </a:lnTo>
                <a:lnTo>
                  <a:pt x="592017" y="73644"/>
                </a:lnTo>
                <a:lnTo>
                  <a:pt x="591736" y="73845"/>
                </a:lnTo>
                <a:lnTo>
                  <a:pt x="591447" y="74038"/>
                </a:lnTo>
                <a:lnTo>
                  <a:pt x="591151" y="74223"/>
                </a:lnTo>
                <a:lnTo>
                  <a:pt x="590848" y="74399"/>
                </a:lnTo>
                <a:lnTo>
                  <a:pt x="590537" y="74566"/>
                </a:lnTo>
                <a:lnTo>
                  <a:pt x="590218" y="74725"/>
                </a:lnTo>
                <a:lnTo>
                  <a:pt x="589892" y="74875"/>
                </a:lnTo>
                <a:lnTo>
                  <a:pt x="589558" y="75016"/>
                </a:lnTo>
                <a:lnTo>
                  <a:pt x="589216" y="75149"/>
                </a:lnTo>
                <a:lnTo>
                  <a:pt x="588868" y="75274"/>
                </a:lnTo>
                <a:lnTo>
                  <a:pt x="588511" y="75389"/>
                </a:lnTo>
                <a:lnTo>
                  <a:pt x="588147" y="75497"/>
                </a:lnTo>
                <a:lnTo>
                  <a:pt x="587776" y="75595"/>
                </a:lnTo>
                <a:lnTo>
                  <a:pt x="587396" y="75685"/>
                </a:lnTo>
                <a:lnTo>
                  <a:pt x="587010" y="75767"/>
                </a:lnTo>
                <a:lnTo>
                  <a:pt x="586616" y="75840"/>
                </a:lnTo>
                <a:lnTo>
                  <a:pt x="586214" y="75904"/>
                </a:lnTo>
                <a:lnTo>
                  <a:pt x="585804" y="75960"/>
                </a:lnTo>
                <a:lnTo>
                  <a:pt x="585388" y="76007"/>
                </a:lnTo>
                <a:lnTo>
                  <a:pt x="584963" y="76046"/>
                </a:lnTo>
                <a:lnTo>
                  <a:pt x="584531" y="76076"/>
                </a:lnTo>
                <a:lnTo>
                  <a:pt x="584092" y="76097"/>
                </a:lnTo>
                <a:lnTo>
                  <a:pt x="583645" y="76110"/>
                </a:lnTo>
                <a:lnTo>
                  <a:pt x="583190" y="76114"/>
                </a:lnTo>
                <a:lnTo>
                  <a:pt x="582751" y="76110"/>
                </a:lnTo>
                <a:lnTo>
                  <a:pt x="582319" y="76098"/>
                </a:lnTo>
                <a:lnTo>
                  <a:pt x="581895" y="76077"/>
                </a:lnTo>
                <a:lnTo>
                  <a:pt x="581477" y="76048"/>
                </a:lnTo>
                <a:lnTo>
                  <a:pt x="581067" y="76011"/>
                </a:lnTo>
                <a:lnTo>
                  <a:pt x="580664" y="75965"/>
                </a:lnTo>
                <a:lnTo>
                  <a:pt x="580267" y="75911"/>
                </a:lnTo>
                <a:lnTo>
                  <a:pt x="579878" y="75849"/>
                </a:lnTo>
                <a:lnTo>
                  <a:pt x="579496" y="75779"/>
                </a:lnTo>
                <a:lnTo>
                  <a:pt x="579121" y="75700"/>
                </a:lnTo>
                <a:lnTo>
                  <a:pt x="578754" y="75613"/>
                </a:lnTo>
                <a:lnTo>
                  <a:pt x="578393" y="75518"/>
                </a:lnTo>
                <a:lnTo>
                  <a:pt x="578039" y="75414"/>
                </a:lnTo>
                <a:lnTo>
                  <a:pt x="577693" y="75302"/>
                </a:lnTo>
                <a:lnTo>
                  <a:pt x="577354" y="75182"/>
                </a:lnTo>
                <a:lnTo>
                  <a:pt x="577021" y="75054"/>
                </a:lnTo>
                <a:lnTo>
                  <a:pt x="576696" y="74917"/>
                </a:lnTo>
                <a:lnTo>
                  <a:pt x="576378" y="74772"/>
                </a:lnTo>
                <a:lnTo>
                  <a:pt x="576067" y="74619"/>
                </a:lnTo>
                <a:lnTo>
                  <a:pt x="575763" y="74457"/>
                </a:lnTo>
                <a:lnTo>
                  <a:pt x="575467" y="74287"/>
                </a:lnTo>
                <a:lnTo>
                  <a:pt x="575177" y="74109"/>
                </a:lnTo>
                <a:lnTo>
                  <a:pt x="574895" y="73922"/>
                </a:lnTo>
                <a:lnTo>
                  <a:pt x="574619" y="73728"/>
                </a:lnTo>
                <a:lnTo>
                  <a:pt x="574350" y="73526"/>
                </a:lnTo>
                <a:lnTo>
                  <a:pt x="574088" y="73319"/>
                </a:lnTo>
                <a:lnTo>
                  <a:pt x="573831" y="73107"/>
                </a:lnTo>
                <a:lnTo>
                  <a:pt x="573581" y="72889"/>
                </a:lnTo>
                <a:lnTo>
                  <a:pt x="573336" y="72666"/>
                </a:lnTo>
                <a:lnTo>
                  <a:pt x="573098" y="72437"/>
                </a:lnTo>
                <a:lnTo>
                  <a:pt x="572866" y="72204"/>
                </a:lnTo>
                <a:lnTo>
                  <a:pt x="572640" y="71965"/>
                </a:lnTo>
                <a:lnTo>
                  <a:pt x="572420" y="71720"/>
                </a:lnTo>
                <a:lnTo>
                  <a:pt x="572206" y="71470"/>
                </a:lnTo>
                <a:lnTo>
                  <a:pt x="571999" y="71215"/>
                </a:lnTo>
                <a:lnTo>
                  <a:pt x="571797" y="70955"/>
                </a:lnTo>
                <a:lnTo>
                  <a:pt x="571601" y="70689"/>
                </a:lnTo>
                <a:lnTo>
                  <a:pt x="571412" y="70418"/>
                </a:lnTo>
                <a:lnTo>
                  <a:pt x="571229" y="70142"/>
                </a:lnTo>
                <a:lnTo>
                  <a:pt x="571052" y="69860"/>
                </a:lnTo>
                <a:lnTo>
                  <a:pt x="570881" y="69573"/>
                </a:lnTo>
                <a:lnTo>
                  <a:pt x="570716" y="69280"/>
                </a:lnTo>
                <a:lnTo>
                  <a:pt x="570557" y="68982"/>
                </a:lnTo>
                <a:lnTo>
                  <a:pt x="570404" y="68679"/>
                </a:lnTo>
                <a:lnTo>
                  <a:pt x="570257" y="68371"/>
                </a:lnTo>
                <a:lnTo>
                  <a:pt x="570117" y="68057"/>
                </a:lnTo>
                <a:lnTo>
                  <a:pt x="569982" y="67738"/>
                </a:lnTo>
                <a:lnTo>
                  <a:pt x="569854" y="67413"/>
                </a:lnTo>
                <a:lnTo>
                  <a:pt x="569731" y="67085"/>
                </a:lnTo>
                <a:lnTo>
                  <a:pt x="569613" y="66755"/>
                </a:lnTo>
                <a:lnTo>
                  <a:pt x="569500" y="66423"/>
                </a:lnTo>
                <a:lnTo>
                  <a:pt x="569391" y="66089"/>
                </a:lnTo>
                <a:lnTo>
                  <a:pt x="569287" y="65752"/>
                </a:lnTo>
                <a:lnTo>
                  <a:pt x="569188" y="65414"/>
                </a:lnTo>
                <a:lnTo>
                  <a:pt x="569094" y="65073"/>
                </a:lnTo>
                <a:lnTo>
                  <a:pt x="569005" y="64731"/>
                </a:lnTo>
                <a:lnTo>
                  <a:pt x="568920" y="64386"/>
                </a:lnTo>
                <a:lnTo>
                  <a:pt x="568840" y="64040"/>
                </a:lnTo>
                <a:lnTo>
                  <a:pt x="568765" y="63691"/>
                </a:lnTo>
                <a:lnTo>
                  <a:pt x="568695" y="63340"/>
                </a:lnTo>
                <a:lnTo>
                  <a:pt x="568629" y="62988"/>
                </a:lnTo>
                <a:lnTo>
                  <a:pt x="568568" y="62633"/>
                </a:lnTo>
                <a:lnTo>
                  <a:pt x="568512" y="62276"/>
                </a:lnTo>
                <a:lnTo>
                  <a:pt x="568461" y="61917"/>
                </a:lnTo>
                <a:lnTo>
                  <a:pt x="568415" y="61556"/>
                </a:lnTo>
                <a:lnTo>
                  <a:pt x="568373" y="61193"/>
                </a:lnTo>
                <a:lnTo>
                  <a:pt x="568336" y="60828"/>
                </a:lnTo>
                <a:lnTo>
                  <a:pt x="568304" y="60461"/>
                </a:lnTo>
                <a:lnTo>
                  <a:pt x="568277" y="60092"/>
                </a:lnTo>
                <a:lnTo>
                  <a:pt x="568254" y="59721"/>
                </a:lnTo>
                <a:lnTo>
                  <a:pt x="568236" y="59348"/>
                </a:lnTo>
                <a:lnTo>
                  <a:pt x="568223" y="58973"/>
                </a:lnTo>
                <a:lnTo>
                  <a:pt x="612037" y="58973"/>
                </a:lnTo>
                <a:lnTo>
                  <a:pt x="612047" y="58912"/>
                </a:lnTo>
                <a:lnTo>
                  <a:pt x="612058" y="58850"/>
                </a:lnTo>
                <a:lnTo>
                  <a:pt x="612068" y="58785"/>
                </a:lnTo>
                <a:lnTo>
                  <a:pt x="612078" y="58718"/>
                </a:lnTo>
                <a:lnTo>
                  <a:pt x="612087" y="58649"/>
                </a:lnTo>
                <a:lnTo>
                  <a:pt x="612097" y="58578"/>
                </a:lnTo>
                <a:lnTo>
                  <a:pt x="612106" y="58505"/>
                </a:lnTo>
                <a:lnTo>
                  <a:pt x="612115" y="58430"/>
                </a:lnTo>
                <a:lnTo>
                  <a:pt x="612124" y="58353"/>
                </a:lnTo>
                <a:lnTo>
                  <a:pt x="612132" y="58273"/>
                </a:lnTo>
                <a:lnTo>
                  <a:pt x="612141" y="58191"/>
                </a:lnTo>
                <a:lnTo>
                  <a:pt x="612149" y="58108"/>
                </a:lnTo>
                <a:lnTo>
                  <a:pt x="612157" y="58022"/>
                </a:lnTo>
                <a:lnTo>
                  <a:pt x="612164" y="57934"/>
                </a:lnTo>
                <a:lnTo>
                  <a:pt x="612172" y="57843"/>
                </a:lnTo>
                <a:lnTo>
                  <a:pt x="612179" y="57751"/>
                </a:lnTo>
                <a:lnTo>
                  <a:pt x="612186" y="57657"/>
                </a:lnTo>
                <a:lnTo>
                  <a:pt x="612193" y="57560"/>
                </a:lnTo>
                <a:lnTo>
                  <a:pt x="612199" y="57461"/>
                </a:lnTo>
                <a:lnTo>
                  <a:pt x="612206" y="57360"/>
                </a:lnTo>
                <a:lnTo>
                  <a:pt x="612212" y="57257"/>
                </a:lnTo>
                <a:lnTo>
                  <a:pt x="612218" y="57152"/>
                </a:lnTo>
                <a:lnTo>
                  <a:pt x="612223" y="57045"/>
                </a:lnTo>
                <a:lnTo>
                  <a:pt x="612229" y="56936"/>
                </a:lnTo>
                <a:lnTo>
                  <a:pt x="612234" y="56826"/>
                </a:lnTo>
                <a:lnTo>
                  <a:pt x="612239" y="56719"/>
                </a:lnTo>
                <a:lnTo>
                  <a:pt x="612244" y="56613"/>
                </a:lnTo>
                <a:lnTo>
                  <a:pt x="612248" y="56509"/>
                </a:lnTo>
                <a:lnTo>
                  <a:pt x="612252" y="56407"/>
                </a:lnTo>
                <a:lnTo>
                  <a:pt x="612257" y="56308"/>
                </a:lnTo>
                <a:lnTo>
                  <a:pt x="612260" y="56210"/>
                </a:lnTo>
                <a:lnTo>
                  <a:pt x="612264" y="56113"/>
                </a:lnTo>
                <a:lnTo>
                  <a:pt x="612268" y="56019"/>
                </a:lnTo>
                <a:lnTo>
                  <a:pt x="612271" y="55927"/>
                </a:lnTo>
                <a:lnTo>
                  <a:pt x="612274" y="55836"/>
                </a:lnTo>
                <a:lnTo>
                  <a:pt x="612277" y="55748"/>
                </a:lnTo>
                <a:lnTo>
                  <a:pt x="612279" y="55661"/>
                </a:lnTo>
                <a:lnTo>
                  <a:pt x="612281" y="55577"/>
                </a:lnTo>
                <a:lnTo>
                  <a:pt x="612284" y="55494"/>
                </a:lnTo>
                <a:lnTo>
                  <a:pt x="612285" y="55413"/>
                </a:lnTo>
                <a:lnTo>
                  <a:pt x="612287" y="55334"/>
                </a:lnTo>
                <a:lnTo>
                  <a:pt x="612289" y="55257"/>
                </a:lnTo>
                <a:lnTo>
                  <a:pt x="612290" y="55182"/>
                </a:lnTo>
                <a:lnTo>
                  <a:pt x="612291" y="55109"/>
                </a:lnTo>
                <a:lnTo>
                  <a:pt x="612292" y="55038"/>
                </a:lnTo>
                <a:lnTo>
                  <a:pt x="612292" y="54968"/>
                </a:lnTo>
                <a:lnTo>
                  <a:pt x="612292" y="54901"/>
                </a:lnTo>
                <a:lnTo>
                  <a:pt x="612293" y="54835"/>
                </a:lnTo>
                <a:lnTo>
                  <a:pt x="612279" y="53576"/>
                </a:lnTo>
                <a:lnTo>
                  <a:pt x="612236" y="52341"/>
                </a:lnTo>
                <a:lnTo>
                  <a:pt x="612166" y="51130"/>
                </a:lnTo>
                <a:lnTo>
                  <a:pt x="612068" y="49944"/>
                </a:lnTo>
                <a:lnTo>
                  <a:pt x="611941" y="48782"/>
                </a:lnTo>
                <a:lnTo>
                  <a:pt x="611787" y="47644"/>
                </a:lnTo>
                <a:lnTo>
                  <a:pt x="611604" y="46531"/>
                </a:lnTo>
                <a:lnTo>
                  <a:pt x="611394" y="45442"/>
                </a:lnTo>
                <a:lnTo>
                  <a:pt x="611155" y="44378"/>
                </a:lnTo>
                <a:lnTo>
                  <a:pt x="610888" y="43337"/>
                </a:lnTo>
                <a:lnTo>
                  <a:pt x="610593" y="42322"/>
                </a:lnTo>
                <a:lnTo>
                  <a:pt x="610270" y="41330"/>
                </a:lnTo>
                <a:lnTo>
                  <a:pt x="609919" y="40363"/>
                </a:lnTo>
                <a:lnTo>
                  <a:pt x="609539" y="39420"/>
                </a:lnTo>
                <a:lnTo>
                  <a:pt x="609132" y="38502"/>
                </a:lnTo>
                <a:lnTo>
                  <a:pt x="608697" y="37608"/>
                </a:lnTo>
                <a:lnTo>
                  <a:pt x="608233" y="36738"/>
                </a:lnTo>
                <a:lnTo>
                  <a:pt x="607741" y="35893"/>
                </a:lnTo>
                <a:lnTo>
                  <a:pt x="607222" y="35072"/>
                </a:lnTo>
                <a:lnTo>
                  <a:pt x="606674" y="34276"/>
                </a:lnTo>
                <a:lnTo>
                  <a:pt x="606098" y="33504"/>
                </a:lnTo>
                <a:lnTo>
                  <a:pt x="605494" y="32756"/>
                </a:lnTo>
                <a:lnTo>
                  <a:pt x="604862" y="32032"/>
                </a:lnTo>
                <a:lnTo>
                  <a:pt x="604201" y="31333"/>
                </a:lnTo>
                <a:lnTo>
                  <a:pt x="603517" y="30661"/>
                </a:lnTo>
                <a:lnTo>
                  <a:pt x="602812" y="30017"/>
                </a:lnTo>
                <a:lnTo>
                  <a:pt x="602087" y="29401"/>
                </a:lnTo>
                <a:lnTo>
                  <a:pt x="601342" y="28814"/>
                </a:lnTo>
                <a:lnTo>
                  <a:pt x="600576" y="28256"/>
                </a:lnTo>
                <a:lnTo>
                  <a:pt x="599790" y="27727"/>
                </a:lnTo>
                <a:lnTo>
                  <a:pt x="598984" y="27226"/>
                </a:lnTo>
                <a:lnTo>
                  <a:pt x="598157" y="26754"/>
                </a:lnTo>
                <a:lnTo>
                  <a:pt x="597310" y="26310"/>
                </a:lnTo>
                <a:lnTo>
                  <a:pt x="596443" y="25895"/>
                </a:lnTo>
                <a:lnTo>
                  <a:pt x="595555" y="25509"/>
                </a:lnTo>
                <a:lnTo>
                  <a:pt x="594647" y="25151"/>
                </a:lnTo>
                <a:lnTo>
                  <a:pt x="593719" y="24822"/>
                </a:lnTo>
                <a:lnTo>
                  <a:pt x="592770" y="24521"/>
                </a:lnTo>
                <a:lnTo>
                  <a:pt x="591801" y="24249"/>
                </a:lnTo>
                <a:lnTo>
                  <a:pt x="590812" y="24006"/>
                </a:lnTo>
                <a:lnTo>
                  <a:pt x="589803" y="23791"/>
                </a:lnTo>
                <a:lnTo>
                  <a:pt x="588773" y="23605"/>
                </a:lnTo>
                <a:lnTo>
                  <a:pt x="587723" y="23448"/>
                </a:lnTo>
                <a:lnTo>
                  <a:pt x="586652" y="23319"/>
                </a:lnTo>
                <a:lnTo>
                  <a:pt x="585561" y="23219"/>
                </a:lnTo>
                <a:lnTo>
                  <a:pt x="584450" y="23147"/>
                </a:lnTo>
                <a:lnTo>
                  <a:pt x="583318" y="23104"/>
                </a:lnTo>
                <a:lnTo>
                  <a:pt x="582167" y="23090"/>
                </a:lnTo>
                <a:lnTo>
                  <a:pt x="581335" y="23097"/>
                </a:lnTo>
                <a:lnTo>
                  <a:pt x="580515" y="23117"/>
                </a:lnTo>
                <a:lnTo>
                  <a:pt x="579706" y="23151"/>
                </a:lnTo>
                <a:lnTo>
                  <a:pt x="578907" y="23199"/>
                </a:lnTo>
                <a:lnTo>
                  <a:pt x="578120" y="23260"/>
                </a:lnTo>
                <a:lnTo>
                  <a:pt x="577344" y="23335"/>
                </a:lnTo>
                <a:lnTo>
                  <a:pt x="576578" y="23423"/>
                </a:lnTo>
                <a:lnTo>
                  <a:pt x="575824" y="23525"/>
                </a:lnTo>
                <a:lnTo>
                  <a:pt x="575080" y="23641"/>
                </a:lnTo>
                <a:lnTo>
                  <a:pt x="574348" y="23770"/>
                </a:lnTo>
                <a:lnTo>
                  <a:pt x="573627" y="23913"/>
                </a:lnTo>
                <a:lnTo>
                  <a:pt x="572916" y="24069"/>
                </a:lnTo>
                <a:lnTo>
                  <a:pt x="572217" y="24239"/>
                </a:lnTo>
                <a:lnTo>
                  <a:pt x="571528" y="24423"/>
                </a:lnTo>
                <a:lnTo>
                  <a:pt x="570851" y="24620"/>
                </a:lnTo>
                <a:lnTo>
                  <a:pt x="570185" y="24830"/>
                </a:lnTo>
                <a:lnTo>
                  <a:pt x="569529" y="25055"/>
                </a:lnTo>
                <a:lnTo>
                  <a:pt x="568885" y="25293"/>
                </a:lnTo>
                <a:lnTo>
                  <a:pt x="568251" y="25544"/>
                </a:lnTo>
                <a:lnTo>
                  <a:pt x="567629" y="25809"/>
                </a:lnTo>
                <a:lnTo>
                  <a:pt x="567017" y="26088"/>
                </a:lnTo>
                <a:lnTo>
                  <a:pt x="566417" y="26380"/>
                </a:lnTo>
                <a:lnTo>
                  <a:pt x="565827" y="26686"/>
                </a:lnTo>
                <a:lnTo>
                  <a:pt x="565249" y="27006"/>
                </a:lnTo>
                <a:lnTo>
                  <a:pt x="564682" y="27338"/>
                </a:lnTo>
                <a:lnTo>
                  <a:pt x="564126" y="27682"/>
                </a:lnTo>
                <a:lnTo>
                  <a:pt x="563582" y="28037"/>
                </a:lnTo>
                <a:lnTo>
                  <a:pt x="563049" y="28404"/>
                </a:lnTo>
                <a:lnTo>
                  <a:pt x="562528" y="28782"/>
                </a:lnTo>
                <a:lnTo>
                  <a:pt x="562019" y="29172"/>
                </a:lnTo>
                <a:lnTo>
                  <a:pt x="561521" y="29574"/>
                </a:lnTo>
                <a:lnTo>
                  <a:pt x="561034" y="29987"/>
                </a:lnTo>
                <a:lnTo>
                  <a:pt x="560560" y="30411"/>
                </a:lnTo>
                <a:lnTo>
                  <a:pt x="560096" y="30848"/>
                </a:lnTo>
                <a:lnTo>
                  <a:pt x="559645" y="31295"/>
                </a:lnTo>
                <a:lnTo>
                  <a:pt x="559204" y="31755"/>
                </a:lnTo>
                <a:lnTo>
                  <a:pt x="558776" y="32226"/>
                </a:lnTo>
                <a:lnTo>
                  <a:pt x="558359" y="32709"/>
                </a:lnTo>
                <a:lnTo>
                  <a:pt x="557953" y="33203"/>
                </a:lnTo>
                <a:lnTo>
                  <a:pt x="557559" y="33708"/>
                </a:lnTo>
                <a:lnTo>
                  <a:pt x="557177" y="34226"/>
                </a:lnTo>
                <a:lnTo>
                  <a:pt x="556806" y="34755"/>
                </a:lnTo>
                <a:lnTo>
                  <a:pt x="556447" y="35295"/>
                </a:lnTo>
                <a:lnTo>
                  <a:pt x="556099" y="35847"/>
                </a:lnTo>
                <a:lnTo>
                  <a:pt x="555763" y="36411"/>
                </a:lnTo>
                <a:lnTo>
                  <a:pt x="555438" y="36986"/>
                </a:lnTo>
                <a:lnTo>
                  <a:pt x="555125" y="37573"/>
                </a:lnTo>
                <a:lnTo>
                  <a:pt x="554823" y="38171"/>
                </a:lnTo>
                <a:lnTo>
                  <a:pt x="554533" y="38780"/>
                </a:lnTo>
                <a:lnTo>
                  <a:pt x="554256" y="39398"/>
                </a:lnTo>
                <a:lnTo>
                  <a:pt x="553991" y="40026"/>
                </a:lnTo>
                <a:lnTo>
                  <a:pt x="553738" y="40664"/>
                </a:lnTo>
                <a:lnTo>
                  <a:pt x="553498" y="41312"/>
                </a:lnTo>
                <a:lnTo>
                  <a:pt x="553270" y="41969"/>
                </a:lnTo>
                <a:lnTo>
                  <a:pt x="553054" y="42636"/>
                </a:lnTo>
                <a:lnTo>
                  <a:pt x="552851" y="43312"/>
                </a:lnTo>
                <a:lnTo>
                  <a:pt x="552660" y="43998"/>
                </a:lnTo>
                <a:lnTo>
                  <a:pt x="552481" y="44694"/>
                </a:lnTo>
                <a:lnTo>
                  <a:pt x="552315" y="45400"/>
                </a:lnTo>
                <a:lnTo>
                  <a:pt x="552161" y="46115"/>
                </a:lnTo>
                <a:lnTo>
                  <a:pt x="552019" y="46840"/>
                </a:lnTo>
                <a:lnTo>
                  <a:pt x="551890" y="47574"/>
                </a:lnTo>
                <a:lnTo>
                  <a:pt x="551772" y="48318"/>
                </a:lnTo>
                <a:lnTo>
                  <a:pt x="551668" y="49072"/>
                </a:lnTo>
                <a:lnTo>
                  <a:pt x="551575" y="49836"/>
                </a:lnTo>
                <a:lnTo>
                  <a:pt x="551495" y="50609"/>
                </a:lnTo>
                <a:lnTo>
                  <a:pt x="551427" y="51392"/>
                </a:lnTo>
                <a:lnTo>
                  <a:pt x="551372" y="52184"/>
                </a:lnTo>
                <a:lnTo>
                  <a:pt x="551329" y="52986"/>
                </a:lnTo>
                <a:lnTo>
                  <a:pt x="551298" y="53798"/>
                </a:lnTo>
                <a:lnTo>
                  <a:pt x="551279" y="54620"/>
                </a:lnTo>
                <a:lnTo>
                  <a:pt x="551273" y="55451"/>
                </a:lnTo>
                <a:lnTo>
                  <a:pt x="551280" y="56308"/>
                </a:lnTo>
                <a:lnTo>
                  <a:pt x="551299" y="57156"/>
                </a:lnTo>
                <a:lnTo>
                  <a:pt x="551330" y="57993"/>
                </a:lnTo>
                <a:lnTo>
                  <a:pt x="551375" y="58820"/>
                </a:lnTo>
                <a:lnTo>
                  <a:pt x="551431" y="59636"/>
                </a:lnTo>
                <a:lnTo>
                  <a:pt x="551501" y="60443"/>
                </a:lnTo>
                <a:lnTo>
                  <a:pt x="551583" y="61238"/>
                </a:lnTo>
                <a:lnTo>
                  <a:pt x="551678" y="62024"/>
                </a:lnTo>
                <a:lnTo>
                  <a:pt x="551786" y="62799"/>
                </a:lnTo>
                <a:lnTo>
                  <a:pt x="551906" y="63564"/>
                </a:lnTo>
                <a:lnTo>
                  <a:pt x="552039" y="64318"/>
                </a:lnTo>
                <a:lnTo>
                  <a:pt x="552185" y="65062"/>
                </a:lnTo>
                <a:lnTo>
                  <a:pt x="552343" y="65796"/>
                </a:lnTo>
                <a:lnTo>
                  <a:pt x="552514" y="66520"/>
                </a:lnTo>
                <a:lnTo>
                  <a:pt x="552697" y="67233"/>
                </a:lnTo>
                <a:lnTo>
                  <a:pt x="552894" y="67936"/>
                </a:lnTo>
                <a:lnTo>
                  <a:pt x="553102" y="68628"/>
                </a:lnTo>
                <a:lnTo>
                  <a:pt x="553324" y="69310"/>
                </a:lnTo>
                <a:lnTo>
                  <a:pt x="553558" y="69982"/>
                </a:lnTo>
                <a:lnTo>
                  <a:pt x="553805" y="70643"/>
                </a:lnTo>
                <a:lnTo>
                  <a:pt x="554065" y="71295"/>
                </a:lnTo>
                <a:lnTo>
                  <a:pt x="554337" y="71935"/>
                </a:lnTo>
                <a:lnTo>
                  <a:pt x="554622" y="72566"/>
                </a:lnTo>
                <a:lnTo>
                  <a:pt x="554919" y="73186"/>
                </a:lnTo>
                <a:lnTo>
                  <a:pt x="555229" y="73795"/>
                </a:lnTo>
                <a:lnTo>
                  <a:pt x="555551" y="74392"/>
                </a:lnTo>
                <a:lnTo>
                  <a:pt x="555884" y="74976"/>
                </a:lnTo>
                <a:lnTo>
                  <a:pt x="556230" y="75549"/>
                </a:lnTo>
                <a:lnTo>
                  <a:pt x="556588" y="76110"/>
                </a:lnTo>
                <a:lnTo>
                  <a:pt x="556958" y="76658"/>
                </a:lnTo>
                <a:lnTo>
                  <a:pt x="557340" y="77195"/>
                </a:lnTo>
                <a:lnTo>
                  <a:pt x="557733" y="77720"/>
                </a:lnTo>
                <a:lnTo>
                  <a:pt x="558139" y="78232"/>
                </a:lnTo>
                <a:lnTo>
                  <a:pt x="558557" y="78733"/>
                </a:lnTo>
                <a:lnTo>
                  <a:pt x="558987" y="79222"/>
                </a:lnTo>
                <a:lnTo>
                  <a:pt x="559428" y="79698"/>
                </a:lnTo>
                <a:lnTo>
                  <a:pt x="559882" y="80163"/>
                </a:lnTo>
                <a:lnTo>
                  <a:pt x="560348" y="80615"/>
                </a:lnTo>
                <a:lnTo>
                  <a:pt x="560826" y="81056"/>
                </a:lnTo>
                <a:lnTo>
                  <a:pt x="561315" y="81484"/>
                </a:lnTo>
                <a:lnTo>
                  <a:pt x="561817" y="81901"/>
                </a:lnTo>
                <a:lnTo>
                  <a:pt x="562331" y="82305"/>
                </a:lnTo>
                <a:lnTo>
                  <a:pt x="562856" y="82697"/>
                </a:lnTo>
                <a:lnTo>
                  <a:pt x="563394" y="83078"/>
                </a:lnTo>
                <a:lnTo>
                  <a:pt x="563944" y="83446"/>
                </a:lnTo>
                <a:lnTo>
                  <a:pt x="564505" y="83803"/>
                </a:lnTo>
                <a:lnTo>
                  <a:pt x="565079" y="84147"/>
                </a:lnTo>
                <a:lnTo>
                  <a:pt x="565665" y="84479"/>
                </a:lnTo>
                <a:lnTo>
                  <a:pt x="566262" y="84799"/>
                </a:lnTo>
                <a:lnTo>
                  <a:pt x="566871" y="85105"/>
                </a:lnTo>
                <a:lnTo>
                  <a:pt x="567492" y="85397"/>
                </a:lnTo>
                <a:lnTo>
                  <a:pt x="568124" y="85676"/>
                </a:lnTo>
                <a:lnTo>
                  <a:pt x="568767" y="85941"/>
                </a:lnTo>
                <a:lnTo>
                  <a:pt x="569422" y="86192"/>
                </a:lnTo>
                <a:lnTo>
                  <a:pt x="570089" y="86430"/>
                </a:lnTo>
                <a:lnTo>
                  <a:pt x="570767" y="86655"/>
                </a:lnTo>
                <a:lnTo>
                  <a:pt x="571457" y="86865"/>
                </a:lnTo>
                <a:lnTo>
                  <a:pt x="572158" y="87062"/>
                </a:lnTo>
                <a:lnTo>
                  <a:pt x="572871" y="87246"/>
                </a:lnTo>
                <a:lnTo>
                  <a:pt x="573596" y="87416"/>
                </a:lnTo>
                <a:lnTo>
                  <a:pt x="574332" y="87572"/>
                </a:lnTo>
                <a:lnTo>
                  <a:pt x="575079" y="87715"/>
                </a:lnTo>
                <a:lnTo>
                  <a:pt x="575838" y="87844"/>
                </a:lnTo>
                <a:lnTo>
                  <a:pt x="576609" y="87960"/>
                </a:lnTo>
                <a:lnTo>
                  <a:pt x="577391" y="88062"/>
                </a:lnTo>
                <a:lnTo>
                  <a:pt x="578185" y="88150"/>
                </a:lnTo>
                <a:lnTo>
                  <a:pt x="578990" y="88225"/>
                </a:lnTo>
                <a:lnTo>
                  <a:pt x="579807" y="88286"/>
                </a:lnTo>
                <a:lnTo>
                  <a:pt x="580636" y="88334"/>
                </a:lnTo>
                <a:lnTo>
                  <a:pt x="581476" y="88368"/>
                </a:lnTo>
                <a:lnTo>
                  <a:pt x="582327" y="88388"/>
                </a:lnTo>
                <a:lnTo>
                  <a:pt x="583190" y="88395"/>
                </a:lnTo>
                <a:lnTo>
                  <a:pt x="583895" y="88391"/>
                </a:lnTo>
                <a:lnTo>
                  <a:pt x="584593" y="88378"/>
                </a:lnTo>
                <a:lnTo>
                  <a:pt x="585283" y="88357"/>
                </a:lnTo>
                <a:lnTo>
                  <a:pt x="585966" y="88327"/>
                </a:lnTo>
                <a:close/>
                <a:moveTo>
                  <a:pt x="568636" y="46140"/>
                </a:moveTo>
                <a:lnTo>
                  <a:pt x="568721" y="45645"/>
                </a:lnTo>
                <a:lnTo>
                  <a:pt x="568817" y="45160"/>
                </a:lnTo>
                <a:lnTo>
                  <a:pt x="568924" y="44687"/>
                </a:lnTo>
                <a:lnTo>
                  <a:pt x="569044" y="44224"/>
                </a:lnTo>
                <a:lnTo>
                  <a:pt x="569175" y="43772"/>
                </a:lnTo>
                <a:lnTo>
                  <a:pt x="569318" y="43331"/>
                </a:lnTo>
                <a:lnTo>
                  <a:pt x="569472" y="42901"/>
                </a:lnTo>
                <a:lnTo>
                  <a:pt x="569638" y="42481"/>
                </a:lnTo>
                <a:lnTo>
                  <a:pt x="569816" y="42072"/>
                </a:lnTo>
                <a:lnTo>
                  <a:pt x="570005" y="41674"/>
                </a:lnTo>
                <a:lnTo>
                  <a:pt x="570206" y="41286"/>
                </a:lnTo>
                <a:lnTo>
                  <a:pt x="570419" y="40910"/>
                </a:lnTo>
                <a:lnTo>
                  <a:pt x="570643" y="40544"/>
                </a:lnTo>
                <a:lnTo>
                  <a:pt x="570879" y="40188"/>
                </a:lnTo>
                <a:lnTo>
                  <a:pt x="571127" y="39844"/>
                </a:lnTo>
                <a:lnTo>
                  <a:pt x="571386" y="39510"/>
                </a:lnTo>
                <a:lnTo>
                  <a:pt x="571657" y="39187"/>
                </a:lnTo>
                <a:lnTo>
                  <a:pt x="571940" y="38875"/>
                </a:lnTo>
                <a:lnTo>
                  <a:pt x="572234" y="38574"/>
                </a:lnTo>
                <a:lnTo>
                  <a:pt x="572540" y="38283"/>
                </a:lnTo>
                <a:lnTo>
                  <a:pt x="572856" y="38004"/>
                </a:lnTo>
                <a:lnTo>
                  <a:pt x="573179" y="37736"/>
                </a:lnTo>
                <a:lnTo>
                  <a:pt x="573509" y="37481"/>
                </a:lnTo>
                <a:lnTo>
                  <a:pt x="573847" y="37237"/>
                </a:lnTo>
                <a:lnTo>
                  <a:pt x="574193" y="37005"/>
                </a:lnTo>
                <a:lnTo>
                  <a:pt x="574545" y="36785"/>
                </a:lnTo>
                <a:lnTo>
                  <a:pt x="574905" y="36577"/>
                </a:lnTo>
                <a:lnTo>
                  <a:pt x="575273" y="36381"/>
                </a:lnTo>
                <a:lnTo>
                  <a:pt x="575648" y="36197"/>
                </a:lnTo>
                <a:lnTo>
                  <a:pt x="576031" y="36024"/>
                </a:lnTo>
                <a:lnTo>
                  <a:pt x="576421" y="35864"/>
                </a:lnTo>
                <a:lnTo>
                  <a:pt x="576818" y="35715"/>
                </a:lnTo>
                <a:lnTo>
                  <a:pt x="577223" y="35578"/>
                </a:lnTo>
                <a:lnTo>
                  <a:pt x="577635" y="35453"/>
                </a:lnTo>
                <a:lnTo>
                  <a:pt x="578055" y="35341"/>
                </a:lnTo>
                <a:lnTo>
                  <a:pt x="578482" y="35239"/>
                </a:lnTo>
                <a:lnTo>
                  <a:pt x="578916" y="35150"/>
                </a:lnTo>
                <a:lnTo>
                  <a:pt x="579358" y="35073"/>
                </a:lnTo>
                <a:lnTo>
                  <a:pt x="579808" y="35008"/>
                </a:lnTo>
                <a:lnTo>
                  <a:pt x="580265" y="34954"/>
                </a:lnTo>
                <a:lnTo>
                  <a:pt x="580729" y="34913"/>
                </a:lnTo>
                <a:lnTo>
                  <a:pt x="581201" y="34883"/>
                </a:lnTo>
                <a:lnTo>
                  <a:pt x="581680" y="34865"/>
                </a:lnTo>
                <a:lnTo>
                  <a:pt x="582167" y="34859"/>
                </a:lnTo>
                <a:lnTo>
                  <a:pt x="582643" y="34865"/>
                </a:lnTo>
                <a:lnTo>
                  <a:pt x="583112" y="34882"/>
                </a:lnTo>
                <a:lnTo>
                  <a:pt x="583573" y="34911"/>
                </a:lnTo>
                <a:lnTo>
                  <a:pt x="584028" y="34951"/>
                </a:lnTo>
                <a:lnTo>
                  <a:pt x="584475" y="35003"/>
                </a:lnTo>
                <a:lnTo>
                  <a:pt x="584915" y="35067"/>
                </a:lnTo>
                <a:lnTo>
                  <a:pt x="585348" y="35142"/>
                </a:lnTo>
                <a:lnTo>
                  <a:pt x="585773" y="35229"/>
                </a:lnTo>
                <a:lnTo>
                  <a:pt x="586192" y="35327"/>
                </a:lnTo>
                <a:lnTo>
                  <a:pt x="586603" y="35436"/>
                </a:lnTo>
                <a:lnTo>
                  <a:pt x="587007" y="35558"/>
                </a:lnTo>
                <a:lnTo>
                  <a:pt x="587404" y="35691"/>
                </a:lnTo>
                <a:lnTo>
                  <a:pt x="587793" y="35835"/>
                </a:lnTo>
                <a:lnTo>
                  <a:pt x="588175" y="35991"/>
                </a:lnTo>
                <a:lnTo>
                  <a:pt x="588550" y="36158"/>
                </a:lnTo>
                <a:lnTo>
                  <a:pt x="588918" y="36337"/>
                </a:lnTo>
                <a:lnTo>
                  <a:pt x="589279" y="36528"/>
                </a:lnTo>
                <a:lnTo>
                  <a:pt x="589632" y="36730"/>
                </a:lnTo>
                <a:lnTo>
                  <a:pt x="589978" y="36944"/>
                </a:lnTo>
                <a:lnTo>
                  <a:pt x="590317" y="37169"/>
                </a:lnTo>
                <a:lnTo>
                  <a:pt x="590649" y="37406"/>
                </a:lnTo>
                <a:lnTo>
                  <a:pt x="590974" y="37654"/>
                </a:lnTo>
                <a:lnTo>
                  <a:pt x="591291" y="37914"/>
                </a:lnTo>
                <a:lnTo>
                  <a:pt x="591601" y="38185"/>
                </a:lnTo>
                <a:lnTo>
                  <a:pt x="591901" y="38468"/>
                </a:lnTo>
                <a:lnTo>
                  <a:pt x="592190" y="38763"/>
                </a:lnTo>
                <a:lnTo>
                  <a:pt x="592466" y="39070"/>
                </a:lnTo>
                <a:lnTo>
                  <a:pt x="592730" y="39388"/>
                </a:lnTo>
                <a:lnTo>
                  <a:pt x="592982" y="39718"/>
                </a:lnTo>
                <a:lnTo>
                  <a:pt x="593222" y="40060"/>
                </a:lnTo>
                <a:lnTo>
                  <a:pt x="593450" y="40414"/>
                </a:lnTo>
                <a:lnTo>
                  <a:pt x="593666" y="40779"/>
                </a:lnTo>
                <a:lnTo>
                  <a:pt x="593869" y="41156"/>
                </a:lnTo>
                <a:lnTo>
                  <a:pt x="594061" y="41545"/>
                </a:lnTo>
                <a:lnTo>
                  <a:pt x="594240" y="41946"/>
                </a:lnTo>
                <a:lnTo>
                  <a:pt x="594407" y="42359"/>
                </a:lnTo>
                <a:lnTo>
                  <a:pt x="594563" y="42783"/>
                </a:lnTo>
                <a:lnTo>
                  <a:pt x="594706" y="43219"/>
                </a:lnTo>
                <a:lnTo>
                  <a:pt x="594837" y="43667"/>
                </a:lnTo>
                <a:lnTo>
                  <a:pt x="594955" y="44126"/>
                </a:lnTo>
                <a:lnTo>
                  <a:pt x="595062" y="44598"/>
                </a:lnTo>
                <a:lnTo>
                  <a:pt x="595157" y="45081"/>
                </a:lnTo>
                <a:lnTo>
                  <a:pt x="595239" y="45576"/>
                </a:lnTo>
                <a:lnTo>
                  <a:pt x="595310" y="46083"/>
                </a:lnTo>
                <a:lnTo>
                  <a:pt x="595368" y="46601"/>
                </a:lnTo>
                <a:lnTo>
                  <a:pt x="595415" y="47131"/>
                </a:lnTo>
                <a:lnTo>
                  <a:pt x="595449" y="47673"/>
                </a:lnTo>
                <a:lnTo>
                  <a:pt x="595471" y="48227"/>
                </a:lnTo>
                <a:lnTo>
                  <a:pt x="568415" y="48227"/>
                </a:lnTo>
                <a:lnTo>
                  <a:pt x="568453" y="47689"/>
                </a:lnTo>
                <a:lnTo>
                  <a:pt x="568502" y="47162"/>
                </a:lnTo>
                <a:lnTo>
                  <a:pt x="568563" y="46645"/>
                </a:lnTo>
                <a:lnTo>
                  <a:pt x="568636" y="46140"/>
                </a:lnTo>
                <a:close/>
                <a:moveTo>
                  <a:pt x="653971" y="88364"/>
                </a:moveTo>
                <a:lnTo>
                  <a:pt x="654402" y="88347"/>
                </a:lnTo>
                <a:lnTo>
                  <a:pt x="654833" y="88326"/>
                </a:lnTo>
                <a:lnTo>
                  <a:pt x="655262" y="88301"/>
                </a:lnTo>
                <a:lnTo>
                  <a:pt x="655690" y="88273"/>
                </a:lnTo>
                <a:lnTo>
                  <a:pt x="656116" y="88240"/>
                </a:lnTo>
                <a:lnTo>
                  <a:pt x="656542" y="88204"/>
                </a:lnTo>
                <a:lnTo>
                  <a:pt x="656966" y="88164"/>
                </a:lnTo>
                <a:lnTo>
                  <a:pt x="657389" y="88120"/>
                </a:lnTo>
                <a:lnTo>
                  <a:pt x="657811" y="88072"/>
                </a:lnTo>
                <a:lnTo>
                  <a:pt x="658231" y="88021"/>
                </a:lnTo>
                <a:lnTo>
                  <a:pt x="658651" y="87965"/>
                </a:lnTo>
                <a:lnTo>
                  <a:pt x="659069" y="87906"/>
                </a:lnTo>
                <a:lnTo>
                  <a:pt x="659486" y="87843"/>
                </a:lnTo>
                <a:lnTo>
                  <a:pt x="659902" y="87777"/>
                </a:lnTo>
                <a:lnTo>
                  <a:pt x="660316" y="87706"/>
                </a:lnTo>
                <a:lnTo>
                  <a:pt x="660729" y="87631"/>
                </a:lnTo>
                <a:lnTo>
                  <a:pt x="661141" y="87553"/>
                </a:lnTo>
                <a:lnTo>
                  <a:pt x="661552" y="87471"/>
                </a:lnTo>
                <a:lnTo>
                  <a:pt x="661962" y="87385"/>
                </a:lnTo>
                <a:lnTo>
                  <a:pt x="662370" y="87296"/>
                </a:lnTo>
                <a:lnTo>
                  <a:pt x="662776" y="87202"/>
                </a:lnTo>
                <a:lnTo>
                  <a:pt x="663178" y="87103"/>
                </a:lnTo>
                <a:lnTo>
                  <a:pt x="663576" y="87000"/>
                </a:lnTo>
                <a:lnTo>
                  <a:pt x="663971" y="86892"/>
                </a:lnTo>
                <a:lnTo>
                  <a:pt x="664362" y="86780"/>
                </a:lnTo>
                <a:lnTo>
                  <a:pt x="664749" y="86663"/>
                </a:lnTo>
                <a:lnTo>
                  <a:pt x="665132" y="86542"/>
                </a:lnTo>
                <a:lnTo>
                  <a:pt x="665511" y="86415"/>
                </a:lnTo>
                <a:lnTo>
                  <a:pt x="665887" y="86285"/>
                </a:lnTo>
                <a:lnTo>
                  <a:pt x="666259" y="86149"/>
                </a:lnTo>
                <a:lnTo>
                  <a:pt x="666627" y="86009"/>
                </a:lnTo>
                <a:lnTo>
                  <a:pt x="666991" y="85865"/>
                </a:lnTo>
                <a:lnTo>
                  <a:pt x="667352" y="85716"/>
                </a:lnTo>
                <a:lnTo>
                  <a:pt x="667709" y="85562"/>
                </a:lnTo>
                <a:lnTo>
                  <a:pt x="668062" y="85404"/>
                </a:lnTo>
                <a:lnTo>
                  <a:pt x="668411" y="85241"/>
                </a:lnTo>
                <a:lnTo>
                  <a:pt x="668756" y="85073"/>
                </a:lnTo>
                <a:lnTo>
                  <a:pt x="669098" y="84901"/>
                </a:lnTo>
                <a:lnTo>
                  <a:pt x="669436" y="84724"/>
                </a:lnTo>
                <a:lnTo>
                  <a:pt x="669770" y="84543"/>
                </a:lnTo>
                <a:lnTo>
                  <a:pt x="670100" y="84357"/>
                </a:lnTo>
                <a:lnTo>
                  <a:pt x="670427" y="84167"/>
                </a:lnTo>
                <a:lnTo>
                  <a:pt x="670750" y="83971"/>
                </a:lnTo>
                <a:lnTo>
                  <a:pt x="671069" y="83772"/>
                </a:lnTo>
                <a:lnTo>
                  <a:pt x="671383" y="83567"/>
                </a:lnTo>
                <a:lnTo>
                  <a:pt x="671693" y="83357"/>
                </a:lnTo>
                <a:lnTo>
                  <a:pt x="671996" y="83142"/>
                </a:lnTo>
                <a:lnTo>
                  <a:pt x="672295" y="82921"/>
                </a:lnTo>
                <a:lnTo>
                  <a:pt x="672588" y="82695"/>
                </a:lnTo>
                <a:lnTo>
                  <a:pt x="672876" y="82464"/>
                </a:lnTo>
                <a:lnTo>
                  <a:pt x="673158" y="82228"/>
                </a:lnTo>
                <a:lnTo>
                  <a:pt x="673435" y="81987"/>
                </a:lnTo>
                <a:lnTo>
                  <a:pt x="673707" y="81740"/>
                </a:lnTo>
                <a:lnTo>
                  <a:pt x="673974" y="81487"/>
                </a:lnTo>
                <a:lnTo>
                  <a:pt x="674235" y="81230"/>
                </a:lnTo>
                <a:lnTo>
                  <a:pt x="674491" y="80967"/>
                </a:lnTo>
                <a:lnTo>
                  <a:pt x="674741" y="80699"/>
                </a:lnTo>
                <a:lnTo>
                  <a:pt x="674987" y="80426"/>
                </a:lnTo>
                <a:lnTo>
                  <a:pt x="675226" y="80148"/>
                </a:lnTo>
                <a:lnTo>
                  <a:pt x="675461" y="79864"/>
                </a:lnTo>
                <a:lnTo>
                  <a:pt x="675690" y="79575"/>
                </a:lnTo>
                <a:lnTo>
                  <a:pt x="675914" y="79280"/>
                </a:lnTo>
                <a:lnTo>
                  <a:pt x="676133" y="78981"/>
                </a:lnTo>
                <a:lnTo>
                  <a:pt x="676346" y="78676"/>
                </a:lnTo>
                <a:lnTo>
                  <a:pt x="676554" y="78366"/>
                </a:lnTo>
                <a:lnTo>
                  <a:pt x="676756" y="78050"/>
                </a:lnTo>
                <a:lnTo>
                  <a:pt x="676953" y="77729"/>
                </a:lnTo>
                <a:lnTo>
                  <a:pt x="677145" y="77403"/>
                </a:lnTo>
                <a:lnTo>
                  <a:pt x="677331" y="77072"/>
                </a:lnTo>
                <a:lnTo>
                  <a:pt x="677508" y="76734"/>
                </a:lnTo>
                <a:lnTo>
                  <a:pt x="677677" y="76390"/>
                </a:lnTo>
                <a:lnTo>
                  <a:pt x="677839" y="76040"/>
                </a:lnTo>
                <a:lnTo>
                  <a:pt x="677993" y="75684"/>
                </a:lnTo>
                <a:lnTo>
                  <a:pt x="678139" y="75322"/>
                </a:lnTo>
                <a:lnTo>
                  <a:pt x="678277" y="74954"/>
                </a:lnTo>
                <a:lnTo>
                  <a:pt x="678407" y="74580"/>
                </a:lnTo>
                <a:lnTo>
                  <a:pt x="678529" y="74200"/>
                </a:lnTo>
                <a:lnTo>
                  <a:pt x="678643" y="73814"/>
                </a:lnTo>
                <a:lnTo>
                  <a:pt x="678750" y="73422"/>
                </a:lnTo>
                <a:lnTo>
                  <a:pt x="678848" y="73023"/>
                </a:lnTo>
                <a:lnTo>
                  <a:pt x="678939" y="72619"/>
                </a:lnTo>
                <a:lnTo>
                  <a:pt x="679022" y="72208"/>
                </a:lnTo>
                <a:lnTo>
                  <a:pt x="679097" y="71792"/>
                </a:lnTo>
                <a:lnTo>
                  <a:pt x="679164" y="71369"/>
                </a:lnTo>
                <a:lnTo>
                  <a:pt x="679223" y="70940"/>
                </a:lnTo>
                <a:lnTo>
                  <a:pt x="679274" y="70505"/>
                </a:lnTo>
                <a:lnTo>
                  <a:pt x="679317" y="70065"/>
                </a:lnTo>
                <a:lnTo>
                  <a:pt x="679353" y="69618"/>
                </a:lnTo>
                <a:lnTo>
                  <a:pt x="679380" y="69165"/>
                </a:lnTo>
                <a:lnTo>
                  <a:pt x="679400" y="68706"/>
                </a:lnTo>
                <a:lnTo>
                  <a:pt x="679412" y="68240"/>
                </a:lnTo>
                <a:lnTo>
                  <a:pt x="679416" y="67769"/>
                </a:lnTo>
                <a:lnTo>
                  <a:pt x="679411" y="67267"/>
                </a:lnTo>
                <a:lnTo>
                  <a:pt x="679396" y="66772"/>
                </a:lnTo>
                <a:lnTo>
                  <a:pt x="679372" y="66285"/>
                </a:lnTo>
                <a:lnTo>
                  <a:pt x="679338" y="65806"/>
                </a:lnTo>
                <a:lnTo>
                  <a:pt x="679294" y="65335"/>
                </a:lnTo>
                <a:lnTo>
                  <a:pt x="679240" y="64872"/>
                </a:lnTo>
                <a:lnTo>
                  <a:pt x="679176" y="64416"/>
                </a:lnTo>
                <a:lnTo>
                  <a:pt x="679103" y="63969"/>
                </a:lnTo>
                <a:lnTo>
                  <a:pt x="679020" y="63529"/>
                </a:lnTo>
                <a:lnTo>
                  <a:pt x="678927" y="63097"/>
                </a:lnTo>
                <a:lnTo>
                  <a:pt x="678825" y="62673"/>
                </a:lnTo>
                <a:lnTo>
                  <a:pt x="678712" y="62257"/>
                </a:lnTo>
                <a:lnTo>
                  <a:pt x="678590" y="61849"/>
                </a:lnTo>
                <a:lnTo>
                  <a:pt x="678458" y="61448"/>
                </a:lnTo>
                <a:lnTo>
                  <a:pt x="678317" y="61056"/>
                </a:lnTo>
                <a:lnTo>
                  <a:pt x="678165" y="60671"/>
                </a:lnTo>
                <a:lnTo>
                  <a:pt x="678004" y="60295"/>
                </a:lnTo>
                <a:lnTo>
                  <a:pt x="677833" y="59926"/>
                </a:lnTo>
                <a:lnTo>
                  <a:pt x="677652" y="59565"/>
                </a:lnTo>
                <a:lnTo>
                  <a:pt x="677461" y="59211"/>
                </a:lnTo>
                <a:lnTo>
                  <a:pt x="677261" y="58866"/>
                </a:lnTo>
                <a:lnTo>
                  <a:pt x="677051" y="58529"/>
                </a:lnTo>
                <a:lnTo>
                  <a:pt x="676831" y="58199"/>
                </a:lnTo>
                <a:lnTo>
                  <a:pt x="676602" y="57877"/>
                </a:lnTo>
                <a:lnTo>
                  <a:pt x="676364" y="57562"/>
                </a:lnTo>
                <a:lnTo>
                  <a:pt x="676119" y="57252"/>
                </a:lnTo>
                <a:lnTo>
                  <a:pt x="675867" y="56948"/>
                </a:lnTo>
                <a:lnTo>
                  <a:pt x="675608" y="56648"/>
                </a:lnTo>
                <a:lnTo>
                  <a:pt x="675343" y="56355"/>
                </a:lnTo>
                <a:lnTo>
                  <a:pt x="675070" y="56066"/>
                </a:lnTo>
                <a:lnTo>
                  <a:pt x="674791" y="55784"/>
                </a:lnTo>
                <a:lnTo>
                  <a:pt x="674505" y="55506"/>
                </a:lnTo>
                <a:lnTo>
                  <a:pt x="674212" y="55234"/>
                </a:lnTo>
                <a:lnTo>
                  <a:pt x="673912" y="54967"/>
                </a:lnTo>
                <a:lnTo>
                  <a:pt x="673605" y="54706"/>
                </a:lnTo>
                <a:lnTo>
                  <a:pt x="673292" y="54450"/>
                </a:lnTo>
                <a:lnTo>
                  <a:pt x="672971" y="54199"/>
                </a:lnTo>
                <a:lnTo>
                  <a:pt x="672643" y="53954"/>
                </a:lnTo>
                <a:lnTo>
                  <a:pt x="672309" y="53714"/>
                </a:lnTo>
                <a:lnTo>
                  <a:pt x="671968" y="53480"/>
                </a:lnTo>
                <a:lnTo>
                  <a:pt x="671620" y="53251"/>
                </a:lnTo>
                <a:lnTo>
                  <a:pt x="671265" y="53027"/>
                </a:lnTo>
                <a:lnTo>
                  <a:pt x="670903" y="52809"/>
                </a:lnTo>
                <a:lnTo>
                  <a:pt x="670534" y="52596"/>
                </a:lnTo>
                <a:lnTo>
                  <a:pt x="670158" y="52389"/>
                </a:lnTo>
                <a:lnTo>
                  <a:pt x="669776" y="52187"/>
                </a:lnTo>
                <a:lnTo>
                  <a:pt x="669386" y="51990"/>
                </a:lnTo>
                <a:lnTo>
                  <a:pt x="668990" y="51799"/>
                </a:lnTo>
                <a:lnTo>
                  <a:pt x="668588" y="51612"/>
                </a:lnTo>
                <a:lnTo>
                  <a:pt x="668182" y="51428"/>
                </a:lnTo>
                <a:lnTo>
                  <a:pt x="667771" y="51246"/>
                </a:lnTo>
                <a:lnTo>
                  <a:pt x="667356" y="51068"/>
                </a:lnTo>
                <a:lnTo>
                  <a:pt x="666936" y="50893"/>
                </a:lnTo>
                <a:lnTo>
                  <a:pt x="666512" y="50720"/>
                </a:lnTo>
                <a:lnTo>
                  <a:pt x="666083" y="50550"/>
                </a:lnTo>
                <a:lnTo>
                  <a:pt x="665650" y="50384"/>
                </a:lnTo>
                <a:lnTo>
                  <a:pt x="665212" y="50220"/>
                </a:lnTo>
                <a:lnTo>
                  <a:pt x="664770" y="50059"/>
                </a:lnTo>
                <a:lnTo>
                  <a:pt x="664324" y="49901"/>
                </a:lnTo>
                <a:lnTo>
                  <a:pt x="663873" y="49746"/>
                </a:lnTo>
                <a:lnTo>
                  <a:pt x="663418" y="49594"/>
                </a:lnTo>
                <a:lnTo>
                  <a:pt x="662958" y="49445"/>
                </a:lnTo>
                <a:lnTo>
                  <a:pt x="662494" y="49298"/>
                </a:lnTo>
                <a:lnTo>
                  <a:pt x="662025" y="49155"/>
                </a:lnTo>
                <a:lnTo>
                  <a:pt x="661552" y="49015"/>
                </a:lnTo>
                <a:lnTo>
                  <a:pt x="661075" y="48877"/>
                </a:lnTo>
                <a:lnTo>
                  <a:pt x="660593" y="48742"/>
                </a:lnTo>
                <a:lnTo>
                  <a:pt x="660107" y="48611"/>
                </a:lnTo>
                <a:lnTo>
                  <a:pt x="659616" y="48482"/>
                </a:lnTo>
                <a:lnTo>
                  <a:pt x="659121" y="48356"/>
                </a:lnTo>
                <a:lnTo>
                  <a:pt x="658621" y="48233"/>
                </a:lnTo>
                <a:lnTo>
                  <a:pt x="658117" y="48113"/>
                </a:lnTo>
                <a:lnTo>
                  <a:pt x="657641" y="48006"/>
                </a:lnTo>
                <a:lnTo>
                  <a:pt x="657173" y="47899"/>
                </a:lnTo>
                <a:lnTo>
                  <a:pt x="656713" y="47792"/>
                </a:lnTo>
                <a:lnTo>
                  <a:pt x="656260" y="47687"/>
                </a:lnTo>
                <a:lnTo>
                  <a:pt x="655815" y="47581"/>
                </a:lnTo>
                <a:lnTo>
                  <a:pt x="655378" y="47477"/>
                </a:lnTo>
                <a:lnTo>
                  <a:pt x="654949" y="47372"/>
                </a:lnTo>
                <a:lnTo>
                  <a:pt x="654528" y="47269"/>
                </a:lnTo>
                <a:lnTo>
                  <a:pt x="654114" y="47166"/>
                </a:lnTo>
                <a:lnTo>
                  <a:pt x="653708" y="47064"/>
                </a:lnTo>
                <a:lnTo>
                  <a:pt x="653310" y="46962"/>
                </a:lnTo>
                <a:lnTo>
                  <a:pt x="652920" y="46860"/>
                </a:lnTo>
                <a:lnTo>
                  <a:pt x="652537" y="46760"/>
                </a:lnTo>
                <a:lnTo>
                  <a:pt x="652162" y="46659"/>
                </a:lnTo>
                <a:lnTo>
                  <a:pt x="651795" y="46560"/>
                </a:lnTo>
                <a:lnTo>
                  <a:pt x="651436" y="46461"/>
                </a:lnTo>
                <a:lnTo>
                  <a:pt x="651085" y="46362"/>
                </a:lnTo>
                <a:lnTo>
                  <a:pt x="650741" y="46264"/>
                </a:lnTo>
                <a:lnTo>
                  <a:pt x="650405" y="46167"/>
                </a:lnTo>
                <a:lnTo>
                  <a:pt x="650077" y="46070"/>
                </a:lnTo>
                <a:lnTo>
                  <a:pt x="649757" y="45974"/>
                </a:lnTo>
                <a:lnTo>
                  <a:pt x="649444" y="45878"/>
                </a:lnTo>
                <a:lnTo>
                  <a:pt x="649139" y="45783"/>
                </a:lnTo>
                <a:lnTo>
                  <a:pt x="648842" y="45689"/>
                </a:lnTo>
                <a:lnTo>
                  <a:pt x="648552" y="45594"/>
                </a:lnTo>
                <a:lnTo>
                  <a:pt x="648269" y="45499"/>
                </a:lnTo>
                <a:lnTo>
                  <a:pt x="647993" y="45403"/>
                </a:lnTo>
                <a:lnTo>
                  <a:pt x="647723" y="45306"/>
                </a:lnTo>
                <a:lnTo>
                  <a:pt x="647460" y="45209"/>
                </a:lnTo>
                <a:lnTo>
                  <a:pt x="647203" y="45111"/>
                </a:lnTo>
                <a:lnTo>
                  <a:pt x="646953" y="45012"/>
                </a:lnTo>
                <a:lnTo>
                  <a:pt x="646710" y="44913"/>
                </a:lnTo>
                <a:lnTo>
                  <a:pt x="646474" y="44813"/>
                </a:lnTo>
                <a:lnTo>
                  <a:pt x="646244" y="44712"/>
                </a:lnTo>
                <a:lnTo>
                  <a:pt x="646021" y="44611"/>
                </a:lnTo>
                <a:lnTo>
                  <a:pt x="645804" y="44509"/>
                </a:lnTo>
                <a:lnTo>
                  <a:pt x="645594" y="44406"/>
                </a:lnTo>
                <a:lnTo>
                  <a:pt x="645391" y="44303"/>
                </a:lnTo>
                <a:lnTo>
                  <a:pt x="645194" y="44199"/>
                </a:lnTo>
                <a:lnTo>
                  <a:pt x="645005" y="44094"/>
                </a:lnTo>
                <a:lnTo>
                  <a:pt x="644821" y="43989"/>
                </a:lnTo>
                <a:lnTo>
                  <a:pt x="644645" y="43883"/>
                </a:lnTo>
                <a:lnTo>
                  <a:pt x="644475" y="43776"/>
                </a:lnTo>
                <a:lnTo>
                  <a:pt x="644312" y="43668"/>
                </a:lnTo>
                <a:lnTo>
                  <a:pt x="644155" y="43560"/>
                </a:lnTo>
                <a:lnTo>
                  <a:pt x="644005" y="43452"/>
                </a:lnTo>
                <a:lnTo>
                  <a:pt x="643862" y="43342"/>
                </a:lnTo>
                <a:lnTo>
                  <a:pt x="643725" y="43232"/>
                </a:lnTo>
                <a:lnTo>
                  <a:pt x="643595" y="43121"/>
                </a:lnTo>
                <a:lnTo>
                  <a:pt x="643470" y="43008"/>
                </a:lnTo>
                <a:lnTo>
                  <a:pt x="643351" y="42894"/>
                </a:lnTo>
                <a:lnTo>
                  <a:pt x="643237" y="42778"/>
                </a:lnTo>
                <a:lnTo>
                  <a:pt x="643128" y="42661"/>
                </a:lnTo>
                <a:lnTo>
                  <a:pt x="643026" y="42542"/>
                </a:lnTo>
                <a:lnTo>
                  <a:pt x="642929" y="42422"/>
                </a:lnTo>
                <a:lnTo>
                  <a:pt x="642837" y="42301"/>
                </a:lnTo>
                <a:lnTo>
                  <a:pt x="642751" y="42178"/>
                </a:lnTo>
                <a:lnTo>
                  <a:pt x="642670" y="42053"/>
                </a:lnTo>
                <a:lnTo>
                  <a:pt x="642595" y="41928"/>
                </a:lnTo>
                <a:lnTo>
                  <a:pt x="642526" y="41800"/>
                </a:lnTo>
                <a:lnTo>
                  <a:pt x="642462" y="41672"/>
                </a:lnTo>
                <a:lnTo>
                  <a:pt x="642404" y="41541"/>
                </a:lnTo>
                <a:lnTo>
                  <a:pt x="642351" y="41410"/>
                </a:lnTo>
                <a:lnTo>
                  <a:pt x="642304" y="41277"/>
                </a:lnTo>
                <a:lnTo>
                  <a:pt x="642262" y="41142"/>
                </a:lnTo>
                <a:lnTo>
                  <a:pt x="642226" y="41006"/>
                </a:lnTo>
                <a:lnTo>
                  <a:pt x="642196" y="40869"/>
                </a:lnTo>
                <a:lnTo>
                  <a:pt x="642171" y="40730"/>
                </a:lnTo>
                <a:lnTo>
                  <a:pt x="642151" y="40590"/>
                </a:lnTo>
                <a:lnTo>
                  <a:pt x="642137" y="40448"/>
                </a:lnTo>
                <a:lnTo>
                  <a:pt x="642129" y="40305"/>
                </a:lnTo>
                <a:lnTo>
                  <a:pt x="642126" y="40160"/>
                </a:lnTo>
                <a:lnTo>
                  <a:pt x="642131" y="39909"/>
                </a:lnTo>
                <a:lnTo>
                  <a:pt x="642144" y="39665"/>
                </a:lnTo>
                <a:lnTo>
                  <a:pt x="642166" y="39427"/>
                </a:lnTo>
                <a:lnTo>
                  <a:pt x="642196" y="39194"/>
                </a:lnTo>
                <a:lnTo>
                  <a:pt x="642236" y="38968"/>
                </a:lnTo>
                <a:lnTo>
                  <a:pt x="642284" y="38747"/>
                </a:lnTo>
                <a:lnTo>
                  <a:pt x="642341" y="38533"/>
                </a:lnTo>
                <a:lnTo>
                  <a:pt x="642407" y="38324"/>
                </a:lnTo>
                <a:lnTo>
                  <a:pt x="642482" y="38121"/>
                </a:lnTo>
                <a:lnTo>
                  <a:pt x="642565" y="37925"/>
                </a:lnTo>
                <a:lnTo>
                  <a:pt x="642657" y="37734"/>
                </a:lnTo>
                <a:lnTo>
                  <a:pt x="642758" y="37549"/>
                </a:lnTo>
                <a:lnTo>
                  <a:pt x="642868" y="37371"/>
                </a:lnTo>
                <a:lnTo>
                  <a:pt x="642986" y="37198"/>
                </a:lnTo>
                <a:lnTo>
                  <a:pt x="643113" y="37031"/>
                </a:lnTo>
                <a:lnTo>
                  <a:pt x="643249" y="36870"/>
                </a:lnTo>
                <a:lnTo>
                  <a:pt x="643394" y="36715"/>
                </a:lnTo>
                <a:lnTo>
                  <a:pt x="643547" y="36567"/>
                </a:lnTo>
                <a:lnTo>
                  <a:pt x="643710" y="36424"/>
                </a:lnTo>
                <a:lnTo>
                  <a:pt x="643881" y="36287"/>
                </a:lnTo>
                <a:lnTo>
                  <a:pt x="644061" y="36156"/>
                </a:lnTo>
                <a:lnTo>
                  <a:pt x="644249" y="36031"/>
                </a:lnTo>
                <a:lnTo>
                  <a:pt x="644447" y="35912"/>
                </a:lnTo>
                <a:lnTo>
                  <a:pt x="644653" y="35798"/>
                </a:lnTo>
                <a:lnTo>
                  <a:pt x="644867" y="35691"/>
                </a:lnTo>
                <a:lnTo>
                  <a:pt x="645087" y="35587"/>
                </a:lnTo>
                <a:lnTo>
                  <a:pt x="645314" y="35488"/>
                </a:lnTo>
                <a:lnTo>
                  <a:pt x="645547" y="35394"/>
                </a:lnTo>
                <a:lnTo>
                  <a:pt x="645787" y="35305"/>
                </a:lnTo>
                <a:lnTo>
                  <a:pt x="646034" y="35220"/>
                </a:lnTo>
                <a:lnTo>
                  <a:pt x="646287" y="35139"/>
                </a:lnTo>
                <a:lnTo>
                  <a:pt x="646547" y="35063"/>
                </a:lnTo>
                <a:lnTo>
                  <a:pt x="646813" y="34992"/>
                </a:lnTo>
                <a:lnTo>
                  <a:pt x="647086" y="34926"/>
                </a:lnTo>
                <a:lnTo>
                  <a:pt x="647365" y="34864"/>
                </a:lnTo>
                <a:lnTo>
                  <a:pt x="647651" y="34806"/>
                </a:lnTo>
                <a:lnTo>
                  <a:pt x="647943" y="34753"/>
                </a:lnTo>
                <a:lnTo>
                  <a:pt x="648242" y="34705"/>
                </a:lnTo>
                <a:lnTo>
                  <a:pt x="648548" y="34661"/>
                </a:lnTo>
                <a:lnTo>
                  <a:pt x="648860" y="34622"/>
                </a:lnTo>
                <a:lnTo>
                  <a:pt x="649179" y="34588"/>
                </a:lnTo>
                <a:lnTo>
                  <a:pt x="649504" y="34558"/>
                </a:lnTo>
                <a:lnTo>
                  <a:pt x="649836" y="34533"/>
                </a:lnTo>
                <a:lnTo>
                  <a:pt x="650174" y="34512"/>
                </a:lnTo>
                <a:lnTo>
                  <a:pt x="650519" y="34496"/>
                </a:lnTo>
                <a:lnTo>
                  <a:pt x="650870" y="34484"/>
                </a:lnTo>
                <a:lnTo>
                  <a:pt x="651228" y="34478"/>
                </a:lnTo>
                <a:lnTo>
                  <a:pt x="651593" y="34475"/>
                </a:lnTo>
                <a:lnTo>
                  <a:pt x="651932" y="34479"/>
                </a:lnTo>
                <a:lnTo>
                  <a:pt x="652268" y="34488"/>
                </a:lnTo>
                <a:lnTo>
                  <a:pt x="652599" y="34505"/>
                </a:lnTo>
                <a:lnTo>
                  <a:pt x="652928" y="34528"/>
                </a:lnTo>
                <a:lnTo>
                  <a:pt x="653252" y="34558"/>
                </a:lnTo>
                <a:lnTo>
                  <a:pt x="653573" y="34594"/>
                </a:lnTo>
                <a:lnTo>
                  <a:pt x="653891" y="34637"/>
                </a:lnTo>
                <a:lnTo>
                  <a:pt x="654204" y="34687"/>
                </a:lnTo>
                <a:lnTo>
                  <a:pt x="654514" y="34743"/>
                </a:lnTo>
                <a:lnTo>
                  <a:pt x="654821" y="34806"/>
                </a:lnTo>
                <a:lnTo>
                  <a:pt x="655123" y="34875"/>
                </a:lnTo>
                <a:lnTo>
                  <a:pt x="655422" y="34951"/>
                </a:lnTo>
                <a:lnTo>
                  <a:pt x="655718" y="35034"/>
                </a:lnTo>
                <a:lnTo>
                  <a:pt x="656009" y="35123"/>
                </a:lnTo>
                <a:lnTo>
                  <a:pt x="656297" y="35219"/>
                </a:lnTo>
                <a:lnTo>
                  <a:pt x="656582" y="35321"/>
                </a:lnTo>
                <a:lnTo>
                  <a:pt x="656862" y="35430"/>
                </a:lnTo>
                <a:lnTo>
                  <a:pt x="657139" y="35546"/>
                </a:lnTo>
                <a:lnTo>
                  <a:pt x="657413" y="35668"/>
                </a:lnTo>
                <a:lnTo>
                  <a:pt x="657682" y="35797"/>
                </a:lnTo>
                <a:lnTo>
                  <a:pt x="657948" y="35932"/>
                </a:lnTo>
                <a:lnTo>
                  <a:pt x="658211" y="36074"/>
                </a:lnTo>
                <a:lnTo>
                  <a:pt x="658469" y="36223"/>
                </a:lnTo>
                <a:lnTo>
                  <a:pt x="658724" y="36378"/>
                </a:lnTo>
                <a:lnTo>
                  <a:pt x="658972" y="36542"/>
                </a:lnTo>
                <a:lnTo>
                  <a:pt x="659210" y="36716"/>
                </a:lnTo>
                <a:lnTo>
                  <a:pt x="659436" y="36901"/>
                </a:lnTo>
                <a:lnTo>
                  <a:pt x="659653" y="37096"/>
                </a:lnTo>
                <a:lnTo>
                  <a:pt x="659858" y="37301"/>
                </a:lnTo>
                <a:lnTo>
                  <a:pt x="660054" y="37517"/>
                </a:lnTo>
                <a:lnTo>
                  <a:pt x="660238" y="37744"/>
                </a:lnTo>
                <a:lnTo>
                  <a:pt x="660412" y="37981"/>
                </a:lnTo>
                <a:lnTo>
                  <a:pt x="660576" y="38228"/>
                </a:lnTo>
                <a:lnTo>
                  <a:pt x="660729" y="38486"/>
                </a:lnTo>
                <a:lnTo>
                  <a:pt x="660871" y="38755"/>
                </a:lnTo>
                <a:lnTo>
                  <a:pt x="661003" y="39034"/>
                </a:lnTo>
                <a:lnTo>
                  <a:pt x="661124" y="39323"/>
                </a:lnTo>
                <a:lnTo>
                  <a:pt x="661235" y="39623"/>
                </a:lnTo>
                <a:lnTo>
                  <a:pt x="661335" y="39933"/>
                </a:lnTo>
                <a:lnTo>
                  <a:pt x="661425" y="40254"/>
                </a:lnTo>
                <a:lnTo>
                  <a:pt x="661504" y="40585"/>
                </a:lnTo>
                <a:lnTo>
                  <a:pt x="661573" y="40927"/>
                </a:lnTo>
                <a:lnTo>
                  <a:pt x="661631" y="41279"/>
                </a:lnTo>
                <a:lnTo>
                  <a:pt x="661678" y="41642"/>
                </a:lnTo>
                <a:lnTo>
                  <a:pt x="661715" y="42015"/>
                </a:lnTo>
                <a:lnTo>
                  <a:pt x="661741" y="42399"/>
                </a:lnTo>
                <a:lnTo>
                  <a:pt x="661757" y="42793"/>
                </a:lnTo>
                <a:lnTo>
                  <a:pt x="661762" y="43198"/>
                </a:lnTo>
                <a:lnTo>
                  <a:pt x="677497" y="43198"/>
                </a:lnTo>
                <a:lnTo>
                  <a:pt x="677493" y="42717"/>
                </a:lnTo>
                <a:lnTo>
                  <a:pt x="677481" y="42242"/>
                </a:lnTo>
                <a:lnTo>
                  <a:pt x="677462" y="41774"/>
                </a:lnTo>
                <a:lnTo>
                  <a:pt x="677435" y="41312"/>
                </a:lnTo>
                <a:lnTo>
                  <a:pt x="677400" y="40858"/>
                </a:lnTo>
                <a:lnTo>
                  <a:pt x="677357" y="40410"/>
                </a:lnTo>
                <a:lnTo>
                  <a:pt x="677307" y="39969"/>
                </a:lnTo>
                <a:lnTo>
                  <a:pt x="677248" y="39534"/>
                </a:lnTo>
                <a:lnTo>
                  <a:pt x="677182" y="39107"/>
                </a:lnTo>
                <a:lnTo>
                  <a:pt x="677108" y="38686"/>
                </a:lnTo>
                <a:lnTo>
                  <a:pt x="677027" y="38272"/>
                </a:lnTo>
                <a:lnTo>
                  <a:pt x="676937" y="37864"/>
                </a:lnTo>
                <a:lnTo>
                  <a:pt x="676840" y="37464"/>
                </a:lnTo>
                <a:lnTo>
                  <a:pt x="676735" y="37070"/>
                </a:lnTo>
                <a:lnTo>
                  <a:pt x="676623" y="36682"/>
                </a:lnTo>
                <a:lnTo>
                  <a:pt x="676502" y="36302"/>
                </a:lnTo>
                <a:lnTo>
                  <a:pt x="676374" y="35928"/>
                </a:lnTo>
                <a:lnTo>
                  <a:pt x="676238" y="35561"/>
                </a:lnTo>
                <a:lnTo>
                  <a:pt x="676094" y="35201"/>
                </a:lnTo>
                <a:lnTo>
                  <a:pt x="675942" y="34847"/>
                </a:lnTo>
                <a:lnTo>
                  <a:pt x="675783" y="34500"/>
                </a:lnTo>
                <a:lnTo>
                  <a:pt x="675616" y="34160"/>
                </a:lnTo>
                <a:lnTo>
                  <a:pt x="675441" y="33827"/>
                </a:lnTo>
                <a:lnTo>
                  <a:pt x="675258" y="33500"/>
                </a:lnTo>
                <a:lnTo>
                  <a:pt x="675069" y="33179"/>
                </a:lnTo>
                <a:lnTo>
                  <a:pt x="674875" y="32864"/>
                </a:lnTo>
                <a:lnTo>
                  <a:pt x="674676" y="32555"/>
                </a:lnTo>
                <a:lnTo>
                  <a:pt x="674471" y="32251"/>
                </a:lnTo>
                <a:lnTo>
                  <a:pt x="674262" y="31952"/>
                </a:lnTo>
                <a:lnTo>
                  <a:pt x="674047" y="31659"/>
                </a:lnTo>
                <a:lnTo>
                  <a:pt x="673827" y="31372"/>
                </a:lnTo>
                <a:lnTo>
                  <a:pt x="673602" y="31090"/>
                </a:lnTo>
                <a:lnTo>
                  <a:pt x="673373" y="30813"/>
                </a:lnTo>
                <a:lnTo>
                  <a:pt x="673137" y="30542"/>
                </a:lnTo>
                <a:lnTo>
                  <a:pt x="672897" y="30276"/>
                </a:lnTo>
                <a:lnTo>
                  <a:pt x="672652" y="30016"/>
                </a:lnTo>
                <a:lnTo>
                  <a:pt x="672402" y="29762"/>
                </a:lnTo>
                <a:lnTo>
                  <a:pt x="672146" y="29513"/>
                </a:lnTo>
                <a:lnTo>
                  <a:pt x="671885" y="29269"/>
                </a:lnTo>
                <a:lnTo>
                  <a:pt x="671620" y="29031"/>
                </a:lnTo>
                <a:lnTo>
                  <a:pt x="671349" y="28799"/>
                </a:lnTo>
                <a:lnTo>
                  <a:pt x="671073" y="28572"/>
                </a:lnTo>
                <a:lnTo>
                  <a:pt x="670792" y="28350"/>
                </a:lnTo>
                <a:lnTo>
                  <a:pt x="670506" y="28134"/>
                </a:lnTo>
                <a:lnTo>
                  <a:pt x="670214" y="27924"/>
                </a:lnTo>
                <a:lnTo>
                  <a:pt x="669918" y="27719"/>
                </a:lnTo>
                <a:lnTo>
                  <a:pt x="669617" y="27520"/>
                </a:lnTo>
                <a:lnTo>
                  <a:pt x="669310" y="27326"/>
                </a:lnTo>
                <a:lnTo>
                  <a:pt x="668999" y="27136"/>
                </a:lnTo>
                <a:lnTo>
                  <a:pt x="668685" y="26952"/>
                </a:lnTo>
                <a:lnTo>
                  <a:pt x="668369" y="26772"/>
                </a:lnTo>
                <a:lnTo>
                  <a:pt x="668048" y="26597"/>
                </a:lnTo>
                <a:lnTo>
                  <a:pt x="667725" y="26426"/>
                </a:lnTo>
                <a:lnTo>
                  <a:pt x="667399" y="26260"/>
                </a:lnTo>
                <a:lnTo>
                  <a:pt x="667070" y="26099"/>
                </a:lnTo>
                <a:lnTo>
                  <a:pt x="666737" y="25942"/>
                </a:lnTo>
                <a:lnTo>
                  <a:pt x="666402" y="25790"/>
                </a:lnTo>
                <a:lnTo>
                  <a:pt x="666063" y="25642"/>
                </a:lnTo>
                <a:lnTo>
                  <a:pt x="665721" y="25499"/>
                </a:lnTo>
                <a:lnTo>
                  <a:pt x="665376" y="25361"/>
                </a:lnTo>
                <a:lnTo>
                  <a:pt x="665028" y="25227"/>
                </a:lnTo>
                <a:lnTo>
                  <a:pt x="664677" y="25098"/>
                </a:lnTo>
                <a:lnTo>
                  <a:pt x="664323" y="24973"/>
                </a:lnTo>
                <a:lnTo>
                  <a:pt x="663966" y="24853"/>
                </a:lnTo>
                <a:lnTo>
                  <a:pt x="663605" y="24738"/>
                </a:lnTo>
                <a:lnTo>
                  <a:pt x="663242" y="24627"/>
                </a:lnTo>
                <a:lnTo>
                  <a:pt x="662875" y="24521"/>
                </a:lnTo>
                <a:lnTo>
                  <a:pt x="662505" y="24420"/>
                </a:lnTo>
                <a:lnTo>
                  <a:pt x="662132" y="24323"/>
                </a:lnTo>
                <a:lnTo>
                  <a:pt x="661756" y="24230"/>
                </a:lnTo>
                <a:lnTo>
                  <a:pt x="661377" y="24143"/>
                </a:lnTo>
                <a:lnTo>
                  <a:pt x="660995" y="24060"/>
                </a:lnTo>
                <a:lnTo>
                  <a:pt x="660611" y="23980"/>
                </a:lnTo>
                <a:lnTo>
                  <a:pt x="660226" y="23905"/>
                </a:lnTo>
                <a:lnTo>
                  <a:pt x="659841" y="23832"/>
                </a:lnTo>
                <a:lnTo>
                  <a:pt x="659455" y="23763"/>
                </a:lnTo>
                <a:lnTo>
                  <a:pt x="659068" y="23698"/>
                </a:lnTo>
                <a:lnTo>
                  <a:pt x="658680" y="23635"/>
                </a:lnTo>
                <a:lnTo>
                  <a:pt x="658292" y="23577"/>
                </a:lnTo>
                <a:lnTo>
                  <a:pt x="657903" y="23521"/>
                </a:lnTo>
                <a:lnTo>
                  <a:pt x="657514" y="23469"/>
                </a:lnTo>
                <a:lnTo>
                  <a:pt x="657124" y="23420"/>
                </a:lnTo>
                <a:lnTo>
                  <a:pt x="656733" y="23375"/>
                </a:lnTo>
                <a:lnTo>
                  <a:pt x="656342" y="23332"/>
                </a:lnTo>
                <a:lnTo>
                  <a:pt x="655950" y="23294"/>
                </a:lnTo>
                <a:lnTo>
                  <a:pt x="655557" y="23258"/>
                </a:lnTo>
                <a:lnTo>
                  <a:pt x="655163" y="23226"/>
                </a:lnTo>
                <a:lnTo>
                  <a:pt x="654769" y="23198"/>
                </a:lnTo>
                <a:lnTo>
                  <a:pt x="654375" y="23173"/>
                </a:lnTo>
                <a:lnTo>
                  <a:pt x="653979" y="23151"/>
                </a:lnTo>
                <a:lnTo>
                  <a:pt x="653583" y="23132"/>
                </a:lnTo>
                <a:lnTo>
                  <a:pt x="653186" y="23117"/>
                </a:lnTo>
                <a:lnTo>
                  <a:pt x="652789" y="23105"/>
                </a:lnTo>
                <a:lnTo>
                  <a:pt x="652391" y="23097"/>
                </a:lnTo>
                <a:lnTo>
                  <a:pt x="651992" y="23092"/>
                </a:lnTo>
                <a:lnTo>
                  <a:pt x="651593" y="23090"/>
                </a:lnTo>
                <a:lnTo>
                  <a:pt x="651183" y="23092"/>
                </a:lnTo>
                <a:lnTo>
                  <a:pt x="650773" y="23097"/>
                </a:lnTo>
                <a:lnTo>
                  <a:pt x="650365" y="23105"/>
                </a:lnTo>
                <a:lnTo>
                  <a:pt x="649957" y="23117"/>
                </a:lnTo>
                <a:lnTo>
                  <a:pt x="649550" y="23132"/>
                </a:lnTo>
                <a:lnTo>
                  <a:pt x="649144" y="23151"/>
                </a:lnTo>
                <a:lnTo>
                  <a:pt x="648739" y="23173"/>
                </a:lnTo>
                <a:lnTo>
                  <a:pt x="648334" y="23198"/>
                </a:lnTo>
                <a:lnTo>
                  <a:pt x="647930" y="23227"/>
                </a:lnTo>
                <a:lnTo>
                  <a:pt x="647527" y="23259"/>
                </a:lnTo>
                <a:lnTo>
                  <a:pt x="647125" y="23294"/>
                </a:lnTo>
                <a:lnTo>
                  <a:pt x="646724" y="23333"/>
                </a:lnTo>
                <a:lnTo>
                  <a:pt x="646323" y="23375"/>
                </a:lnTo>
                <a:lnTo>
                  <a:pt x="645923" y="23421"/>
                </a:lnTo>
                <a:lnTo>
                  <a:pt x="645524" y="23470"/>
                </a:lnTo>
                <a:lnTo>
                  <a:pt x="645125" y="23522"/>
                </a:lnTo>
                <a:lnTo>
                  <a:pt x="644728" y="23578"/>
                </a:lnTo>
                <a:lnTo>
                  <a:pt x="644331" y="23637"/>
                </a:lnTo>
                <a:lnTo>
                  <a:pt x="643935" y="23699"/>
                </a:lnTo>
                <a:lnTo>
                  <a:pt x="643540" y="23765"/>
                </a:lnTo>
                <a:lnTo>
                  <a:pt x="643145" y="23834"/>
                </a:lnTo>
                <a:lnTo>
                  <a:pt x="642751" y="23906"/>
                </a:lnTo>
                <a:lnTo>
                  <a:pt x="642359" y="23982"/>
                </a:lnTo>
                <a:lnTo>
                  <a:pt x="641966" y="24062"/>
                </a:lnTo>
                <a:lnTo>
                  <a:pt x="641576" y="24144"/>
                </a:lnTo>
                <a:lnTo>
                  <a:pt x="641190" y="24231"/>
                </a:lnTo>
                <a:lnTo>
                  <a:pt x="640806" y="24322"/>
                </a:lnTo>
                <a:lnTo>
                  <a:pt x="640426" y="24416"/>
                </a:lnTo>
                <a:lnTo>
                  <a:pt x="640049" y="24515"/>
                </a:lnTo>
                <a:lnTo>
                  <a:pt x="639676" y="24617"/>
                </a:lnTo>
                <a:lnTo>
                  <a:pt x="639306" y="24723"/>
                </a:lnTo>
                <a:lnTo>
                  <a:pt x="638939" y="24834"/>
                </a:lnTo>
                <a:lnTo>
                  <a:pt x="638575" y="24948"/>
                </a:lnTo>
                <a:lnTo>
                  <a:pt x="638215" y="25066"/>
                </a:lnTo>
                <a:lnTo>
                  <a:pt x="637859" y="25188"/>
                </a:lnTo>
                <a:lnTo>
                  <a:pt x="637505" y="25314"/>
                </a:lnTo>
                <a:lnTo>
                  <a:pt x="637155" y="25444"/>
                </a:lnTo>
                <a:lnTo>
                  <a:pt x="636808" y="25577"/>
                </a:lnTo>
                <a:lnTo>
                  <a:pt x="636465" y="25715"/>
                </a:lnTo>
                <a:lnTo>
                  <a:pt x="636125" y="25857"/>
                </a:lnTo>
                <a:lnTo>
                  <a:pt x="635788" y="26003"/>
                </a:lnTo>
                <a:lnTo>
                  <a:pt x="635454" y="26152"/>
                </a:lnTo>
                <a:lnTo>
                  <a:pt x="635124" y="26305"/>
                </a:lnTo>
                <a:lnTo>
                  <a:pt x="634797" y="26463"/>
                </a:lnTo>
                <a:lnTo>
                  <a:pt x="634474" y="26624"/>
                </a:lnTo>
                <a:lnTo>
                  <a:pt x="634154" y="26789"/>
                </a:lnTo>
                <a:lnTo>
                  <a:pt x="633837" y="26959"/>
                </a:lnTo>
                <a:lnTo>
                  <a:pt x="633523" y="27132"/>
                </a:lnTo>
                <a:lnTo>
                  <a:pt x="633214" y="27309"/>
                </a:lnTo>
                <a:lnTo>
                  <a:pt x="632910" y="27491"/>
                </a:lnTo>
                <a:lnTo>
                  <a:pt x="632611" y="27678"/>
                </a:lnTo>
                <a:lnTo>
                  <a:pt x="632318" y="27869"/>
                </a:lnTo>
                <a:lnTo>
                  <a:pt x="632030" y="28065"/>
                </a:lnTo>
                <a:lnTo>
                  <a:pt x="631747" y="28265"/>
                </a:lnTo>
                <a:lnTo>
                  <a:pt x="631469" y="28470"/>
                </a:lnTo>
                <a:lnTo>
                  <a:pt x="631196" y="28680"/>
                </a:lnTo>
                <a:lnTo>
                  <a:pt x="630929" y="28894"/>
                </a:lnTo>
                <a:lnTo>
                  <a:pt x="630666" y="29113"/>
                </a:lnTo>
                <a:lnTo>
                  <a:pt x="630409" y="29336"/>
                </a:lnTo>
                <a:lnTo>
                  <a:pt x="630157" y="29564"/>
                </a:lnTo>
                <a:lnTo>
                  <a:pt x="629911" y="29797"/>
                </a:lnTo>
                <a:lnTo>
                  <a:pt x="629670" y="30034"/>
                </a:lnTo>
                <a:lnTo>
                  <a:pt x="629433" y="30276"/>
                </a:lnTo>
                <a:lnTo>
                  <a:pt x="629202" y="30523"/>
                </a:lnTo>
                <a:lnTo>
                  <a:pt x="628977" y="30774"/>
                </a:lnTo>
                <a:lnTo>
                  <a:pt x="628756" y="31029"/>
                </a:lnTo>
                <a:lnTo>
                  <a:pt x="628541" y="31290"/>
                </a:lnTo>
                <a:lnTo>
                  <a:pt x="628331" y="31555"/>
                </a:lnTo>
                <a:lnTo>
                  <a:pt x="628126" y="31824"/>
                </a:lnTo>
                <a:lnTo>
                  <a:pt x="627927" y="32098"/>
                </a:lnTo>
                <a:lnTo>
                  <a:pt x="627732" y="32377"/>
                </a:lnTo>
                <a:lnTo>
                  <a:pt x="627543" y="32660"/>
                </a:lnTo>
                <a:lnTo>
                  <a:pt x="627360" y="32948"/>
                </a:lnTo>
                <a:lnTo>
                  <a:pt x="627185" y="33242"/>
                </a:lnTo>
                <a:lnTo>
                  <a:pt x="627018" y="33540"/>
                </a:lnTo>
                <a:lnTo>
                  <a:pt x="626859" y="33844"/>
                </a:lnTo>
                <a:lnTo>
                  <a:pt x="626707" y="34152"/>
                </a:lnTo>
                <a:lnTo>
                  <a:pt x="626564" y="34466"/>
                </a:lnTo>
                <a:lnTo>
                  <a:pt x="626428" y="34786"/>
                </a:lnTo>
                <a:lnTo>
                  <a:pt x="626299" y="35110"/>
                </a:lnTo>
                <a:lnTo>
                  <a:pt x="626179" y="35439"/>
                </a:lnTo>
                <a:lnTo>
                  <a:pt x="626066" y="35774"/>
                </a:lnTo>
                <a:lnTo>
                  <a:pt x="625961" y="36114"/>
                </a:lnTo>
                <a:lnTo>
                  <a:pt x="625864" y="36459"/>
                </a:lnTo>
                <a:lnTo>
                  <a:pt x="625775" y="36809"/>
                </a:lnTo>
                <a:lnTo>
                  <a:pt x="625693" y="37164"/>
                </a:lnTo>
                <a:lnTo>
                  <a:pt x="625619" y="37524"/>
                </a:lnTo>
                <a:lnTo>
                  <a:pt x="625553" y="37890"/>
                </a:lnTo>
                <a:lnTo>
                  <a:pt x="625495" y="38261"/>
                </a:lnTo>
                <a:lnTo>
                  <a:pt x="625444" y="38637"/>
                </a:lnTo>
                <a:lnTo>
                  <a:pt x="625402" y="39018"/>
                </a:lnTo>
                <a:lnTo>
                  <a:pt x="625367" y="39404"/>
                </a:lnTo>
                <a:lnTo>
                  <a:pt x="625339" y="39796"/>
                </a:lnTo>
                <a:lnTo>
                  <a:pt x="625320" y="40193"/>
                </a:lnTo>
                <a:lnTo>
                  <a:pt x="625308" y="40594"/>
                </a:lnTo>
                <a:lnTo>
                  <a:pt x="625304" y="41001"/>
                </a:lnTo>
                <a:lnTo>
                  <a:pt x="625309" y="41520"/>
                </a:lnTo>
                <a:lnTo>
                  <a:pt x="625325" y="42030"/>
                </a:lnTo>
                <a:lnTo>
                  <a:pt x="625350" y="42532"/>
                </a:lnTo>
                <a:lnTo>
                  <a:pt x="625386" y="43025"/>
                </a:lnTo>
                <a:lnTo>
                  <a:pt x="625432" y="43510"/>
                </a:lnTo>
                <a:lnTo>
                  <a:pt x="625488" y="43986"/>
                </a:lnTo>
                <a:lnTo>
                  <a:pt x="625555" y="44454"/>
                </a:lnTo>
                <a:lnTo>
                  <a:pt x="625631" y="44913"/>
                </a:lnTo>
                <a:lnTo>
                  <a:pt x="625718" y="45365"/>
                </a:lnTo>
                <a:lnTo>
                  <a:pt x="625815" y="45807"/>
                </a:lnTo>
                <a:lnTo>
                  <a:pt x="625922" y="46242"/>
                </a:lnTo>
                <a:lnTo>
                  <a:pt x="626040" y="46667"/>
                </a:lnTo>
                <a:lnTo>
                  <a:pt x="626168" y="47085"/>
                </a:lnTo>
                <a:lnTo>
                  <a:pt x="626306" y="47494"/>
                </a:lnTo>
                <a:lnTo>
                  <a:pt x="626454" y="47895"/>
                </a:lnTo>
                <a:lnTo>
                  <a:pt x="626612" y="48287"/>
                </a:lnTo>
                <a:lnTo>
                  <a:pt x="626781" y="48671"/>
                </a:lnTo>
                <a:lnTo>
                  <a:pt x="626959" y="49046"/>
                </a:lnTo>
                <a:lnTo>
                  <a:pt x="627148" y="49413"/>
                </a:lnTo>
                <a:lnTo>
                  <a:pt x="627348" y="49771"/>
                </a:lnTo>
                <a:lnTo>
                  <a:pt x="627557" y="50121"/>
                </a:lnTo>
                <a:lnTo>
                  <a:pt x="627777" y="50463"/>
                </a:lnTo>
                <a:lnTo>
                  <a:pt x="628007" y="50796"/>
                </a:lnTo>
                <a:lnTo>
                  <a:pt x="628247" y="51121"/>
                </a:lnTo>
                <a:lnTo>
                  <a:pt x="628496" y="51439"/>
                </a:lnTo>
                <a:lnTo>
                  <a:pt x="628753" y="51751"/>
                </a:lnTo>
                <a:lnTo>
                  <a:pt x="629018" y="52058"/>
                </a:lnTo>
                <a:lnTo>
                  <a:pt x="629290" y="52360"/>
                </a:lnTo>
                <a:lnTo>
                  <a:pt x="629571" y="52656"/>
                </a:lnTo>
                <a:lnTo>
                  <a:pt x="629860" y="52947"/>
                </a:lnTo>
                <a:lnTo>
                  <a:pt x="630156" y="53233"/>
                </a:lnTo>
                <a:lnTo>
                  <a:pt x="630460" y="53513"/>
                </a:lnTo>
                <a:lnTo>
                  <a:pt x="630773" y="53787"/>
                </a:lnTo>
                <a:lnTo>
                  <a:pt x="631093" y="54057"/>
                </a:lnTo>
                <a:lnTo>
                  <a:pt x="631421" y="54321"/>
                </a:lnTo>
                <a:lnTo>
                  <a:pt x="631757" y="54579"/>
                </a:lnTo>
                <a:lnTo>
                  <a:pt x="632100" y="54832"/>
                </a:lnTo>
                <a:lnTo>
                  <a:pt x="632452" y="55080"/>
                </a:lnTo>
                <a:lnTo>
                  <a:pt x="632811" y="55323"/>
                </a:lnTo>
                <a:lnTo>
                  <a:pt x="633179" y="55560"/>
                </a:lnTo>
                <a:lnTo>
                  <a:pt x="633554" y="55791"/>
                </a:lnTo>
                <a:lnTo>
                  <a:pt x="633937" y="56017"/>
                </a:lnTo>
                <a:lnTo>
                  <a:pt x="634328" y="56238"/>
                </a:lnTo>
                <a:lnTo>
                  <a:pt x="634727" y="56454"/>
                </a:lnTo>
                <a:lnTo>
                  <a:pt x="635134" y="56664"/>
                </a:lnTo>
                <a:lnTo>
                  <a:pt x="635549" y="56868"/>
                </a:lnTo>
                <a:lnTo>
                  <a:pt x="635971" y="57068"/>
                </a:lnTo>
                <a:lnTo>
                  <a:pt x="636402" y="57262"/>
                </a:lnTo>
                <a:lnTo>
                  <a:pt x="636839" y="57452"/>
                </a:lnTo>
                <a:lnTo>
                  <a:pt x="637281" y="57639"/>
                </a:lnTo>
                <a:lnTo>
                  <a:pt x="637727" y="57825"/>
                </a:lnTo>
                <a:lnTo>
                  <a:pt x="638179" y="58008"/>
                </a:lnTo>
                <a:lnTo>
                  <a:pt x="638636" y="58188"/>
                </a:lnTo>
                <a:lnTo>
                  <a:pt x="639098" y="58367"/>
                </a:lnTo>
                <a:lnTo>
                  <a:pt x="639565" y="58542"/>
                </a:lnTo>
                <a:lnTo>
                  <a:pt x="640037" y="58716"/>
                </a:lnTo>
                <a:lnTo>
                  <a:pt x="640514" y="58887"/>
                </a:lnTo>
                <a:lnTo>
                  <a:pt x="640996" y="59056"/>
                </a:lnTo>
                <a:lnTo>
                  <a:pt x="641482" y="59223"/>
                </a:lnTo>
                <a:lnTo>
                  <a:pt x="641974" y="59387"/>
                </a:lnTo>
                <a:lnTo>
                  <a:pt x="642471" y="59549"/>
                </a:lnTo>
                <a:lnTo>
                  <a:pt x="642973" y="59708"/>
                </a:lnTo>
                <a:lnTo>
                  <a:pt x="643480" y="59865"/>
                </a:lnTo>
                <a:lnTo>
                  <a:pt x="643992" y="60020"/>
                </a:lnTo>
                <a:lnTo>
                  <a:pt x="644509" y="60172"/>
                </a:lnTo>
                <a:lnTo>
                  <a:pt x="645031" y="60322"/>
                </a:lnTo>
                <a:lnTo>
                  <a:pt x="645557" y="60470"/>
                </a:lnTo>
                <a:lnTo>
                  <a:pt x="646089" y="60615"/>
                </a:lnTo>
                <a:lnTo>
                  <a:pt x="646626" y="60758"/>
                </a:lnTo>
                <a:lnTo>
                  <a:pt x="647168" y="60899"/>
                </a:lnTo>
                <a:lnTo>
                  <a:pt x="647715" y="61037"/>
                </a:lnTo>
                <a:lnTo>
                  <a:pt x="648267" y="61173"/>
                </a:lnTo>
                <a:lnTo>
                  <a:pt x="648919" y="61324"/>
                </a:lnTo>
                <a:lnTo>
                  <a:pt x="649555" y="61475"/>
                </a:lnTo>
                <a:lnTo>
                  <a:pt x="650175" y="61625"/>
                </a:lnTo>
                <a:lnTo>
                  <a:pt x="650778" y="61775"/>
                </a:lnTo>
                <a:lnTo>
                  <a:pt x="651364" y="61925"/>
                </a:lnTo>
                <a:lnTo>
                  <a:pt x="651934" y="62075"/>
                </a:lnTo>
                <a:lnTo>
                  <a:pt x="652488" y="62224"/>
                </a:lnTo>
                <a:lnTo>
                  <a:pt x="653025" y="62373"/>
                </a:lnTo>
                <a:lnTo>
                  <a:pt x="653545" y="62522"/>
                </a:lnTo>
                <a:lnTo>
                  <a:pt x="654049" y="62671"/>
                </a:lnTo>
                <a:lnTo>
                  <a:pt x="654536" y="62820"/>
                </a:lnTo>
                <a:lnTo>
                  <a:pt x="655007" y="62968"/>
                </a:lnTo>
                <a:lnTo>
                  <a:pt x="655461" y="63116"/>
                </a:lnTo>
                <a:lnTo>
                  <a:pt x="655898" y="63264"/>
                </a:lnTo>
                <a:lnTo>
                  <a:pt x="656319" y="63412"/>
                </a:lnTo>
                <a:lnTo>
                  <a:pt x="656724" y="63559"/>
                </a:lnTo>
                <a:lnTo>
                  <a:pt x="657112" y="63707"/>
                </a:lnTo>
                <a:lnTo>
                  <a:pt x="657483" y="63854"/>
                </a:lnTo>
                <a:lnTo>
                  <a:pt x="657838" y="64000"/>
                </a:lnTo>
                <a:lnTo>
                  <a:pt x="658176" y="64147"/>
                </a:lnTo>
                <a:lnTo>
                  <a:pt x="658498" y="64293"/>
                </a:lnTo>
                <a:lnTo>
                  <a:pt x="658803" y="64439"/>
                </a:lnTo>
                <a:lnTo>
                  <a:pt x="659092" y="64585"/>
                </a:lnTo>
                <a:lnTo>
                  <a:pt x="659364" y="64731"/>
                </a:lnTo>
                <a:lnTo>
                  <a:pt x="659622" y="64880"/>
                </a:lnTo>
                <a:lnTo>
                  <a:pt x="659870" y="65035"/>
                </a:lnTo>
                <a:lnTo>
                  <a:pt x="660106" y="65196"/>
                </a:lnTo>
                <a:lnTo>
                  <a:pt x="660331" y="65363"/>
                </a:lnTo>
                <a:lnTo>
                  <a:pt x="660546" y="65537"/>
                </a:lnTo>
                <a:lnTo>
                  <a:pt x="660749" y="65717"/>
                </a:lnTo>
                <a:lnTo>
                  <a:pt x="660941" y="65903"/>
                </a:lnTo>
                <a:lnTo>
                  <a:pt x="661123" y="66096"/>
                </a:lnTo>
                <a:lnTo>
                  <a:pt x="661293" y="66294"/>
                </a:lnTo>
                <a:lnTo>
                  <a:pt x="661453" y="66500"/>
                </a:lnTo>
                <a:lnTo>
                  <a:pt x="661601" y="66711"/>
                </a:lnTo>
                <a:lnTo>
                  <a:pt x="661738" y="66929"/>
                </a:lnTo>
                <a:lnTo>
                  <a:pt x="661865" y="67153"/>
                </a:lnTo>
                <a:lnTo>
                  <a:pt x="661980" y="67383"/>
                </a:lnTo>
                <a:lnTo>
                  <a:pt x="662085" y="67620"/>
                </a:lnTo>
                <a:lnTo>
                  <a:pt x="662178" y="67863"/>
                </a:lnTo>
                <a:lnTo>
                  <a:pt x="662261" y="68112"/>
                </a:lnTo>
                <a:lnTo>
                  <a:pt x="662332" y="68367"/>
                </a:lnTo>
                <a:lnTo>
                  <a:pt x="662393" y="68629"/>
                </a:lnTo>
                <a:lnTo>
                  <a:pt x="662442" y="68897"/>
                </a:lnTo>
                <a:lnTo>
                  <a:pt x="662481" y="69171"/>
                </a:lnTo>
                <a:lnTo>
                  <a:pt x="662508" y="69452"/>
                </a:lnTo>
                <a:lnTo>
                  <a:pt x="662525" y="69739"/>
                </a:lnTo>
                <a:lnTo>
                  <a:pt x="662530" y="70032"/>
                </a:lnTo>
                <a:lnTo>
                  <a:pt x="662525" y="70346"/>
                </a:lnTo>
                <a:lnTo>
                  <a:pt x="662511" y="70653"/>
                </a:lnTo>
                <a:lnTo>
                  <a:pt x="662488" y="70952"/>
                </a:lnTo>
                <a:lnTo>
                  <a:pt x="662455" y="71243"/>
                </a:lnTo>
                <a:lnTo>
                  <a:pt x="662413" y="71527"/>
                </a:lnTo>
                <a:lnTo>
                  <a:pt x="662362" y="71803"/>
                </a:lnTo>
                <a:lnTo>
                  <a:pt x="662301" y="72071"/>
                </a:lnTo>
                <a:lnTo>
                  <a:pt x="662232" y="72332"/>
                </a:lnTo>
                <a:lnTo>
                  <a:pt x="662152" y="72585"/>
                </a:lnTo>
                <a:lnTo>
                  <a:pt x="662064" y="72831"/>
                </a:lnTo>
                <a:lnTo>
                  <a:pt x="661966" y="73068"/>
                </a:lnTo>
                <a:lnTo>
                  <a:pt x="661858" y="73298"/>
                </a:lnTo>
                <a:lnTo>
                  <a:pt x="661742" y="73521"/>
                </a:lnTo>
                <a:lnTo>
                  <a:pt x="661616" y="73736"/>
                </a:lnTo>
                <a:lnTo>
                  <a:pt x="661481" y="73943"/>
                </a:lnTo>
                <a:lnTo>
                  <a:pt x="661336" y="74142"/>
                </a:lnTo>
                <a:lnTo>
                  <a:pt x="661182" y="74334"/>
                </a:lnTo>
                <a:lnTo>
                  <a:pt x="661019" y="74518"/>
                </a:lnTo>
                <a:lnTo>
                  <a:pt x="660846" y="74695"/>
                </a:lnTo>
                <a:lnTo>
                  <a:pt x="660664" y="74864"/>
                </a:lnTo>
                <a:lnTo>
                  <a:pt x="660473" y="75025"/>
                </a:lnTo>
                <a:lnTo>
                  <a:pt x="660273" y="75179"/>
                </a:lnTo>
                <a:lnTo>
                  <a:pt x="660063" y="75324"/>
                </a:lnTo>
                <a:lnTo>
                  <a:pt x="659844" y="75463"/>
                </a:lnTo>
                <a:lnTo>
                  <a:pt x="659616" y="75594"/>
                </a:lnTo>
                <a:lnTo>
                  <a:pt x="659381" y="75720"/>
                </a:lnTo>
                <a:lnTo>
                  <a:pt x="659138" y="75840"/>
                </a:lnTo>
                <a:lnTo>
                  <a:pt x="658888" y="75955"/>
                </a:lnTo>
                <a:lnTo>
                  <a:pt x="658630" y="76064"/>
                </a:lnTo>
                <a:lnTo>
                  <a:pt x="658365" y="76167"/>
                </a:lnTo>
                <a:lnTo>
                  <a:pt x="658092" y="76265"/>
                </a:lnTo>
                <a:lnTo>
                  <a:pt x="657811" y="76358"/>
                </a:lnTo>
                <a:lnTo>
                  <a:pt x="657523" y="76444"/>
                </a:lnTo>
                <a:lnTo>
                  <a:pt x="657227" y="76525"/>
                </a:lnTo>
                <a:lnTo>
                  <a:pt x="656924" y="76601"/>
                </a:lnTo>
                <a:lnTo>
                  <a:pt x="656614" y="76671"/>
                </a:lnTo>
                <a:lnTo>
                  <a:pt x="656295" y="76735"/>
                </a:lnTo>
                <a:lnTo>
                  <a:pt x="655970" y="76794"/>
                </a:lnTo>
                <a:lnTo>
                  <a:pt x="655636" y="76847"/>
                </a:lnTo>
                <a:lnTo>
                  <a:pt x="655295" y="76895"/>
                </a:lnTo>
                <a:lnTo>
                  <a:pt x="654947" y="76937"/>
                </a:lnTo>
                <a:lnTo>
                  <a:pt x="654591" y="76973"/>
                </a:lnTo>
                <a:lnTo>
                  <a:pt x="654227" y="77004"/>
                </a:lnTo>
                <a:lnTo>
                  <a:pt x="653856" y="77029"/>
                </a:lnTo>
                <a:lnTo>
                  <a:pt x="653477" y="77049"/>
                </a:lnTo>
                <a:lnTo>
                  <a:pt x="653091" y="77062"/>
                </a:lnTo>
                <a:lnTo>
                  <a:pt x="652697" y="77071"/>
                </a:lnTo>
                <a:lnTo>
                  <a:pt x="652296" y="77074"/>
                </a:lnTo>
                <a:lnTo>
                  <a:pt x="651888" y="77070"/>
                </a:lnTo>
                <a:lnTo>
                  <a:pt x="651484" y="77059"/>
                </a:lnTo>
                <a:lnTo>
                  <a:pt x="651084" y="77041"/>
                </a:lnTo>
                <a:lnTo>
                  <a:pt x="650689" y="77015"/>
                </a:lnTo>
                <a:lnTo>
                  <a:pt x="650298" y="76983"/>
                </a:lnTo>
                <a:lnTo>
                  <a:pt x="649912" y="76943"/>
                </a:lnTo>
                <a:lnTo>
                  <a:pt x="649529" y="76895"/>
                </a:lnTo>
                <a:lnTo>
                  <a:pt x="649151" y="76841"/>
                </a:lnTo>
                <a:lnTo>
                  <a:pt x="648778" y="76779"/>
                </a:lnTo>
                <a:lnTo>
                  <a:pt x="648408" y="76710"/>
                </a:lnTo>
                <a:lnTo>
                  <a:pt x="648044" y="76633"/>
                </a:lnTo>
                <a:lnTo>
                  <a:pt x="647683" y="76549"/>
                </a:lnTo>
                <a:lnTo>
                  <a:pt x="647327" y="76458"/>
                </a:lnTo>
                <a:lnTo>
                  <a:pt x="646975" y="76360"/>
                </a:lnTo>
                <a:lnTo>
                  <a:pt x="646627" y="76255"/>
                </a:lnTo>
                <a:lnTo>
                  <a:pt x="646284" y="76142"/>
                </a:lnTo>
                <a:lnTo>
                  <a:pt x="645945" y="76022"/>
                </a:lnTo>
                <a:lnTo>
                  <a:pt x="645610" y="75894"/>
                </a:lnTo>
                <a:lnTo>
                  <a:pt x="645280" y="75760"/>
                </a:lnTo>
                <a:lnTo>
                  <a:pt x="644954" y="75618"/>
                </a:lnTo>
                <a:lnTo>
                  <a:pt x="644632" y="75468"/>
                </a:lnTo>
                <a:lnTo>
                  <a:pt x="644315" y="75312"/>
                </a:lnTo>
                <a:lnTo>
                  <a:pt x="644002" y="75148"/>
                </a:lnTo>
                <a:lnTo>
                  <a:pt x="643693" y="74977"/>
                </a:lnTo>
                <a:lnTo>
                  <a:pt x="643393" y="74797"/>
                </a:lnTo>
                <a:lnTo>
                  <a:pt x="643106" y="74605"/>
                </a:lnTo>
                <a:lnTo>
                  <a:pt x="642831" y="74402"/>
                </a:lnTo>
                <a:lnTo>
                  <a:pt x="642570" y="74187"/>
                </a:lnTo>
                <a:lnTo>
                  <a:pt x="642321" y="73961"/>
                </a:lnTo>
                <a:lnTo>
                  <a:pt x="642084" y="73724"/>
                </a:lnTo>
                <a:lnTo>
                  <a:pt x="641861" y="73475"/>
                </a:lnTo>
                <a:lnTo>
                  <a:pt x="641650" y="73215"/>
                </a:lnTo>
                <a:lnTo>
                  <a:pt x="641452" y="72944"/>
                </a:lnTo>
                <a:lnTo>
                  <a:pt x="641267" y="72661"/>
                </a:lnTo>
                <a:lnTo>
                  <a:pt x="641095" y="72367"/>
                </a:lnTo>
                <a:lnTo>
                  <a:pt x="640935" y="72062"/>
                </a:lnTo>
                <a:lnTo>
                  <a:pt x="640788" y="71745"/>
                </a:lnTo>
                <a:lnTo>
                  <a:pt x="640654" y="71417"/>
                </a:lnTo>
                <a:lnTo>
                  <a:pt x="640533" y="71077"/>
                </a:lnTo>
                <a:lnTo>
                  <a:pt x="640424" y="70726"/>
                </a:lnTo>
                <a:lnTo>
                  <a:pt x="640328" y="70364"/>
                </a:lnTo>
                <a:lnTo>
                  <a:pt x="640245" y="69990"/>
                </a:lnTo>
                <a:lnTo>
                  <a:pt x="640175" y="69605"/>
                </a:lnTo>
                <a:lnTo>
                  <a:pt x="640118" y="69209"/>
                </a:lnTo>
                <a:lnTo>
                  <a:pt x="640073" y="68801"/>
                </a:lnTo>
                <a:lnTo>
                  <a:pt x="640041" y="68382"/>
                </a:lnTo>
                <a:lnTo>
                  <a:pt x="640022" y="67951"/>
                </a:lnTo>
                <a:lnTo>
                  <a:pt x="640016" y="67509"/>
                </a:lnTo>
                <a:lnTo>
                  <a:pt x="624281" y="67509"/>
                </a:lnTo>
                <a:lnTo>
                  <a:pt x="624285" y="68012"/>
                </a:lnTo>
                <a:lnTo>
                  <a:pt x="624297" y="68509"/>
                </a:lnTo>
                <a:lnTo>
                  <a:pt x="624318" y="68998"/>
                </a:lnTo>
                <a:lnTo>
                  <a:pt x="624347" y="69480"/>
                </a:lnTo>
                <a:lnTo>
                  <a:pt x="624384" y="69955"/>
                </a:lnTo>
                <a:lnTo>
                  <a:pt x="624429" y="70423"/>
                </a:lnTo>
                <a:lnTo>
                  <a:pt x="624482" y="70885"/>
                </a:lnTo>
                <a:lnTo>
                  <a:pt x="624544" y="71339"/>
                </a:lnTo>
                <a:lnTo>
                  <a:pt x="624614" y="71786"/>
                </a:lnTo>
                <a:lnTo>
                  <a:pt x="624692" y="72227"/>
                </a:lnTo>
                <a:lnTo>
                  <a:pt x="624778" y="72660"/>
                </a:lnTo>
                <a:lnTo>
                  <a:pt x="624873" y="73087"/>
                </a:lnTo>
                <a:lnTo>
                  <a:pt x="624975" y="73506"/>
                </a:lnTo>
                <a:lnTo>
                  <a:pt x="625086" y="73919"/>
                </a:lnTo>
                <a:lnTo>
                  <a:pt x="625205" y="74324"/>
                </a:lnTo>
                <a:lnTo>
                  <a:pt x="625333" y="74723"/>
                </a:lnTo>
                <a:lnTo>
                  <a:pt x="625468" y="75115"/>
                </a:lnTo>
                <a:lnTo>
                  <a:pt x="625612" y="75499"/>
                </a:lnTo>
                <a:lnTo>
                  <a:pt x="625764" y="75877"/>
                </a:lnTo>
                <a:lnTo>
                  <a:pt x="625924" y="76248"/>
                </a:lnTo>
                <a:lnTo>
                  <a:pt x="626093" y="76612"/>
                </a:lnTo>
                <a:lnTo>
                  <a:pt x="626270" y="76968"/>
                </a:lnTo>
                <a:lnTo>
                  <a:pt x="626454" y="77318"/>
                </a:lnTo>
                <a:lnTo>
                  <a:pt x="626648" y="77661"/>
                </a:lnTo>
                <a:lnTo>
                  <a:pt x="626848" y="77998"/>
                </a:lnTo>
                <a:lnTo>
                  <a:pt x="627054" y="78328"/>
                </a:lnTo>
                <a:lnTo>
                  <a:pt x="627265" y="78653"/>
                </a:lnTo>
                <a:lnTo>
                  <a:pt x="627483" y="78972"/>
                </a:lnTo>
                <a:lnTo>
                  <a:pt x="627706" y="79284"/>
                </a:lnTo>
                <a:lnTo>
                  <a:pt x="627935" y="79591"/>
                </a:lnTo>
                <a:lnTo>
                  <a:pt x="628170" y="79892"/>
                </a:lnTo>
                <a:lnTo>
                  <a:pt x="628410" y="80187"/>
                </a:lnTo>
                <a:lnTo>
                  <a:pt x="628656" y="80476"/>
                </a:lnTo>
                <a:lnTo>
                  <a:pt x="628908" y="80759"/>
                </a:lnTo>
                <a:lnTo>
                  <a:pt x="629166" y="81036"/>
                </a:lnTo>
                <a:lnTo>
                  <a:pt x="629430" y="81307"/>
                </a:lnTo>
                <a:lnTo>
                  <a:pt x="629699" y="81572"/>
                </a:lnTo>
                <a:lnTo>
                  <a:pt x="629974" y="81831"/>
                </a:lnTo>
                <a:lnTo>
                  <a:pt x="630255" y="82084"/>
                </a:lnTo>
                <a:lnTo>
                  <a:pt x="630542" y="82331"/>
                </a:lnTo>
                <a:lnTo>
                  <a:pt x="630835" y="82573"/>
                </a:lnTo>
                <a:lnTo>
                  <a:pt x="631133" y="82808"/>
                </a:lnTo>
                <a:lnTo>
                  <a:pt x="631437" y="83038"/>
                </a:lnTo>
                <a:lnTo>
                  <a:pt x="631747" y="83261"/>
                </a:lnTo>
                <a:lnTo>
                  <a:pt x="632062" y="83479"/>
                </a:lnTo>
                <a:lnTo>
                  <a:pt x="632384" y="83690"/>
                </a:lnTo>
                <a:lnTo>
                  <a:pt x="632711" y="83896"/>
                </a:lnTo>
                <a:lnTo>
                  <a:pt x="633044" y="84095"/>
                </a:lnTo>
                <a:lnTo>
                  <a:pt x="633381" y="84290"/>
                </a:lnTo>
                <a:lnTo>
                  <a:pt x="633722" y="84479"/>
                </a:lnTo>
                <a:lnTo>
                  <a:pt x="634066" y="84664"/>
                </a:lnTo>
                <a:lnTo>
                  <a:pt x="634414" y="84844"/>
                </a:lnTo>
                <a:lnTo>
                  <a:pt x="634764" y="85019"/>
                </a:lnTo>
                <a:lnTo>
                  <a:pt x="635118" y="85189"/>
                </a:lnTo>
                <a:lnTo>
                  <a:pt x="635476" y="85354"/>
                </a:lnTo>
                <a:lnTo>
                  <a:pt x="635837" y="85515"/>
                </a:lnTo>
                <a:lnTo>
                  <a:pt x="636201" y="85670"/>
                </a:lnTo>
                <a:lnTo>
                  <a:pt x="636568" y="85821"/>
                </a:lnTo>
                <a:lnTo>
                  <a:pt x="636939" y="85967"/>
                </a:lnTo>
                <a:lnTo>
                  <a:pt x="637313" y="86108"/>
                </a:lnTo>
                <a:lnTo>
                  <a:pt x="637691" y="86245"/>
                </a:lnTo>
                <a:lnTo>
                  <a:pt x="638071" y="86376"/>
                </a:lnTo>
                <a:lnTo>
                  <a:pt x="638455" y="86503"/>
                </a:lnTo>
                <a:lnTo>
                  <a:pt x="638843" y="86625"/>
                </a:lnTo>
                <a:lnTo>
                  <a:pt x="639234" y="86742"/>
                </a:lnTo>
                <a:lnTo>
                  <a:pt x="639628" y="86854"/>
                </a:lnTo>
                <a:lnTo>
                  <a:pt x="640025" y="86961"/>
                </a:lnTo>
                <a:lnTo>
                  <a:pt x="640426" y="87064"/>
                </a:lnTo>
                <a:lnTo>
                  <a:pt x="640830" y="87161"/>
                </a:lnTo>
                <a:lnTo>
                  <a:pt x="641237" y="87254"/>
                </a:lnTo>
                <a:lnTo>
                  <a:pt x="641648" y="87342"/>
                </a:lnTo>
                <a:lnTo>
                  <a:pt x="642062" y="87425"/>
                </a:lnTo>
                <a:lnTo>
                  <a:pt x="642478" y="87505"/>
                </a:lnTo>
                <a:lnTo>
                  <a:pt x="642895" y="87580"/>
                </a:lnTo>
                <a:lnTo>
                  <a:pt x="643313" y="87653"/>
                </a:lnTo>
                <a:lnTo>
                  <a:pt x="643731" y="87722"/>
                </a:lnTo>
                <a:lnTo>
                  <a:pt x="644149" y="87787"/>
                </a:lnTo>
                <a:lnTo>
                  <a:pt x="644569" y="87850"/>
                </a:lnTo>
                <a:lnTo>
                  <a:pt x="644989" y="87908"/>
                </a:lnTo>
                <a:lnTo>
                  <a:pt x="645410" y="87964"/>
                </a:lnTo>
                <a:lnTo>
                  <a:pt x="645831" y="88016"/>
                </a:lnTo>
                <a:lnTo>
                  <a:pt x="646253" y="88065"/>
                </a:lnTo>
                <a:lnTo>
                  <a:pt x="646676" y="88110"/>
                </a:lnTo>
                <a:lnTo>
                  <a:pt x="647099" y="88153"/>
                </a:lnTo>
                <a:lnTo>
                  <a:pt x="647523" y="88191"/>
                </a:lnTo>
                <a:lnTo>
                  <a:pt x="647948" y="88227"/>
                </a:lnTo>
                <a:lnTo>
                  <a:pt x="648374" y="88259"/>
                </a:lnTo>
                <a:lnTo>
                  <a:pt x="648800" y="88287"/>
                </a:lnTo>
                <a:lnTo>
                  <a:pt x="649226" y="88312"/>
                </a:lnTo>
                <a:lnTo>
                  <a:pt x="649654" y="88334"/>
                </a:lnTo>
                <a:lnTo>
                  <a:pt x="650082" y="88353"/>
                </a:lnTo>
                <a:lnTo>
                  <a:pt x="650511" y="88368"/>
                </a:lnTo>
                <a:lnTo>
                  <a:pt x="650940" y="88380"/>
                </a:lnTo>
                <a:lnTo>
                  <a:pt x="651370" y="88388"/>
                </a:lnTo>
                <a:lnTo>
                  <a:pt x="651801" y="88393"/>
                </a:lnTo>
                <a:lnTo>
                  <a:pt x="652232" y="88395"/>
                </a:lnTo>
                <a:lnTo>
                  <a:pt x="652669" y="88393"/>
                </a:lnTo>
                <a:lnTo>
                  <a:pt x="653104" y="88387"/>
                </a:lnTo>
                <a:lnTo>
                  <a:pt x="653538" y="88378"/>
                </a:lnTo>
                <a:lnTo>
                  <a:pt x="653971" y="883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48313-95E9-40E6-AF4D-1F35F4B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910" y="562350"/>
            <a:ext cx="9653550" cy="3907705"/>
          </a:xfrm>
          <a:custGeom xmlns:a="http://schemas.openxmlformats.org/drawingml/2006/main">
            <a:pathLst>
              <a:path w="9653550" h="3907705">
                <a:moveTo>
                  <a:pt x="9627334" y="3851354"/>
                </a:moveTo>
                <a:lnTo>
                  <a:pt x="9629226" y="3851162"/>
                </a:lnTo>
                <a:lnTo>
                  <a:pt x="9631080" y="3850847"/>
                </a:lnTo>
                <a:lnTo>
                  <a:pt x="9632889" y="3850413"/>
                </a:lnTo>
                <a:lnTo>
                  <a:pt x="9634652" y="3849865"/>
                </a:lnTo>
                <a:lnTo>
                  <a:pt x="9636362" y="3849207"/>
                </a:lnTo>
                <a:lnTo>
                  <a:pt x="9638017" y="3848442"/>
                </a:lnTo>
                <a:lnTo>
                  <a:pt x="9639612" y="3847576"/>
                </a:lnTo>
                <a:lnTo>
                  <a:pt x="9641143" y="3846612"/>
                </a:lnTo>
                <a:lnTo>
                  <a:pt x="9642605" y="3845555"/>
                </a:lnTo>
                <a:lnTo>
                  <a:pt x="9643995" y="3844408"/>
                </a:lnTo>
                <a:lnTo>
                  <a:pt x="9645308" y="3843176"/>
                </a:lnTo>
                <a:lnTo>
                  <a:pt x="9646540" y="3841863"/>
                </a:lnTo>
                <a:lnTo>
                  <a:pt x="9647687" y="3840473"/>
                </a:lnTo>
                <a:lnTo>
                  <a:pt x="9648744" y="3839010"/>
                </a:lnTo>
                <a:lnTo>
                  <a:pt x="9649708" y="3837480"/>
                </a:lnTo>
                <a:lnTo>
                  <a:pt x="9650575" y="3835885"/>
                </a:lnTo>
                <a:lnTo>
                  <a:pt x="9651339" y="3834230"/>
                </a:lnTo>
                <a:lnTo>
                  <a:pt x="9651997" y="3832519"/>
                </a:lnTo>
                <a:lnTo>
                  <a:pt x="9652545" y="3830757"/>
                </a:lnTo>
                <a:lnTo>
                  <a:pt x="9652979" y="3828947"/>
                </a:lnTo>
                <a:lnTo>
                  <a:pt x="9653294" y="3827094"/>
                </a:lnTo>
                <a:lnTo>
                  <a:pt x="9653485" y="3825202"/>
                </a:lnTo>
                <a:lnTo>
                  <a:pt x="9653550" y="3823275"/>
                </a:lnTo>
                <a:lnTo>
                  <a:pt x="9653550" y="28143"/>
                </a:lnTo>
                <a:lnTo>
                  <a:pt x="9653485" y="26216"/>
                </a:lnTo>
                <a:lnTo>
                  <a:pt x="9653294" y="24324"/>
                </a:lnTo>
                <a:lnTo>
                  <a:pt x="9652979" y="22471"/>
                </a:lnTo>
                <a:lnTo>
                  <a:pt x="9652545" y="20662"/>
                </a:lnTo>
                <a:lnTo>
                  <a:pt x="9651997" y="18899"/>
                </a:lnTo>
                <a:lnTo>
                  <a:pt x="9651339" y="17189"/>
                </a:lnTo>
                <a:lnTo>
                  <a:pt x="9650575" y="15534"/>
                </a:lnTo>
                <a:lnTo>
                  <a:pt x="9649708" y="13939"/>
                </a:lnTo>
                <a:lnTo>
                  <a:pt x="9648744" y="12408"/>
                </a:lnTo>
                <a:lnTo>
                  <a:pt x="9647687" y="10946"/>
                </a:lnTo>
                <a:lnTo>
                  <a:pt x="9646540" y="9556"/>
                </a:lnTo>
                <a:lnTo>
                  <a:pt x="9645308" y="8243"/>
                </a:lnTo>
                <a:lnTo>
                  <a:pt x="9643995" y="7011"/>
                </a:lnTo>
                <a:lnTo>
                  <a:pt x="9642605" y="5864"/>
                </a:lnTo>
                <a:lnTo>
                  <a:pt x="9641143" y="4807"/>
                </a:lnTo>
                <a:lnTo>
                  <a:pt x="9639612" y="3842"/>
                </a:lnTo>
                <a:lnTo>
                  <a:pt x="9638017" y="2976"/>
                </a:lnTo>
                <a:lnTo>
                  <a:pt x="9636362" y="2212"/>
                </a:lnTo>
                <a:lnTo>
                  <a:pt x="9634652" y="1553"/>
                </a:lnTo>
                <a:lnTo>
                  <a:pt x="9632889" y="1005"/>
                </a:lnTo>
                <a:lnTo>
                  <a:pt x="9631080" y="572"/>
                </a:lnTo>
                <a:lnTo>
                  <a:pt x="9629226" y="257"/>
                </a:lnTo>
                <a:lnTo>
                  <a:pt x="9627334" y="65"/>
                </a:lnTo>
                <a:lnTo>
                  <a:pt x="9625407" y="0"/>
                </a:lnTo>
                <a:lnTo>
                  <a:pt x="9034395" y="0"/>
                </a:lnTo>
                <a:lnTo>
                  <a:pt x="9034395" y="56286"/>
                </a:lnTo>
                <a:lnTo>
                  <a:pt x="9597264" y="56286"/>
                </a:lnTo>
                <a:lnTo>
                  <a:pt x="9597264" y="3795132"/>
                </a:lnTo>
                <a:lnTo>
                  <a:pt x="168859" y="3795132"/>
                </a:lnTo>
                <a:lnTo>
                  <a:pt x="168859" y="3738846"/>
                </a:lnTo>
                <a:lnTo>
                  <a:pt x="0" y="3823275"/>
                </a:lnTo>
                <a:lnTo>
                  <a:pt x="168859" y="3907705"/>
                </a:lnTo>
                <a:lnTo>
                  <a:pt x="168859" y="3851418"/>
                </a:lnTo>
                <a:lnTo>
                  <a:pt x="9625407" y="3851418"/>
                </a:lnTo>
                <a:lnTo>
                  <a:pt x="9627334" y="38513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0d16665824f91"/>
          <a:stretch xmlns:a="http://schemas.openxmlformats.org/drawingml/2006/main"/>
        </p:blipFill>
        <p:spPr>
          <a:xfrm xmlns:a="http://schemas.openxmlformats.org/drawingml/2006/main">
            <a:off x="12639902" y="121783"/>
            <a:ext cx="438009" cy="773679"/>
          </a:xfrm>
          <a:prstGeom xmlns:a="http://schemas.openxmlformats.org/drawingml/2006/main" prst="rect">
            <a:avLst/>
          </a:prstGeom>
        </p:spPr>
      </p:pic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9311760ea4f7b"/>
          <a:stretch xmlns:a="http://schemas.openxmlformats.org/drawingml/2006/main"/>
        </p:blipFill>
        <p:spPr>
          <a:xfrm xmlns:a="http://schemas.openxmlformats.org/drawingml/2006/main">
            <a:off x="12774989" y="322368"/>
            <a:ext cx="593563" cy="806427"/>
          </a:xfrm>
          <a:prstGeom xmlns:a="http://schemas.openxmlformats.org/drawingml/2006/main" prst="rect">
            <a:avLst/>
          </a:prstGeom>
        </p:spPr>
      </p:pic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9e035f7ba4085"/>
          <a:stretch xmlns:a="http://schemas.openxmlformats.org/drawingml/2006/main"/>
        </p:blipFill>
        <p:spPr>
          <a:xfrm xmlns:a="http://schemas.openxmlformats.org/drawingml/2006/main">
            <a:off x="12893703" y="240496"/>
            <a:ext cx="654966" cy="654966"/>
          </a:xfrm>
          <a:prstGeom xmlns:a="http://schemas.openxmlformats.org/drawingml/2006/main" prst="rect">
            <a:avLst/>
          </a:prstGeom>
        </p:spPr>
      </p:pic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b321b9d964146"/>
          <a:stretch xmlns:a="http://schemas.openxmlformats.org/drawingml/2006/main"/>
        </p:blipFill>
        <p:spPr>
          <a:xfrm xmlns:a="http://schemas.openxmlformats.org/drawingml/2006/main">
            <a:off x="12885513" y="2000719"/>
            <a:ext cx="884205" cy="884205"/>
          </a:xfrm>
          <a:prstGeom xmlns:a="http://schemas.openxmlformats.org/drawingml/2006/main" prst="rect">
            <a:avLst/>
          </a:prstGeom>
        </p:spPr>
      </p:pic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f086bf9074fa7"/>
          <a:stretch xmlns:a="http://schemas.openxmlformats.org/drawingml/2006/main"/>
        </p:blipFill>
        <p:spPr>
          <a:xfrm xmlns:a="http://schemas.openxmlformats.org/drawingml/2006/main">
            <a:off x="12300138" y="2000719"/>
            <a:ext cx="884205" cy="884205"/>
          </a:xfrm>
          <a:prstGeom xmlns:a="http://schemas.openxmlformats.org/drawingml/2006/main" prst="rect">
            <a:avLst/>
          </a:prstGeom>
        </p:spPr>
      </p:pic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9ba0a7b234b37"/>
          <a:stretch xmlns:a="http://schemas.openxmlformats.org/drawingml/2006/main"/>
        </p:blipFill>
        <p:spPr>
          <a:xfrm xmlns:a="http://schemas.openxmlformats.org/drawingml/2006/main">
            <a:off x="12586687" y="2184928"/>
            <a:ext cx="896485" cy="896485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0dddd4a7c4eb2"/>
          <a:stretch xmlns:a="http://schemas.openxmlformats.org/drawingml/2006/main"/>
        </p:blipFill>
        <p:spPr>
          <a:xfrm xmlns:a="http://schemas.openxmlformats.org/drawingml/2006/main">
            <a:off x="3049761" y="3615620"/>
            <a:ext cx="1350868" cy="1350868"/>
          </a:xfrm>
          <a:prstGeom xmlns:a="http://schemas.openxmlformats.org/drawingml/2006/main" prst="rect">
            <a:avLst/>
          </a:prstGeom>
        </p:spPr>
      </p:pic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47A462-D408-4E05-8B8E-CC0F932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021" y="4086378"/>
            <a:ext cx="540347" cy="384792"/>
          </a:xfrm>
          <a:custGeom xmlns:a="http://schemas.openxmlformats.org/drawingml/2006/main">
            <a:pathLst>
              <a:path w="540347" h="384792">
                <a:moveTo>
                  <a:pt x="0" y="0"/>
                </a:moveTo>
                <a:lnTo>
                  <a:pt x="540347" y="0"/>
                </a:lnTo>
                <a:lnTo>
                  <a:pt x="540347" y="384792"/>
                </a:lnTo>
                <a:lnTo>
                  <a:pt x="0" y="384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EFCE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22bb2986d45a9"/>
          <a:stretch xmlns:a="http://schemas.openxmlformats.org/drawingml/2006/main"/>
        </p:blipFill>
        <p:spPr>
          <a:xfrm xmlns:a="http://schemas.openxmlformats.org/drawingml/2006/main">
            <a:off x="3494934" y="3875560"/>
            <a:ext cx="822802" cy="822802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f7a71d02f4ca1"/>
          <a:stretch xmlns:a="http://schemas.openxmlformats.org/drawingml/2006/main"/>
        </p:blipFill>
        <p:spPr>
          <a:xfrm xmlns:a="http://schemas.openxmlformats.org/drawingml/2006/main">
            <a:off x="3544057" y="4043395"/>
            <a:ext cx="466664" cy="462570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44932cd914f04"/>
          <a:stretch xmlns:a="http://schemas.openxmlformats.org/drawingml/2006/main"/>
        </p:blipFill>
        <p:spPr>
          <a:xfrm xmlns:a="http://schemas.openxmlformats.org/drawingml/2006/main">
            <a:off x="3368034" y="3994273"/>
            <a:ext cx="593563" cy="589470"/>
          </a:xfrm>
          <a:prstGeom xmlns:a="http://schemas.openxmlformats.org/drawingml/2006/main" prst="rect">
            <a:avLst/>
          </a:prstGeom>
        </p:spPr>
      </p:pic>
      <p:sp>
        <p:nvSpPr>
          <p:cNvPr id="94" name="Text BugDetection">
            <a:extLst xmlns:a="http://schemas.openxmlformats.org/drawingml/2006/main">
              <a:ext uri="{FF2B5EF4-FFF2-40B4-BE49-F238E27FC236}">
                <a16:creationId xmlns:a16="http://schemas.microsoft.com/office/drawing/2014/main" id="{464944DC-405D-49D5-95FA-33F78590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048" y="5009883"/>
            <a:ext cx="1410815" cy="192494"/>
          </a:xfrm>
          <a:custGeom xmlns:a="http://schemas.openxmlformats.org/drawingml/2006/main">
            <a:pathLst>
              <a:path w="1410815" h="192494">
                <a:moveTo>
                  <a:pt x="344380" y="52603"/>
                </a:moveTo>
                <a:lnTo>
                  <a:pt x="344865" y="52329"/>
                </a:lnTo>
                <a:lnTo>
                  <a:pt x="345363" y="52071"/>
                </a:lnTo>
                <a:lnTo>
                  <a:pt x="345873" y="51830"/>
                </a:lnTo>
                <a:lnTo>
                  <a:pt x="346396" y="51606"/>
                </a:lnTo>
                <a:lnTo>
                  <a:pt x="346931" y="51399"/>
                </a:lnTo>
                <a:lnTo>
                  <a:pt x="347479" y="51208"/>
                </a:lnTo>
                <a:lnTo>
                  <a:pt x="348039" y="51033"/>
                </a:lnTo>
                <a:lnTo>
                  <a:pt x="348611" y="50876"/>
                </a:lnTo>
                <a:lnTo>
                  <a:pt x="349196" y="50735"/>
                </a:lnTo>
                <a:lnTo>
                  <a:pt x="349789" y="50604"/>
                </a:lnTo>
                <a:lnTo>
                  <a:pt x="350388" y="50480"/>
                </a:lnTo>
                <a:lnTo>
                  <a:pt x="350991" y="50361"/>
                </a:lnTo>
                <a:lnTo>
                  <a:pt x="351600" y="50247"/>
                </a:lnTo>
                <a:lnTo>
                  <a:pt x="352214" y="50140"/>
                </a:lnTo>
                <a:lnTo>
                  <a:pt x="352834" y="50037"/>
                </a:lnTo>
                <a:lnTo>
                  <a:pt x="353458" y="49940"/>
                </a:lnTo>
                <a:lnTo>
                  <a:pt x="354088" y="49849"/>
                </a:lnTo>
                <a:lnTo>
                  <a:pt x="354722" y="49763"/>
                </a:lnTo>
                <a:lnTo>
                  <a:pt x="355362" y="49683"/>
                </a:lnTo>
                <a:lnTo>
                  <a:pt x="356007" y="49608"/>
                </a:lnTo>
                <a:lnTo>
                  <a:pt x="356657" y="49539"/>
                </a:lnTo>
                <a:lnTo>
                  <a:pt x="357313" y="49475"/>
                </a:lnTo>
                <a:lnTo>
                  <a:pt x="357973" y="49417"/>
                </a:lnTo>
                <a:lnTo>
                  <a:pt x="358639" y="49365"/>
                </a:lnTo>
                <a:lnTo>
                  <a:pt x="359309" y="49318"/>
                </a:lnTo>
                <a:lnTo>
                  <a:pt x="359985" y="49276"/>
                </a:lnTo>
                <a:lnTo>
                  <a:pt x="360666" y="49240"/>
                </a:lnTo>
                <a:lnTo>
                  <a:pt x="361353" y="49210"/>
                </a:lnTo>
                <a:lnTo>
                  <a:pt x="362044" y="49185"/>
                </a:lnTo>
                <a:lnTo>
                  <a:pt x="362741" y="49165"/>
                </a:lnTo>
                <a:lnTo>
                  <a:pt x="363442" y="49152"/>
                </a:lnTo>
                <a:lnTo>
                  <a:pt x="364149" y="49143"/>
                </a:lnTo>
                <a:lnTo>
                  <a:pt x="364861" y="49140"/>
                </a:lnTo>
                <a:lnTo>
                  <a:pt x="364861" y="27923"/>
                </a:lnTo>
                <a:lnTo>
                  <a:pt x="363814" y="27939"/>
                </a:lnTo>
                <a:lnTo>
                  <a:pt x="362780" y="27970"/>
                </a:lnTo>
                <a:lnTo>
                  <a:pt x="361758" y="28014"/>
                </a:lnTo>
                <a:lnTo>
                  <a:pt x="360749" y="28073"/>
                </a:lnTo>
                <a:lnTo>
                  <a:pt x="359753" y="28146"/>
                </a:lnTo>
                <a:lnTo>
                  <a:pt x="358770" y="28232"/>
                </a:lnTo>
                <a:lnTo>
                  <a:pt x="357800" y="28333"/>
                </a:lnTo>
                <a:lnTo>
                  <a:pt x="356842" y="28448"/>
                </a:lnTo>
                <a:lnTo>
                  <a:pt x="355897" y="28578"/>
                </a:lnTo>
                <a:lnTo>
                  <a:pt x="354965" y="28721"/>
                </a:lnTo>
                <a:lnTo>
                  <a:pt x="354046" y="28878"/>
                </a:lnTo>
                <a:lnTo>
                  <a:pt x="353139" y="29050"/>
                </a:lnTo>
                <a:lnTo>
                  <a:pt x="352246" y="29236"/>
                </a:lnTo>
                <a:lnTo>
                  <a:pt x="351365" y="29436"/>
                </a:lnTo>
                <a:lnTo>
                  <a:pt x="350497" y="29650"/>
                </a:lnTo>
                <a:lnTo>
                  <a:pt x="349641" y="29878"/>
                </a:lnTo>
                <a:lnTo>
                  <a:pt x="348799" y="30120"/>
                </a:lnTo>
                <a:lnTo>
                  <a:pt x="347969" y="30376"/>
                </a:lnTo>
                <a:lnTo>
                  <a:pt x="347152" y="30647"/>
                </a:lnTo>
                <a:lnTo>
                  <a:pt x="346348" y="30931"/>
                </a:lnTo>
                <a:lnTo>
                  <a:pt x="345557" y="31230"/>
                </a:lnTo>
                <a:lnTo>
                  <a:pt x="344778" y="31543"/>
                </a:lnTo>
                <a:lnTo>
                  <a:pt x="344012" y="31870"/>
                </a:lnTo>
                <a:lnTo>
                  <a:pt x="343259" y="32211"/>
                </a:lnTo>
                <a:lnTo>
                  <a:pt x="342521" y="32571"/>
                </a:lnTo>
                <a:lnTo>
                  <a:pt x="341798" y="32957"/>
                </a:lnTo>
                <a:lnTo>
                  <a:pt x="341092" y="33368"/>
                </a:lnTo>
                <a:lnTo>
                  <a:pt x="340402" y="33805"/>
                </a:lnTo>
                <a:lnTo>
                  <a:pt x="339729" y="34266"/>
                </a:lnTo>
                <a:lnTo>
                  <a:pt x="339071" y="34753"/>
                </a:lnTo>
                <a:lnTo>
                  <a:pt x="338430" y="35265"/>
                </a:lnTo>
                <a:lnTo>
                  <a:pt x="337805" y="35802"/>
                </a:lnTo>
                <a:lnTo>
                  <a:pt x="337196" y="36364"/>
                </a:lnTo>
                <a:lnTo>
                  <a:pt x="336604" y="36952"/>
                </a:lnTo>
                <a:lnTo>
                  <a:pt x="336028" y="37564"/>
                </a:lnTo>
                <a:lnTo>
                  <a:pt x="335468" y="38202"/>
                </a:lnTo>
                <a:lnTo>
                  <a:pt x="334924" y="38865"/>
                </a:lnTo>
                <a:lnTo>
                  <a:pt x="334396" y="39553"/>
                </a:lnTo>
                <a:lnTo>
                  <a:pt x="333885" y="40267"/>
                </a:lnTo>
                <a:lnTo>
                  <a:pt x="333390" y="41005"/>
                </a:lnTo>
                <a:lnTo>
                  <a:pt x="332911" y="41769"/>
                </a:lnTo>
                <a:lnTo>
                  <a:pt x="332448" y="42558"/>
                </a:lnTo>
                <a:lnTo>
                  <a:pt x="332001" y="43372"/>
                </a:lnTo>
                <a:lnTo>
                  <a:pt x="331571" y="44212"/>
                </a:lnTo>
                <a:lnTo>
                  <a:pt x="331157" y="45076"/>
                </a:lnTo>
                <a:lnTo>
                  <a:pt x="330759" y="45966"/>
                </a:lnTo>
                <a:lnTo>
                  <a:pt x="330719" y="46062"/>
                </a:lnTo>
                <a:lnTo>
                  <a:pt x="330417" y="45942"/>
                </a:lnTo>
                <a:lnTo>
                  <a:pt x="329497" y="45600"/>
                </a:lnTo>
                <a:lnTo>
                  <a:pt x="328559" y="45275"/>
                </a:lnTo>
                <a:lnTo>
                  <a:pt x="327603" y="44968"/>
                </a:lnTo>
                <a:lnTo>
                  <a:pt x="326629" y="44679"/>
                </a:lnTo>
                <a:lnTo>
                  <a:pt x="325636" y="44407"/>
                </a:lnTo>
                <a:lnTo>
                  <a:pt x="324626" y="44153"/>
                </a:lnTo>
                <a:lnTo>
                  <a:pt x="323597" y="43916"/>
                </a:lnTo>
                <a:lnTo>
                  <a:pt x="322550" y="43697"/>
                </a:lnTo>
                <a:lnTo>
                  <a:pt x="321485" y="43495"/>
                </a:lnTo>
                <a:lnTo>
                  <a:pt x="320402" y="43311"/>
                </a:lnTo>
                <a:lnTo>
                  <a:pt x="319301" y="43145"/>
                </a:lnTo>
                <a:lnTo>
                  <a:pt x="318182" y="42996"/>
                </a:lnTo>
                <a:lnTo>
                  <a:pt x="317045" y="42864"/>
                </a:lnTo>
                <a:lnTo>
                  <a:pt x="315889" y="42750"/>
                </a:lnTo>
                <a:lnTo>
                  <a:pt x="314715" y="42654"/>
                </a:lnTo>
                <a:lnTo>
                  <a:pt x="313524" y="42575"/>
                </a:lnTo>
                <a:lnTo>
                  <a:pt x="312314" y="42513"/>
                </a:lnTo>
                <a:lnTo>
                  <a:pt x="311086" y="42470"/>
                </a:lnTo>
                <a:lnTo>
                  <a:pt x="309839" y="42443"/>
                </a:lnTo>
                <a:lnTo>
                  <a:pt x="308575" y="42435"/>
                </a:lnTo>
                <a:lnTo>
                  <a:pt x="307346" y="42443"/>
                </a:lnTo>
                <a:lnTo>
                  <a:pt x="306133" y="42470"/>
                </a:lnTo>
                <a:lnTo>
                  <a:pt x="304935" y="42513"/>
                </a:lnTo>
                <a:lnTo>
                  <a:pt x="303753" y="42575"/>
                </a:lnTo>
                <a:lnTo>
                  <a:pt x="302587" y="42654"/>
                </a:lnTo>
                <a:lnTo>
                  <a:pt x="301436" y="42750"/>
                </a:lnTo>
                <a:lnTo>
                  <a:pt x="300301" y="42864"/>
                </a:lnTo>
                <a:lnTo>
                  <a:pt x="299182" y="42996"/>
                </a:lnTo>
                <a:lnTo>
                  <a:pt x="298078" y="43145"/>
                </a:lnTo>
                <a:lnTo>
                  <a:pt x="296990" y="43311"/>
                </a:lnTo>
                <a:lnTo>
                  <a:pt x="295917" y="43495"/>
                </a:lnTo>
                <a:lnTo>
                  <a:pt x="294861" y="43697"/>
                </a:lnTo>
                <a:lnTo>
                  <a:pt x="293820" y="43916"/>
                </a:lnTo>
                <a:lnTo>
                  <a:pt x="292794" y="44153"/>
                </a:lnTo>
                <a:lnTo>
                  <a:pt x="291784" y="44407"/>
                </a:lnTo>
                <a:lnTo>
                  <a:pt x="290790" y="44679"/>
                </a:lnTo>
                <a:lnTo>
                  <a:pt x="289812" y="44968"/>
                </a:lnTo>
                <a:lnTo>
                  <a:pt x="288849" y="45275"/>
                </a:lnTo>
                <a:lnTo>
                  <a:pt x="287901" y="45600"/>
                </a:lnTo>
                <a:lnTo>
                  <a:pt x="286970" y="45942"/>
                </a:lnTo>
                <a:lnTo>
                  <a:pt x="286054" y="46301"/>
                </a:lnTo>
                <a:lnTo>
                  <a:pt x="285154" y="46678"/>
                </a:lnTo>
                <a:lnTo>
                  <a:pt x="284269" y="47073"/>
                </a:lnTo>
                <a:lnTo>
                  <a:pt x="283400" y="47485"/>
                </a:lnTo>
                <a:lnTo>
                  <a:pt x="282548" y="47911"/>
                </a:lnTo>
                <a:lnTo>
                  <a:pt x="281713" y="48350"/>
                </a:lnTo>
                <a:lnTo>
                  <a:pt x="280895" y="48799"/>
                </a:lnTo>
                <a:lnTo>
                  <a:pt x="280094" y="49261"/>
                </a:lnTo>
                <a:lnTo>
                  <a:pt x="279311" y="49734"/>
                </a:lnTo>
                <a:lnTo>
                  <a:pt x="278546" y="50219"/>
                </a:lnTo>
                <a:lnTo>
                  <a:pt x="277798" y="50715"/>
                </a:lnTo>
                <a:lnTo>
                  <a:pt x="277067" y="51223"/>
                </a:lnTo>
                <a:lnTo>
                  <a:pt x="276353" y="51743"/>
                </a:lnTo>
                <a:lnTo>
                  <a:pt x="275657" y="52274"/>
                </a:lnTo>
                <a:lnTo>
                  <a:pt x="274978" y="52817"/>
                </a:lnTo>
                <a:lnTo>
                  <a:pt x="274317" y="53371"/>
                </a:lnTo>
                <a:lnTo>
                  <a:pt x="273673" y="53937"/>
                </a:lnTo>
                <a:lnTo>
                  <a:pt x="273046" y="54515"/>
                </a:lnTo>
                <a:lnTo>
                  <a:pt x="272437" y="55104"/>
                </a:lnTo>
                <a:lnTo>
                  <a:pt x="271845" y="55705"/>
                </a:lnTo>
                <a:lnTo>
                  <a:pt x="271270" y="56318"/>
                </a:lnTo>
                <a:lnTo>
                  <a:pt x="270713" y="56942"/>
                </a:lnTo>
                <a:lnTo>
                  <a:pt x="270173" y="57578"/>
                </a:lnTo>
                <a:lnTo>
                  <a:pt x="269651" y="58225"/>
                </a:lnTo>
                <a:lnTo>
                  <a:pt x="269146" y="58884"/>
                </a:lnTo>
                <a:lnTo>
                  <a:pt x="268658" y="59555"/>
                </a:lnTo>
                <a:lnTo>
                  <a:pt x="268188" y="60237"/>
                </a:lnTo>
                <a:lnTo>
                  <a:pt x="267735" y="60931"/>
                </a:lnTo>
                <a:lnTo>
                  <a:pt x="267299" y="61634"/>
                </a:lnTo>
                <a:lnTo>
                  <a:pt x="266883" y="62344"/>
                </a:lnTo>
                <a:lnTo>
                  <a:pt x="266485" y="63062"/>
                </a:lnTo>
                <a:lnTo>
                  <a:pt x="266105" y="63786"/>
                </a:lnTo>
                <a:lnTo>
                  <a:pt x="265744" y="64518"/>
                </a:lnTo>
                <a:lnTo>
                  <a:pt x="265402" y="65256"/>
                </a:lnTo>
                <a:lnTo>
                  <a:pt x="265078" y="66002"/>
                </a:lnTo>
                <a:lnTo>
                  <a:pt x="264772" y="66754"/>
                </a:lnTo>
                <a:lnTo>
                  <a:pt x="264485" y="67514"/>
                </a:lnTo>
                <a:lnTo>
                  <a:pt x="264217" y="68281"/>
                </a:lnTo>
                <a:lnTo>
                  <a:pt x="263967" y="69055"/>
                </a:lnTo>
                <a:lnTo>
                  <a:pt x="263736" y="69836"/>
                </a:lnTo>
                <a:lnTo>
                  <a:pt x="263523" y="70623"/>
                </a:lnTo>
                <a:lnTo>
                  <a:pt x="263328" y="71419"/>
                </a:lnTo>
                <a:lnTo>
                  <a:pt x="263152" y="72221"/>
                </a:lnTo>
                <a:lnTo>
                  <a:pt x="262995" y="73030"/>
                </a:lnTo>
                <a:lnTo>
                  <a:pt x="262856" y="73846"/>
                </a:lnTo>
                <a:lnTo>
                  <a:pt x="262736" y="74669"/>
                </a:lnTo>
                <a:lnTo>
                  <a:pt x="262634" y="75500"/>
                </a:lnTo>
                <a:lnTo>
                  <a:pt x="262551" y="76337"/>
                </a:lnTo>
                <a:lnTo>
                  <a:pt x="262486" y="77181"/>
                </a:lnTo>
                <a:lnTo>
                  <a:pt x="262440" y="78033"/>
                </a:lnTo>
                <a:lnTo>
                  <a:pt x="262412" y="78891"/>
                </a:lnTo>
                <a:lnTo>
                  <a:pt x="262403" y="79757"/>
                </a:lnTo>
                <a:lnTo>
                  <a:pt x="262412" y="80569"/>
                </a:lnTo>
                <a:lnTo>
                  <a:pt x="262439" y="81376"/>
                </a:lnTo>
                <a:lnTo>
                  <a:pt x="262485" y="82179"/>
                </a:lnTo>
                <a:lnTo>
                  <a:pt x="262549" y="82977"/>
                </a:lnTo>
                <a:lnTo>
                  <a:pt x="262632" y="83771"/>
                </a:lnTo>
                <a:lnTo>
                  <a:pt x="262733" y="84560"/>
                </a:lnTo>
                <a:lnTo>
                  <a:pt x="262852" y="85344"/>
                </a:lnTo>
                <a:lnTo>
                  <a:pt x="262989" y="86124"/>
                </a:lnTo>
                <a:lnTo>
                  <a:pt x="263145" y="86899"/>
                </a:lnTo>
                <a:lnTo>
                  <a:pt x="263319" y="87670"/>
                </a:lnTo>
                <a:lnTo>
                  <a:pt x="263511" y="88436"/>
                </a:lnTo>
                <a:lnTo>
                  <a:pt x="263722" y="89198"/>
                </a:lnTo>
                <a:lnTo>
                  <a:pt x="263951" y="89955"/>
                </a:lnTo>
                <a:lnTo>
                  <a:pt x="264198" y="90707"/>
                </a:lnTo>
                <a:lnTo>
                  <a:pt x="264464" y="91455"/>
                </a:lnTo>
                <a:lnTo>
                  <a:pt x="264748" y="92198"/>
                </a:lnTo>
                <a:lnTo>
                  <a:pt x="265050" y="92937"/>
                </a:lnTo>
                <a:lnTo>
                  <a:pt x="265371" y="93671"/>
                </a:lnTo>
                <a:lnTo>
                  <a:pt x="265710" y="94400"/>
                </a:lnTo>
                <a:lnTo>
                  <a:pt x="266067" y="95125"/>
                </a:lnTo>
                <a:lnTo>
                  <a:pt x="266443" y="95845"/>
                </a:lnTo>
                <a:lnTo>
                  <a:pt x="266837" y="96561"/>
                </a:lnTo>
                <a:lnTo>
                  <a:pt x="267249" y="97272"/>
                </a:lnTo>
                <a:lnTo>
                  <a:pt x="267680" y="97979"/>
                </a:lnTo>
                <a:lnTo>
                  <a:pt x="268128" y="98677"/>
                </a:lnTo>
                <a:lnTo>
                  <a:pt x="268593" y="99364"/>
                </a:lnTo>
                <a:lnTo>
                  <a:pt x="269076" y="100040"/>
                </a:lnTo>
                <a:lnTo>
                  <a:pt x="269576" y="100704"/>
                </a:lnTo>
                <a:lnTo>
                  <a:pt x="270093" y="101357"/>
                </a:lnTo>
                <a:lnTo>
                  <a:pt x="270627" y="101999"/>
                </a:lnTo>
                <a:lnTo>
                  <a:pt x="271179" y="102629"/>
                </a:lnTo>
                <a:lnTo>
                  <a:pt x="271747" y="103247"/>
                </a:lnTo>
                <a:lnTo>
                  <a:pt x="272333" y="103854"/>
                </a:lnTo>
                <a:lnTo>
                  <a:pt x="272936" y="104450"/>
                </a:lnTo>
                <a:lnTo>
                  <a:pt x="273556" y="105034"/>
                </a:lnTo>
                <a:lnTo>
                  <a:pt x="274193" y="105607"/>
                </a:lnTo>
                <a:lnTo>
                  <a:pt x="274848" y="106168"/>
                </a:lnTo>
                <a:lnTo>
                  <a:pt x="275519" y="106718"/>
                </a:lnTo>
                <a:lnTo>
                  <a:pt x="276208" y="107257"/>
                </a:lnTo>
                <a:lnTo>
                  <a:pt x="276914" y="107784"/>
                </a:lnTo>
                <a:lnTo>
                  <a:pt x="277637" y="108300"/>
                </a:lnTo>
                <a:lnTo>
                  <a:pt x="278377" y="108804"/>
                </a:lnTo>
                <a:lnTo>
                  <a:pt x="279058" y="109247"/>
                </a:lnTo>
                <a:lnTo>
                  <a:pt x="278771" y="109361"/>
                </a:lnTo>
                <a:lnTo>
                  <a:pt x="278010" y="109676"/>
                </a:lnTo>
                <a:lnTo>
                  <a:pt x="277267" y="109995"/>
                </a:lnTo>
                <a:lnTo>
                  <a:pt x="276541" y="110319"/>
                </a:lnTo>
                <a:lnTo>
                  <a:pt x="275834" y="110646"/>
                </a:lnTo>
                <a:lnTo>
                  <a:pt x="275146" y="110977"/>
                </a:lnTo>
                <a:lnTo>
                  <a:pt x="274475" y="111312"/>
                </a:lnTo>
                <a:lnTo>
                  <a:pt x="273822" y="111652"/>
                </a:lnTo>
                <a:lnTo>
                  <a:pt x="273188" y="111995"/>
                </a:lnTo>
                <a:lnTo>
                  <a:pt x="272571" y="112342"/>
                </a:lnTo>
                <a:lnTo>
                  <a:pt x="271973" y="112693"/>
                </a:lnTo>
                <a:lnTo>
                  <a:pt x="271393" y="113049"/>
                </a:lnTo>
                <a:lnTo>
                  <a:pt x="270831" y="113408"/>
                </a:lnTo>
                <a:lnTo>
                  <a:pt x="270287" y="113771"/>
                </a:lnTo>
                <a:lnTo>
                  <a:pt x="269761" y="114139"/>
                </a:lnTo>
                <a:lnTo>
                  <a:pt x="269254" y="114510"/>
                </a:lnTo>
                <a:lnTo>
                  <a:pt x="268764" y="114885"/>
                </a:lnTo>
                <a:lnTo>
                  <a:pt x="268293" y="115265"/>
                </a:lnTo>
                <a:lnTo>
                  <a:pt x="267840" y="115648"/>
                </a:lnTo>
                <a:lnTo>
                  <a:pt x="267405" y="116035"/>
                </a:lnTo>
                <a:lnTo>
                  <a:pt x="266988" y="116428"/>
                </a:lnTo>
                <a:lnTo>
                  <a:pt x="266588" y="116828"/>
                </a:lnTo>
                <a:lnTo>
                  <a:pt x="266207" y="117235"/>
                </a:lnTo>
                <a:lnTo>
                  <a:pt x="265843" y="117649"/>
                </a:lnTo>
                <a:lnTo>
                  <a:pt x="265497" y="118070"/>
                </a:lnTo>
                <a:lnTo>
                  <a:pt x="265168" y="118498"/>
                </a:lnTo>
                <a:lnTo>
                  <a:pt x="264858" y="118934"/>
                </a:lnTo>
                <a:lnTo>
                  <a:pt x="264565" y="119376"/>
                </a:lnTo>
                <a:lnTo>
                  <a:pt x="264290" y="119825"/>
                </a:lnTo>
                <a:lnTo>
                  <a:pt x="264032" y="120282"/>
                </a:lnTo>
                <a:lnTo>
                  <a:pt x="263793" y="120745"/>
                </a:lnTo>
                <a:lnTo>
                  <a:pt x="263571" y="121216"/>
                </a:lnTo>
                <a:lnTo>
                  <a:pt x="263367" y="121694"/>
                </a:lnTo>
                <a:lnTo>
                  <a:pt x="263180" y="122178"/>
                </a:lnTo>
                <a:lnTo>
                  <a:pt x="263012" y="122670"/>
                </a:lnTo>
                <a:lnTo>
                  <a:pt x="262861" y="123169"/>
                </a:lnTo>
                <a:lnTo>
                  <a:pt x="262728" y="123675"/>
                </a:lnTo>
                <a:lnTo>
                  <a:pt x="262612" y="124188"/>
                </a:lnTo>
                <a:lnTo>
                  <a:pt x="262515" y="124708"/>
                </a:lnTo>
                <a:lnTo>
                  <a:pt x="262435" y="125235"/>
                </a:lnTo>
                <a:lnTo>
                  <a:pt x="262373" y="125769"/>
                </a:lnTo>
                <a:lnTo>
                  <a:pt x="262328" y="126310"/>
                </a:lnTo>
                <a:lnTo>
                  <a:pt x="262302" y="126858"/>
                </a:lnTo>
                <a:lnTo>
                  <a:pt x="262293" y="127413"/>
                </a:lnTo>
                <a:lnTo>
                  <a:pt x="262299" y="127771"/>
                </a:lnTo>
                <a:lnTo>
                  <a:pt x="262316" y="128129"/>
                </a:lnTo>
                <a:lnTo>
                  <a:pt x="262344" y="128487"/>
                </a:lnTo>
                <a:lnTo>
                  <a:pt x="262384" y="128846"/>
                </a:lnTo>
                <a:lnTo>
                  <a:pt x="262436" y="129205"/>
                </a:lnTo>
                <a:lnTo>
                  <a:pt x="262499" y="129564"/>
                </a:lnTo>
                <a:lnTo>
                  <a:pt x="262573" y="129924"/>
                </a:lnTo>
                <a:lnTo>
                  <a:pt x="262659" y="130284"/>
                </a:lnTo>
                <a:lnTo>
                  <a:pt x="262757" y="130644"/>
                </a:lnTo>
                <a:lnTo>
                  <a:pt x="262865" y="131005"/>
                </a:lnTo>
                <a:lnTo>
                  <a:pt x="262986" y="131367"/>
                </a:lnTo>
                <a:lnTo>
                  <a:pt x="263117" y="131728"/>
                </a:lnTo>
                <a:lnTo>
                  <a:pt x="263260" y="132090"/>
                </a:lnTo>
                <a:lnTo>
                  <a:pt x="263415" y="132453"/>
                </a:lnTo>
                <a:lnTo>
                  <a:pt x="263581" y="132816"/>
                </a:lnTo>
                <a:lnTo>
                  <a:pt x="263759" y="133179"/>
                </a:lnTo>
                <a:lnTo>
                  <a:pt x="263948" y="133542"/>
                </a:lnTo>
                <a:lnTo>
                  <a:pt x="264148" y="133906"/>
                </a:lnTo>
                <a:lnTo>
                  <a:pt x="264360" y="134271"/>
                </a:lnTo>
                <a:lnTo>
                  <a:pt x="264583" y="134635"/>
                </a:lnTo>
                <a:lnTo>
                  <a:pt x="264818" y="135001"/>
                </a:lnTo>
                <a:lnTo>
                  <a:pt x="265064" y="135366"/>
                </a:lnTo>
                <a:lnTo>
                  <a:pt x="265322" y="135732"/>
                </a:lnTo>
                <a:lnTo>
                  <a:pt x="265591" y="136098"/>
                </a:lnTo>
                <a:lnTo>
                  <a:pt x="265872" y="136463"/>
                </a:lnTo>
                <a:lnTo>
                  <a:pt x="266167" y="136824"/>
                </a:lnTo>
                <a:lnTo>
                  <a:pt x="266475" y="137181"/>
                </a:lnTo>
                <a:lnTo>
                  <a:pt x="266797" y="137535"/>
                </a:lnTo>
                <a:lnTo>
                  <a:pt x="267132" y="137885"/>
                </a:lnTo>
                <a:lnTo>
                  <a:pt x="267480" y="138232"/>
                </a:lnTo>
                <a:lnTo>
                  <a:pt x="267842" y="138575"/>
                </a:lnTo>
                <a:lnTo>
                  <a:pt x="268217" y="138914"/>
                </a:lnTo>
                <a:lnTo>
                  <a:pt x="268605" y="139249"/>
                </a:lnTo>
                <a:lnTo>
                  <a:pt x="269007" y="139581"/>
                </a:lnTo>
                <a:lnTo>
                  <a:pt x="269422" y="139910"/>
                </a:lnTo>
                <a:lnTo>
                  <a:pt x="269851" y="140234"/>
                </a:lnTo>
                <a:lnTo>
                  <a:pt x="270293" y="140556"/>
                </a:lnTo>
                <a:lnTo>
                  <a:pt x="270748" y="140873"/>
                </a:lnTo>
                <a:lnTo>
                  <a:pt x="271216" y="141187"/>
                </a:lnTo>
                <a:lnTo>
                  <a:pt x="271698" y="141497"/>
                </a:lnTo>
                <a:lnTo>
                  <a:pt x="272194" y="141804"/>
                </a:lnTo>
                <a:lnTo>
                  <a:pt x="272702" y="142107"/>
                </a:lnTo>
                <a:lnTo>
                  <a:pt x="273224" y="142406"/>
                </a:lnTo>
                <a:lnTo>
                  <a:pt x="273760" y="142702"/>
                </a:lnTo>
                <a:lnTo>
                  <a:pt x="274308" y="142994"/>
                </a:lnTo>
                <a:lnTo>
                  <a:pt x="274870" y="143282"/>
                </a:lnTo>
                <a:lnTo>
                  <a:pt x="275147" y="143420"/>
                </a:lnTo>
                <a:lnTo>
                  <a:pt x="274736" y="143590"/>
                </a:lnTo>
                <a:lnTo>
                  <a:pt x="273714" y="144041"/>
                </a:lnTo>
                <a:lnTo>
                  <a:pt x="272727" y="144507"/>
                </a:lnTo>
                <a:lnTo>
                  <a:pt x="271775" y="144988"/>
                </a:lnTo>
                <a:lnTo>
                  <a:pt x="270858" y="145482"/>
                </a:lnTo>
                <a:lnTo>
                  <a:pt x="269976" y="145991"/>
                </a:lnTo>
                <a:lnTo>
                  <a:pt x="269129" y="146515"/>
                </a:lnTo>
                <a:lnTo>
                  <a:pt x="268318" y="147052"/>
                </a:lnTo>
                <a:lnTo>
                  <a:pt x="267541" y="147604"/>
                </a:lnTo>
                <a:lnTo>
                  <a:pt x="266800" y="148170"/>
                </a:lnTo>
                <a:lnTo>
                  <a:pt x="266091" y="148748"/>
                </a:lnTo>
                <a:lnTo>
                  <a:pt x="265413" y="149333"/>
                </a:lnTo>
                <a:lnTo>
                  <a:pt x="264765" y="149926"/>
                </a:lnTo>
                <a:lnTo>
                  <a:pt x="264146" y="150527"/>
                </a:lnTo>
                <a:lnTo>
                  <a:pt x="263558" y="151136"/>
                </a:lnTo>
                <a:lnTo>
                  <a:pt x="263000" y="151752"/>
                </a:lnTo>
                <a:lnTo>
                  <a:pt x="262473" y="152377"/>
                </a:lnTo>
                <a:lnTo>
                  <a:pt x="261975" y="153009"/>
                </a:lnTo>
                <a:lnTo>
                  <a:pt x="261508" y="153649"/>
                </a:lnTo>
                <a:lnTo>
                  <a:pt x="261071" y="154297"/>
                </a:lnTo>
                <a:lnTo>
                  <a:pt x="260663" y="154953"/>
                </a:lnTo>
                <a:lnTo>
                  <a:pt x="260286" y="155617"/>
                </a:lnTo>
                <a:lnTo>
                  <a:pt x="259940" y="156288"/>
                </a:lnTo>
                <a:lnTo>
                  <a:pt x="259623" y="156968"/>
                </a:lnTo>
                <a:lnTo>
                  <a:pt x="259337" y="157655"/>
                </a:lnTo>
                <a:lnTo>
                  <a:pt x="259080" y="158350"/>
                </a:lnTo>
                <a:lnTo>
                  <a:pt x="258854" y="159053"/>
                </a:lnTo>
                <a:lnTo>
                  <a:pt x="258658" y="159764"/>
                </a:lnTo>
                <a:lnTo>
                  <a:pt x="258492" y="160482"/>
                </a:lnTo>
                <a:lnTo>
                  <a:pt x="258357" y="161209"/>
                </a:lnTo>
                <a:lnTo>
                  <a:pt x="258251" y="161943"/>
                </a:lnTo>
                <a:lnTo>
                  <a:pt x="258176" y="162685"/>
                </a:lnTo>
                <a:lnTo>
                  <a:pt x="258130" y="163435"/>
                </a:lnTo>
                <a:lnTo>
                  <a:pt x="258115" y="164193"/>
                </a:lnTo>
                <a:lnTo>
                  <a:pt x="258124" y="164816"/>
                </a:lnTo>
                <a:lnTo>
                  <a:pt x="258150" y="165434"/>
                </a:lnTo>
                <a:lnTo>
                  <a:pt x="258193" y="166049"/>
                </a:lnTo>
                <a:lnTo>
                  <a:pt x="258253" y="166661"/>
                </a:lnTo>
                <a:lnTo>
                  <a:pt x="258330" y="167268"/>
                </a:lnTo>
                <a:lnTo>
                  <a:pt x="258424" y="167872"/>
                </a:lnTo>
                <a:lnTo>
                  <a:pt x="258536" y="168473"/>
                </a:lnTo>
                <a:lnTo>
                  <a:pt x="258665" y="169070"/>
                </a:lnTo>
                <a:lnTo>
                  <a:pt x="258811" y="169663"/>
                </a:lnTo>
                <a:lnTo>
                  <a:pt x="258974" y="170252"/>
                </a:lnTo>
                <a:lnTo>
                  <a:pt x="259155" y="170838"/>
                </a:lnTo>
                <a:lnTo>
                  <a:pt x="259352" y="171421"/>
                </a:lnTo>
                <a:lnTo>
                  <a:pt x="259567" y="171999"/>
                </a:lnTo>
                <a:lnTo>
                  <a:pt x="259799" y="172574"/>
                </a:lnTo>
                <a:lnTo>
                  <a:pt x="260048" y="173145"/>
                </a:lnTo>
                <a:lnTo>
                  <a:pt x="260314" y="173713"/>
                </a:lnTo>
                <a:lnTo>
                  <a:pt x="260597" y="174277"/>
                </a:lnTo>
                <a:lnTo>
                  <a:pt x="260898" y="174838"/>
                </a:lnTo>
                <a:lnTo>
                  <a:pt x="261216" y="175394"/>
                </a:lnTo>
                <a:lnTo>
                  <a:pt x="261551" y="175948"/>
                </a:lnTo>
                <a:lnTo>
                  <a:pt x="261903" y="176497"/>
                </a:lnTo>
                <a:lnTo>
                  <a:pt x="262272" y="177043"/>
                </a:lnTo>
                <a:lnTo>
                  <a:pt x="262659" y="177585"/>
                </a:lnTo>
                <a:lnTo>
                  <a:pt x="263062" y="178124"/>
                </a:lnTo>
                <a:lnTo>
                  <a:pt x="263486" y="178656"/>
                </a:lnTo>
                <a:lnTo>
                  <a:pt x="263931" y="179180"/>
                </a:lnTo>
                <a:lnTo>
                  <a:pt x="264399" y="179696"/>
                </a:lnTo>
                <a:lnTo>
                  <a:pt x="264888" y="180202"/>
                </a:lnTo>
                <a:lnTo>
                  <a:pt x="265400" y="180700"/>
                </a:lnTo>
                <a:lnTo>
                  <a:pt x="265934" y="181190"/>
                </a:lnTo>
                <a:lnTo>
                  <a:pt x="266491" y="181671"/>
                </a:lnTo>
                <a:lnTo>
                  <a:pt x="267069" y="182143"/>
                </a:lnTo>
                <a:lnTo>
                  <a:pt x="267669" y="182607"/>
                </a:lnTo>
                <a:lnTo>
                  <a:pt x="268292" y="183062"/>
                </a:lnTo>
                <a:lnTo>
                  <a:pt x="268937" y="183508"/>
                </a:lnTo>
                <a:lnTo>
                  <a:pt x="269603" y="183946"/>
                </a:lnTo>
                <a:lnTo>
                  <a:pt x="270292" y="184375"/>
                </a:lnTo>
                <a:lnTo>
                  <a:pt x="271004" y="184796"/>
                </a:lnTo>
                <a:lnTo>
                  <a:pt x="271737" y="185208"/>
                </a:lnTo>
                <a:lnTo>
                  <a:pt x="272492" y="185612"/>
                </a:lnTo>
                <a:lnTo>
                  <a:pt x="273270" y="186007"/>
                </a:lnTo>
                <a:lnTo>
                  <a:pt x="274069" y="186393"/>
                </a:lnTo>
                <a:lnTo>
                  <a:pt x="274891" y="186770"/>
                </a:lnTo>
                <a:lnTo>
                  <a:pt x="275735" y="187140"/>
                </a:lnTo>
                <a:lnTo>
                  <a:pt x="276601" y="187500"/>
                </a:lnTo>
                <a:lnTo>
                  <a:pt x="277490" y="187852"/>
                </a:lnTo>
                <a:lnTo>
                  <a:pt x="278400" y="188195"/>
                </a:lnTo>
                <a:lnTo>
                  <a:pt x="279333" y="188530"/>
                </a:lnTo>
                <a:lnTo>
                  <a:pt x="280290" y="188853"/>
                </a:lnTo>
                <a:lnTo>
                  <a:pt x="281275" y="189163"/>
                </a:lnTo>
                <a:lnTo>
                  <a:pt x="282287" y="189459"/>
                </a:lnTo>
                <a:lnTo>
                  <a:pt x="283327" y="189741"/>
                </a:lnTo>
                <a:lnTo>
                  <a:pt x="284394" y="190010"/>
                </a:lnTo>
                <a:lnTo>
                  <a:pt x="285489" y="190264"/>
                </a:lnTo>
                <a:lnTo>
                  <a:pt x="286611" y="190505"/>
                </a:lnTo>
                <a:lnTo>
                  <a:pt x="287761" y="190732"/>
                </a:lnTo>
                <a:lnTo>
                  <a:pt x="288938" y="190946"/>
                </a:lnTo>
                <a:lnTo>
                  <a:pt x="290143" y="191145"/>
                </a:lnTo>
                <a:lnTo>
                  <a:pt x="291375" y="191331"/>
                </a:lnTo>
                <a:lnTo>
                  <a:pt x="292635" y="191503"/>
                </a:lnTo>
                <a:lnTo>
                  <a:pt x="293922" y="191662"/>
                </a:lnTo>
                <a:lnTo>
                  <a:pt x="295236" y="191806"/>
                </a:lnTo>
                <a:lnTo>
                  <a:pt x="296578" y="191937"/>
                </a:lnTo>
                <a:lnTo>
                  <a:pt x="297948" y="192054"/>
                </a:lnTo>
                <a:lnTo>
                  <a:pt x="299345" y="192157"/>
                </a:lnTo>
                <a:lnTo>
                  <a:pt x="300770" y="192247"/>
                </a:lnTo>
                <a:lnTo>
                  <a:pt x="302222" y="192322"/>
                </a:lnTo>
                <a:lnTo>
                  <a:pt x="303701" y="192384"/>
                </a:lnTo>
                <a:lnTo>
                  <a:pt x="305208" y="192432"/>
                </a:lnTo>
                <a:lnTo>
                  <a:pt x="306743" y="192467"/>
                </a:lnTo>
                <a:lnTo>
                  <a:pt x="308305" y="192487"/>
                </a:lnTo>
                <a:lnTo>
                  <a:pt x="309894" y="192494"/>
                </a:lnTo>
                <a:lnTo>
                  <a:pt x="312107" y="192478"/>
                </a:lnTo>
                <a:lnTo>
                  <a:pt x="314276" y="192429"/>
                </a:lnTo>
                <a:lnTo>
                  <a:pt x="316401" y="192346"/>
                </a:lnTo>
                <a:lnTo>
                  <a:pt x="318481" y="192231"/>
                </a:lnTo>
                <a:lnTo>
                  <a:pt x="320517" y="192083"/>
                </a:lnTo>
                <a:lnTo>
                  <a:pt x="322509" y="191902"/>
                </a:lnTo>
                <a:lnTo>
                  <a:pt x="324457" y="191689"/>
                </a:lnTo>
                <a:lnTo>
                  <a:pt x="326360" y="191442"/>
                </a:lnTo>
                <a:lnTo>
                  <a:pt x="328219" y="191162"/>
                </a:lnTo>
                <a:lnTo>
                  <a:pt x="330033" y="190850"/>
                </a:lnTo>
                <a:lnTo>
                  <a:pt x="331804" y="190505"/>
                </a:lnTo>
                <a:lnTo>
                  <a:pt x="333530" y="190126"/>
                </a:lnTo>
                <a:lnTo>
                  <a:pt x="335212" y="189715"/>
                </a:lnTo>
                <a:lnTo>
                  <a:pt x="336849" y="189271"/>
                </a:lnTo>
                <a:lnTo>
                  <a:pt x="338443" y="188795"/>
                </a:lnTo>
                <a:lnTo>
                  <a:pt x="339992" y="188285"/>
                </a:lnTo>
                <a:lnTo>
                  <a:pt x="341496" y="187742"/>
                </a:lnTo>
                <a:lnTo>
                  <a:pt x="342957" y="187167"/>
                </a:lnTo>
                <a:lnTo>
                  <a:pt x="344373" y="186558"/>
                </a:lnTo>
                <a:lnTo>
                  <a:pt x="345745" y="185917"/>
                </a:lnTo>
                <a:lnTo>
                  <a:pt x="347072" y="185243"/>
                </a:lnTo>
                <a:lnTo>
                  <a:pt x="348356" y="184536"/>
                </a:lnTo>
                <a:lnTo>
                  <a:pt x="349595" y="183796"/>
                </a:lnTo>
                <a:lnTo>
                  <a:pt x="350790" y="183023"/>
                </a:lnTo>
                <a:lnTo>
                  <a:pt x="351938" y="182224"/>
                </a:lnTo>
                <a:lnTo>
                  <a:pt x="353037" y="181404"/>
                </a:lnTo>
                <a:lnTo>
                  <a:pt x="354088" y="180563"/>
                </a:lnTo>
                <a:lnTo>
                  <a:pt x="355089" y="179702"/>
                </a:lnTo>
                <a:lnTo>
                  <a:pt x="356042" y="178820"/>
                </a:lnTo>
                <a:lnTo>
                  <a:pt x="356946" y="177917"/>
                </a:lnTo>
                <a:lnTo>
                  <a:pt x="357801" y="176994"/>
                </a:lnTo>
                <a:lnTo>
                  <a:pt x="358607" y="176050"/>
                </a:lnTo>
                <a:lnTo>
                  <a:pt x="359364" y="175085"/>
                </a:lnTo>
                <a:lnTo>
                  <a:pt x="360073" y="174100"/>
                </a:lnTo>
                <a:lnTo>
                  <a:pt x="360733" y="173094"/>
                </a:lnTo>
                <a:lnTo>
                  <a:pt x="361343" y="172067"/>
                </a:lnTo>
                <a:lnTo>
                  <a:pt x="361905" y="171020"/>
                </a:lnTo>
                <a:lnTo>
                  <a:pt x="362418" y="169952"/>
                </a:lnTo>
                <a:lnTo>
                  <a:pt x="362882" y="168863"/>
                </a:lnTo>
                <a:lnTo>
                  <a:pt x="363298" y="167754"/>
                </a:lnTo>
                <a:lnTo>
                  <a:pt x="363664" y="166624"/>
                </a:lnTo>
                <a:lnTo>
                  <a:pt x="363982" y="165474"/>
                </a:lnTo>
                <a:lnTo>
                  <a:pt x="364250" y="164303"/>
                </a:lnTo>
                <a:lnTo>
                  <a:pt x="364470" y="163111"/>
                </a:lnTo>
                <a:lnTo>
                  <a:pt x="364641" y="161898"/>
                </a:lnTo>
                <a:lnTo>
                  <a:pt x="364763" y="160665"/>
                </a:lnTo>
                <a:lnTo>
                  <a:pt x="364837" y="159411"/>
                </a:lnTo>
                <a:lnTo>
                  <a:pt x="364861" y="158137"/>
                </a:lnTo>
                <a:lnTo>
                  <a:pt x="364840" y="156884"/>
                </a:lnTo>
                <a:lnTo>
                  <a:pt x="364776" y="155658"/>
                </a:lnTo>
                <a:lnTo>
                  <a:pt x="364670" y="154459"/>
                </a:lnTo>
                <a:lnTo>
                  <a:pt x="364521" y="153288"/>
                </a:lnTo>
                <a:lnTo>
                  <a:pt x="364329" y="152143"/>
                </a:lnTo>
                <a:lnTo>
                  <a:pt x="364095" y="151026"/>
                </a:lnTo>
                <a:lnTo>
                  <a:pt x="363818" y="149936"/>
                </a:lnTo>
                <a:lnTo>
                  <a:pt x="363499" y="148873"/>
                </a:lnTo>
                <a:lnTo>
                  <a:pt x="363137" y="147838"/>
                </a:lnTo>
                <a:lnTo>
                  <a:pt x="362733" y="146829"/>
                </a:lnTo>
                <a:lnTo>
                  <a:pt x="362286" y="145848"/>
                </a:lnTo>
                <a:lnTo>
                  <a:pt x="361797" y="144894"/>
                </a:lnTo>
                <a:lnTo>
                  <a:pt x="361265" y="143967"/>
                </a:lnTo>
                <a:lnTo>
                  <a:pt x="360690" y="143067"/>
                </a:lnTo>
                <a:lnTo>
                  <a:pt x="360073" y="142194"/>
                </a:lnTo>
                <a:lnTo>
                  <a:pt x="359413" y="141349"/>
                </a:lnTo>
                <a:lnTo>
                  <a:pt x="358711" y="140530"/>
                </a:lnTo>
                <a:lnTo>
                  <a:pt x="357966" y="139739"/>
                </a:lnTo>
                <a:lnTo>
                  <a:pt x="357179" y="138975"/>
                </a:lnTo>
                <a:lnTo>
                  <a:pt x="356349" y="138238"/>
                </a:lnTo>
                <a:lnTo>
                  <a:pt x="355476" y="137528"/>
                </a:lnTo>
                <a:lnTo>
                  <a:pt x="354561" y="136846"/>
                </a:lnTo>
                <a:lnTo>
                  <a:pt x="353604" y="136191"/>
                </a:lnTo>
                <a:lnTo>
                  <a:pt x="352604" y="135562"/>
                </a:lnTo>
                <a:lnTo>
                  <a:pt x="351557" y="134960"/>
                </a:lnTo>
                <a:lnTo>
                  <a:pt x="350460" y="134384"/>
                </a:lnTo>
                <a:lnTo>
                  <a:pt x="349313" y="133833"/>
                </a:lnTo>
                <a:lnTo>
                  <a:pt x="348116" y="133308"/>
                </a:lnTo>
                <a:lnTo>
                  <a:pt x="346869" y="132808"/>
                </a:lnTo>
                <a:lnTo>
                  <a:pt x="345571" y="132334"/>
                </a:lnTo>
                <a:lnTo>
                  <a:pt x="344223" y="131885"/>
                </a:lnTo>
                <a:lnTo>
                  <a:pt x="342826" y="131463"/>
                </a:lnTo>
                <a:lnTo>
                  <a:pt x="341377" y="131066"/>
                </a:lnTo>
                <a:lnTo>
                  <a:pt x="339879" y="130694"/>
                </a:lnTo>
                <a:lnTo>
                  <a:pt x="338331" y="130348"/>
                </a:lnTo>
                <a:lnTo>
                  <a:pt x="336732" y="130028"/>
                </a:lnTo>
                <a:lnTo>
                  <a:pt x="335083" y="129733"/>
                </a:lnTo>
                <a:lnTo>
                  <a:pt x="333384" y="129464"/>
                </a:lnTo>
                <a:lnTo>
                  <a:pt x="331634" y="129221"/>
                </a:lnTo>
                <a:lnTo>
                  <a:pt x="329835" y="129003"/>
                </a:lnTo>
                <a:lnTo>
                  <a:pt x="327985" y="128811"/>
                </a:lnTo>
                <a:lnTo>
                  <a:pt x="326085" y="128644"/>
                </a:lnTo>
                <a:lnTo>
                  <a:pt x="324135" y="128503"/>
                </a:lnTo>
                <a:lnTo>
                  <a:pt x="322135" y="128388"/>
                </a:lnTo>
                <a:lnTo>
                  <a:pt x="320085" y="128298"/>
                </a:lnTo>
                <a:lnTo>
                  <a:pt x="317984" y="128234"/>
                </a:lnTo>
                <a:lnTo>
                  <a:pt x="315833" y="128196"/>
                </a:lnTo>
                <a:lnTo>
                  <a:pt x="313632" y="128183"/>
                </a:lnTo>
                <a:lnTo>
                  <a:pt x="310994" y="128183"/>
                </a:lnTo>
                <a:lnTo>
                  <a:pt x="310140" y="128182"/>
                </a:lnTo>
                <a:lnTo>
                  <a:pt x="309302" y="128178"/>
                </a:lnTo>
                <a:lnTo>
                  <a:pt x="308480" y="128172"/>
                </a:lnTo>
                <a:lnTo>
                  <a:pt x="307673" y="128163"/>
                </a:lnTo>
                <a:lnTo>
                  <a:pt x="306881" y="128152"/>
                </a:lnTo>
                <a:lnTo>
                  <a:pt x="306105" y="128138"/>
                </a:lnTo>
                <a:lnTo>
                  <a:pt x="305344" y="128122"/>
                </a:lnTo>
                <a:lnTo>
                  <a:pt x="304599" y="128104"/>
                </a:lnTo>
                <a:lnTo>
                  <a:pt x="303869" y="128082"/>
                </a:lnTo>
                <a:lnTo>
                  <a:pt x="303155" y="128059"/>
                </a:lnTo>
                <a:lnTo>
                  <a:pt x="302456" y="128033"/>
                </a:lnTo>
                <a:lnTo>
                  <a:pt x="301773" y="128004"/>
                </a:lnTo>
                <a:lnTo>
                  <a:pt x="301105" y="127973"/>
                </a:lnTo>
                <a:lnTo>
                  <a:pt x="300452" y="127940"/>
                </a:lnTo>
                <a:lnTo>
                  <a:pt x="299815" y="127904"/>
                </a:lnTo>
                <a:lnTo>
                  <a:pt x="299194" y="127865"/>
                </a:lnTo>
                <a:lnTo>
                  <a:pt x="298588" y="127824"/>
                </a:lnTo>
                <a:lnTo>
                  <a:pt x="297997" y="127781"/>
                </a:lnTo>
                <a:lnTo>
                  <a:pt x="297422" y="127735"/>
                </a:lnTo>
                <a:lnTo>
                  <a:pt x="296862" y="127687"/>
                </a:lnTo>
                <a:lnTo>
                  <a:pt x="296318" y="127636"/>
                </a:lnTo>
                <a:lnTo>
                  <a:pt x="295789" y="127583"/>
                </a:lnTo>
                <a:lnTo>
                  <a:pt x="295276" y="127527"/>
                </a:lnTo>
                <a:lnTo>
                  <a:pt x="294778" y="127468"/>
                </a:lnTo>
                <a:lnTo>
                  <a:pt x="294294" y="127408"/>
                </a:lnTo>
                <a:lnTo>
                  <a:pt x="293822" y="127344"/>
                </a:lnTo>
                <a:lnTo>
                  <a:pt x="293363" y="127279"/>
                </a:lnTo>
                <a:lnTo>
                  <a:pt x="292915" y="127210"/>
                </a:lnTo>
                <a:lnTo>
                  <a:pt x="292480" y="127140"/>
                </a:lnTo>
                <a:lnTo>
                  <a:pt x="292057" y="127066"/>
                </a:lnTo>
                <a:lnTo>
                  <a:pt x="291647" y="126991"/>
                </a:lnTo>
                <a:lnTo>
                  <a:pt x="291248" y="126913"/>
                </a:lnTo>
                <a:lnTo>
                  <a:pt x="290862" y="126832"/>
                </a:lnTo>
                <a:lnTo>
                  <a:pt x="290488" y="126749"/>
                </a:lnTo>
                <a:lnTo>
                  <a:pt x="290126" y="126663"/>
                </a:lnTo>
                <a:lnTo>
                  <a:pt x="289776" y="126575"/>
                </a:lnTo>
                <a:lnTo>
                  <a:pt x="289439" y="126485"/>
                </a:lnTo>
                <a:lnTo>
                  <a:pt x="289114" y="126392"/>
                </a:lnTo>
                <a:lnTo>
                  <a:pt x="288801" y="126296"/>
                </a:lnTo>
                <a:lnTo>
                  <a:pt x="288500" y="126198"/>
                </a:lnTo>
                <a:lnTo>
                  <a:pt x="288211" y="126098"/>
                </a:lnTo>
                <a:lnTo>
                  <a:pt x="287935" y="125995"/>
                </a:lnTo>
                <a:lnTo>
                  <a:pt x="287671" y="125889"/>
                </a:lnTo>
                <a:lnTo>
                  <a:pt x="287419" y="125781"/>
                </a:lnTo>
                <a:lnTo>
                  <a:pt x="287179" y="125671"/>
                </a:lnTo>
                <a:lnTo>
                  <a:pt x="286952" y="125558"/>
                </a:lnTo>
                <a:lnTo>
                  <a:pt x="286736" y="125443"/>
                </a:lnTo>
                <a:lnTo>
                  <a:pt x="286533" y="125325"/>
                </a:lnTo>
                <a:lnTo>
                  <a:pt x="286340" y="125204"/>
                </a:lnTo>
                <a:lnTo>
                  <a:pt x="286156" y="125082"/>
                </a:lnTo>
                <a:lnTo>
                  <a:pt x="285979" y="124957"/>
                </a:lnTo>
                <a:lnTo>
                  <a:pt x="285811" y="124830"/>
                </a:lnTo>
                <a:lnTo>
                  <a:pt x="285651" y="124701"/>
                </a:lnTo>
                <a:lnTo>
                  <a:pt x="285499" y="124569"/>
                </a:lnTo>
                <a:lnTo>
                  <a:pt x="285356" y="124435"/>
                </a:lnTo>
                <a:lnTo>
                  <a:pt x="285220" y="124299"/>
                </a:lnTo>
                <a:lnTo>
                  <a:pt x="285093" y="124160"/>
                </a:lnTo>
                <a:lnTo>
                  <a:pt x="284974" y="124019"/>
                </a:lnTo>
                <a:lnTo>
                  <a:pt x="284863" y="123876"/>
                </a:lnTo>
                <a:lnTo>
                  <a:pt x="284761" y="123731"/>
                </a:lnTo>
                <a:lnTo>
                  <a:pt x="284666" y="123583"/>
                </a:lnTo>
                <a:lnTo>
                  <a:pt x="284580" y="123433"/>
                </a:lnTo>
                <a:lnTo>
                  <a:pt x="284502" y="123281"/>
                </a:lnTo>
                <a:lnTo>
                  <a:pt x="284432" y="123126"/>
                </a:lnTo>
                <a:lnTo>
                  <a:pt x="284371" y="122969"/>
                </a:lnTo>
                <a:lnTo>
                  <a:pt x="284317" y="122810"/>
                </a:lnTo>
                <a:lnTo>
                  <a:pt x="284272" y="122648"/>
                </a:lnTo>
                <a:lnTo>
                  <a:pt x="284235" y="122485"/>
                </a:lnTo>
                <a:lnTo>
                  <a:pt x="284207" y="122319"/>
                </a:lnTo>
                <a:lnTo>
                  <a:pt x="284186" y="122150"/>
                </a:lnTo>
                <a:lnTo>
                  <a:pt x="284174" y="121980"/>
                </a:lnTo>
                <a:lnTo>
                  <a:pt x="284170" y="121807"/>
                </a:lnTo>
                <a:lnTo>
                  <a:pt x="284177" y="121561"/>
                </a:lnTo>
                <a:lnTo>
                  <a:pt x="284197" y="121319"/>
                </a:lnTo>
                <a:lnTo>
                  <a:pt x="284231" y="121079"/>
                </a:lnTo>
                <a:lnTo>
                  <a:pt x="284280" y="120843"/>
                </a:lnTo>
                <a:lnTo>
                  <a:pt x="284341" y="120611"/>
                </a:lnTo>
                <a:lnTo>
                  <a:pt x="284417" y="120381"/>
                </a:lnTo>
                <a:lnTo>
                  <a:pt x="284506" y="120155"/>
                </a:lnTo>
                <a:lnTo>
                  <a:pt x="284609" y="119932"/>
                </a:lnTo>
                <a:lnTo>
                  <a:pt x="284726" y="119712"/>
                </a:lnTo>
                <a:lnTo>
                  <a:pt x="284857" y="119496"/>
                </a:lnTo>
                <a:lnTo>
                  <a:pt x="285001" y="119282"/>
                </a:lnTo>
                <a:lnTo>
                  <a:pt x="285159" y="119072"/>
                </a:lnTo>
                <a:lnTo>
                  <a:pt x="285331" y="118865"/>
                </a:lnTo>
                <a:lnTo>
                  <a:pt x="285516" y="118662"/>
                </a:lnTo>
                <a:lnTo>
                  <a:pt x="285716" y="118462"/>
                </a:lnTo>
                <a:lnTo>
                  <a:pt x="285929" y="118264"/>
                </a:lnTo>
                <a:lnTo>
                  <a:pt x="286155" y="118071"/>
                </a:lnTo>
                <a:lnTo>
                  <a:pt x="286396" y="117880"/>
                </a:lnTo>
                <a:lnTo>
                  <a:pt x="286650" y="117693"/>
                </a:lnTo>
                <a:lnTo>
                  <a:pt x="286918" y="117509"/>
                </a:lnTo>
                <a:lnTo>
                  <a:pt x="287200" y="117328"/>
                </a:lnTo>
                <a:lnTo>
                  <a:pt x="287495" y="117150"/>
                </a:lnTo>
                <a:lnTo>
                  <a:pt x="287804" y="116976"/>
                </a:lnTo>
                <a:lnTo>
                  <a:pt x="288127" y="116805"/>
                </a:lnTo>
                <a:lnTo>
                  <a:pt x="288460" y="116636"/>
                </a:lnTo>
                <a:lnTo>
                  <a:pt x="288801" y="116470"/>
                </a:lnTo>
                <a:lnTo>
                  <a:pt x="289148" y="116306"/>
                </a:lnTo>
                <a:lnTo>
                  <a:pt x="289501" y="116144"/>
                </a:lnTo>
                <a:lnTo>
                  <a:pt x="289862" y="115984"/>
                </a:lnTo>
                <a:lnTo>
                  <a:pt x="290230" y="115826"/>
                </a:lnTo>
                <a:lnTo>
                  <a:pt x="290604" y="115670"/>
                </a:lnTo>
                <a:lnTo>
                  <a:pt x="290986" y="115516"/>
                </a:lnTo>
                <a:lnTo>
                  <a:pt x="291374" y="115365"/>
                </a:lnTo>
                <a:lnTo>
                  <a:pt x="291769" y="115215"/>
                </a:lnTo>
                <a:lnTo>
                  <a:pt x="292171" y="115068"/>
                </a:lnTo>
                <a:lnTo>
                  <a:pt x="292406" y="114984"/>
                </a:lnTo>
                <a:lnTo>
                  <a:pt x="292444" y="114994"/>
                </a:lnTo>
                <a:lnTo>
                  <a:pt x="293453" y="115236"/>
                </a:lnTo>
                <a:lnTo>
                  <a:pt x="294476" y="115460"/>
                </a:lnTo>
                <a:lnTo>
                  <a:pt x="295514" y="115666"/>
                </a:lnTo>
                <a:lnTo>
                  <a:pt x="296567" y="115854"/>
                </a:lnTo>
                <a:lnTo>
                  <a:pt x="297635" y="116024"/>
                </a:lnTo>
                <a:lnTo>
                  <a:pt x="298718" y="116177"/>
                </a:lnTo>
                <a:lnTo>
                  <a:pt x="299815" y="116311"/>
                </a:lnTo>
                <a:lnTo>
                  <a:pt x="300928" y="116427"/>
                </a:lnTo>
                <a:lnTo>
                  <a:pt x="302055" y="116526"/>
                </a:lnTo>
                <a:lnTo>
                  <a:pt x="303197" y="116607"/>
                </a:lnTo>
                <a:lnTo>
                  <a:pt x="304355" y="116669"/>
                </a:lnTo>
                <a:lnTo>
                  <a:pt x="305527" y="116714"/>
                </a:lnTo>
                <a:lnTo>
                  <a:pt x="306714" y="116741"/>
                </a:lnTo>
                <a:lnTo>
                  <a:pt x="307915" y="116750"/>
                </a:lnTo>
                <a:lnTo>
                  <a:pt x="309198" y="116741"/>
                </a:lnTo>
                <a:lnTo>
                  <a:pt x="310462" y="116715"/>
                </a:lnTo>
                <a:lnTo>
                  <a:pt x="311707" y="116671"/>
                </a:lnTo>
                <a:lnTo>
                  <a:pt x="312934" y="116610"/>
                </a:lnTo>
                <a:lnTo>
                  <a:pt x="314143" y="116531"/>
                </a:lnTo>
                <a:lnTo>
                  <a:pt x="315332" y="116434"/>
                </a:lnTo>
                <a:lnTo>
                  <a:pt x="316504" y="116320"/>
                </a:lnTo>
                <a:lnTo>
                  <a:pt x="317657" y="116189"/>
                </a:lnTo>
                <a:lnTo>
                  <a:pt x="318791" y="116040"/>
                </a:lnTo>
                <a:lnTo>
                  <a:pt x="319907" y="115873"/>
                </a:lnTo>
                <a:lnTo>
                  <a:pt x="321004" y="115689"/>
                </a:lnTo>
                <a:lnTo>
                  <a:pt x="322083" y="115487"/>
                </a:lnTo>
                <a:lnTo>
                  <a:pt x="323143" y="115268"/>
                </a:lnTo>
                <a:lnTo>
                  <a:pt x="324185" y="115031"/>
                </a:lnTo>
                <a:lnTo>
                  <a:pt x="325208" y="114777"/>
                </a:lnTo>
                <a:lnTo>
                  <a:pt x="326213" y="114505"/>
                </a:lnTo>
                <a:lnTo>
                  <a:pt x="327200" y="114216"/>
                </a:lnTo>
                <a:lnTo>
                  <a:pt x="328167" y="113909"/>
                </a:lnTo>
                <a:lnTo>
                  <a:pt x="329116" y="113585"/>
                </a:lnTo>
                <a:lnTo>
                  <a:pt x="330047" y="113243"/>
                </a:lnTo>
                <a:lnTo>
                  <a:pt x="330959" y="112883"/>
                </a:lnTo>
                <a:lnTo>
                  <a:pt x="331853" y="112506"/>
                </a:lnTo>
                <a:lnTo>
                  <a:pt x="332728" y="112112"/>
                </a:lnTo>
                <a:lnTo>
                  <a:pt x="333585" y="111700"/>
                </a:lnTo>
                <a:lnTo>
                  <a:pt x="334424" y="111273"/>
                </a:lnTo>
                <a:lnTo>
                  <a:pt x="335245" y="110834"/>
                </a:lnTo>
                <a:lnTo>
                  <a:pt x="336048" y="110384"/>
                </a:lnTo>
                <a:lnTo>
                  <a:pt x="336834" y="109922"/>
                </a:lnTo>
                <a:lnTo>
                  <a:pt x="337602" y="109448"/>
                </a:lnTo>
                <a:lnTo>
                  <a:pt x="338353" y="108962"/>
                </a:lnTo>
                <a:lnTo>
                  <a:pt x="339087" y="108465"/>
                </a:lnTo>
                <a:lnTo>
                  <a:pt x="339802" y="107955"/>
                </a:lnTo>
                <a:lnTo>
                  <a:pt x="340500" y="107434"/>
                </a:lnTo>
                <a:lnTo>
                  <a:pt x="341181" y="106901"/>
                </a:lnTo>
                <a:lnTo>
                  <a:pt x="341844" y="106356"/>
                </a:lnTo>
                <a:lnTo>
                  <a:pt x="342490" y="105799"/>
                </a:lnTo>
                <a:lnTo>
                  <a:pt x="343118" y="105231"/>
                </a:lnTo>
                <a:lnTo>
                  <a:pt x="343728" y="104651"/>
                </a:lnTo>
                <a:lnTo>
                  <a:pt x="344321" y="104059"/>
                </a:lnTo>
                <a:lnTo>
                  <a:pt x="344896" y="103455"/>
                </a:lnTo>
                <a:lnTo>
                  <a:pt x="345454" y="102839"/>
                </a:lnTo>
                <a:lnTo>
                  <a:pt x="345994" y="102212"/>
                </a:lnTo>
                <a:lnTo>
                  <a:pt x="346516" y="101572"/>
                </a:lnTo>
                <a:lnTo>
                  <a:pt x="347021" y="100921"/>
                </a:lnTo>
                <a:lnTo>
                  <a:pt x="347509" y="100258"/>
                </a:lnTo>
                <a:lnTo>
                  <a:pt x="347979" y="99583"/>
                </a:lnTo>
                <a:lnTo>
                  <a:pt x="348431" y="98897"/>
                </a:lnTo>
                <a:lnTo>
                  <a:pt x="348866" y="98198"/>
                </a:lnTo>
                <a:lnTo>
                  <a:pt x="349283" y="97492"/>
                </a:lnTo>
                <a:lnTo>
                  <a:pt x="349682" y="96779"/>
                </a:lnTo>
                <a:lnTo>
                  <a:pt x="350064" y="96062"/>
                </a:lnTo>
                <a:lnTo>
                  <a:pt x="350428" y="95339"/>
                </a:lnTo>
                <a:lnTo>
                  <a:pt x="350774" y="94610"/>
                </a:lnTo>
                <a:lnTo>
                  <a:pt x="351102" y="93877"/>
                </a:lnTo>
                <a:lnTo>
                  <a:pt x="351413" y="93138"/>
                </a:lnTo>
                <a:lnTo>
                  <a:pt x="351706" y="92393"/>
                </a:lnTo>
                <a:lnTo>
                  <a:pt x="351981" y="91644"/>
                </a:lnTo>
                <a:lnTo>
                  <a:pt x="352238" y="90889"/>
                </a:lnTo>
                <a:lnTo>
                  <a:pt x="352478" y="90128"/>
                </a:lnTo>
                <a:lnTo>
                  <a:pt x="352700" y="89363"/>
                </a:lnTo>
                <a:lnTo>
                  <a:pt x="352904" y="88591"/>
                </a:lnTo>
                <a:lnTo>
                  <a:pt x="353090" y="87815"/>
                </a:lnTo>
                <a:lnTo>
                  <a:pt x="353259" y="87033"/>
                </a:lnTo>
                <a:lnTo>
                  <a:pt x="353410" y="86246"/>
                </a:lnTo>
                <a:lnTo>
                  <a:pt x="353543" y="85454"/>
                </a:lnTo>
                <a:lnTo>
                  <a:pt x="353658" y="84656"/>
                </a:lnTo>
                <a:lnTo>
                  <a:pt x="353756" y="83853"/>
                </a:lnTo>
                <a:lnTo>
                  <a:pt x="353836" y="83044"/>
                </a:lnTo>
                <a:lnTo>
                  <a:pt x="353898" y="82231"/>
                </a:lnTo>
                <a:lnTo>
                  <a:pt x="353942" y="81411"/>
                </a:lnTo>
                <a:lnTo>
                  <a:pt x="353969" y="80587"/>
                </a:lnTo>
                <a:lnTo>
                  <a:pt x="353978" y="79757"/>
                </a:lnTo>
                <a:lnTo>
                  <a:pt x="353969" y="78891"/>
                </a:lnTo>
                <a:lnTo>
                  <a:pt x="353943" y="78033"/>
                </a:lnTo>
                <a:lnTo>
                  <a:pt x="353900" y="77181"/>
                </a:lnTo>
                <a:lnTo>
                  <a:pt x="353839" y="76337"/>
                </a:lnTo>
                <a:lnTo>
                  <a:pt x="353761" y="75500"/>
                </a:lnTo>
                <a:lnTo>
                  <a:pt x="353665" y="74669"/>
                </a:lnTo>
                <a:lnTo>
                  <a:pt x="353552" y="73846"/>
                </a:lnTo>
                <a:lnTo>
                  <a:pt x="353422" y="73030"/>
                </a:lnTo>
                <a:lnTo>
                  <a:pt x="353274" y="72221"/>
                </a:lnTo>
                <a:lnTo>
                  <a:pt x="353109" y="71419"/>
                </a:lnTo>
                <a:lnTo>
                  <a:pt x="352927" y="70623"/>
                </a:lnTo>
                <a:lnTo>
                  <a:pt x="352727" y="69836"/>
                </a:lnTo>
                <a:lnTo>
                  <a:pt x="352510" y="69055"/>
                </a:lnTo>
                <a:lnTo>
                  <a:pt x="352276" y="68281"/>
                </a:lnTo>
                <a:lnTo>
                  <a:pt x="352024" y="67514"/>
                </a:lnTo>
                <a:lnTo>
                  <a:pt x="351755" y="66754"/>
                </a:lnTo>
                <a:lnTo>
                  <a:pt x="351468" y="66002"/>
                </a:lnTo>
                <a:lnTo>
                  <a:pt x="351164" y="65256"/>
                </a:lnTo>
                <a:lnTo>
                  <a:pt x="350843" y="64518"/>
                </a:lnTo>
                <a:lnTo>
                  <a:pt x="350504" y="63786"/>
                </a:lnTo>
                <a:lnTo>
                  <a:pt x="350148" y="63062"/>
                </a:lnTo>
                <a:lnTo>
                  <a:pt x="349775" y="62344"/>
                </a:lnTo>
                <a:lnTo>
                  <a:pt x="349384" y="61634"/>
                </a:lnTo>
                <a:lnTo>
                  <a:pt x="348976" y="60931"/>
                </a:lnTo>
                <a:lnTo>
                  <a:pt x="348550" y="60237"/>
                </a:lnTo>
                <a:lnTo>
                  <a:pt x="348107" y="59555"/>
                </a:lnTo>
                <a:lnTo>
                  <a:pt x="347646" y="58884"/>
                </a:lnTo>
                <a:lnTo>
                  <a:pt x="347168" y="58225"/>
                </a:lnTo>
                <a:lnTo>
                  <a:pt x="346672" y="57578"/>
                </a:lnTo>
                <a:lnTo>
                  <a:pt x="346159" y="56942"/>
                </a:lnTo>
                <a:lnTo>
                  <a:pt x="345628" y="56318"/>
                </a:lnTo>
                <a:lnTo>
                  <a:pt x="345079" y="55705"/>
                </a:lnTo>
                <a:lnTo>
                  <a:pt x="344513" y="55104"/>
                </a:lnTo>
                <a:lnTo>
                  <a:pt x="343929" y="54515"/>
                </a:lnTo>
                <a:lnTo>
                  <a:pt x="343328" y="53937"/>
                </a:lnTo>
                <a:lnTo>
                  <a:pt x="342933" y="53575"/>
                </a:lnTo>
                <a:lnTo>
                  <a:pt x="342998" y="53524"/>
                </a:lnTo>
                <a:lnTo>
                  <a:pt x="343446" y="53200"/>
                </a:lnTo>
                <a:lnTo>
                  <a:pt x="343907" y="52893"/>
                </a:lnTo>
                <a:lnTo>
                  <a:pt x="344380" y="52603"/>
                </a:lnTo>
                <a:close/>
                <a:moveTo>
                  <a:pt x="305578" y="99133"/>
                </a:moveTo>
                <a:lnTo>
                  <a:pt x="305007" y="99056"/>
                </a:lnTo>
                <a:lnTo>
                  <a:pt x="304442" y="98962"/>
                </a:lnTo>
                <a:lnTo>
                  <a:pt x="303883" y="98851"/>
                </a:lnTo>
                <a:lnTo>
                  <a:pt x="303329" y="98722"/>
                </a:lnTo>
                <a:lnTo>
                  <a:pt x="302780" y="98577"/>
                </a:lnTo>
                <a:lnTo>
                  <a:pt x="302237" y="98414"/>
                </a:lnTo>
                <a:lnTo>
                  <a:pt x="301700" y="98234"/>
                </a:lnTo>
                <a:lnTo>
                  <a:pt x="301168" y="98037"/>
                </a:lnTo>
                <a:lnTo>
                  <a:pt x="300642" y="97823"/>
                </a:lnTo>
                <a:lnTo>
                  <a:pt x="300121" y="97592"/>
                </a:lnTo>
                <a:lnTo>
                  <a:pt x="299606" y="97343"/>
                </a:lnTo>
                <a:lnTo>
                  <a:pt x="299096" y="97078"/>
                </a:lnTo>
                <a:lnTo>
                  <a:pt x="298592" y="96795"/>
                </a:lnTo>
                <a:lnTo>
                  <a:pt x="298093" y="96495"/>
                </a:lnTo>
                <a:lnTo>
                  <a:pt x="297600" y="96178"/>
                </a:lnTo>
                <a:lnTo>
                  <a:pt x="297113" y="95844"/>
                </a:lnTo>
                <a:lnTo>
                  <a:pt x="296631" y="95493"/>
                </a:lnTo>
                <a:lnTo>
                  <a:pt x="296154" y="95125"/>
                </a:lnTo>
                <a:lnTo>
                  <a:pt x="295683" y="94740"/>
                </a:lnTo>
                <a:lnTo>
                  <a:pt x="295218" y="94337"/>
                </a:lnTo>
                <a:lnTo>
                  <a:pt x="294765" y="93918"/>
                </a:lnTo>
                <a:lnTo>
                  <a:pt x="294331" y="93482"/>
                </a:lnTo>
                <a:lnTo>
                  <a:pt x="293917" y="93030"/>
                </a:lnTo>
                <a:lnTo>
                  <a:pt x="293522" y="92562"/>
                </a:lnTo>
                <a:lnTo>
                  <a:pt x="293146" y="92077"/>
                </a:lnTo>
                <a:lnTo>
                  <a:pt x="292789" y="91576"/>
                </a:lnTo>
                <a:lnTo>
                  <a:pt x="292452" y="91058"/>
                </a:lnTo>
                <a:lnTo>
                  <a:pt x="292134" y="90524"/>
                </a:lnTo>
                <a:lnTo>
                  <a:pt x="291835" y="89974"/>
                </a:lnTo>
                <a:lnTo>
                  <a:pt x="291555" y="89408"/>
                </a:lnTo>
                <a:lnTo>
                  <a:pt x="291295" y="88825"/>
                </a:lnTo>
                <a:lnTo>
                  <a:pt x="291054" y="88225"/>
                </a:lnTo>
                <a:lnTo>
                  <a:pt x="290833" y="87610"/>
                </a:lnTo>
                <a:lnTo>
                  <a:pt x="290630" y="86978"/>
                </a:lnTo>
                <a:lnTo>
                  <a:pt x="290447" y="86329"/>
                </a:lnTo>
                <a:lnTo>
                  <a:pt x="290283" y="85664"/>
                </a:lnTo>
                <a:lnTo>
                  <a:pt x="290139" y="84983"/>
                </a:lnTo>
                <a:lnTo>
                  <a:pt x="290013" y="84286"/>
                </a:lnTo>
                <a:lnTo>
                  <a:pt x="289907" y="83572"/>
                </a:lnTo>
                <a:lnTo>
                  <a:pt x="289821" y="82842"/>
                </a:lnTo>
                <a:lnTo>
                  <a:pt x="289753" y="82095"/>
                </a:lnTo>
                <a:lnTo>
                  <a:pt x="289705" y="81332"/>
                </a:lnTo>
                <a:lnTo>
                  <a:pt x="289676" y="80553"/>
                </a:lnTo>
                <a:lnTo>
                  <a:pt x="289666" y="79757"/>
                </a:lnTo>
                <a:lnTo>
                  <a:pt x="289676" y="78952"/>
                </a:lnTo>
                <a:lnTo>
                  <a:pt x="289704" y="78163"/>
                </a:lnTo>
                <a:lnTo>
                  <a:pt x="289751" y="77391"/>
                </a:lnTo>
                <a:lnTo>
                  <a:pt x="289816" y="76634"/>
                </a:lnTo>
                <a:lnTo>
                  <a:pt x="289900" y="75894"/>
                </a:lnTo>
                <a:lnTo>
                  <a:pt x="290003" y="75170"/>
                </a:lnTo>
                <a:lnTo>
                  <a:pt x="290125" y="74462"/>
                </a:lnTo>
                <a:lnTo>
                  <a:pt x="290265" y="73770"/>
                </a:lnTo>
                <a:lnTo>
                  <a:pt x="290424" y="73095"/>
                </a:lnTo>
                <a:lnTo>
                  <a:pt x="290602" y="72435"/>
                </a:lnTo>
                <a:lnTo>
                  <a:pt x="290798" y="71792"/>
                </a:lnTo>
                <a:lnTo>
                  <a:pt x="291013" y="71165"/>
                </a:lnTo>
                <a:lnTo>
                  <a:pt x="291247" y="70554"/>
                </a:lnTo>
                <a:lnTo>
                  <a:pt x="291499" y="69960"/>
                </a:lnTo>
                <a:lnTo>
                  <a:pt x="291771" y="69381"/>
                </a:lnTo>
                <a:lnTo>
                  <a:pt x="292060" y="68819"/>
                </a:lnTo>
                <a:lnTo>
                  <a:pt x="292369" y="68272"/>
                </a:lnTo>
                <a:lnTo>
                  <a:pt x="292696" y="67743"/>
                </a:lnTo>
                <a:lnTo>
                  <a:pt x="293042" y="67229"/>
                </a:lnTo>
                <a:lnTo>
                  <a:pt x="293407" y="66731"/>
                </a:lnTo>
                <a:lnTo>
                  <a:pt x="293791" y="66250"/>
                </a:lnTo>
                <a:lnTo>
                  <a:pt x="294193" y="65784"/>
                </a:lnTo>
                <a:lnTo>
                  <a:pt x="294614" y="65335"/>
                </a:lnTo>
                <a:lnTo>
                  <a:pt x="295053" y="64902"/>
                </a:lnTo>
                <a:lnTo>
                  <a:pt x="295507" y="64486"/>
                </a:lnTo>
                <a:lnTo>
                  <a:pt x="295971" y="64088"/>
                </a:lnTo>
                <a:lnTo>
                  <a:pt x="296444" y="63707"/>
                </a:lnTo>
                <a:lnTo>
                  <a:pt x="296928" y="63344"/>
                </a:lnTo>
                <a:lnTo>
                  <a:pt x="297422" y="62999"/>
                </a:lnTo>
                <a:lnTo>
                  <a:pt x="297925" y="62672"/>
                </a:lnTo>
                <a:lnTo>
                  <a:pt x="298439" y="62362"/>
                </a:lnTo>
                <a:lnTo>
                  <a:pt x="298962" y="62070"/>
                </a:lnTo>
                <a:lnTo>
                  <a:pt x="299495" y="61796"/>
                </a:lnTo>
                <a:lnTo>
                  <a:pt x="300038" y="61539"/>
                </a:lnTo>
                <a:lnTo>
                  <a:pt x="300591" y="61300"/>
                </a:lnTo>
                <a:lnTo>
                  <a:pt x="301154" y="61079"/>
                </a:lnTo>
                <a:lnTo>
                  <a:pt x="301727" y="60875"/>
                </a:lnTo>
                <a:lnTo>
                  <a:pt x="302310" y="60689"/>
                </a:lnTo>
                <a:lnTo>
                  <a:pt x="302903" y="60521"/>
                </a:lnTo>
                <a:lnTo>
                  <a:pt x="303506" y="60371"/>
                </a:lnTo>
                <a:lnTo>
                  <a:pt x="304118" y="60238"/>
                </a:lnTo>
                <a:lnTo>
                  <a:pt x="304741" y="60123"/>
                </a:lnTo>
                <a:lnTo>
                  <a:pt x="305374" y="60025"/>
                </a:lnTo>
                <a:lnTo>
                  <a:pt x="306016" y="59946"/>
                </a:lnTo>
                <a:lnTo>
                  <a:pt x="306668" y="59884"/>
                </a:lnTo>
                <a:lnTo>
                  <a:pt x="307331" y="59839"/>
                </a:lnTo>
                <a:lnTo>
                  <a:pt x="308003" y="59813"/>
                </a:lnTo>
                <a:lnTo>
                  <a:pt x="308685" y="59804"/>
                </a:lnTo>
                <a:lnTo>
                  <a:pt x="309357" y="59813"/>
                </a:lnTo>
                <a:lnTo>
                  <a:pt x="310019" y="59838"/>
                </a:lnTo>
                <a:lnTo>
                  <a:pt x="310671" y="59881"/>
                </a:lnTo>
                <a:lnTo>
                  <a:pt x="311311" y="59941"/>
                </a:lnTo>
                <a:lnTo>
                  <a:pt x="311941" y="60018"/>
                </a:lnTo>
                <a:lnTo>
                  <a:pt x="312560" y="60112"/>
                </a:lnTo>
                <a:lnTo>
                  <a:pt x="313169" y="60224"/>
                </a:lnTo>
                <a:lnTo>
                  <a:pt x="313766" y="60352"/>
                </a:lnTo>
                <a:lnTo>
                  <a:pt x="314353" y="60498"/>
                </a:lnTo>
                <a:lnTo>
                  <a:pt x="314930" y="60661"/>
                </a:lnTo>
                <a:lnTo>
                  <a:pt x="315495" y="60840"/>
                </a:lnTo>
                <a:lnTo>
                  <a:pt x="316050" y="61037"/>
                </a:lnTo>
                <a:lnTo>
                  <a:pt x="316595" y="61252"/>
                </a:lnTo>
                <a:lnTo>
                  <a:pt x="317128" y="61483"/>
                </a:lnTo>
                <a:lnTo>
                  <a:pt x="317651" y="61731"/>
                </a:lnTo>
                <a:lnTo>
                  <a:pt x="318164" y="61997"/>
                </a:lnTo>
                <a:lnTo>
                  <a:pt x="318665" y="62279"/>
                </a:lnTo>
                <a:lnTo>
                  <a:pt x="319156" y="62579"/>
                </a:lnTo>
                <a:lnTo>
                  <a:pt x="319636" y="62896"/>
                </a:lnTo>
                <a:lnTo>
                  <a:pt x="320106" y="63230"/>
                </a:lnTo>
                <a:lnTo>
                  <a:pt x="320565" y="63581"/>
                </a:lnTo>
                <a:lnTo>
                  <a:pt x="321013" y="63949"/>
                </a:lnTo>
                <a:lnTo>
                  <a:pt x="321450" y="64335"/>
                </a:lnTo>
                <a:lnTo>
                  <a:pt x="321877" y="64737"/>
                </a:lnTo>
                <a:lnTo>
                  <a:pt x="322290" y="65157"/>
                </a:lnTo>
                <a:lnTo>
                  <a:pt x="322685" y="65595"/>
                </a:lnTo>
                <a:lnTo>
                  <a:pt x="323062" y="66051"/>
                </a:lnTo>
                <a:lnTo>
                  <a:pt x="323422" y="66525"/>
                </a:lnTo>
                <a:lnTo>
                  <a:pt x="323765" y="67017"/>
                </a:lnTo>
                <a:lnTo>
                  <a:pt x="324089" y="67526"/>
                </a:lnTo>
                <a:lnTo>
                  <a:pt x="324397" y="68053"/>
                </a:lnTo>
                <a:lnTo>
                  <a:pt x="324686" y="68599"/>
                </a:lnTo>
                <a:lnTo>
                  <a:pt x="324959" y="69162"/>
                </a:lnTo>
                <a:lnTo>
                  <a:pt x="325213" y="69743"/>
                </a:lnTo>
                <a:lnTo>
                  <a:pt x="325450" y="70342"/>
                </a:lnTo>
                <a:lnTo>
                  <a:pt x="325670" y="70959"/>
                </a:lnTo>
                <a:lnTo>
                  <a:pt x="325872" y="71594"/>
                </a:lnTo>
                <a:lnTo>
                  <a:pt x="326056" y="72246"/>
                </a:lnTo>
                <a:lnTo>
                  <a:pt x="326223" y="72917"/>
                </a:lnTo>
                <a:lnTo>
                  <a:pt x="326372" y="73605"/>
                </a:lnTo>
                <a:lnTo>
                  <a:pt x="326504" y="74312"/>
                </a:lnTo>
                <a:lnTo>
                  <a:pt x="326618" y="75036"/>
                </a:lnTo>
                <a:lnTo>
                  <a:pt x="326714" y="75778"/>
                </a:lnTo>
                <a:lnTo>
                  <a:pt x="326793" y="76538"/>
                </a:lnTo>
                <a:lnTo>
                  <a:pt x="326855" y="77316"/>
                </a:lnTo>
                <a:lnTo>
                  <a:pt x="326899" y="78112"/>
                </a:lnTo>
                <a:lnTo>
                  <a:pt x="326925" y="78925"/>
                </a:lnTo>
                <a:lnTo>
                  <a:pt x="326934" y="79757"/>
                </a:lnTo>
                <a:lnTo>
                  <a:pt x="326924" y="80544"/>
                </a:lnTo>
                <a:lnTo>
                  <a:pt x="326896" y="81315"/>
                </a:lnTo>
                <a:lnTo>
                  <a:pt x="326849" y="82070"/>
                </a:lnTo>
                <a:lnTo>
                  <a:pt x="326783" y="82810"/>
                </a:lnTo>
                <a:lnTo>
                  <a:pt x="326698" y="83533"/>
                </a:lnTo>
                <a:lnTo>
                  <a:pt x="326594" y="84241"/>
                </a:lnTo>
                <a:lnTo>
                  <a:pt x="326471" y="84933"/>
                </a:lnTo>
                <a:lnTo>
                  <a:pt x="326329" y="85610"/>
                </a:lnTo>
                <a:lnTo>
                  <a:pt x="326169" y="86270"/>
                </a:lnTo>
                <a:lnTo>
                  <a:pt x="325989" y="86915"/>
                </a:lnTo>
                <a:lnTo>
                  <a:pt x="325791" y="87544"/>
                </a:lnTo>
                <a:lnTo>
                  <a:pt x="325574" y="88157"/>
                </a:lnTo>
                <a:lnTo>
                  <a:pt x="325337" y="88754"/>
                </a:lnTo>
                <a:lnTo>
                  <a:pt x="325082" y="89336"/>
                </a:lnTo>
                <a:lnTo>
                  <a:pt x="324808" y="89901"/>
                </a:lnTo>
                <a:lnTo>
                  <a:pt x="324515" y="90451"/>
                </a:lnTo>
                <a:lnTo>
                  <a:pt x="324204" y="90985"/>
                </a:lnTo>
                <a:lnTo>
                  <a:pt x="323873" y="91504"/>
                </a:lnTo>
                <a:lnTo>
                  <a:pt x="323523" y="92006"/>
                </a:lnTo>
                <a:lnTo>
                  <a:pt x="323155" y="92493"/>
                </a:lnTo>
                <a:lnTo>
                  <a:pt x="322768" y="92964"/>
                </a:lnTo>
                <a:lnTo>
                  <a:pt x="322361" y="93419"/>
                </a:lnTo>
                <a:lnTo>
                  <a:pt x="321936" y="93859"/>
                </a:lnTo>
                <a:lnTo>
                  <a:pt x="321492" y="94282"/>
                </a:lnTo>
                <a:lnTo>
                  <a:pt x="321034" y="94689"/>
                </a:lnTo>
                <a:lnTo>
                  <a:pt x="320567" y="95079"/>
                </a:lnTo>
                <a:lnTo>
                  <a:pt x="320090" y="95451"/>
                </a:lnTo>
                <a:lnTo>
                  <a:pt x="319603" y="95806"/>
                </a:lnTo>
                <a:lnTo>
                  <a:pt x="319108" y="96144"/>
                </a:lnTo>
                <a:lnTo>
                  <a:pt x="318603" y="96464"/>
                </a:lnTo>
                <a:lnTo>
                  <a:pt x="318089" y="96768"/>
                </a:lnTo>
                <a:lnTo>
                  <a:pt x="317565" y="97053"/>
                </a:lnTo>
                <a:lnTo>
                  <a:pt x="317032" y="97322"/>
                </a:lnTo>
                <a:lnTo>
                  <a:pt x="316490" y="97573"/>
                </a:lnTo>
                <a:lnTo>
                  <a:pt x="315938" y="97807"/>
                </a:lnTo>
                <a:lnTo>
                  <a:pt x="315377" y="98023"/>
                </a:lnTo>
                <a:lnTo>
                  <a:pt x="314807" y="98222"/>
                </a:lnTo>
                <a:lnTo>
                  <a:pt x="314227" y="98404"/>
                </a:lnTo>
                <a:lnTo>
                  <a:pt x="313638" y="98569"/>
                </a:lnTo>
                <a:lnTo>
                  <a:pt x="313040" y="98716"/>
                </a:lnTo>
                <a:lnTo>
                  <a:pt x="312432" y="98846"/>
                </a:lnTo>
                <a:lnTo>
                  <a:pt x="311815" y="98959"/>
                </a:lnTo>
                <a:lnTo>
                  <a:pt x="311188" y="99054"/>
                </a:lnTo>
                <a:lnTo>
                  <a:pt x="310552" y="99132"/>
                </a:lnTo>
                <a:lnTo>
                  <a:pt x="309907" y="99192"/>
                </a:lnTo>
                <a:lnTo>
                  <a:pt x="309253" y="99236"/>
                </a:lnTo>
                <a:lnTo>
                  <a:pt x="308589" y="99262"/>
                </a:lnTo>
                <a:lnTo>
                  <a:pt x="307915" y="99270"/>
                </a:lnTo>
                <a:lnTo>
                  <a:pt x="307323" y="99262"/>
                </a:lnTo>
                <a:lnTo>
                  <a:pt x="306735" y="99236"/>
                </a:lnTo>
                <a:lnTo>
                  <a:pt x="306154" y="99193"/>
                </a:lnTo>
                <a:lnTo>
                  <a:pt x="305578" y="99133"/>
                </a:lnTo>
                <a:close/>
                <a:moveTo>
                  <a:pt x="305366" y="174135"/>
                </a:moveTo>
                <a:lnTo>
                  <a:pt x="304405" y="174073"/>
                </a:lnTo>
                <a:lnTo>
                  <a:pt x="303470" y="173997"/>
                </a:lnTo>
                <a:lnTo>
                  <a:pt x="302559" y="173907"/>
                </a:lnTo>
                <a:lnTo>
                  <a:pt x="301674" y="173804"/>
                </a:lnTo>
                <a:lnTo>
                  <a:pt x="300813" y="173686"/>
                </a:lnTo>
                <a:lnTo>
                  <a:pt x="299976" y="173555"/>
                </a:lnTo>
                <a:lnTo>
                  <a:pt x="299165" y="173410"/>
                </a:lnTo>
                <a:lnTo>
                  <a:pt x="298379" y="173252"/>
                </a:lnTo>
                <a:lnTo>
                  <a:pt x="297617" y="173079"/>
                </a:lnTo>
                <a:lnTo>
                  <a:pt x="296880" y="172893"/>
                </a:lnTo>
                <a:lnTo>
                  <a:pt x="296168" y="172693"/>
                </a:lnTo>
                <a:lnTo>
                  <a:pt x="295481" y="172479"/>
                </a:lnTo>
                <a:lnTo>
                  <a:pt x="294818" y="172251"/>
                </a:lnTo>
                <a:lnTo>
                  <a:pt x="294180" y="172009"/>
                </a:lnTo>
                <a:lnTo>
                  <a:pt x="293568" y="171754"/>
                </a:lnTo>
                <a:lnTo>
                  <a:pt x="292980" y="171485"/>
                </a:lnTo>
                <a:lnTo>
                  <a:pt x="292416" y="171202"/>
                </a:lnTo>
                <a:lnTo>
                  <a:pt x="291878" y="170905"/>
                </a:lnTo>
                <a:lnTo>
                  <a:pt x="291364" y="170595"/>
                </a:lnTo>
                <a:lnTo>
                  <a:pt x="290876" y="170271"/>
                </a:lnTo>
                <a:lnTo>
                  <a:pt x="290409" y="169938"/>
                </a:lnTo>
                <a:lnTo>
                  <a:pt x="289963" y="169603"/>
                </a:lnTo>
                <a:lnTo>
                  <a:pt x="289536" y="169266"/>
                </a:lnTo>
                <a:lnTo>
                  <a:pt x="289129" y="168927"/>
                </a:lnTo>
                <a:lnTo>
                  <a:pt x="288742" y="168585"/>
                </a:lnTo>
                <a:lnTo>
                  <a:pt x="288375" y="168241"/>
                </a:lnTo>
                <a:lnTo>
                  <a:pt x="288027" y="167895"/>
                </a:lnTo>
                <a:lnTo>
                  <a:pt x="287700" y="167547"/>
                </a:lnTo>
                <a:lnTo>
                  <a:pt x="287392" y="167196"/>
                </a:lnTo>
                <a:lnTo>
                  <a:pt x="287104" y="166842"/>
                </a:lnTo>
                <a:lnTo>
                  <a:pt x="286836" y="166487"/>
                </a:lnTo>
                <a:lnTo>
                  <a:pt x="286588" y="166129"/>
                </a:lnTo>
                <a:lnTo>
                  <a:pt x="286360" y="165769"/>
                </a:lnTo>
                <a:lnTo>
                  <a:pt x="286152" y="165406"/>
                </a:lnTo>
                <a:lnTo>
                  <a:pt x="285963" y="165042"/>
                </a:lnTo>
                <a:lnTo>
                  <a:pt x="285794" y="164675"/>
                </a:lnTo>
                <a:lnTo>
                  <a:pt x="285645" y="164305"/>
                </a:lnTo>
                <a:lnTo>
                  <a:pt x="285516" y="163933"/>
                </a:lnTo>
                <a:lnTo>
                  <a:pt x="285407" y="163559"/>
                </a:lnTo>
                <a:lnTo>
                  <a:pt x="285318" y="163183"/>
                </a:lnTo>
                <a:lnTo>
                  <a:pt x="285248" y="162804"/>
                </a:lnTo>
                <a:lnTo>
                  <a:pt x="285199" y="162423"/>
                </a:lnTo>
                <a:lnTo>
                  <a:pt x="285169" y="162040"/>
                </a:lnTo>
                <a:lnTo>
                  <a:pt x="285159" y="161654"/>
                </a:lnTo>
                <a:lnTo>
                  <a:pt x="285164" y="161325"/>
                </a:lnTo>
                <a:lnTo>
                  <a:pt x="285178" y="160998"/>
                </a:lnTo>
                <a:lnTo>
                  <a:pt x="285201" y="160675"/>
                </a:lnTo>
                <a:lnTo>
                  <a:pt x="285234" y="160356"/>
                </a:lnTo>
                <a:lnTo>
                  <a:pt x="285276" y="160039"/>
                </a:lnTo>
                <a:lnTo>
                  <a:pt x="285327" y="159726"/>
                </a:lnTo>
                <a:lnTo>
                  <a:pt x="285388" y="159416"/>
                </a:lnTo>
                <a:lnTo>
                  <a:pt x="285458" y="159109"/>
                </a:lnTo>
                <a:lnTo>
                  <a:pt x="285538" y="158805"/>
                </a:lnTo>
                <a:lnTo>
                  <a:pt x="285627" y="158505"/>
                </a:lnTo>
                <a:lnTo>
                  <a:pt x="285725" y="158208"/>
                </a:lnTo>
                <a:lnTo>
                  <a:pt x="285832" y="157914"/>
                </a:lnTo>
                <a:lnTo>
                  <a:pt x="285949" y="157624"/>
                </a:lnTo>
                <a:lnTo>
                  <a:pt x="286076" y="157336"/>
                </a:lnTo>
                <a:lnTo>
                  <a:pt x="286211" y="157052"/>
                </a:lnTo>
                <a:lnTo>
                  <a:pt x="286356" y="156772"/>
                </a:lnTo>
                <a:lnTo>
                  <a:pt x="286510" y="156494"/>
                </a:lnTo>
                <a:lnTo>
                  <a:pt x="286674" y="156220"/>
                </a:lnTo>
                <a:lnTo>
                  <a:pt x="286847" y="155949"/>
                </a:lnTo>
                <a:lnTo>
                  <a:pt x="287029" y="155681"/>
                </a:lnTo>
                <a:lnTo>
                  <a:pt x="287221" y="155417"/>
                </a:lnTo>
                <a:lnTo>
                  <a:pt x="287422" y="155155"/>
                </a:lnTo>
                <a:lnTo>
                  <a:pt x="287633" y="154897"/>
                </a:lnTo>
                <a:lnTo>
                  <a:pt x="287852" y="154643"/>
                </a:lnTo>
                <a:lnTo>
                  <a:pt x="288080" y="154392"/>
                </a:lnTo>
                <a:lnTo>
                  <a:pt x="288312" y="154146"/>
                </a:lnTo>
                <a:lnTo>
                  <a:pt x="288551" y="153905"/>
                </a:lnTo>
                <a:lnTo>
                  <a:pt x="288794" y="153669"/>
                </a:lnTo>
                <a:lnTo>
                  <a:pt x="289044" y="153437"/>
                </a:lnTo>
                <a:lnTo>
                  <a:pt x="289299" y="153211"/>
                </a:lnTo>
                <a:lnTo>
                  <a:pt x="289559" y="152989"/>
                </a:lnTo>
                <a:lnTo>
                  <a:pt x="289825" y="152772"/>
                </a:lnTo>
                <a:lnTo>
                  <a:pt x="290097" y="152559"/>
                </a:lnTo>
                <a:lnTo>
                  <a:pt x="290374" y="152352"/>
                </a:lnTo>
                <a:lnTo>
                  <a:pt x="290656" y="152149"/>
                </a:lnTo>
                <a:lnTo>
                  <a:pt x="290944" y="151951"/>
                </a:lnTo>
                <a:lnTo>
                  <a:pt x="291238" y="151758"/>
                </a:lnTo>
                <a:lnTo>
                  <a:pt x="291537" y="151570"/>
                </a:lnTo>
                <a:lnTo>
                  <a:pt x="291842" y="151386"/>
                </a:lnTo>
                <a:lnTo>
                  <a:pt x="292152" y="151207"/>
                </a:lnTo>
                <a:lnTo>
                  <a:pt x="292468" y="151033"/>
                </a:lnTo>
                <a:lnTo>
                  <a:pt x="292789" y="150864"/>
                </a:lnTo>
                <a:lnTo>
                  <a:pt x="293116" y="150700"/>
                </a:lnTo>
                <a:lnTo>
                  <a:pt x="293448" y="150540"/>
                </a:lnTo>
                <a:lnTo>
                  <a:pt x="293786" y="150385"/>
                </a:lnTo>
                <a:lnTo>
                  <a:pt x="294130" y="150235"/>
                </a:lnTo>
                <a:lnTo>
                  <a:pt x="294479" y="150090"/>
                </a:lnTo>
                <a:lnTo>
                  <a:pt x="294833" y="149950"/>
                </a:lnTo>
                <a:lnTo>
                  <a:pt x="314401" y="149950"/>
                </a:lnTo>
                <a:lnTo>
                  <a:pt x="315065" y="149952"/>
                </a:lnTo>
                <a:lnTo>
                  <a:pt x="315717" y="149959"/>
                </a:lnTo>
                <a:lnTo>
                  <a:pt x="316358" y="149971"/>
                </a:lnTo>
                <a:lnTo>
                  <a:pt x="316988" y="149987"/>
                </a:lnTo>
                <a:lnTo>
                  <a:pt x="317607" y="150007"/>
                </a:lnTo>
                <a:lnTo>
                  <a:pt x="318215" y="150033"/>
                </a:lnTo>
                <a:lnTo>
                  <a:pt x="318812" y="150062"/>
                </a:lnTo>
                <a:lnTo>
                  <a:pt x="319397" y="150097"/>
                </a:lnTo>
                <a:lnTo>
                  <a:pt x="319972" y="150136"/>
                </a:lnTo>
                <a:lnTo>
                  <a:pt x="320536" y="150180"/>
                </a:lnTo>
                <a:lnTo>
                  <a:pt x="321088" y="150228"/>
                </a:lnTo>
                <a:lnTo>
                  <a:pt x="321630" y="150281"/>
                </a:lnTo>
                <a:lnTo>
                  <a:pt x="322160" y="150338"/>
                </a:lnTo>
                <a:lnTo>
                  <a:pt x="322679" y="150400"/>
                </a:lnTo>
                <a:lnTo>
                  <a:pt x="323188" y="150467"/>
                </a:lnTo>
                <a:lnTo>
                  <a:pt x="323685" y="150538"/>
                </a:lnTo>
                <a:lnTo>
                  <a:pt x="324171" y="150614"/>
                </a:lnTo>
                <a:lnTo>
                  <a:pt x="324646" y="150694"/>
                </a:lnTo>
                <a:lnTo>
                  <a:pt x="325110" y="150779"/>
                </a:lnTo>
                <a:lnTo>
                  <a:pt x="325563" y="150868"/>
                </a:lnTo>
                <a:lnTo>
                  <a:pt x="326005" y="150963"/>
                </a:lnTo>
                <a:lnTo>
                  <a:pt x="326435" y="151061"/>
                </a:lnTo>
                <a:lnTo>
                  <a:pt x="326855" y="151165"/>
                </a:lnTo>
                <a:lnTo>
                  <a:pt x="327264" y="151273"/>
                </a:lnTo>
                <a:lnTo>
                  <a:pt x="327662" y="151385"/>
                </a:lnTo>
                <a:lnTo>
                  <a:pt x="328051" y="151501"/>
                </a:lnTo>
                <a:lnTo>
                  <a:pt x="328430" y="151621"/>
                </a:lnTo>
                <a:lnTo>
                  <a:pt x="328800" y="151745"/>
                </a:lnTo>
                <a:lnTo>
                  <a:pt x="329160" y="151873"/>
                </a:lnTo>
                <a:lnTo>
                  <a:pt x="329511" y="152005"/>
                </a:lnTo>
                <a:lnTo>
                  <a:pt x="329852" y="152140"/>
                </a:lnTo>
                <a:lnTo>
                  <a:pt x="330183" y="152279"/>
                </a:lnTo>
                <a:lnTo>
                  <a:pt x="330505" y="152422"/>
                </a:lnTo>
                <a:lnTo>
                  <a:pt x="330818" y="152569"/>
                </a:lnTo>
                <a:lnTo>
                  <a:pt x="331120" y="152720"/>
                </a:lnTo>
                <a:lnTo>
                  <a:pt x="331414" y="152874"/>
                </a:lnTo>
                <a:lnTo>
                  <a:pt x="331698" y="153033"/>
                </a:lnTo>
                <a:lnTo>
                  <a:pt x="331972" y="153195"/>
                </a:lnTo>
                <a:lnTo>
                  <a:pt x="332237" y="153361"/>
                </a:lnTo>
                <a:lnTo>
                  <a:pt x="332492" y="153531"/>
                </a:lnTo>
                <a:lnTo>
                  <a:pt x="332737" y="153704"/>
                </a:lnTo>
                <a:lnTo>
                  <a:pt x="332973" y="153882"/>
                </a:lnTo>
                <a:lnTo>
                  <a:pt x="333200" y="154063"/>
                </a:lnTo>
                <a:lnTo>
                  <a:pt x="333417" y="154248"/>
                </a:lnTo>
                <a:lnTo>
                  <a:pt x="333624" y="154437"/>
                </a:lnTo>
                <a:lnTo>
                  <a:pt x="333822" y="154630"/>
                </a:lnTo>
                <a:lnTo>
                  <a:pt x="334011" y="154827"/>
                </a:lnTo>
                <a:lnTo>
                  <a:pt x="334190" y="155027"/>
                </a:lnTo>
                <a:lnTo>
                  <a:pt x="334360" y="155232"/>
                </a:lnTo>
                <a:lnTo>
                  <a:pt x="334523" y="155441"/>
                </a:lnTo>
                <a:lnTo>
                  <a:pt x="334679" y="155653"/>
                </a:lnTo>
                <a:lnTo>
                  <a:pt x="334828" y="155869"/>
                </a:lnTo>
                <a:lnTo>
                  <a:pt x="334969" y="156089"/>
                </a:lnTo>
                <a:lnTo>
                  <a:pt x="335103" y="156313"/>
                </a:lnTo>
                <a:lnTo>
                  <a:pt x="335230" y="156540"/>
                </a:lnTo>
                <a:lnTo>
                  <a:pt x="335350" y="156772"/>
                </a:lnTo>
                <a:lnTo>
                  <a:pt x="335462" y="157007"/>
                </a:lnTo>
                <a:lnTo>
                  <a:pt x="335568" y="157246"/>
                </a:lnTo>
                <a:lnTo>
                  <a:pt x="335665" y="157489"/>
                </a:lnTo>
                <a:lnTo>
                  <a:pt x="335756" y="157735"/>
                </a:lnTo>
                <a:lnTo>
                  <a:pt x="335840" y="157986"/>
                </a:lnTo>
                <a:lnTo>
                  <a:pt x="335916" y="158240"/>
                </a:lnTo>
                <a:lnTo>
                  <a:pt x="335985" y="158499"/>
                </a:lnTo>
                <a:lnTo>
                  <a:pt x="336046" y="158761"/>
                </a:lnTo>
                <a:lnTo>
                  <a:pt x="336101" y="159027"/>
                </a:lnTo>
                <a:lnTo>
                  <a:pt x="336148" y="159296"/>
                </a:lnTo>
                <a:lnTo>
                  <a:pt x="336188" y="159570"/>
                </a:lnTo>
                <a:lnTo>
                  <a:pt x="336220" y="159847"/>
                </a:lnTo>
                <a:lnTo>
                  <a:pt x="336246" y="160128"/>
                </a:lnTo>
                <a:lnTo>
                  <a:pt x="336264" y="160413"/>
                </a:lnTo>
                <a:lnTo>
                  <a:pt x="336275" y="160702"/>
                </a:lnTo>
                <a:lnTo>
                  <a:pt x="336278" y="160995"/>
                </a:lnTo>
                <a:lnTo>
                  <a:pt x="336268" y="161452"/>
                </a:lnTo>
                <a:lnTo>
                  <a:pt x="336236" y="161903"/>
                </a:lnTo>
                <a:lnTo>
                  <a:pt x="336184" y="162349"/>
                </a:lnTo>
                <a:lnTo>
                  <a:pt x="336110" y="162789"/>
                </a:lnTo>
                <a:lnTo>
                  <a:pt x="336016" y="163223"/>
                </a:lnTo>
                <a:lnTo>
                  <a:pt x="335900" y="163652"/>
                </a:lnTo>
                <a:lnTo>
                  <a:pt x="335764" y="164074"/>
                </a:lnTo>
                <a:lnTo>
                  <a:pt x="335607" y="164491"/>
                </a:lnTo>
                <a:lnTo>
                  <a:pt x="335428" y="164903"/>
                </a:lnTo>
                <a:lnTo>
                  <a:pt x="335229" y="165308"/>
                </a:lnTo>
                <a:lnTo>
                  <a:pt x="335008" y="165708"/>
                </a:lnTo>
                <a:lnTo>
                  <a:pt x="334767" y="166102"/>
                </a:lnTo>
                <a:lnTo>
                  <a:pt x="334504" y="166490"/>
                </a:lnTo>
                <a:lnTo>
                  <a:pt x="334221" y="166872"/>
                </a:lnTo>
                <a:lnTo>
                  <a:pt x="333916" y="167249"/>
                </a:lnTo>
                <a:lnTo>
                  <a:pt x="333591" y="167620"/>
                </a:lnTo>
                <a:lnTo>
                  <a:pt x="333245" y="167985"/>
                </a:lnTo>
                <a:lnTo>
                  <a:pt x="332877" y="168345"/>
                </a:lnTo>
                <a:lnTo>
                  <a:pt x="332489" y="168698"/>
                </a:lnTo>
                <a:lnTo>
                  <a:pt x="332079" y="169046"/>
                </a:lnTo>
                <a:lnTo>
                  <a:pt x="331649" y="169388"/>
                </a:lnTo>
                <a:lnTo>
                  <a:pt x="331198" y="169725"/>
                </a:lnTo>
                <a:lnTo>
                  <a:pt x="330725" y="170055"/>
                </a:lnTo>
                <a:lnTo>
                  <a:pt x="330232" y="170380"/>
                </a:lnTo>
                <a:lnTo>
                  <a:pt x="329713" y="170696"/>
                </a:lnTo>
                <a:lnTo>
                  <a:pt x="329164" y="170998"/>
                </a:lnTo>
                <a:lnTo>
                  <a:pt x="328585" y="171286"/>
                </a:lnTo>
                <a:lnTo>
                  <a:pt x="327975" y="171561"/>
                </a:lnTo>
                <a:lnTo>
                  <a:pt x="327336" y="171823"/>
                </a:lnTo>
                <a:lnTo>
                  <a:pt x="326666" y="172071"/>
                </a:lnTo>
                <a:lnTo>
                  <a:pt x="325966" y="172306"/>
                </a:lnTo>
                <a:lnTo>
                  <a:pt x="325236" y="172528"/>
                </a:lnTo>
                <a:lnTo>
                  <a:pt x="324476" y="172736"/>
                </a:lnTo>
                <a:lnTo>
                  <a:pt x="323686" y="172930"/>
                </a:lnTo>
                <a:lnTo>
                  <a:pt x="322865" y="173111"/>
                </a:lnTo>
                <a:lnTo>
                  <a:pt x="322014" y="173279"/>
                </a:lnTo>
                <a:lnTo>
                  <a:pt x="321134" y="173433"/>
                </a:lnTo>
                <a:lnTo>
                  <a:pt x="320223" y="173574"/>
                </a:lnTo>
                <a:lnTo>
                  <a:pt x="319282" y="173702"/>
                </a:lnTo>
                <a:lnTo>
                  <a:pt x="318310" y="173816"/>
                </a:lnTo>
                <a:lnTo>
                  <a:pt x="317309" y="173917"/>
                </a:lnTo>
                <a:lnTo>
                  <a:pt x="316277" y="174004"/>
                </a:lnTo>
                <a:lnTo>
                  <a:pt x="315215" y="174078"/>
                </a:lnTo>
                <a:lnTo>
                  <a:pt x="314124" y="174138"/>
                </a:lnTo>
                <a:lnTo>
                  <a:pt x="313002" y="174185"/>
                </a:lnTo>
                <a:lnTo>
                  <a:pt x="311849" y="174218"/>
                </a:lnTo>
                <a:lnTo>
                  <a:pt x="310667" y="174239"/>
                </a:lnTo>
                <a:lnTo>
                  <a:pt x="309454" y="174245"/>
                </a:lnTo>
                <a:lnTo>
                  <a:pt x="308395" y="174238"/>
                </a:lnTo>
                <a:lnTo>
                  <a:pt x="307360" y="174218"/>
                </a:lnTo>
                <a:lnTo>
                  <a:pt x="306351" y="174183"/>
                </a:lnTo>
                <a:lnTo>
                  <a:pt x="305366" y="174135"/>
                </a:lnTo>
                <a:close/>
                <a:moveTo>
                  <a:pt x="60495" y="150976"/>
                </a:moveTo>
                <a:lnTo>
                  <a:pt x="61900" y="150919"/>
                </a:lnTo>
                <a:lnTo>
                  <a:pt x="63288" y="150846"/>
                </a:lnTo>
                <a:lnTo>
                  <a:pt x="64658" y="150757"/>
                </a:lnTo>
                <a:lnTo>
                  <a:pt x="66011" y="150652"/>
                </a:lnTo>
                <a:lnTo>
                  <a:pt x="67347" y="150530"/>
                </a:lnTo>
                <a:lnTo>
                  <a:pt x="68665" y="150392"/>
                </a:lnTo>
                <a:lnTo>
                  <a:pt x="69966" y="150238"/>
                </a:lnTo>
                <a:lnTo>
                  <a:pt x="71249" y="150068"/>
                </a:lnTo>
                <a:lnTo>
                  <a:pt x="72515" y="149881"/>
                </a:lnTo>
                <a:lnTo>
                  <a:pt x="73764" y="149678"/>
                </a:lnTo>
                <a:lnTo>
                  <a:pt x="74995" y="149459"/>
                </a:lnTo>
                <a:lnTo>
                  <a:pt x="76209" y="149224"/>
                </a:lnTo>
                <a:lnTo>
                  <a:pt x="77406" y="148973"/>
                </a:lnTo>
                <a:lnTo>
                  <a:pt x="78585" y="148705"/>
                </a:lnTo>
                <a:lnTo>
                  <a:pt x="79747" y="148421"/>
                </a:lnTo>
                <a:lnTo>
                  <a:pt x="80891" y="148121"/>
                </a:lnTo>
                <a:lnTo>
                  <a:pt x="82018" y="147805"/>
                </a:lnTo>
                <a:lnTo>
                  <a:pt x="83128" y="147472"/>
                </a:lnTo>
                <a:lnTo>
                  <a:pt x="84220" y="147123"/>
                </a:lnTo>
                <a:lnTo>
                  <a:pt x="85295" y="146758"/>
                </a:lnTo>
                <a:lnTo>
                  <a:pt x="86353" y="146377"/>
                </a:lnTo>
                <a:lnTo>
                  <a:pt x="87392" y="145979"/>
                </a:lnTo>
                <a:lnTo>
                  <a:pt x="88411" y="145564"/>
                </a:lnTo>
                <a:lnTo>
                  <a:pt x="89409" y="145132"/>
                </a:lnTo>
                <a:lnTo>
                  <a:pt x="90387" y="144682"/>
                </a:lnTo>
                <a:lnTo>
                  <a:pt x="91345" y="144216"/>
                </a:lnTo>
                <a:lnTo>
                  <a:pt x="92283" y="143732"/>
                </a:lnTo>
                <a:lnTo>
                  <a:pt x="93200" y="143231"/>
                </a:lnTo>
                <a:lnTo>
                  <a:pt x="94097" y="142713"/>
                </a:lnTo>
                <a:lnTo>
                  <a:pt x="94974" y="142177"/>
                </a:lnTo>
                <a:lnTo>
                  <a:pt x="95831" y="141625"/>
                </a:lnTo>
                <a:lnTo>
                  <a:pt x="96668" y="141055"/>
                </a:lnTo>
                <a:lnTo>
                  <a:pt x="97484" y="140468"/>
                </a:lnTo>
                <a:lnTo>
                  <a:pt x="98280" y="139864"/>
                </a:lnTo>
                <a:lnTo>
                  <a:pt x="99056" y="139243"/>
                </a:lnTo>
                <a:lnTo>
                  <a:pt x="99811" y="138604"/>
                </a:lnTo>
                <a:lnTo>
                  <a:pt x="100547" y="137949"/>
                </a:lnTo>
                <a:lnTo>
                  <a:pt x="101262" y="137276"/>
                </a:lnTo>
                <a:lnTo>
                  <a:pt x="101957" y="136586"/>
                </a:lnTo>
                <a:lnTo>
                  <a:pt x="102632" y="135879"/>
                </a:lnTo>
                <a:lnTo>
                  <a:pt x="103286" y="135155"/>
                </a:lnTo>
                <a:lnTo>
                  <a:pt x="103920" y="134413"/>
                </a:lnTo>
                <a:lnTo>
                  <a:pt x="104534" y="133654"/>
                </a:lnTo>
                <a:lnTo>
                  <a:pt x="105128" y="132879"/>
                </a:lnTo>
                <a:lnTo>
                  <a:pt x="105701" y="132086"/>
                </a:lnTo>
                <a:lnTo>
                  <a:pt x="106253" y="131275"/>
                </a:lnTo>
                <a:lnTo>
                  <a:pt x="106781" y="130446"/>
                </a:lnTo>
                <a:lnTo>
                  <a:pt x="107286" y="129599"/>
                </a:lnTo>
                <a:lnTo>
                  <a:pt x="107767" y="128734"/>
                </a:lnTo>
                <a:lnTo>
                  <a:pt x="108225" y="127851"/>
                </a:lnTo>
                <a:lnTo>
                  <a:pt x="108659" y="126950"/>
                </a:lnTo>
                <a:lnTo>
                  <a:pt x="109070" y="126030"/>
                </a:lnTo>
                <a:lnTo>
                  <a:pt x="109458" y="125093"/>
                </a:lnTo>
                <a:lnTo>
                  <a:pt x="109821" y="124137"/>
                </a:lnTo>
                <a:lnTo>
                  <a:pt x="110162" y="123163"/>
                </a:lnTo>
                <a:lnTo>
                  <a:pt x="110479" y="122171"/>
                </a:lnTo>
                <a:lnTo>
                  <a:pt x="110772" y="121161"/>
                </a:lnTo>
                <a:lnTo>
                  <a:pt x="111042" y="120133"/>
                </a:lnTo>
                <a:lnTo>
                  <a:pt x="111289" y="119086"/>
                </a:lnTo>
                <a:lnTo>
                  <a:pt x="111512" y="118022"/>
                </a:lnTo>
                <a:lnTo>
                  <a:pt x="111711" y="116939"/>
                </a:lnTo>
                <a:lnTo>
                  <a:pt x="111887" y="115838"/>
                </a:lnTo>
                <a:lnTo>
                  <a:pt x="112040" y="114720"/>
                </a:lnTo>
                <a:lnTo>
                  <a:pt x="112169" y="113582"/>
                </a:lnTo>
                <a:lnTo>
                  <a:pt x="112275" y="112427"/>
                </a:lnTo>
                <a:lnTo>
                  <a:pt x="112357" y="111254"/>
                </a:lnTo>
                <a:lnTo>
                  <a:pt x="112415" y="110063"/>
                </a:lnTo>
                <a:lnTo>
                  <a:pt x="112451" y="108853"/>
                </a:lnTo>
                <a:lnTo>
                  <a:pt x="112462" y="107625"/>
                </a:lnTo>
                <a:lnTo>
                  <a:pt x="112448" y="106479"/>
                </a:lnTo>
                <a:lnTo>
                  <a:pt x="112406" y="105347"/>
                </a:lnTo>
                <a:lnTo>
                  <a:pt x="112336" y="104231"/>
                </a:lnTo>
                <a:lnTo>
                  <a:pt x="112238" y="103130"/>
                </a:lnTo>
                <a:lnTo>
                  <a:pt x="112112" y="102045"/>
                </a:lnTo>
                <a:lnTo>
                  <a:pt x="111957" y="100974"/>
                </a:lnTo>
                <a:lnTo>
                  <a:pt x="111775" y="99919"/>
                </a:lnTo>
                <a:lnTo>
                  <a:pt x="111565" y="98879"/>
                </a:lnTo>
                <a:lnTo>
                  <a:pt x="111326" y="97855"/>
                </a:lnTo>
                <a:lnTo>
                  <a:pt x="111060" y="96846"/>
                </a:lnTo>
                <a:lnTo>
                  <a:pt x="110765" y="95852"/>
                </a:lnTo>
                <a:lnTo>
                  <a:pt x="110442" y="94873"/>
                </a:lnTo>
                <a:lnTo>
                  <a:pt x="110092" y="93910"/>
                </a:lnTo>
                <a:lnTo>
                  <a:pt x="109713" y="92961"/>
                </a:lnTo>
                <a:lnTo>
                  <a:pt x="109306" y="92028"/>
                </a:lnTo>
                <a:lnTo>
                  <a:pt x="108871" y="91111"/>
                </a:lnTo>
                <a:lnTo>
                  <a:pt x="108408" y="90208"/>
                </a:lnTo>
                <a:lnTo>
                  <a:pt x="107917" y="89321"/>
                </a:lnTo>
                <a:lnTo>
                  <a:pt x="107398" y="88449"/>
                </a:lnTo>
                <a:lnTo>
                  <a:pt x="106851" y="87593"/>
                </a:lnTo>
                <a:lnTo>
                  <a:pt x="106276" y="86752"/>
                </a:lnTo>
                <a:lnTo>
                  <a:pt x="105673" y="85926"/>
                </a:lnTo>
                <a:lnTo>
                  <a:pt x="105042" y="85115"/>
                </a:lnTo>
                <a:lnTo>
                  <a:pt x="104382" y="84319"/>
                </a:lnTo>
                <a:lnTo>
                  <a:pt x="103696" y="83543"/>
                </a:lnTo>
                <a:lnTo>
                  <a:pt x="102985" y="82788"/>
                </a:lnTo>
                <a:lnTo>
                  <a:pt x="102248" y="82055"/>
                </a:lnTo>
                <a:lnTo>
                  <a:pt x="101486" y="81345"/>
                </a:lnTo>
                <a:lnTo>
                  <a:pt x="100698" y="80657"/>
                </a:lnTo>
                <a:lnTo>
                  <a:pt x="99885" y="79991"/>
                </a:lnTo>
                <a:lnTo>
                  <a:pt x="99047" y="79347"/>
                </a:lnTo>
                <a:lnTo>
                  <a:pt x="98183" y="78725"/>
                </a:lnTo>
                <a:lnTo>
                  <a:pt x="97294" y="78125"/>
                </a:lnTo>
                <a:lnTo>
                  <a:pt x="96380" y="77548"/>
                </a:lnTo>
                <a:lnTo>
                  <a:pt x="95440" y="76992"/>
                </a:lnTo>
                <a:lnTo>
                  <a:pt x="94474" y="76459"/>
                </a:lnTo>
                <a:lnTo>
                  <a:pt x="93484" y="75948"/>
                </a:lnTo>
                <a:lnTo>
                  <a:pt x="92468" y="75459"/>
                </a:lnTo>
                <a:lnTo>
                  <a:pt x="91426" y="74992"/>
                </a:lnTo>
                <a:lnTo>
                  <a:pt x="90360" y="74547"/>
                </a:lnTo>
                <a:lnTo>
                  <a:pt x="89267" y="74125"/>
                </a:lnTo>
                <a:lnTo>
                  <a:pt x="88150" y="73724"/>
                </a:lnTo>
                <a:lnTo>
                  <a:pt x="87007" y="73346"/>
                </a:lnTo>
                <a:lnTo>
                  <a:pt x="85839" y="72990"/>
                </a:lnTo>
                <a:lnTo>
                  <a:pt x="84645" y="72656"/>
                </a:lnTo>
                <a:lnTo>
                  <a:pt x="83426" y="72344"/>
                </a:lnTo>
                <a:lnTo>
                  <a:pt x="82181" y="72054"/>
                </a:lnTo>
                <a:lnTo>
                  <a:pt x="80911" y="71787"/>
                </a:lnTo>
                <a:lnTo>
                  <a:pt x="81720" y="71477"/>
                </a:lnTo>
                <a:lnTo>
                  <a:pt x="82515" y="71151"/>
                </a:lnTo>
                <a:lnTo>
                  <a:pt x="83296" y="70809"/>
                </a:lnTo>
                <a:lnTo>
                  <a:pt x="84064" y="70451"/>
                </a:lnTo>
                <a:lnTo>
                  <a:pt x="84819" y="70077"/>
                </a:lnTo>
                <a:lnTo>
                  <a:pt x="85560" y="69688"/>
                </a:lnTo>
                <a:lnTo>
                  <a:pt x="86287" y="69283"/>
                </a:lnTo>
                <a:lnTo>
                  <a:pt x="87001" y="68861"/>
                </a:lnTo>
                <a:lnTo>
                  <a:pt x="87701" y="68424"/>
                </a:lnTo>
                <a:lnTo>
                  <a:pt x="88387" y="67972"/>
                </a:lnTo>
                <a:lnTo>
                  <a:pt x="89060" y="67503"/>
                </a:lnTo>
                <a:lnTo>
                  <a:pt x="89720" y="67018"/>
                </a:lnTo>
                <a:lnTo>
                  <a:pt x="90366" y="66518"/>
                </a:lnTo>
                <a:lnTo>
                  <a:pt x="90998" y="66002"/>
                </a:lnTo>
                <a:lnTo>
                  <a:pt x="91617" y="65470"/>
                </a:lnTo>
                <a:lnTo>
                  <a:pt x="92222" y="64922"/>
                </a:lnTo>
                <a:lnTo>
                  <a:pt x="92814" y="64358"/>
                </a:lnTo>
                <a:lnTo>
                  <a:pt x="93392" y="63779"/>
                </a:lnTo>
                <a:lnTo>
                  <a:pt x="93957" y="63183"/>
                </a:lnTo>
                <a:lnTo>
                  <a:pt x="94508" y="62572"/>
                </a:lnTo>
                <a:lnTo>
                  <a:pt x="95046" y="61945"/>
                </a:lnTo>
                <a:lnTo>
                  <a:pt x="95570" y="61302"/>
                </a:lnTo>
                <a:lnTo>
                  <a:pt x="96080" y="60644"/>
                </a:lnTo>
                <a:lnTo>
                  <a:pt x="96577" y="59969"/>
                </a:lnTo>
                <a:lnTo>
                  <a:pt x="97057" y="59280"/>
                </a:lnTo>
                <a:lnTo>
                  <a:pt x="97516" y="58579"/>
                </a:lnTo>
                <a:lnTo>
                  <a:pt x="97955" y="57866"/>
                </a:lnTo>
                <a:lnTo>
                  <a:pt x="98374" y="57140"/>
                </a:lnTo>
                <a:lnTo>
                  <a:pt x="98772" y="56401"/>
                </a:lnTo>
                <a:lnTo>
                  <a:pt x="99150" y="55651"/>
                </a:lnTo>
                <a:lnTo>
                  <a:pt x="99507" y="54887"/>
                </a:lnTo>
                <a:lnTo>
                  <a:pt x="99844" y="54112"/>
                </a:lnTo>
                <a:lnTo>
                  <a:pt x="100161" y="53324"/>
                </a:lnTo>
                <a:lnTo>
                  <a:pt x="100457" y="52524"/>
                </a:lnTo>
                <a:lnTo>
                  <a:pt x="100733" y="51711"/>
                </a:lnTo>
                <a:lnTo>
                  <a:pt x="100988" y="50886"/>
                </a:lnTo>
                <a:lnTo>
                  <a:pt x="101223" y="50048"/>
                </a:lnTo>
                <a:lnTo>
                  <a:pt x="101437" y="49198"/>
                </a:lnTo>
                <a:lnTo>
                  <a:pt x="101631" y="48336"/>
                </a:lnTo>
                <a:lnTo>
                  <a:pt x="101805" y="47461"/>
                </a:lnTo>
                <a:lnTo>
                  <a:pt x="101958" y="46574"/>
                </a:lnTo>
                <a:lnTo>
                  <a:pt x="102091" y="45674"/>
                </a:lnTo>
                <a:lnTo>
                  <a:pt x="102203" y="44762"/>
                </a:lnTo>
                <a:lnTo>
                  <a:pt x="102295" y="43838"/>
                </a:lnTo>
                <a:lnTo>
                  <a:pt x="102367" y="42901"/>
                </a:lnTo>
                <a:lnTo>
                  <a:pt x="102418" y="41952"/>
                </a:lnTo>
                <a:lnTo>
                  <a:pt x="102448" y="40990"/>
                </a:lnTo>
                <a:lnTo>
                  <a:pt x="102458" y="40016"/>
                </a:lnTo>
                <a:lnTo>
                  <a:pt x="102434" y="38466"/>
                </a:lnTo>
                <a:lnTo>
                  <a:pt x="102361" y="36950"/>
                </a:lnTo>
                <a:lnTo>
                  <a:pt x="102240" y="35468"/>
                </a:lnTo>
                <a:lnTo>
                  <a:pt x="102071" y="34020"/>
                </a:lnTo>
                <a:lnTo>
                  <a:pt x="101852" y="32605"/>
                </a:lnTo>
                <a:lnTo>
                  <a:pt x="101586" y="31225"/>
                </a:lnTo>
                <a:lnTo>
                  <a:pt x="101271" y="29878"/>
                </a:lnTo>
                <a:lnTo>
                  <a:pt x="100907" y="28565"/>
                </a:lnTo>
                <a:lnTo>
                  <a:pt x="100495" y="27285"/>
                </a:lnTo>
                <a:lnTo>
                  <a:pt x="100035" y="26039"/>
                </a:lnTo>
                <a:lnTo>
                  <a:pt x="99526" y="24828"/>
                </a:lnTo>
                <a:lnTo>
                  <a:pt x="98968" y="23650"/>
                </a:lnTo>
                <a:lnTo>
                  <a:pt x="98362" y="22505"/>
                </a:lnTo>
                <a:lnTo>
                  <a:pt x="97708" y="21395"/>
                </a:lnTo>
                <a:lnTo>
                  <a:pt x="97005" y="20318"/>
                </a:lnTo>
                <a:lnTo>
                  <a:pt x="96253" y="19275"/>
                </a:lnTo>
                <a:lnTo>
                  <a:pt x="95453" y="18266"/>
                </a:lnTo>
                <a:lnTo>
                  <a:pt x="94605" y="17291"/>
                </a:lnTo>
                <a:lnTo>
                  <a:pt x="93708" y="16349"/>
                </a:lnTo>
                <a:lnTo>
                  <a:pt x="92763" y="15441"/>
                </a:lnTo>
                <a:lnTo>
                  <a:pt x="91769" y="14567"/>
                </a:lnTo>
                <a:lnTo>
                  <a:pt x="90727" y="13727"/>
                </a:lnTo>
                <a:lnTo>
                  <a:pt x="89636" y="12920"/>
                </a:lnTo>
                <a:lnTo>
                  <a:pt x="88497" y="12148"/>
                </a:lnTo>
                <a:lnTo>
                  <a:pt x="87316" y="11408"/>
                </a:lnTo>
                <a:lnTo>
                  <a:pt x="86100" y="10699"/>
                </a:lnTo>
                <a:lnTo>
                  <a:pt x="84850" y="10022"/>
                </a:lnTo>
                <a:lnTo>
                  <a:pt x="83565" y="9376"/>
                </a:lnTo>
                <a:lnTo>
                  <a:pt x="82245" y="8762"/>
                </a:lnTo>
                <a:lnTo>
                  <a:pt x="80891" y="8180"/>
                </a:lnTo>
                <a:lnTo>
                  <a:pt x="79502" y="7629"/>
                </a:lnTo>
                <a:lnTo>
                  <a:pt x="78078" y="7109"/>
                </a:lnTo>
                <a:lnTo>
                  <a:pt x="76619" y="6621"/>
                </a:lnTo>
                <a:lnTo>
                  <a:pt x="75125" y="6164"/>
                </a:lnTo>
                <a:lnTo>
                  <a:pt x="73597" y="5739"/>
                </a:lnTo>
                <a:lnTo>
                  <a:pt x="72034" y="5346"/>
                </a:lnTo>
                <a:lnTo>
                  <a:pt x="70437" y="4983"/>
                </a:lnTo>
                <a:lnTo>
                  <a:pt x="68804" y="4653"/>
                </a:lnTo>
                <a:lnTo>
                  <a:pt x="67137" y="4354"/>
                </a:lnTo>
                <a:lnTo>
                  <a:pt x="65435" y="4086"/>
                </a:lnTo>
                <a:lnTo>
                  <a:pt x="63699" y="3850"/>
                </a:lnTo>
                <a:lnTo>
                  <a:pt x="61927" y="3645"/>
                </a:lnTo>
                <a:lnTo>
                  <a:pt x="60121" y="3472"/>
                </a:lnTo>
                <a:lnTo>
                  <a:pt x="58280" y="3330"/>
                </a:lnTo>
                <a:lnTo>
                  <a:pt x="56405" y="3220"/>
                </a:lnTo>
                <a:lnTo>
                  <a:pt x="54494" y="3141"/>
                </a:lnTo>
                <a:lnTo>
                  <a:pt x="52549" y="3094"/>
                </a:lnTo>
                <a:lnTo>
                  <a:pt x="50570" y="3078"/>
                </a:lnTo>
                <a:lnTo>
                  <a:pt x="0" y="3078"/>
                </a:lnTo>
                <a:lnTo>
                  <a:pt x="0" y="151049"/>
                </a:lnTo>
                <a:lnTo>
                  <a:pt x="56176" y="151049"/>
                </a:lnTo>
                <a:lnTo>
                  <a:pt x="57633" y="151041"/>
                </a:lnTo>
                <a:lnTo>
                  <a:pt x="59073" y="151017"/>
                </a:lnTo>
                <a:lnTo>
                  <a:pt x="60495" y="150976"/>
                </a:lnTo>
                <a:close/>
                <a:moveTo>
                  <a:pt x="56937" y="86657"/>
                </a:moveTo>
                <a:lnTo>
                  <a:pt x="57846" y="86694"/>
                </a:lnTo>
                <a:lnTo>
                  <a:pt x="58741" y="86746"/>
                </a:lnTo>
                <a:lnTo>
                  <a:pt x="59623" y="86812"/>
                </a:lnTo>
                <a:lnTo>
                  <a:pt x="60491" y="86892"/>
                </a:lnTo>
                <a:lnTo>
                  <a:pt x="61345" y="86988"/>
                </a:lnTo>
                <a:lnTo>
                  <a:pt x="62186" y="87098"/>
                </a:lnTo>
                <a:lnTo>
                  <a:pt x="63013" y="87223"/>
                </a:lnTo>
                <a:lnTo>
                  <a:pt x="63826" y="87363"/>
                </a:lnTo>
                <a:lnTo>
                  <a:pt x="64625" y="87517"/>
                </a:lnTo>
                <a:lnTo>
                  <a:pt x="65411" y="87686"/>
                </a:lnTo>
                <a:lnTo>
                  <a:pt x="66183" y="87870"/>
                </a:lnTo>
                <a:lnTo>
                  <a:pt x="66941" y="88068"/>
                </a:lnTo>
                <a:lnTo>
                  <a:pt x="67685" y="88281"/>
                </a:lnTo>
                <a:lnTo>
                  <a:pt x="68416" y="88509"/>
                </a:lnTo>
                <a:lnTo>
                  <a:pt x="69132" y="88752"/>
                </a:lnTo>
                <a:lnTo>
                  <a:pt x="69836" y="89009"/>
                </a:lnTo>
                <a:lnTo>
                  <a:pt x="70525" y="89281"/>
                </a:lnTo>
                <a:lnTo>
                  <a:pt x="71201" y="89567"/>
                </a:lnTo>
                <a:lnTo>
                  <a:pt x="71862" y="89868"/>
                </a:lnTo>
                <a:lnTo>
                  <a:pt x="72511" y="90184"/>
                </a:lnTo>
                <a:lnTo>
                  <a:pt x="73145" y="90515"/>
                </a:lnTo>
                <a:lnTo>
                  <a:pt x="73766" y="90860"/>
                </a:lnTo>
                <a:lnTo>
                  <a:pt x="74367" y="91223"/>
                </a:lnTo>
                <a:lnTo>
                  <a:pt x="74942" y="91605"/>
                </a:lnTo>
                <a:lnTo>
                  <a:pt x="75492" y="92007"/>
                </a:lnTo>
                <a:lnTo>
                  <a:pt x="76016" y="92428"/>
                </a:lnTo>
                <a:lnTo>
                  <a:pt x="76515" y="92870"/>
                </a:lnTo>
                <a:lnTo>
                  <a:pt x="76988" y="93330"/>
                </a:lnTo>
                <a:lnTo>
                  <a:pt x="77436" y="93811"/>
                </a:lnTo>
                <a:lnTo>
                  <a:pt x="77858" y="94311"/>
                </a:lnTo>
                <a:lnTo>
                  <a:pt x="78254" y="94831"/>
                </a:lnTo>
                <a:lnTo>
                  <a:pt x="78625" y="95370"/>
                </a:lnTo>
                <a:lnTo>
                  <a:pt x="78970" y="95929"/>
                </a:lnTo>
                <a:lnTo>
                  <a:pt x="79290" y="96508"/>
                </a:lnTo>
                <a:lnTo>
                  <a:pt x="79584" y="97107"/>
                </a:lnTo>
                <a:lnTo>
                  <a:pt x="79853" y="97725"/>
                </a:lnTo>
                <a:lnTo>
                  <a:pt x="80095" y="98363"/>
                </a:lnTo>
                <a:lnTo>
                  <a:pt x="80313" y="99020"/>
                </a:lnTo>
                <a:lnTo>
                  <a:pt x="80505" y="99697"/>
                </a:lnTo>
                <a:lnTo>
                  <a:pt x="80671" y="100394"/>
                </a:lnTo>
                <a:lnTo>
                  <a:pt x="80812" y="101110"/>
                </a:lnTo>
                <a:lnTo>
                  <a:pt x="80927" y="101846"/>
                </a:lnTo>
                <a:lnTo>
                  <a:pt x="81016" y="102602"/>
                </a:lnTo>
                <a:lnTo>
                  <a:pt x="81080" y="103377"/>
                </a:lnTo>
                <a:lnTo>
                  <a:pt x="81118" y="104172"/>
                </a:lnTo>
                <a:lnTo>
                  <a:pt x="81131" y="104987"/>
                </a:lnTo>
                <a:lnTo>
                  <a:pt x="81125" y="105623"/>
                </a:lnTo>
                <a:lnTo>
                  <a:pt x="81107" y="106248"/>
                </a:lnTo>
                <a:lnTo>
                  <a:pt x="81077" y="106862"/>
                </a:lnTo>
                <a:lnTo>
                  <a:pt x="81035" y="107465"/>
                </a:lnTo>
                <a:lnTo>
                  <a:pt x="80981" y="108057"/>
                </a:lnTo>
                <a:lnTo>
                  <a:pt x="80915" y="108639"/>
                </a:lnTo>
                <a:lnTo>
                  <a:pt x="80837" y="109209"/>
                </a:lnTo>
                <a:lnTo>
                  <a:pt x="80746" y="109769"/>
                </a:lnTo>
                <a:lnTo>
                  <a:pt x="80644" y="110318"/>
                </a:lnTo>
                <a:lnTo>
                  <a:pt x="80530" y="110856"/>
                </a:lnTo>
                <a:lnTo>
                  <a:pt x="80404" y="111383"/>
                </a:lnTo>
                <a:lnTo>
                  <a:pt x="80266" y="111899"/>
                </a:lnTo>
                <a:lnTo>
                  <a:pt x="80115" y="112404"/>
                </a:lnTo>
                <a:lnTo>
                  <a:pt x="79953" y="112899"/>
                </a:lnTo>
                <a:lnTo>
                  <a:pt x="79779" y="113382"/>
                </a:lnTo>
                <a:lnTo>
                  <a:pt x="79592" y="113855"/>
                </a:lnTo>
                <a:lnTo>
                  <a:pt x="79394" y="114317"/>
                </a:lnTo>
                <a:lnTo>
                  <a:pt x="79183" y="114768"/>
                </a:lnTo>
                <a:lnTo>
                  <a:pt x="78961" y="115208"/>
                </a:lnTo>
                <a:lnTo>
                  <a:pt x="78726" y="115637"/>
                </a:lnTo>
                <a:lnTo>
                  <a:pt x="78480" y="116055"/>
                </a:lnTo>
                <a:lnTo>
                  <a:pt x="78221" y="116462"/>
                </a:lnTo>
                <a:lnTo>
                  <a:pt x="77951" y="116859"/>
                </a:lnTo>
                <a:lnTo>
                  <a:pt x="77668" y="117245"/>
                </a:lnTo>
                <a:lnTo>
                  <a:pt x="77375" y="117620"/>
                </a:lnTo>
                <a:lnTo>
                  <a:pt x="77074" y="117986"/>
                </a:lnTo>
                <a:lnTo>
                  <a:pt x="76764" y="118342"/>
                </a:lnTo>
                <a:lnTo>
                  <a:pt x="76445" y="118689"/>
                </a:lnTo>
                <a:lnTo>
                  <a:pt x="76118" y="119026"/>
                </a:lnTo>
                <a:lnTo>
                  <a:pt x="75782" y="119354"/>
                </a:lnTo>
                <a:lnTo>
                  <a:pt x="75438" y="119672"/>
                </a:lnTo>
                <a:lnTo>
                  <a:pt x="75085" y="119981"/>
                </a:lnTo>
                <a:lnTo>
                  <a:pt x="74723" y="120280"/>
                </a:lnTo>
                <a:lnTo>
                  <a:pt x="74353" y="120569"/>
                </a:lnTo>
                <a:lnTo>
                  <a:pt x="73974" y="120849"/>
                </a:lnTo>
                <a:lnTo>
                  <a:pt x="73587" y="121120"/>
                </a:lnTo>
                <a:lnTo>
                  <a:pt x="73191" y="121381"/>
                </a:lnTo>
                <a:lnTo>
                  <a:pt x="72787" y="121632"/>
                </a:lnTo>
                <a:lnTo>
                  <a:pt x="72373" y="121874"/>
                </a:lnTo>
                <a:lnTo>
                  <a:pt x="71952" y="122106"/>
                </a:lnTo>
                <a:lnTo>
                  <a:pt x="71521" y="122329"/>
                </a:lnTo>
                <a:lnTo>
                  <a:pt x="71083" y="122542"/>
                </a:lnTo>
                <a:lnTo>
                  <a:pt x="70635" y="122746"/>
                </a:lnTo>
                <a:lnTo>
                  <a:pt x="70179" y="122940"/>
                </a:lnTo>
                <a:lnTo>
                  <a:pt x="69714" y="123124"/>
                </a:lnTo>
                <a:lnTo>
                  <a:pt x="69241" y="123299"/>
                </a:lnTo>
                <a:lnTo>
                  <a:pt x="68759" y="123465"/>
                </a:lnTo>
                <a:lnTo>
                  <a:pt x="68269" y="123621"/>
                </a:lnTo>
                <a:lnTo>
                  <a:pt x="67772" y="123769"/>
                </a:lnTo>
                <a:lnTo>
                  <a:pt x="67270" y="123910"/>
                </a:lnTo>
                <a:lnTo>
                  <a:pt x="66764" y="124046"/>
                </a:lnTo>
                <a:lnTo>
                  <a:pt x="66254" y="124175"/>
                </a:lnTo>
                <a:lnTo>
                  <a:pt x="65738" y="124298"/>
                </a:lnTo>
                <a:lnTo>
                  <a:pt x="65218" y="124414"/>
                </a:lnTo>
                <a:lnTo>
                  <a:pt x="64694" y="124525"/>
                </a:lnTo>
                <a:lnTo>
                  <a:pt x="64165" y="124628"/>
                </a:lnTo>
                <a:lnTo>
                  <a:pt x="63631" y="124726"/>
                </a:lnTo>
                <a:lnTo>
                  <a:pt x="63093" y="124817"/>
                </a:lnTo>
                <a:lnTo>
                  <a:pt x="62550" y="124902"/>
                </a:lnTo>
                <a:lnTo>
                  <a:pt x="62003" y="124981"/>
                </a:lnTo>
                <a:lnTo>
                  <a:pt x="61451" y="125054"/>
                </a:lnTo>
                <a:lnTo>
                  <a:pt x="60894" y="125120"/>
                </a:lnTo>
                <a:lnTo>
                  <a:pt x="60333" y="125180"/>
                </a:lnTo>
                <a:lnTo>
                  <a:pt x="59767" y="125233"/>
                </a:lnTo>
                <a:lnTo>
                  <a:pt x="59197" y="125280"/>
                </a:lnTo>
                <a:lnTo>
                  <a:pt x="58622" y="125321"/>
                </a:lnTo>
                <a:lnTo>
                  <a:pt x="58043" y="125356"/>
                </a:lnTo>
                <a:lnTo>
                  <a:pt x="57459" y="125384"/>
                </a:lnTo>
                <a:lnTo>
                  <a:pt x="56870" y="125406"/>
                </a:lnTo>
                <a:lnTo>
                  <a:pt x="56277" y="125422"/>
                </a:lnTo>
                <a:lnTo>
                  <a:pt x="55679" y="125431"/>
                </a:lnTo>
                <a:lnTo>
                  <a:pt x="55077" y="125435"/>
                </a:lnTo>
                <a:lnTo>
                  <a:pt x="30891" y="125435"/>
                </a:lnTo>
                <a:lnTo>
                  <a:pt x="30891" y="86628"/>
                </a:lnTo>
                <a:lnTo>
                  <a:pt x="55077" y="86628"/>
                </a:lnTo>
                <a:lnTo>
                  <a:pt x="56014" y="86635"/>
                </a:lnTo>
                <a:lnTo>
                  <a:pt x="56937" y="86657"/>
                </a:lnTo>
                <a:close/>
                <a:moveTo>
                  <a:pt x="51128" y="28044"/>
                </a:moveTo>
                <a:lnTo>
                  <a:pt x="51621" y="28058"/>
                </a:lnTo>
                <a:lnTo>
                  <a:pt x="52109" y="28077"/>
                </a:lnTo>
                <a:lnTo>
                  <a:pt x="52592" y="28102"/>
                </a:lnTo>
                <a:lnTo>
                  <a:pt x="53071" y="28133"/>
                </a:lnTo>
                <a:lnTo>
                  <a:pt x="53545" y="28169"/>
                </a:lnTo>
                <a:lnTo>
                  <a:pt x="54014" y="28210"/>
                </a:lnTo>
                <a:lnTo>
                  <a:pt x="54479" y="28257"/>
                </a:lnTo>
                <a:lnTo>
                  <a:pt x="54939" y="28310"/>
                </a:lnTo>
                <a:lnTo>
                  <a:pt x="55395" y="28368"/>
                </a:lnTo>
                <a:lnTo>
                  <a:pt x="55846" y="28432"/>
                </a:lnTo>
                <a:lnTo>
                  <a:pt x="56293" y="28501"/>
                </a:lnTo>
                <a:lnTo>
                  <a:pt x="56735" y="28576"/>
                </a:lnTo>
                <a:lnTo>
                  <a:pt x="57173" y="28656"/>
                </a:lnTo>
                <a:lnTo>
                  <a:pt x="57605" y="28742"/>
                </a:lnTo>
                <a:lnTo>
                  <a:pt x="58034" y="28833"/>
                </a:lnTo>
                <a:lnTo>
                  <a:pt x="58457" y="28930"/>
                </a:lnTo>
                <a:lnTo>
                  <a:pt x="58876" y="29032"/>
                </a:lnTo>
                <a:lnTo>
                  <a:pt x="59291" y="29140"/>
                </a:lnTo>
                <a:lnTo>
                  <a:pt x="59701" y="29254"/>
                </a:lnTo>
                <a:lnTo>
                  <a:pt x="60106" y="29373"/>
                </a:lnTo>
                <a:lnTo>
                  <a:pt x="60507" y="29497"/>
                </a:lnTo>
                <a:lnTo>
                  <a:pt x="60903" y="29627"/>
                </a:lnTo>
                <a:lnTo>
                  <a:pt x="61294" y="29764"/>
                </a:lnTo>
                <a:lnTo>
                  <a:pt x="61678" y="29907"/>
                </a:lnTo>
                <a:lnTo>
                  <a:pt x="62054" y="30058"/>
                </a:lnTo>
                <a:lnTo>
                  <a:pt x="62424" y="30217"/>
                </a:lnTo>
                <a:lnTo>
                  <a:pt x="62787" y="30382"/>
                </a:lnTo>
                <a:lnTo>
                  <a:pt x="63143" y="30555"/>
                </a:lnTo>
                <a:lnTo>
                  <a:pt x="63493" y="30735"/>
                </a:lnTo>
                <a:lnTo>
                  <a:pt x="63835" y="30922"/>
                </a:lnTo>
                <a:lnTo>
                  <a:pt x="64171" y="31116"/>
                </a:lnTo>
                <a:lnTo>
                  <a:pt x="64499" y="31318"/>
                </a:lnTo>
                <a:lnTo>
                  <a:pt x="64821" y="31527"/>
                </a:lnTo>
                <a:lnTo>
                  <a:pt x="65136" y="31743"/>
                </a:lnTo>
                <a:lnTo>
                  <a:pt x="65444" y="31967"/>
                </a:lnTo>
                <a:lnTo>
                  <a:pt x="65745" y="32198"/>
                </a:lnTo>
                <a:lnTo>
                  <a:pt x="66039" y="32436"/>
                </a:lnTo>
                <a:lnTo>
                  <a:pt x="66327" y="32681"/>
                </a:lnTo>
                <a:lnTo>
                  <a:pt x="66607" y="32933"/>
                </a:lnTo>
                <a:lnTo>
                  <a:pt x="66881" y="33193"/>
                </a:lnTo>
                <a:lnTo>
                  <a:pt x="67148" y="33460"/>
                </a:lnTo>
                <a:lnTo>
                  <a:pt x="67408" y="33734"/>
                </a:lnTo>
                <a:lnTo>
                  <a:pt x="67661" y="34016"/>
                </a:lnTo>
                <a:lnTo>
                  <a:pt x="67907" y="34305"/>
                </a:lnTo>
                <a:lnTo>
                  <a:pt x="68146" y="34601"/>
                </a:lnTo>
                <a:lnTo>
                  <a:pt x="68379" y="34904"/>
                </a:lnTo>
                <a:lnTo>
                  <a:pt x="68603" y="35215"/>
                </a:lnTo>
                <a:lnTo>
                  <a:pt x="68818" y="35536"/>
                </a:lnTo>
                <a:lnTo>
                  <a:pt x="69023" y="35865"/>
                </a:lnTo>
                <a:lnTo>
                  <a:pt x="69219" y="36203"/>
                </a:lnTo>
                <a:lnTo>
                  <a:pt x="69405" y="36551"/>
                </a:lnTo>
                <a:lnTo>
                  <a:pt x="69581" y="36907"/>
                </a:lnTo>
                <a:lnTo>
                  <a:pt x="69748" y="37272"/>
                </a:lnTo>
                <a:lnTo>
                  <a:pt x="69906" y="37646"/>
                </a:lnTo>
                <a:lnTo>
                  <a:pt x="70054" y="38029"/>
                </a:lnTo>
                <a:lnTo>
                  <a:pt x="70192" y="38422"/>
                </a:lnTo>
                <a:lnTo>
                  <a:pt x="70321" y="38823"/>
                </a:lnTo>
                <a:lnTo>
                  <a:pt x="70440" y="39233"/>
                </a:lnTo>
                <a:lnTo>
                  <a:pt x="70550" y="39652"/>
                </a:lnTo>
                <a:lnTo>
                  <a:pt x="70650" y="40080"/>
                </a:lnTo>
                <a:lnTo>
                  <a:pt x="70741" y="40517"/>
                </a:lnTo>
                <a:lnTo>
                  <a:pt x="70822" y="40963"/>
                </a:lnTo>
                <a:lnTo>
                  <a:pt x="70893" y="41418"/>
                </a:lnTo>
                <a:lnTo>
                  <a:pt x="70955" y="41881"/>
                </a:lnTo>
                <a:lnTo>
                  <a:pt x="71008" y="42354"/>
                </a:lnTo>
                <a:lnTo>
                  <a:pt x="71051" y="42836"/>
                </a:lnTo>
                <a:lnTo>
                  <a:pt x="71084" y="43327"/>
                </a:lnTo>
                <a:lnTo>
                  <a:pt x="71108" y="43827"/>
                </a:lnTo>
                <a:lnTo>
                  <a:pt x="71122" y="44335"/>
                </a:lnTo>
                <a:lnTo>
                  <a:pt x="71127" y="44853"/>
                </a:lnTo>
                <a:lnTo>
                  <a:pt x="71117" y="45588"/>
                </a:lnTo>
                <a:lnTo>
                  <a:pt x="71085" y="46307"/>
                </a:lnTo>
                <a:lnTo>
                  <a:pt x="71033" y="47012"/>
                </a:lnTo>
                <a:lnTo>
                  <a:pt x="70959" y="47702"/>
                </a:lnTo>
                <a:lnTo>
                  <a:pt x="70865" y="48377"/>
                </a:lnTo>
                <a:lnTo>
                  <a:pt x="70749" y="49037"/>
                </a:lnTo>
                <a:lnTo>
                  <a:pt x="70613" y="49683"/>
                </a:lnTo>
                <a:lnTo>
                  <a:pt x="70455" y="50313"/>
                </a:lnTo>
                <a:lnTo>
                  <a:pt x="70277" y="50929"/>
                </a:lnTo>
                <a:lnTo>
                  <a:pt x="70078" y="51529"/>
                </a:lnTo>
                <a:lnTo>
                  <a:pt x="69857" y="52115"/>
                </a:lnTo>
                <a:lnTo>
                  <a:pt x="69616" y="52686"/>
                </a:lnTo>
                <a:lnTo>
                  <a:pt x="69353" y="53242"/>
                </a:lnTo>
                <a:lnTo>
                  <a:pt x="69070" y="53783"/>
                </a:lnTo>
                <a:lnTo>
                  <a:pt x="68765" y="54309"/>
                </a:lnTo>
                <a:lnTo>
                  <a:pt x="68440" y="54820"/>
                </a:lnTo>
                <a:lnTo>
                  <a:pt x="68094" y="55317"/>
                </a:lnTo>
                <a:lnTo>
                  <a:pt x="67726" y="55798"/>
                </a:lnTo>
                <a:lnTo>
                  <a:pt x="67338" y="56265"/>
                </a:lnTo>
                <a:lnTo>
                  <a:pt x="66928" y="56717"/>
                </a:lnTo>
                <a:lnTo>
                  <a:pt x="66498" y="57154"/>
                </a:lnTo>
                <a:lnTo>
                  <a:pt x="66047" y="57576"/>
                </a:lnTo>
                <a:lnTo>
                  <a:pt x="65574" y="57983"/>
                </a:lnTo>
                <a:lnTo>
                  <a:pt x="65081" y="58375"/>
                </a:lnTo>
                <a:lnTo>
                  <a:pt x="64572" y="58752"/>
                </a:lnTo>
                <a:lnTo>
                  <a:pt x="64053" y="59112"/>
                </a:lnTo>
                <a:lnTo>
                  <a:pt x="63525" y="59457"/>
                </a:lnTo>
                <a:lnTo>
                  <a:pt x="62986" y="59786"/>
                </a:lnTo>
                <a:lnTo>
                  <a:pt x="62438" y="60098"/>
                </a:lnTo>
                <a:lnTo>
                  <a:pt x="61879" y="60395"/>
                </a:lnTo>
                <a:lnTo>
                  <a:pt x="61311" y="60676"/>
                </a:lnTo>
                <a:lnTo>
                  <a:pt x="60732" y="60940"/>
                </a:lnTo>
                <a:lnTo>
                  <a:pt x="60144" y="61189"/>
                </a:lnTo>
                <a:lnTo>
                  <a:pt x="59546" y="61421"/>
                </a:lnTo>
                <a:lnTo>
                  <a:pt x="58938" y="61637"/>
                </a:lnTo>
                <a:lnTo>
                  <a:pt x="58320" y="61838"/>
                </a:lnTo>
                <a:lnTo>
                  <a:pt x="57692" y="62022"/>
                </a:lnTo>
                <a:lnTo>
                  <a:pt x="57054" y="62191"/>
                </a:lnTo>
                <a:lnTo>
                  <a:pt x="56406" y="62343"/>
                </a:lnTo>
                <a:lnTo>
                  <a:pt x="55749" y="62479"/>
                </a:lnTo>
                <a:lnTo>
                  <a:pt x="55081" y="62599"/>
                </a:lnTo>
                <a:lnTo>
                  <a:pt x="54404" y="62704"/>
                </a:lnTo>
                <a:lnTo>
                  <a:pt x="53716" y="62792"/>
                </a:lnTo>
                <a:lnTo>
                  <a:pt x="53019" y="62864"/>
                </a:lnTo>
                <a:lnTo>
                  <a:pt x="52311" y="62920"/>
                </a:lnTo>
                <a:lnTo>
                  <a:pt x="51594" y="62960"/>
                </a:lnTo>
                <a:lnTo>
                  <a:pt x="50867" y="62984"/>
                </a:lnTo>
                <a:lnTo>
                  <a:pt x="50130" y="62992"/>
                </a:lnTo>
                <a:lnTo>
                  <a:pt x="30891" y="62992"/>
                </a:lnTo>
                <a:lnTo>
                  <a:pt x="30891" y="28033"/>
                </a:lnTo>
                <a:lnTo>
                  <a:pt x="50130" y="28033"/>
                </a:lnTo>
                <a:lnTo>
                  <a:pt x="50631" y="28036"/>
                </a:lnTo>
                <a:lnTo>
                  <a:pt x="51128" y="28044"/>
                </a:lnTo>
                <a:close/>
                <a:moveTo>
                  <a:pt x="492547" y="150914"/>
                </a:moveTo>
                <a:lnTo>
                  <a:pt x="494426" y="150810"/>
                </a:lnTo>
                <a:lnTo>
                  <a:pt x="496283" y="150675"/>
                </a:lnTo>
                <a:lnTo>
                  <a:pt x="498116" y="150510"/>
                </a:lnTo>
                <a:lnTo>
                  <a:pt x="499927" y="150315"/>
                </a:lnTo>
                <a:lnTo>
                  <a:pt x="501714" y="150090"/>
                </a:lnTo>
                <a:lnTo>
                  <a:pt x="503478" y="149836"/>
                </a:lnTo>
                <a:lnTo>
                  <a:pt x="505219" y="149551"/>
                </a:lnTo>
                <a:lnTo>
                  <a:pt x="506937" y="149236"/>
                </a:lnTo>
                <a:lnTo>
                  <a:pt x="508632" y="148892"/>
                </a:lnTo>
                <a:lnTo>
                  <a:pt x="510304" y="148517"/>
                </a:lnTo>
                <a:lnTo>
                  <a:pt x="511953" y="148113"/>
                </a:lnTo>
                <a:lnTo>
                  <a:pt x="513578" y="147678"/>
                </a:lnTo>
                <a:lnTo>
                  <a:pt x="515181" y="147214"/>
                </a:lnTo>
                <a:lnTo>
                  <a:pt x="516760" y="146719"/>
                </a:lnTo>
                <a:lnTo>
                  <a:pt x="518317" y="146195"/>
                </a:lnTo>
                <a:lnTo>
                  <a:pt x="519850" y="145641"/>
                </a:lnTo>
                <a:lnTo>
                  <a:pt x="521360" y="145056"/>
                </a:lnTo>
                <a:lnTo>
                  <a:pt x="522847" y="144442"/>
                </a:lnTo>
                <a:lnTo>
                  <a:pt x="524311" y="143798"/>
                </a:lnTo>
                <a:lnTo>
                  <a:pt x="525752" y="143124"/>
                </a:lnTo>
                <a:lnTo>
                  <a:pt x="527170" y="142419"/>
                </a:lnTo>
                <a:lnTo>
                  <a:pt x="528562" y="141686"/>
                </a:lnTo>
                <a:lnTo>
                  <a:pt x="529928" y="140926"/>
                </a:lnTo>
                <a:lnTo>
                  <a:pt x="531266" y="140137"/>
                </a:lnTo>
                <a:lnTo>
                  <a:pt x="532576" y="139321"/>
                </a:lnTo>
                <a:lnTo>
                  <a:pt x="533860" y="138478"/>
                </a:lnTo>
                <a:lnTo>
                  <a:pt x="535116" y="137606"/>
                </a:lnTo>
                <a:lnTo>
                  <a:pt x="536345" y="136707"/>
                </a:lnTo>
                <a:lnTo>
                  <a:pt x="537546" y="135781"/>
                </a:lnTo>
                <a:lnTo>
                  <a:pt x="538721" y="134826"/>
                </a:lnTo>
                <a:lnTo>
                  <a:pt x="539868" y="133844"/>
                </a:lnTo>
                <a:lnTo>
                  <a:pt x="540987" y="132834"/>
                </a:lnTo>
                <a:lnTo>
                  <a:pt x="542080" y="131797"/>
                </a:lnTo>
                <a:lnTo>
                  <a:pt x="543145" y="130732"/>
                </a:lnTo>
                <a:lnTo>
                  <a:pt x="544183" y="129639"/>
                </a:lnTo>
                <a:lnTo>
                  <a:pt x="545193" y="128519"/>
                </a:lnTo>
                <a:lnTo>
                  <a:pt x="546176" y="127371"/>
                </a:lnTo>
                <a:lnTo>
                  <a:pt x="547132" y="126195"/>
                </a:lnTo>
                <a:lnTo>
                  <a:pt x="548061" y="124991"/>
                </a:lnTo>
                <a:lnTo>
                  <a:pt x="548962" y="123760"/>
                </a:lnTo>
                <a:lnTo>
                  <a:pt x="549836" y="122502"/>
                </a:lnTo>
                <a:lnTo>
                  <a:pt x="550683" y="121215"/>
                </a:lnTo>
                <a:lnTo>
                  <a:pt x="551502" y="119901"/>
                </a:lnTo>
                <a:lnTo>
                  <a:pt x="552294" y="118559"/>
                </a:lnTo>
                <a:lnTo>
                  <a:pt x="553059" y="117190"/>
                </a:lnTo>
                <a:lnTo>
                  <a:pt x="553795" y="115794"/>
                </a:lnTo>
                <a:lnTo>
                  <a:pt x="554499" y="114373"/>
                </a:lnTo>
                <a:lnTo>
                  <a:pt x="555172" y="112926"/>
                </a:lnTo>
                <a:lnTo>
                  <a:pt x="555814" y="111455"/>
                </a:lnTo>
                <a:lnTo>
                  <a:pt x="556424" y="109958"/>
                </a:lnTo>
                <a:lnTo>
                  <a:pt x="557003" y="108436"/>
                </a:lnTo>
                <a:lnTo>
                  <a:pt x="557551" y="106889"/>
                </a:lnTo>
                <a:lnTo>
                  <a:pt x="558067" y="105317"/>
                </a:lnTo>
                <a:lnTo>
                  <a:pt x="558553" y="103719"/>
                </a:lnTo>
                <a:lnTo>
                  <a:pt x="559006" y="102097"/>
                </a:lnTo>
                <a:lnTo>
                  <a:pt x="559429" y="100449"/>
                </a:lnTo>
                <a:lnTo>
                  <a:pt x="559820" y="98776"/>
                </a:lnTo>
                <a:lnTo>
                  <a:pt x="560180" y="97077"/>
                </a:lnTo>
                <a:lnTo>
                  <a:pt x="560509" y="95354"/>
                </a:lnTo>
                <a:lnTo>
                  <a:pt x="560806" y="93605"/>
                </a:lnTo>
                <a:lnTo>
                  <a:pt x="561072" y="91831"/>
                </a:lnTo>
                <a:lnTo>
                  <a:pt x="561307" y="90032"/>
                </a:lnTo>
                <a:lnTo>
                  <a:pt x="561510" y="88208"/>
                </a:lnTo>
                <a:lnTo>
                  <a:pt x="561683" y="86359"/>
                </a:lnTo>
                <a:lnTo>
                  <a:pt x="561823" y="84484"/>
                </a:lnTo>
                <a:lnTo>
                  <a:pt x="561933" y="82584"/>
                </a:lnTo>
                <a:lnTo>
                  <a:pt x="562011" y="80659"/>
                </a:lnTo>
                <a:lnTo>
                  <a:pt x="562058" y="78709"/>
                </a:lnTo>
                <a:lnTo>
                  <a:pt x="562074" y="76734"/>
                </a:lnTo>
                <a:lnTo>
                  <a:pt x="562058" y="74822"/>
                </a:lnTo>
                <a:lnTo>
                  <a:pt x="562012" y="72932"/>
                </a:lnTo>
                <a:lnTo>
                  <a:pt x="561935" y="71065"/>
                </a:lnTo>
                <a:lnTo>
                  <a:pt x="561827" y="69222"/>
                </a:lnTo>
                <a:lnTo>
                  <a:pt x="561687" y="67401"/>
                </a:lnTo>
                <a:lnTo>
                  <a:pt x="561517" y="65603"/>
                </a:lnTo>
                <a:lnTo>
                  <a:pt x="561316" y="63828"/>
                </a:lnTo>
                <a:lnTo>
                  <a:pt x="561084" y="62076"/>
                </a:lnTo>
                <a:lnTo>
                  <a:pt x="560822" y="60347"/>
                </a:lnTo>
                <a:lnTo>
                  <a:pt x="560528" y="58641"/>
                </a:lnTo>
                <a:lnTo>
                  <a:pt x="560203" y="56957"/>
                </a:lnTo>
                <a:lnTo>
                  <a:pt x="559848" y="55297"/>
                </a:lnTo>
                <a:lnTo>
                  <a:pt x="559461" y="53659"/>
                </a:lnTo>
                <a:lnTo>
                  <a:pt x="559044" y="52045"/>
                </a:lnTo>
                <a:lnTo>
                  <a:pt x="558596" y="50453"/>
                </a:lnTo>
                <a:lnTo>
                  <a:pt x="558116" y="48884"/>
                </a:lnTo>
                <a:lnTo>
                  <a:pt x="557606" y="47338"/>
                </a:lnTo>
                <a:lnTo>
                  <a:pt x="557065" y="45815"/>
                </a:lnTo>
                <a:lnTo>
                  <a:pt x="556493" y="44315"/>
                </a:lnTo>
                <a:lnTo>
                  <a:pt x="555890" y="42838"/>
                </a:lnTo>
                <a:lnTo>
                  <a:pt x="555256" y="41383"/>
                </a:lnTo>
                <a:lnTo>
                  <a:pt x="554592" y="39952"/>
                </a:lnTo>
                <a:lnTo>
                  <a:pt x="553896" y="38543"/>
                </a:lnTo>
                <a:lnTo>
                  <a:pt x="553169" y="37158"/>
                </a:lnTo>
                <a:lnTo>
                  <a:pt x="552413" y="35797"/>
                </a:lnTo>
                <a:lnTo>
                  <a:pt x="551630" y="34463"/>
                </a:lnTo>
                <a:lnTo>
                  <a:pt x="550819" y="33155"/>
                </a:lnTo>
                <a:lnTo>
                  <a:pt x="549980" y="31875"/>
                </a:lnTo>
                <a:lnTo>
                  <a:pt x="549113" y="30621"/>
                </a:lnTo>
                <a:lnTo>
                  <a:pt x="548219" y="29394"/>
                </a:lnTo>
                <a:lnTo>
                  <a:pt x="547297" y="28193"/>
                </a:lnTo>
                <a:lnTo>
                  <a:pt x="546347" y="27019"/>
                </a:lnTo>
                <a:lnTo>
                  <a:pt x="545370" y="25872"/>
                </a:lnTo>
                <a:lnTo>
                  <a:pt x="544365" y="24752"/>
                </a:lnTo>
                <a:lnTo>
                  <a:pt x="543332" y="23658"/>
                </a:lnTo>
                <a:lnTo>
                  <a:pt x="542272" y="22591"/>
                </a:lnTo>
                <a:lnTo>
                  <a:pt x="541184" y="21551"/>
                </a:lnTo>
                <a:lnTo>
                  <a:pt x="540068" y="20538"/>
                </a:lnTo>
                <a:lnTo>
                  <a:pt x="538925" y="19551"/>
                </a:lnTo>
                <a:lnTo>
                  <a:pt x="537754" y="18591"/>
                </a:lnTo>
                <a:lnTo>
                  <a:pt x="536555" y="17658"/>
                </a:lnTo>
                <a:lnTo>
                  <a:pt x="535329" y="16751"/>
                </a:lnTo>
                <a:lnTo>
                  <a:pt x="534075" y="15871"/>
                </a:lnTo>
                <a:lnTo>
                  <a:pt x="532793" y="15018"/>
                </a:lnTo>
                <a:lnTo>
                  <a:pt x="531484" y="14192"/>
                </a:lnTo>
                <a:lnTo>
                  <a:pt x="530147" y="13392"/>
                </a:lnTo>
                <a:lnTo>
                  <a:pt x="528782" y="12619"/>
                </a:lnTo>
                <a:lnTo>
                  <a:pt x="527390" y="11873"/>
                </a:lnTo>
                <a:lnTo>
                  <a:pt x="525972" y="11155"/>
                </a:lnTo>
                <a:lnTo>
                  <a:pt x="524530" y="10468"/>
                </a:lnTo>
                <a:lnTo>
                  <a:pt x="523064" y="9812"/>
                </a:lnTo>
                <a:lnTo>
                  <a:pt x="521574" y="9186"/>
                </a:lnTo>
                <a:lnTo>
                  <a:pt x="520060" y="8590"/>
                </a:lnTo>
                <a:lnTo>
                  <a:pt x="518523" y="8025"/>
                </a:lnTo>
                <a:lnTo>
                  <a:pt x="516962" y="7491"/>
                </a:lnTo>
                <a:lnTo>
                  <a:pt x="515376" y="6987"/>
                </a:lnTo>
                <a:lnTo>
                  <a:pt x="513767" y="6514"/>
                </a:lnTo>
                <a:lnTo>
                  <a:pt x="512134" y="6071"/>
                </a:lnTo>
                <a:lnTo>
                  <a:pt x="510478" y="5659"/>
                </a:lnTo>
                <a:lnTo>
                  <a:pt x="508797" y="5277"/>
                </a:lnTo>
                <a:lnTo>
                  <a:pt x="507093" y="4926"/>
                </a:lnTo>
                <a:lnTo>
                  <a:pt x="505364" y="4605"/>
                </a:lnTo>
                <a:lnTo>
                  <a:pt x="503612" y="4315"/>
                </a:lnTo>
                <a:lnTo>
                  <a:pt x="501836" y="4055"/>
                </a:lnTo>
                <a:lnTo>
                  <a:pt x="500036" y="3826"/>
                </a:lnTo>
                <a:lnTo>
                  <a:pt x="498213" y="3628"/>
                </a:lnTo>
                <a:lnTo>
                  <a:pt x="496365" y="3460"/>
                </a:lnTo>
                <a:lnTo>
                  <a:pt x="494494" y="3322"/>
                </a:lnTo>
                <a:lnTo>
                  <a:pt x="492598" y="3216"/>
                </a:lnTo>
                <a:lnTo>
                  <a:pt x="490679" y="3139"/>
                </a:lnTo>
                <a:lnTo>
                  <a:pt x="488736" y="3093"/>
                </a:lnTo>
                <a:lnTo>
                  <a:pt x="486769" y="3078"/>
                </a:lnTo>
                <a:lnTo>
                  <a:pt x="431692" y="3078"/>
                </a:lnTo>
                <a:lnTo>
                  <a:pt x="431692" y="151049"/>
                </a:lnTo>
                <a:lnTo>
                  <a:pt x="486769" y="151049"/>
                </a:lnTo>
                <a:lnTo>
                  <a:pt x="488718" y="151034"/>
                </a:lnTo>
                <a:lnTo>
                  <a:pt x="490644" y="150989"/>
                </a:lnTo>
                <a:lnTo>
                  <a:pt x="492547" y="150914"/>
                </a:lnTo>
                <a:close/>
                <a:moveTo>
                  <a:pt x="485914" y="28840"/>
                </a:moveTo>
                <a:lnTo>
                  <a:pt x="487113" y="28887"/>
                </a:lnTo>
                <a:lnTo>
                  <a:pt x="488296" y="28952"/>
                </a:lnTo>
                <a:lnTo>
                  <a:pt x="489464" y="29036"/>
                </a:lnTo>
                <a:lnTo>
                  <a:pt x="490617" y="29139"/>
                </a:lnTo>
                <a:lnTo>
                  <a:pt x="491754" y="29261"/>
                </a:lnTo>
                <a:lnTo>
                  <a:pt x="492877" y="29401"/>
                </a:lnTo>
                <a:lnTo>
                  <a:pt x="493984" y="29560"/>
                </a:lnTo>
                <a:lnTo>
                  <a:pt x="495075" y="29738"/>
                </a:lnTo>
                <a:lnTo>
                  <a:pt x="496152" y="29934"/>
                </a:lnTo>
                <a:lnTo>
                  <a:pt x="497213" y="30149"/>
                </a:lnTo>
                <a:lnTo>
                  <a:pt x="498259" y="30383"/>
                </a:lnTo>
                <a:lnTo>
                  <a:pt x="499289" y="30636"/>
                </a:lnTo>
                <a:lnTo>
                  <a:pt x="500305" y="30907"/>
                </a:lnTo>
                <a:lnTo>
                  <a:pt x="501305" y="31197"/>
                </a:lnTo>
                <a:lnTo>
                  <a:pt x="502290" y="31505"/>
                </a:lnTo>
                <a:lnTo>
                  <a:pt x="503259" y="31833"/>
                </a:lnTo>
                <a:lnTo>
                  <a:pt x="504214" y="32179"/>
                </a:lnTo>
                <a:lnTo>
                  <a:pt x="505153" y="32544"/>
                </a:lnTo>
                <a:lnTo>
                  <a:pt x="506076" y="32927"/>
                </a:lnTo>
                <a:lnTo>
                  <a:pt x="506985" y="33329"/>
                </a:lnTo>
                <a:lnTo>
                  <a:pt x="507878" y="33750"/>
                </a:lnTo>
                <a:lnTo>
                  <a:pt x="508756" y="34189"/>
                </a:lnTo>
                <a:lnTo>
                  <a:pt x="509618" y="34647"/>
                </a:lnTo>
                <a:lnTo>
                  <a:pt x="510463" y="35124"/>
                </a:lnTo>
                <a:lnTo>
                  <a:pt x="511290" y="35618"/>
                </a:lnTo>
                <a:lnTo>
                  <a:pt x="512101" y="36130"/>
                </a:lnTo>
                <a:lnTo>
                  <a:pt x="512895" y="36661"/>
                </a:lnTo>
                <a:lnTo>
                  <a:pt x="513672" y="37209"/>
                </a:lnTo>
                <a:lnTo>
                  <a:pt x="514432" y="37776"/>
                </a:lnTo>
                <a:lnTo>
                  <a:pt x="515175" y="38361"/>
                </a:lnTo>
                <a:lnTo>
                  <a:pt x="515901" y="38964"/>
                </a:lnTo>
                <a:lnTo>
                  <a:pt x="516610" y="39585"/>
                </a:lnTo>
                <a:lnTo>
                  <a:pt x="517302" y="40224"/>
                </a:lnTo>
                <a:lnTo>
                  <a:pt x="517977" y="40882"/>
                </a:lnTo>
                <a:lnTo>
                  <a:pt x="518635" y="41557"/>
                </a:lnTo>
                <a:lnTo>
                  <a:pt x="519276" y="42251"/>
                </a:lnTo>
                <a:lnTo>
                  <a:pt x="519900" y="42963"/>
                </a:lnTo>
                <a:lnTo>
                  <a:pt x="520507" y="43693"/>
                </a:lnTo>
                <a:lnTo>
                  <a:pt x="521097" y="44441"/>
                </a:lnTo>
                <a:lnTo>
                  <a:pt x="521670" y="45207"/>
                </a:lnTo>
                <a:lnTo>
                  <a:pt x="522226" y="45991"/>
                </a:lnTo>
                <a:lnTo>
                  <a:pt x="522765" y="46794"/>
                </a:lnTo>
                <a:lnTo>
                  <a:pt x="523287" y="47614"/>
                </a:lnTo>
                <a:lnTo>
                  <a:pt x="523792" y="48453"/>
                </a:lnTo>
                <a:lnTo>
                  <a:pt x="524280" y="49310"/>
                </a:lnTo>
                <a:lnTo>
                  <a:pt x="524751" y="50185"/>
                </a:lnTo>
                <a:lnTo>
                  <a:pt x="525204" y="51078"/>
                </a:lnTo>
                <a:lnTo>
                  <a:pt x="525638" y="51988"/>
                </a:lnTo>
                <a:lnTo>
                  <a:pt x="526052" y="52917"/>
                </a:lnTo>
                <a:lnTo>
                  <a:pt x="526448" y="53863"/>
                </a:lnTo>
                <a:lnTo>
                  <a:pt x="526824" y="54827"/>
                </a:lnTo>
                <a:lnTo>
                  <a:pt x="527180" y="55809"/>
                </a:lnTo>
                <a:lnTo>
                  <a:pt x="527518" y="56808"/>
                </a:lnTo>
                <a:lnTo>
                  <a:pt x="527836" y="57825"/>
                </a:lnTo>
                <a:lnTo>
                  <a:pt x="528134" y="58860"/>
                </a:lnTo>
                <a:lnTo>
                  <a:pt x="528414" y="59913"/>
                </a:lnTo>
                <a:lnTo>
                  <a:pt x="528674" y="60983"/>
                </a:lnTo>
                <a:lnTo>
                  <a:pt x="528915" y="62071"/>
                </a:lnTo>
                <a:lnTo>
                  <a:pt x="529137" y="63177"/>
                </a:lnTo>
                <a:lnTo>
                  <a:pt x="529339" y="64301"/>
                </a:lnTo>
                <a:lnTo>
                  <a:pt x="529522" y="65442"/>
                </a:lnTo>
                <a:lnTo>
                  <a:pt x="529686" y="66602"/>
                </a:lnTo>
                <a:lnTo>
                  <a:pt x="529831" y="67779"/>
                </a:lnTo>
                <a:lnTo>
                  <a:pt x="529956" y="68973"/>
                </a:lnTo>
                <a:lnTo>
                  <a:pt x="530062" y="70186"/>
                </a:lnTo>
                <a:lnTo>
                  <a:pt x="530149" y="71416"/>
                </a:lnTo>
                <a:lnTo>
                  <a:pt x="530216" y="72664"/>
                </a:lnTo>
                <a:lnTo>
                  <a:pt x="530264" y="73929"/>
                </a:lnTo>
                <a:lnTo>
                  <a:pt x="530293" y="75213"/>
                </a:lnTo>
                <a:lnTo>
                  <a:pt x="530303" y="76514"/>
                </a:lnTo>
                <a:lnTo>
                  <a:pt x="530294" y="77878"/>
                </a:lnTo>
                <a:lnTo>
                  <a:pt x="530267" y="79223"/>
                </a:lnTo>
                <a:lnTo>
                  <a:pt x="530222" y="80548"/>
                </a:lnTo>
                <a:lnTo>
                  <a:pt x="530159" y="81853"/>
                </a:lnTo>
                <a:lnTo>
                  <a:pt x="530079" y="83139"/>
                </a:lnTo>
                <a:lnTo>
                  <a:pt x="529980" y="84405"/>
                </a:lnTo>
                <a:lnTo>
                  <a:pt x="529863" y="85652"/>
                </a:lnTo>
                <a:lnTo>
                  <a:pt x="529729" y="86878"/>
                </a:lnTo>
                <a:lnTo>
                  <a:pt x="529576" y="88085"/>
                </a:lnTo>
                <a:lnTo>
                  <a:pt x="529406" y="89273"/>
                </a:lnTo>
                <a:lnTo>
                  <a:pt x="529218" y="90441"/>
                </a:lnTo>
                <a:lnTo>
                  <a:pt x="529011" y="91589"/>
                </a:lnTo>
                <a:lnTo>
                  <a:pt x="528787" y="92717"/>
                </a:lnTo>
                <a:lnTo>
                  <a:pt x="528545" y="93826"/>
                </a:lnTo>
                <a:lnTo>
                  <a:pt x="528285" y="94915"/>
                </a:lnTo>
                <a:lnTo>
                  <a:pt x="528007" y="95985"/>
                </a:lnTo>
                <a:lnTo>
                  <a:pt x="527711" y="97034"/>
                </a:lnTo>
                <a:lnTo>
                  <a:pt x="527397" y="98065"/>
                </a:lnTo>
                <a:lnTo>
                  <a:pt x="527065" y="99075"/>
                </a:lnTo>
                <a:lnTo>
                  <a:pt x="526715" y="100066"/>
                </a:lnTo>
                <a:lnTo>
                  <a:pt x="526347" y="101037"/>
                </a:lnTo>
                <a:lnTo>
                  <a:pt x="525961" y="101989"/>
                </a:lnTo>
                <a:lnTo>
                  <a:pt x="525558" y="102920"/>
                </a:lnTo>
                <a:lnTo>
                  <a:pt x="525136" y="103833"/>
                </a:lnTo>
                <a:lnTo>
                  <a:pt x="524696" y="104725"/>
                </a:lnTo>
                <a:lnTo>
                  <a:pt x="524239" y="105599"/>
                </a:lnTo>
                <a:lnTo>
                  <a:pt x="523763" y="106454"/>
                </a:lnTo>
                <a:lnTo>
                  <a:pt x="523269" y="107289"/>
                </a:lnTo>
                <a:lnTo>
                  <a:pt x="522757" y="108106"/>
                </a:lnTo>
                <a:lnTo>
                  <a:pt x="522226" y="108903"/>
                </a:lnTo>
                <a:lnTo>
                  <a:pt x="521678" y="109682"/>
                </a:lnTo>
                <a:lnTo>
                  <a:pt x="521111" y="110441"/>
                </a:lnTo>
                <a:lnTo>
                  <a:pt x="520527" y="111181"/>
                </a:lnTo>
                <a:lnTo>
                  <a:pt x="519924" y="111902"/>
                </a:lnTo>
                <a:lnTo>
                  <a:pt x="519303" y="112604"/>
                </a:lnTo>
                <a:lnTo>
                  <a:pt x="518664" y="113287"/>
                </a:lnTo>
                <a:lnTo>
                  <a:pt x="518007" y="113951"/>
                </a:lnTo>
                <a:lnTo>
                  <a:pt x="517331" y="114595"/>
                </a:lnTo>
                <a:lnTo>
                  <a:pt x="516638" y="115221"/>
                </a:lnTo>
                <a:lnTo>
                  <a:pt x="515926" y="115828"/>
                </a:lnTo>
                <a:lnTo>
                  <a:pt x="515196" y="116415"/>
                </a:lnTo>
                <a:lnTo>
                  <a:pt x="514448" y="116983"/>
                </a:lnTo>
                <a:lnTo>
                  <a:pt x="513682" y="117533"/>
                </a:lnTo>
                <a:lnTo>
                  <a:pt x="512898" y="118063"/>
                </a:lnTo>
                <a:lnTo>
                  <a:pt x="512096" y="118574"/>
                </a:lnTo>
                <a:lnTo>
                  <a:pt x="511276" y="119066"/>
                </a:lnTo>
                <a:lnTo>
                  <a:pt x="510437" y="119539"/>
                </a:lnTo>
                <a:lnTo>
                  <a:pt x="509580" y="119993"/>
                </a:lnTo>
                <a:lnTo>
                  <a:pt x="508705" y="120428"/>
                </a:lnTo>
                <a:lnTo>
                  <a:pt x="507812" y="120845"/>
                </a:lnTo>
                <a:lnTo>
                  <a:pt x="506900" y="121243"/>
                </a:lnTo>
                <a:lnTo>
                  <a:pt x="505969" y="121622"/>
                </a:lnTo>
                <a:lnTo>
                  <a:pt x="505020" y="121983"/>
                </a:lnTo>
                <a:lnTo>
                  <a:pt x="504053" y="122326"/>
                </a:lnTo>
                <a:lnTo>
                  <a:pt x="503067" y="122650"/>
                </a:lnTo>
                <a:lnTo>
                  <a:pt x="502062" y="122955"/>
                </a:lnTo>
                <a:lnTo>
                  <a:pt x="501039" y="123242"/>
                </a:lnTo>
                <a:lnTo>
                  <a:pt x="499997" y="123510"/>
                </a:lnTo>
                <a:lnTo>
                  <a:pt x="498937" y="123760"/>
                </a:lnTo>
                <a:lnTo>
                  <a:pt x="497859" y="123992"/>
                </a:lnTo>
                <a:lnTo>
                  <a:pt x="496762" y="124205"/>
                </a:lnTo>
                <a:lnTo>
                  <a:pt x="495646" y="124399"/>
                </a:lnTo>
                <a:lnTo>
                  <a:pt x="494512" y="124575"/>
                </a:lnTo>
                <a:lnTo>
                  <a:pt x="493359" y="124732"/>
                </a:lnTo>
                <a:lnTo>
                  <a:pt x="492188" y="124871"/>
                </a:lnTo>
                <a:lnTo>
                  <a:pt x="490998" y="124991"/>
                </a:lnTo>
                <a:lnTo>
                  <a:pt x="489790" y="125093"/>
                </a:lnTo>
                <a:lnTo>
                  <a:pt x="488563" y="125177"/>
                </a:lnTo>
                <a:lnTo>
                  <a:pt x="487318" y="125241"/>
                </a:lnTo>
                <a:lnTo>
                  <a:pt x="486054" y="125288"/>
                </a:lnTo>
                <a:lnTo>
                  <a:pt x="484772" y="125315"/>
                </a:lnTo>
                <a:lnTo>
                  <a:pt x="483471" y="125325"/>
                </a:lnTo>
                <a:lnTo>
                  <a:pt x="462584" y="125325"/>
                </a:lnTo>
                <a:lnTo>
                  <a:pt x="462584" y="28803"/>
                </a:lnTo>
                <a:lnTo>
                  <a:pt x="483471" y="28803"/>
                </a:lnTo>
                <a:lnTo>
                  <a:pt x="484700" y="28812"/>
                </a:lnTo>
                <a:lnTo>
                  <a:pt x="485914" y="28840"/>
                </a:lnTo>
                <a:close/>
                <a:moveTo>
                  <a:pt x="173901" y="152878"/>
                </a:moveTo>
                <a:lnTo>
                  <a:pt x="174992" y="152794"/>
                </a:lnTo>
                <a:lnTo>
                  <a:pt x="176067" y="152691"/>
                </a:lnTo>
                <a:lnTo>
                  <a:pt x="177127" y="152570"/>
                </a:lnTo>
                <a:lnTo>
                  <a:pt x="178170" y="152430"/>
                </a:lnTo>
                <a:lnTo>
                  <a:pt x="179197" y="152271"/>
                </a:lnTo>
                <a:lnTo>
                  <a:pt x="180208" y="152093"/>
                </a:lnTo>
                <a:lnTo>
                  <a:pt x="181203" y="151896"/>
                </a:lnTo>
                <a:lnTo>
                  <a:pt x="182183" y="151681"/>
                </a:lnTo>
                <a:lnTo>
                  <a:pt x="183146" y="151448"/>
                </a:lnTo>
                <a:lnTo>
                  <a:pt x="184093" y="151195"/>
                </a:lnTo>
                <a:lnTo>
                  <a:pt x="185024" y="150924"/>
                </a:lnTo>
                <a:lnTo>
                  <a:pt x="185939" y="150634"/>
                </a:lnTo>
                <a:lnTo>
                  <a:pt x="186838" y="150325"/>
                </a:lnTo>
                <a:lnTo>
                  <a:pt x="187720" y="149998"/>
                </a:lnTo>
                <a:lnTo>
                  <a:pt x="188587" y="149652"/>
                </a:lnTo>
                <a:lnTo>
                  <a:pt x="189438" y="149287"/>
                </a:lnTo>
                <a:lnTo>
                  <a:pt x="190273" y="148904"/>
                </a:lnTo>
                <a:lnTo>
                  <a:pt x="191092" y="148502"/>
                </a:lnTo>
                <a:lnTo>
                  <a:pt x="191895" y="148081"/>
                </a:lnTo>
                <a:lnTo>
                  <a:pt x="192681" y="147641"/>
                </a:lnTo>
                <a:lnTo>
                  <a:pt x="193453" y="147190"/>
                </a:lnTo>
                <a:lnTo>
                  <a:pt x="194211" y="146734"/>
                </a:lnTo>
                <a:lnTo>
                  <a:pt x="194955" y="146272"/>
                </a:lnTo>
                <a:lnTo>
                  <a:pt x="195686" y="145806"/>
                </a:lnTo>
                <a:lnTo>
                  <a:pt x="196403" y="145335"/>
                </a:lnTo>
                <a:lnTo>
                  <a:pt x="197106" y="144859"/>
                </a:lnTo>
                <a:lnTo>
                  <a:pt x="197795" y="144377"/>
                </a:lnTo>
                <a:lnTo>
                  <a:pt x="198471" y="143891"/>
                </a:lnTo>
                <a:lnTo>
                  <a:pt x="199133" y="143400"/>
                </a:lnTo>
                <a:lnTo>
                  <a:pt x="199781" y="142904"/>
                </a:lnTo>
                <a:lnTo>
                  <a:pt x="200416" y="142403"/>
                </a:lnTo>
                <a:lnTo>
                  <a:pt x="201036" y="141897"/>
                </a:lnTo>
                <a:lnTo>
                  <a:pt x="201643" y="141386"/>
                </a:lnTo>
                <a:lnTo>
                  <a:pt x="202236" y="140870"/>
                </a:lnTo>
                <a:lnTo>
                  <a:pt x="202816" y="140350"/>
                </a:lnTo>
                <a:lnTo>
                  <a:pt x="203381" y="139824"/>
                </a:lnTo>
                <a:lnTo>
                  <a:pt x="203933" y="139293"/>
                </a:lnTo>
                <a:lnTo>
                  <a:pt x="204472" y="138757"/>
                </a:lnTo>
                <a:lnTo>
                  <a:pt x="204996" y="138217"/>
                </a:lnTo>
                <a:lnTo>
                  <a:pt x="205507" y="137671"/>
                </a:lnTo>
                <a:lnTo>
                  <a:pt x="206004" y="137120"/>
                </a:lnTo>
                <a:lnTo>
                  <a:pt x="206487" y="136565"/>
                </a:lnTo>
                <a:lnTo>
                  <a:pt x="206957" y="136004"/>
                </a:lnTo>
                <a:lnTo>
                  <a:pt x="207412" y="135439"/>
                </a:lnTo>
                <a:lnTo>
                  <a:pt x="207852" y="151049"/>
                </a:lnTo>
                <a:lnTo>
                  <a:pt x="235995" y="151049"/>
                </a:lnTo>
                <a:lnTo>
                  <a:pt x="235995" y="42435"/>
                </a:lnTo>
                <a:lnTo>
                  <a:pt x="206863" y="42435"/>
                </a:lnTo>
                <a:lnTo>
                  <a:pt x="206863" y="115685"/>
                </a:lnTo>
                <a:lnTo>
                  <a:pt x="206475" y="116159"/>
                </a:lnTo>
                <a:lnTo>
                  <a:pt x="206082" y="116628"/>
                </a:lnTo>
                <a:lnTo>
                  <a:pt x="205683" y="117090"/>
                </a:lnTo>
                <a:lnTo>
                  <a:pt x="205279" y="117547"/>
                </a:lnTo>
                <a:lnTo>
                  <a:pt x="204870" y="117997"/>
                </a:lnTo>
                <a:lnTo>
                  <a:pt x="204454" y="118441"/>
                </a:lnTo>
                <a:lnTo>
                  <a:pt x="204034" y="118879"/>
                </a:lnTo>
                <a:lnTo>
                  <a:pt x="203607" y="119312"/>
                </a:lnTo>
                <a:lnTo>
                  <a:pt x="203176" y="119738"/>
                </a:lnTo>
                <a:lnTo>
                  <a:pt x="202738" y="120158"/>
                </a:lnTo>
                <a:lnTo>
                  <a:pt x="202295" y="120572"/>
                </a:lnTo>
                <a:lnTo>
                  <a:pt x="201847" y="120980"/>
                </a:lnTo>
                <a:lnTo>
                  <a:pt x="201393" y="121382"/>
                </a:lnTo>
                <a:lnTo>
                  <a:pt x="200934" y="121778"/>
                </a:lnTo>
                <a:lnTo>
                  <a:pt x="200469" y="122167"/>
                </a:lnTo>
                <a:lnTo>
                  <a:pt x="199998" y="122551"/>
                </a:lnTo>
                <a:lnTo>
                  <a:pt x="199522" y="122929"/>
                </a:lnTo>
                <a:lnTo>
                  <a:pt x="199040" y="123301"/>
                </a:lnTo>
                <a:lnTo>
                  <a:pt x="198553" y="123666"/>
                </a:lnTo>
                <a:lnTo>
                  <a:pt x="198060" y="124026"/>
                </a:lnTo>
                <a:lnTo>
                  <a:pt x="197562" y="124379"/>
                </a:lnTo>
                <a:lnTo>
                  <a:pt x="197058" y="124727"/>
                </a:lnTo>
                <a:lnTo>
                  <a:pt x="196549" y="125068"/>
                </a:lnTo>
                <a:lnTo>
                  <a:pt x="196034" y="125404"/>
                </a:lnTo>
                <a:lnTo>
                  <a:pt x="195512" y="125729"/>
                </a:lnTo>
                <a:lnTo>
                  <a:pt x="194981" y="126041"/>
                </a:lnTo>
                <a:lnTo>
                  <a:pt x="194441" y="126339"/>
                </a:lnTo>
                <a:lnTo>
                  <a:pt x="193892" y="126622"/>
                </a:lnTo>
                <a:lnTo>
                  <a:pt x="193334" y="126892"/>
                </a:lnTo>
                <a:lnTo>
                  <a:pt x="192767" y="127149"/>
                </a:lnTo>
                <a:lnTo>
                  <a:pt x="192191" y="127391"/>
                </a:lnTo>
                <a:lnTo>
                  <a:pt x="191606" y="127620"/>
                </a:lnTo>
                <a:lnTo>
                  <a:pt x="191012" y="127834"/>
                </a:lnTo>
                <a:lnTo>
                  <a:pt x="190410" y="128035"/>
                </a:lnTo>
                <a:lnTo>
                  <a:pt x="189798" y="128222"/>
                </a:lnTo>
                <a:lnTo>
                  <a:pt x="189177" y="128395"/>
                </a:lnTo>
                <a:lnTo>
                  <a:pt x="188547" y="128554"/>
                </a:lnTo>
                <a:lnTo>
                  <a:pt x="187909" y="128700"/>
                </a:lnTo>
                <a:lnTo>
                  <a:pt x="187261" y="128831"/>
                </a:lnTo>
                <a:lnTo>
                  <a:pt x="186604" y="128949"/>
                </a:lnTo>
                <a:lnTo>
                  <a:pt x="185939" y="129053"/>
                </a:lnTo>
                <a:lnTo>
                  <a:pt x="185264" y="129143"/>
                </a:lnTo>
                <a:lnTo>
                  <a:pt x="184581" y="129219"/>
                </a:lnTo>
                <a:lnTo>
                  <a:pt x="183888" y="129281"/>
                </a:lnTo>
                <a:lnTo>
                  <a:pt x="183187" y="129330"/>
                </a:lnTo>
                <a:lnTo>
                  <a:pt x="182476" y="129365"/>
                </a:lnTo>
                <a:lnTo>
                  <a:pt x="181757" y="129385"/>
                </a:lnTo>
                <a:lnTo>
                  <a:pt x="181028" y="129392"/>
                </a:lnTo>
                <a:lnTo>
                  <a:pt x="180528" y="129388"/>
                </a:lnTo>
                <a:lnTo>
                  <a:pt x="180037" y="129376"/>
                </a:lnTo>
                <a:lnTo>
                  <a:pt x="179554" y="129355"/>
                </a:lnTo>
                <a:lnTo>
                  <a:pt x="179078" y="129327"/>
                </a:lnTo>
                <a:lnTo>
                  <a:pt x="178612" y="129290"/>
                </a:lnTo>
                <a:lnTo>
                  <a:pt x="178153" y="129245"/>
                </a:lnTo>
                <a:lnTo>
                  <a:pt x="177702" y="129191"/>
                </a:lnTo>
                <a:lnTo>
                  <a:pt x="177260" y="129130"/>
                </a:lnTo>
                <a:lnTo>
                  <a:pt x="176826" y="129060"/>
                </a:lnTo>
                <a:lnTo>
                  <a:pt x="176400" y="128983"/>
                </a:lnTo>
                <a:lnTo>
                  <a:pt x="175982" y="128896"/>
                </a:lnTo>
                <a:lnTo>
                  <a:pt x="175573" y="128802"/>
                </a:lnTo>
                <a:lnTo>
                  <a:pt x="175171" y="128700"/>
                </a:lnTo>
                <a:lnTo>
                  <a:pt x="174778" y="128589"/>
                </a:lnTo>
                <a:lnTo>
                  <a:pt x="174394" y="128470"/>
                </a:lnTo>
                <a:lnTo>
                  <a:pt x="174017" y="128343"/>
                </a:lnTo>
                <a:lnTo>
                  <a:pt x="173648" y="128208"/>
                </a:lnTo>
                <a:lnTo>
                  <a:pt x="173288" y="128065"/>
                </a:lnTo>
                <a:lnTo>
                  <a:pt x="172936" y="127913"/>
                </a:lnTo>
                <a:lnTo>
                  <a:pt x="172592" y="127753"/>
                </a:lnTo>
                <a:lnTo>
                  <a:pt x="172257" y="127585"/>
                </a:lnTo>
                <a:lnTo>
                  <a:pt x="171929" y="127409"/>
                </a:lnTo>
                <a:lnTo>
                  <a:pt x="171610" y="127225"/>
                </a:lnTo>
                <a:lnTo>
                  <a:pt x="171299" y="127032"/>
                </a:lnTo>
                <a:lnTo>
                  <a:pt x="170996" y="126832"/>
                </a:lnTo>
                <a:lnTo>
                  <a:pt x="170700" y="126625"/>
                </a:lnTo>
                <a:lnTo>
                  <a:pt x="170411" y="126411"/>
                </a:lnTo>
                <a:lnTo>
                  <a:pt x="170130" y="126191"/>
                </a:lnTo>
                <a:lnTo>
                  <a:pt x="169855" y="125963"/>
                </a:lnTo>
                <a:lnTo>
                  <a:pt x="169588" y="125729"/>
                </a:lnTo>
                <a:lnTo>
                  <a:pt x="169328" y="125488"/>
                </a:lnTo>
                <a:lnTo>
                  <a:pt x="169076" y="125240"/>
                </a:lnTo>
                <a:lnTo>
                  <a:pt x="168831" y="124986"/>
                </a:lnTo>
                <a:lnTo>
                  <a:pt x="168593" y="124724"/>
                </a:lnTo>
                <a:lnTo>
                  <a:pt x="168362" y="124456"/>
                </a:lnTo>
                <a:lnTo>
                  <a:pt x="168138" y="124181"/>
                </a:lnTo>
                <a:lnTo>
                  <a:pt x="167922" y="123899"/>
                </a:lnTo>
                <a:lnTo>
                  <a:pt x="167713" y="123610"/>
                </a:lnTo>
                <a:lnTo>
                  <a:pt x="167512" y="123314"/>
                </a:lnTo>
                <a:lnTo>
                  <a:pt x="167317" y="123012"/>
                </a:lnTo>
                <a:lnTo>
                  <a:pt x="167130" y="122703"/>
                </a:lnTo>
                <a:lnTo>
                  <a:pt x="166950" y="122387"/>
                </a:lnTo>
                <a:lnTo>
                  <a:pt x="166777" y="122064"/>
                </a:lnTo>
                <a:lnTo>
                  <a:pt x="166612" y="121734"/>
                </a:lnTo>
                <a:lnTo>
                  <a:pt x="166453" y="121397"/>
                </a:lnTo>
                <a:lnTo>
                  <a:pt x="166302" y="121054"/>
                </a:lnTo>
                <a:lnTo>
                  <a:pt x="166159" y="120704"/>
                </a:lnTo>
                <a:lnTo>
                  <a:pt x="166022" y="120347"/>
                </a:lnTo>
                <a:lnTo>
                  <a:pt x="165892" y="119984"/>
                </a:lnTo>
                <a:lnTo>
                  <a:pt x="165768" y="119617"/>
                </a:lnTo>
                <a:lnTo>
                  <a:pt x="165649" y="119245"/>
                </a:lnTo>
                <a:lnTo>
                  <a:pt x="165535" y="118869"/>
                </a:lnTo>
                <a:lnTo>
                  <a:pt x="165427" y="118489"/>
                </a:lnTo>
                <a:lnTo>
                  <a:pt x="165325" y="118103"/>
                </a:lnTo>
                <a:lnTo>
                  <a:pt x="165228" y="117714"/>
                </a:lnTo>
                <a:lnTo>
                  <a:pt x="165137" y="117320"/>
                </a:lnTo>
                <a:lnTo>
                  <a:pt x="165051" y="116921"/>
                </a:lnTo>
                <a:lnTo>
                  <a:pt x="164971" y="116518"/>
                </a:lnTo>
                <a:lnTo>
                  <a:pt x="164896" y="116111"/>
                </a:lnTo>
                <a:lnTo>
                  <a:pt x="164827" y="115699"/>
                </a:lnTo>
                <a:lnTo>
                  <a:pt x="164763" y="115282"/>
                </a:lnTo>
                <a:lnTo>
                  <a:pt x="164705" y="114861"/>
                </a:lnTo>
                <a:lnTo>
                  <a:pt x="164652" y="114436"/>
                </a:lnTo>
                <a:lnTo>
                  <a:pt x="164605" y="114006"/>
                </a:lnTo>
                <a:lnTo>
                  <a:pt x="164564" y="113571"/>
                </a:lnTo>
                <a:lnTo>
                  <a:pt x="164528" y="113132"/>
                </a:lnTo>
                <a:lnTo>
                  <a:pt x="164497" y="112689"/>
                </a:lnTo>
                <a:lnTo>
                  <a:pt x="164472" y="112241"/>
                </a:lnTo>
                <a:lnTo>
                  <a:pt x="164453" y="111789"/>
                </a:lnTo>
                <a:lnTo>
                  <a:pt x="164439" y="111332"/>
                </a:lnTo>
                <a:lnTo>
                  <a:pt x="164431" y="110870"/>
                </a:lnTo>
                <a:lnTo>
                  <a:pt x="164428" y="110405"/>
                </a:lnTo>
                <a:lnTo>
                  <a:pt x="164428" y="42435"/>
                </a:lnTo>
                <a:lnTo>
                  <a:pt x="135296" y="42435"/>
                </a:lnTo>
                <a:lnTo>
                  <a:pt x="135296" y="113665"/>
                </a:lnTo>
                <a:lnTo>
                  <a:pt x="135311" y="115225"/>
                </a:lnTo>
                <a:lnTo>
                  <a:pt x="135358" y="116754"/>
                </a:lnTo>
                <a:lnTo>
                  <a:pt x="135435" y="118254"/>
                </a:lnTo>
                <a:lnTo>
                  <a:pt x="135543" y="119724"/>
                </a:lnTo>
                <a:lnTo>
                  <a:pt x="135682" y="121163"/>
                </a:lnTo>
                <a:lnTo>
                  <a:pt x="135852" y="122572"/>
                </a:lnTo>
                <a:lnTo>
                  <a:pt x="136053" y="123952"/>
                </a:lnTo>
                <a:lnTo>
                  <a:pt x="136285" y="125301"/>
                </a:lnTo>
                <a:lnTo>
                  <a:pt x="136548" y="126620"/>
                </a:lnTo>
                <a:lnTo>
                  <a:pt x="136842" y="127909"/>
                </a:lnTo>
                <a:lnTo>
                  <a:pt x="137166" y="129168"/>
                </a:lnTo>
                <a:lnTo>
                  <a:pt x="137522" y="130397"/>
                </a:lnTo>
                <a:lnTo>
                  <a:pt x="137908" y="131596"/>
                </a:lnTo>
                <a:lnTo>
                  <a:pt x="138326" y="132765"/>
                </a:lnTo>
                <a:lnTo>
                  <a:pt x="138774" y="133903"/>
                </a:lnTo>
                <a:lnTo>
                  <a:pt x="139253" y="135012"/>
                </a:lnTo>
                <a:lnTo>
                  <a:pt x="139764" y="136090"/>
                </a:lnTo>
                <a:lnTo>
                  <a:pt x="140305" y="137139"/>
                </a:lnTo>
                <a:lnTo>
                  <a:pt x="140877" y="138157"/>
                </a:lnTo>
                <a:lnTo>
                  <a:pt x="141480" y="139145"/>
                </a:lnTo>
                <a:lnTo>
                  <a:pt x="142113" y="140103"/>
                </a:lnTo>
                <a:lnTo>
                  <a:pt x="142778" y="141031"/>
                </a:lnTo>
                <a:lnTo>
                  <a:pt x="143474" y="141929"/>
                </a:lnTo>
                <a:lnTo>
                  <a:pt x="144200" y="142797"/>
                </a:lnTo>
                <a:lnTo>
                  <a:pt x="144955" y="143632"/>
                </a:lnTo>
                <a:lnTo>
                  <a:pt x="145736" y="144431"/>
                </a:lnTo>
                <a:lnTo>
                  <a:pt x="146542" y="145195"/>
                </a:lnTo>
                <a:lnTo>
                  <a:pt x="147373" y="145923"/>
                </a:lnTo>
                <a:lnTo>
                  <a:pt x="148230" y="146616"/>
                </a:lnTo>
                <a:lnTo>
                  <a:pt x="149113" y="147273"/>
                </a:lnTo>
                <a:lnTo>
                  <a:pt x="150021" y="147895"/>
                </a:lnTo>
                <a:lnTo>
                  <a:pt x="150955" y="148481"/>
                </a:lnTo>
                <a:lnTo>
                  <a:pt x="151915" y="149032"/>
                </a:lnTo>
                <a:lnTo>
                  <a:pt x="152900" y="149547"/>
                </a:lnTo>
                <a:lnTo>
                  <a:pt x="153910" y="150026"/>
                </a:lnTo>
                <a:lnTo>
                  <a:pt x="154946" y="150470"/>
                </a:lnTo>
                <a:lnTo>
                  <a:pt x="156008" y="150879"/>
                </a:lnTo>
                <a:lnTo>
                  <a:pt x="157095" y="151252"/>
                </a:lnTo>
                <a:lnTo>
                  <a:pt x="158208" y="151589"/>
                </a:lnTo>
                <a:lnTo>
                  <a:pt x="159347" y="151891"/>
                </a:lnTo>
                <a:lnTo>
                  <a:pt x="160511" y="152158"/>
                </a:lnTo>
                <a:lnTo>
                  <a:pt x="161700" y="152389"/>
                </a:lnTo>
                <a:lnTo>
                  <a:pt x="162916" y="152584"/>
                </a:lnTo>
                <a:lnTo>
                  <a:pt x="164156" y="152744"/>
                </a:lnTo>
                <a:lnTo>
                  <a:pt x="165423" y="152868"/>
                </a:lnTo>
                <a:lnTo>
                  <a:pt x="166715" y="152957"/>
                </a:lnTo>
                <a:lnTo>
                  <a:pt x="168032" y="153010"/>
                </a:lnTo>
                <a:lnTo>
                  <a:pt x="169375" y="153028"/>
                </a:lnTo>
                <a:lnTo>
                  <a:pt x="170531" y="153019"/>
                </a:lnTo>
                <a:lnTo>
                  <a:pt x="171670" y="152991"/>
                </a:lnTo>
                <a:lnTo>
                  <a:pt x="172793" y="152944"/>
                </a:lnTo>
                <a:lnTo>
                  <a:pt x="173901" y="152878"/>
                </a:lnTo>
                <a:close/>
                <a:moveTo>
                  <a:pt x="1138124" y="28250"/>
                </a:moveTo>
                <a:lnTo>
                  <a:pt x="1138733" y="28186"/>
                </a:lnTo>
                <a:lnTo>
                  <a:pt x="1139330" y="28109"/>
                </a:lnTo>
                <a:lnTo>
                  <a:pt x="1139913" y="28017"/>
                </a:lnTo>
                <a:lnTo>
                  <a:pt x="1140483" y="27911"/>
                </a:lnTo>
                <a:lnTo>
                  <a:pt x="1141040" y="27791"/>
                </a:lnTo>
                <a:lnTo>
                  <a:pt x="1141583" y="27657"/>
                </a:lnTo>
                <a:lnTo>
                  <a:pt x="1142114" y="27508"/>
                </a:lnTo>
                <a:lnTo>
                  <a:pt x="1142631" y="27346"/>
                </a:lnTo>
                <a:lnTo>
                  <a:pt x="1143135" y="27170"/>
                </a:lnTo>
                <a:lnTo>
                  <a:pt x="1143626" y="26979"/>
                </a:lnTo>
                <a:lnTo>
                  <a:pt x="1144104" y="26774"/>
                </a:lnTo>
                <a:lnTo>
                  <a:pt x="1144569" y="26555"/>
                </a:lnTo>
                <a:lnTo>
                  <a:pt x="1145020" y="26322"/>
                </a:lnTo>
                <a:lnTo>
                  <a:pt x="1145458" y="26075"/>
                </a:lnTo>
                <a:lnTo>
                  <a:pt x="1145883" y="25814"/>
                </a:lnTo>
                <a:lnTo>
                  <a:pt x="1146295" y="25538"/>
                </a:lnTo>
                <a:lnTo>
                  <a:pt x="1146694" y="25249"/>
                </a:lnTo>
                <a:lnTo>
                  <a:pt x="1147080" y="24945"/>
                </a:lnTo>
                <a:lnTo>
                  <a:pt x="1147452" y="24627"/>
                </a:lnTo>
                <a:lnTo>
                  <a:pt x="1147812" y="24295"/>
                </a:lnTo>
                <a:lnTo>
                  <a:pt x="1148157" y="23953"/>
                </a:lnTo>
                <a:lnTo>
                  <a:pt x="1148488" y="23604"/>
                </a:lnTo>
                <a:lnTo>
                  <a:pt x="1148804" y="23248"/>
                </a:lnTo>
                <a:lnTo>
                  <a:pt x="1149105" y="22885"/>
                </a:lnTo>
                <a:lnTo>
                  <a:pt x="1149391" y="22515"/>
                </a:lnTo>
                <a:lnTo>
                  <a:pt x="1149663" y="22138"/>
                </a:lnTo>
                <a:lnTo>
                  <a:pt x="1149920" y="21754"/>
                </a:lnTo>
                <a:lnTo>
                  <a:pt x="1150163" y="21364"/>
                </a:lnTo>
                <a:lnTo>
                  <a:pt x="1150391" y="20966"/>
                </a:lnTo>
                <a:lnTo>
                  <a:pt x="1150604" y="20562"/>
                </a:lnTo>
                <a:lnTo>
                  <a:pt x="1150802" y="20151"/>
                </a:lnTo>
                <a:lnTo>
                  <a:pt x="1150986" y="19733"/>
                </a:lnTo>
                <a:lnTo>
                  <a:pt x="1151155" y="19308"/>
                </a:lnTo>
                <a:lnTo>
                  <a:pt x="1151309" y="18877"/>
                </a:lnTo>
                <a:lnTo>
                  <a:pt x="1151449" y="18438"/>
                </a:lnTo>
                <a:lnTo>
                  <a:pt x="1151574" y="17993"/>
                </a:lnTo>
                <a:lnTo>
                  <a:pt x="1151684" y="17540"/>
                </a:lnTo>
                <a:lnTo>
                  <a:pt x="1151780" y="17081"/>
                </a:lnTo>
                <a:lnTo>
                  <a:pt x="1151860" y="16615"/>
                </a:lnTo>
                <a:lnTo>
                  <a:pt x="1151926" y="16142"/>
                </a:lnTo>
                <a:lnTo>
                  <a:pt x="1151978" y="15662"/>
                </a:lnTo>
                <a:lnTo>
                  <a:pt x="1152015" y="15175"/>
                </a:lnTo>
                <a:lnTo>
                  <a:pt x="1152037" y="14682"/>
                </a:lnTo>
                <a:lnTo>
                  <a:pt x="1152044" y="14181"/>
                </a:lnTo>
                <a:lnTo>
                  <a:pt x="1152037" y="13672"/>
                </a:lnTo>
                <a:lnTo>
                  <a:pt x="1152015" y="13170"/>
                </a:lnTo>
                <a:lnTo>
                  <a:pt x="1151978" y="12676"/>
                </a:lnTo>
                <a:lnTo>
                  <a:pt x="1151926" y="12189"/>
                </a:lnTo>
                <a:lnTo>
                  <a:pt x="1151860" y="11709"/>
                </a:lnTo>
                <a:lnTo>
                  <a:pt x="1151780" y="11237"/>
                </a:lnTo>
                <a:lnTo>
                  <a:pt x="1151684" y="10773"/>
                </a:lnTo>
                <a:lnTo>
                  <a:pt x="1151574" y="10315"/>
                </a:lnTo>
                <a:lnTo>
                  <a:pt x="1151449" y="9866"/>
                </a:lnTo>
                <a:lnTo>
                  <a:pt x="1151309" y="9423"/>
                </a:lnTo>
                <a:lnTo>
                  <a:pt x="1151155" y="8989"/>
                </a:lnTo>
                <a:lnTo>
                  <a:pt x="1150986" y="8561"/>
                </a:lnTo>
                <a:lnTo>
                  <a:pt x="1150802" y="8141"/>
                </a:lnTo>
                <a:lnTo>
                  <a:pt x="1150604" y="7729"/>
                </a:lnTo>
                <a:lnTo>
                  <a:pt x="1150391" y="7323"/>
                </a:lnTo>
                <a:lnTo>
                  <a:pt x="1150163" y="6926"/>
                </a:lnTo>
                <a:lnTo>
                  <a:pt x="1149920" y="6536"/>
                </a:lnTo>
                <a:lnTo>
                  <a:pt x="1149663" y="6153"/>
                </a:lnTo>
                <a:lnTo>
                  <a:pt x="1149391" y="5778"/>
                </a:lnTo>
                <a:lnTo>
                  <a:pt x="1149105" y="5410"/>
                </a:lnTo>
                <a:lnTo>
                  <a:pt x="1148804" y="5049"/>
                </a:lnTo>
                <a:lnTo>
                  <a:pt x="1148488" y="4696"/>
                </a:lnTo>
                <a:lnTo>
                  <a:pt x="1148157" y="4351"/>
                </a:lnTo>
                <a:lnTo>
                  <a:pt x="1147812" y="4013"/>
                </a:lnTo>
                <a:lnTo>
                  <a:pt x="1147452" y="3685"/>
                </a:lnTo>
                <a:lnTo>
                  <a:pt x="1147080" y="3372"/>
                </a:lnTo>
                <a:lnTo>
                  <a:pt x="1146694" y="3072"/>
                </a:lnTo>
                <a:lnTo>
                  <a:pt x="1146295" y="2787"/>
                </a:lnTo>
                <a:lnTo>
                  <a:pt x="1145883" y="2515"/>
                </a:lnTo>
                <a:lnTo>
                  <a:pt x="1145458" y="2257"/>
                </a:lnTo>
                <a:lnTo>
                  <a:pt x="1145020" y="2013"/>
                </a:lnTo>
                <a:lnTo>
                  <a:pt x="1144569" y="1783"/>
                </a:lnTo>
                <a:lnTo>
                  <a:pt x="1144104" y="1567"/>
                </a:lnTo>
                <a:lnTo>
                  <a:pt x="1143626" y="1365"/>
                </a:lnTo>
                <a:lnTo>
                  <a:pt x="1143135" y="1177"/>
                </a:lnTo>
                <a:lnTo>
                  <a:pt x="1142631" y="1003"/>
                </a:lnTo>
                <a:lnTo>
                  <a:pt x="1142114" y="843"/>
                </a:lnTo>
                <a:lnTo>
                  <a:pt x="1141583" y="697"/>
                </a:lnTo>
                <a:lnTo>
                  <a:pt x="1141040" y="564"/>
                </a:lnTo>
                <a:lnTo>
                  <a:pt x="1140483" y="446"/>
                </a:lnTo>
                <a:lnTo>
                  <a:pt x="1139913" y="341"/>
                </a:lnTo>
                <a:lnTo>
                  <a:pt x="1139330" y="251"/>
                </a:lnTo>
                <a:lnTo>
                  <a:pt x="1138733" y="174"/>
                </a:lnTo>
                <a:lnTo>
                  <a:pt x="1138124" y="111"/>
                </a:lnTo>
                <a:lnTo>
                  <a:pt x="1137501" y="63"/>
                </a:lnTo>
                <a:lnTo>
                  <a:pt x="1136865" y="28"/>
                </a:lnTo>
                <a:lnTo>
                  <a:pt x="1136216" y="7"/>
                </a:lnTo>
                <a:lnTo>
                  <a:pt x="1135554" y="0"/>
                </a:lnTo>
                <a:lnTo>
                  <a:pt x="1134892" y="7"/>
                </a:lnTo>
                <a:lnTo>
                  <a:pt x="1134243" y="28"/>
                </a:lnTo>
                <a:lnTo>
                  <a:pt x="1133607" y="63"/>
                </a:lnTo>
                <a:lnTo>
                  <a:pt x="1132984" y="111"/>
                </a:lnTo>
                <a:lnTo>
                  <a:pt x="1132375" y="174"/>
                </a:lnTo>
                <a:lnTo>
                  <a:pt x="1131778" y="251"/>
                </a:lnTo>
                <a:lnTo>
                  <a:pt x="1131195" y="341"/>
                </a:lnTo>
                <a:lnTo>
                  <a:pt x="1130625" y="446"/>
                </a:lnTo>
                <a:lnTo>
                  <a:pt x="1130068" y="564"/>
                </a:lnTo>
                <a:lnTo>
                  <a:pt x="1129525" y="697"/>
                </a:lnTo>
                <a:lnTo>
                  <a:pt x="1128994" y="843"/>
                </a:lnTo>
                <a:lnTo>
                  <a:pt x="1128477" y="1003"/>
                </a:lnTo>
                <a:lnTo>
                  <a:pt x="1127973" y="1177"/>
                </a:lnTo>
                <a:lnTo>
                  <a:pt x="1127482" y="1365"/>
                </a:lnTo>
                <a:lnTo>
                  <a:pt x="1127004" y="1567"/>
                </a:lnTo>
                <a:lnTo>
                  <a:pt x="1126539" y="1783"/>
                </a:lnTo>
                <a:lnTo>
                  <a:pt x="1126088" y="2013"/>
                </a:lnTo>
                <a:lnTo>
                  <a:pt x="1125650" y="2257"/>
                </a:lnTo>
                <a:lnTo>
                  <a:pt x="1125224" y="2515"/>
                </a:lnTo>
                <a:lnTo>
                  <a:pt x="1124813" y="2787"/>
                </a:lnTo>
                <a:lnTo>
                  <a:pt x="1124414" y="3072"/>
                </a:lnTo>
                <a:lnTo>
                  <a:pt x="1124028" y="3372"/>
                </a:lnTo>
                <a:lnTo>
                  <a:pt x="1123656" y="3685"/>
                </a:lnTo>
                <a:lnTo>
                  <a:pt x="1123296" y="4013"/>
                </a:lnTo>
                <a:lnTo>
                  <a:pt x="1122951" y="4351"/>
                </a:lnTo>
                <a:lnTo>
                  <a:pt x="1122620" y="4696"/>
                </a:lnTo>
                <a:lnTo>
                  <a:pt x="1122304" y="5049"/>
                </a:lnTo>
                <a:lnTo>
                  <a:pt x="1122003" y="5410"/>
                </a:lnTo>
                <a:lnTo>
                  <a:pt x="1121717" y="5778"/>
                </a:lnTo>
                <a:lnTo>
                  <a:pt x="1121445" y="6153"/>
                </a:lnTo>
                <a:lnTo>
                  <a:pt x="1121187" y="6536"/>
                </a:lnTo>
                <a:lnTo>
                  <a:pt x="1120945" y="6926"/>
                </a:lnTo>
                <a:lnTo>
                  <a:pt x="1120717" y="7323"/>
                </a:lnTo>
                <a:lnTo>
                  <a:pt x="1120504" y="7729"/>
                </a:lnTo>
                <a:lnTo>
                  <a:pt x="1120306" y="8141"/>
                </a:lnTo>
                <a:lnTo>
                  <a:pt x="1120122" y="8561"/>
                </a:lnTo>
                <a:lnTo>
                  <a:pt x="1119953" y="8989"/>
                </a:lnTo>
                <a:lnTo>
                  <a:pt x="1119799" y="9423"/>
                </a:lnTo>
                <a:lnTo>
                  <a:pt x="1119659" y="9866"/>
                </a:lnTo>
                <a:lnTo>
                  <a:pt x="1119534" y="10315"/>
                </a:lnTo>
                <a:lnTo>
                  <a:pt x="1119424" y="10773"/>
                </a:lnTo>
                <a:lnTo>
                  <a:pt x="1119328" y="11237"/>
                </a:lnTo>
                <a:lnTo>
                  <a:pt x="1119248" y="11709"/>
                </a:lnTo>
                <a:lnTo>
                  <a:pt x="1119181" y="12189"/>
                </a:lnTo>
                <a:lnTo>
                  <a:pt x="1119130" y="12676"/>
                </a:lnTo>
                <a:lnTo>
                  <a:pt x="1119093" y="13170"/>
                </a:lnTo>
                <a:lnTo>
                  <a:pt x="1119071" y="13672"/>
                </a:lnTo>
                <a:lnTo>
                  <a:pt x="1119064" y="14181"/>
                </a:lnTo>
                <a:lnTo>
                  <a:pt x="1119071" y="14682"/>
                </a:lnTo>
                <a:lnTo>
                  <a:pt x="1119093" y="15175"/>
                </a:lnTo>
                <a:lnTo>
                  <a:pt x="1119130" y="15662"/>
                </a:lnTo>
                <a:lnTo>
                  <a:pt x="1119181" y="16142"/>
                </a:lnTo>
                <a:lnTo>
                  <a:pt x="1119248" y="16615"/>
                </a:lnTo>
                <a:lnTo>
                  <a:pt x="1119328" y="17081"/>
                </a:lnTo>
                <a:lnTo>
                  <a:pt x="1119424" y="17540"/>
                </a:lnTo>
                <a:lnTo>
                  <a:pt x="1119534" y="17993"/>
                </a:lnTo>
                <a:lnTo>
                  <a:pt x="1119659" y="18438"/>
                </a:lnTo>
                <a:lnTo>
                  <a:pt x="1119799" y="18877"/>
                </a:lnTo>
                <a:lnTo>
                  <a:pt x="1119953" y="19308"/>
                </a:lnTo>
                <a:lnTo>
                  <a:pt x="1120122" y="19733"/>
                </a:lnTo>
                <a:lnTo>
                  <a:pt x="1120306" y="20151"/>
                </a:lnTo>
                <a:lnTo>
                  <a:pt x="1120504" y="20562"/>
                </a:lnTo>
                <a:lnTo>
                  <a:pt x="1120717" y="20966"/>
                </a:lnTo>
                <a:lnTo>
                  <a:pt x="1120945" y="21364"/>
                </a:lnTo>
                <a:lnTo>
                  <a:pt x="1121187" y="21754"/>
                </a:lnTo>
                <a:lnTo>
                  <a:pt x="1121445" y="22138"/>
                </a:lnTo>
                <a:lnTo>
                  <a:pt x="1121717" y="22515"/>
                </a:lnTo>
                <a:lnTo>
                  <a:pt x="1122003" y="22885"/>
                </a:lnTo>
                <a:lnTo>
                  <a:pt x="1122304" y="23248"/>
                </a:lnTo>
                <a:lnTo>
                  <a:pt x="1122620" y="23604"/>
                </a:lnTo>
                <a:lnTo>
                  <a:pt x="1122951" y="23953"/>
                </a:lnTo>
                <a:lnTo>
                  <a:pt x="1123296" y="24295"/>
                </a:lnTo>
                <a:lnTo>
                  <a:pt x="1123656" y="24627"/>
                </a:lnTo>
                <a:lnTo>
                  <a:pt x="1124028" y="24945"/>
                </a:lnTo>
                <a:lnTo>
                  <a:pt x="1124414" y="25249"/>
                </a:lnTo>
                <a:lnTo>
                  <a:pt x="1124813" y="25538"/>
                </a:lnTo>
                <a:lnTo>
                  <a:pt x="1125224" y="25814"/>
                </a:lnTo>
                <a:lnTo>
                  <a:pt x="1125650" y="26075"/>
                </a:lnTo>
                <a:lnTo>
                  <a:pt x="1126088" y="26322"/>
                </a:lnTo>
                <a:lnTo>
                  <a:pt x="1126539" y="26555"/>
                </a:lnTo>
                <a:lnTo>
                  <a:pt x="1127004" y="26774"/>
                </a:lnTo>
                <a:lnTo>
                  <a:pt x="1127482" y="26979"/>
                </a:lnTo>
                <a:lnTo>
                  <a:pt x="1127973" y="27170"/>
                </a:lnTo>
                <a:lnTo>
                  <a:pt x="1128477" y="27346"/>
                </a:lnTo>
                <a:lnTo>
                  <a:pt x="1128994" y="27508"/>
                </a:lnTo>
                <a:lnTo>
                  <a:pt x="1129525" y="27657"/>
                </a:lnTo>
                <a:lnTo>
                  <a:pt x="1130068" y="27791"/>
                </a:lnTo>
                <a:lnTo>
                  <a:pt x="1130625" y="27911"/>
                </a:lnTo>
                <a:lnTo>
                  <a:pt x="1131195" y="28017"/>
                </a:lnTo>
                <a:lnTo>
                  <a:pt x="1131778" y="28109"/>
                </a:lnTo>
                <a:lnTo>
                  <a:pt x="1132375" y="28186"/>
                </a:lnTo>
                <a:lnTo>
                  <a:pt x="1132984" y="28250"/>
                </a:lnTo>
                <a:lnTo>
                  <a:pt x="1133607" y="28299"/>
                </a:lnTo>
                <a:lnTo>
                  <a:pt x="1134243" y="28335"/>
                </a:lnTo>
                <a:lnTo>
                  <a:pt x="1134892" y="28356"/>
                </a:lnTo>
                <a:lnTo>
                  <a:pt x="1135554" y="28363"/>
                </a:lnTo>
                <a:lnTo>
                  <a:pt x="1136216" y="28356"/>
                </a:lnTo>
                <a:lnTo>
                  <a:pt x="1136865" y="28335"/>
                </a:lnTo>
                <a:lnTo>
                  <a:pt x="1137501" y="28299"/>
                </a:lnTo>
                <a:lnTo>
                  <a:pt x="1138124" y="28250"/>
                </a:lnTo>
                <a:close/>
                <a:moveTo>
                  <a:pt x="759702" y="128506"/>
                </a:moveTo>
                <a:lnTo>
                  <a:pt x="759037" y="128484"/>
                </a:lnTo>
                <a:lnTo>
                  <a:pt x="758393" y="128448"/>
                </a:lnTo>
                <a:lnTo>
                  <a:pt x="757770" y="128397"/>
                </a:lnTo>
                <a:lnTo>
                  <a:pt x="757167" y="128333"/>
                </a:lnTo>
                <a:lnTo>
                  <a:pt x="756585" y="128253"/>
                </a:lnTo>
                <a:lnTo>
                  <a:pt x="756024" y="128159"/>
                </a:lnTo>
                <a:lnTo>
                  <a:pt x="755484" y="128051"/>
                </a:lnTo>
                <a:lnTo>
                  <a:pt x="754965" y="127929"/>
                </a:lnTo>
                <a:lnTo>
                  <a:pt x="754466" y="127792"/>
                </a:lnTo>
                <a:lnTo>
                  <a:pt x="753988" y="127640"/>
                </a:lnTo>
                <a:lnTo>
                  <a:pt x="753531" y="127474"/>
                </a:lnTo>
                <a:lnTo>
                  <a:pt x="753095" y="127294"/>
                </a:lnTo>
                <a:lnTo>
                  <a:pt x="752680" y="127099"/>
                </a:lnTo>
                <a:lnTo>
                  <a:pt x="752285" y="126890"/>
                </a:lnTo>
                <a:lnTo>
                  <a:pt x="751911" y="126667"/>
                </a:lnTo>
                <a:lnTo>
                  <a:pt x="751558" y="126429"/>
                </a:lnTo>
                <a:lnTo>
                  <a:pt x="751226" y="126176"/>
                </a:lnTo>
                <a:lnTo>
                  <a:pt x="750915" y="125910"/>
                </a:lnTo>
                <a:lnTo>
                  <a:pt x="750624" y="125628"/>
                </a:lnTo>
                <a:lnTo>
                  <a:pt x="750354" y="125333"/>
                </a:lnTo>
                <a:lnTo>
                  <a:pt x="750105" y="125023"/>
                </a:lnTo>
                <a:lnTo>
                  <a:pt x="749877" y="124698"/>
                </a:lnTo>
                <a:lnTo>
                  <a:pt x="749670" y="124359"/>
                </a:lnTo>
                <a:lnTo>
                  <a:pt x="749477" y="124005"/>
                </a:lnTo>
                <a:lnTo>
                  <a:pt x="749292" y="123636"/>
                </a:lnTo>
                <a:lnTo>
                  <a:pt x="749116" y="123251"/>
                </a:lnTo>
                <a:lnTo>
                  <a:pt x="748948" y="122850"/>
                </a:lnTo>
                <a:lnTo>
                  <a:pt x="748787" y="122434"/>
                </a:lnTo>
                <a:lnTo>
                  <a:pt x="748636" y="122002"/>
                </a:lnTo>
                <a:lnTo>
                  <a:pt x="748492" y="121555"/>
                </a:lnTo>
                <a:lnTo>
                  <a:pt x="748357" y="121091"/>
                </a:lnTo>
                <a:lnTo>
                  <a:pt x="748229" y="120613"/>
                </a:lnTo>
                <a:lnTo>
                  <a:pt x="748110" y="120119"/>
                </a:lnTo>
                <a:lnTo>
                  <a:pt x="748000" y="119609"/>
                </a:lnTo>
                <a:lnTo>
                  <a:pt x="747897" y="119083"/>
                </a:lnTo>
                <a:lnTo>
                  <a:pt x="747803" y="118542"/>
                </a:lnTo>
                <a:lnTo>
                  <a:pt x="747716" y="117986"/>
                </a:lnTo>
                <a:lnTo>
                  <a:pt x="747639" y="117414"/>
                </a:lnTo>
                <a:lnTo>
                  <a:pt x="747569" y="116826"/>
                </a:lnTo>
                <a:lnTo>
                  <a:pt x="747507" y="116222"/>
                </a:lnTo>
                <a:lnTo>
                  <a:pt x="747454" y="115603"/>
                </a:lnTo>
                <a:lnTo>
                  <a:pt x="747409" y="114969"/>
                </a:lnTo>
                <a:lnTo>
                  <a:pt x="747372" y="114319"/>
                </a:lnTo>
                <a:lnTo>
                  <a:pt x="747343" y="113653"/>
                </a:lnTo>
                <a:lnTo>
                  <a:pt x="747323" y="112972"/>
                </a:lnTo>
                <a:lnTo>
                  <a:pt x="747310" y="112275"/>
                </a:lnTo>
                <a:lnTo>
                  <a:pt x="747306" y="111562"/>
                </a:lnTo>
                <a:lnTo>
                  <a:pt x="747306" y="64861"/>
                </a:lnTo>
                <a:lnTo>
                  <a:pt x="770722" y="64861"/>
                </a:lnTo>
                <a:lnTo>
                  <a:pt x="770722" y="42435"/>
                </a:lnTo>
                <a:lnTo>
                  <a:pt x="747306" y="42435"/>
                </a:lnTo>
                <a:lnTo>
                  <a:pt x="747306" y="17150"/>
                </a:lnTo>
                <a:lnTo>
                  <a:pt x="718174" y="17150"/>
                </a:lnTo>
                <a:lnTo>
                  <a:pt x="718174" y="42435"/>
                </a:lnTo>
                <a:lnTo>
                  <a:pt x="700364" y="42435"/>
                </a:lnTo>
                <a:lnTo>
                  <a:pt x="700364" y="64861"/>
                </a:lnTo>
                <a:lnTo>
                  <a:pt x="718174" y="64861"/>
                </a:lnTo>
                <a:lnTo>
                  <a:pt x="718174" y="113091"/>
                </a:lnTo>
                <a:lnTo>
                  <a:pt x="718180" y="114199"/>
                </a:lnTo>
                <a:lnTo>
                  <a:pt x="718198" y="115289"/>
                </a:lnTo>
                <a:lnTo>
                  <a:pt x="718229" y="116361"/>
                </a:lnTo>
                <a:lnTo>
                  <a:pt x="718271" y="117416"/>
                </a:lnTo>
                <a:lnTo>
                  <a:pt x="718326" y="118453"/>
                </a:lnTo>
                <a:lnTo>
                  <a:pt x="718394" y="119473"/>
                </a:lnTo>
                <a:lnTo>
                  <a:pt x="718473" y="120474"/>
                </a:lnTo>
                <a:lnTo>
                  <a:pt x="718565" y="121459"/>
                </a:lnTo>
                <a:lnTo>
                  <a:pt x="718668" y="122425"/>
                </a:lnTo>
                <a:lnTo>
                  <a:pt x="718784" y="123374"/>
                </a:lnTo>
                <a:lnTo>
                  <a:pt x="718913" y="124305"/>
                </a:lnTo>
                <a:lnTo>
                  <a:pt x="719053" y="125219"/>
                </a:lnTo>
                <a:lnTo>
                  <a:pt x="719206" y="126115"/>
                </a:lnTo>
                <a:lnTo>
                  <a:pt x="719371" y="126993"/>
                </a:lnTo>
                <a:lnTo>
                  <a:pt x="719548" y="127854"/>
                </a:lnTo>
                <a:lnTo>
                  <a:pt x="719737" y="128697"/>
                </a:lnTo>
                <a:lnTo>
                  <a:pt x="719939" y="129523"/>
                </a:lnTo>
                <a:lnTo>
                  <a:pt x="720152" y="130330"/>
                </a:lnTo>
                <a:lnTo>
                  <a:pt x="720378" y="131120"/>
                </a:lnTo>
                <a:lnTo>
                  <a:pt x="720617" y="131893"/>
                </a:lnTo>
                <a:lnTo>
                  <a:pt x="720867" y="132648"/>
                </a:lnTo>
                <a:lnTo>
                  <a:pt x="721130" y="133385"/>
                </a:lnTo>
                <a:lnTo>
                  <a:pt x="721404" y="134105"/>
                </a:lnTo>
                <a:lnTo>
                  <a:pt x="721692" y="134806"/>
                </a:lnTo>
                <a:lnTo>
                  <a:pt x="721994" y="135492"/>
                </a:lnTo>
                <a:lnTo>
                  <a:pt x="722316" y="136162"/>
                </a:lnTo>
                <a:lnTo>
                  <a:pt x="722656" y="136818"/>
                </a:lnTo>
                <a:lnTo>
                  <a:pt x="723015" y="137458"/>
                </a:lnTo>
                <a:lnTo>
                  <a:pt x="723393" y="138083"/>
                </a:lnTo>
                <a:lnTo>
                  <a:pt x="723791" y="138693"/>
                </a:lnTo>
                <a:lnTo>
                  <a:pt x="724207" y="139288"/>
                </a:lnTo>
                <a:lnTo>
                  <a:pt x="724641" y="139868"/>
                </a:lnTo>
                <a:lnTo>
                  <a:pt x="725095" y="140432"/>
                </a:lnTo>
                <a:lnTo>
                  <a:pt x="725568" y="140982"/>
                </a:lnTo>
                <a:lnTo>
                  <a:pt x="726059" y="141516"/>
                </a:lnTo>
                <a:lnTo>
                  <a:pt x="726570" y="142036"/>
                </a:lnTo>
                <a:lnTo>
                  <a:pt x="727099" y="142540"/>
                </a:lnTo>
                <a:lnTo>
                  <a:pt x="727647" y="143029"/>
                </a:lnTo>
                <a:lnTo>
                  <a:pt x="728215" y="143503"/>
                </a:lnTo>
                <a:lnTo>
                  <a:pt x="728801" y="143962"/>
                </a:lnTo>
                <a:lnTo>
                  <a:pt x="729406" y="144405"/>
                </a:lnTo>
                <a:lnTo>
                  <a:pt x="730029" y="144834"/>
                </a:lnTo>
                <a:lnTo>
                  <a:pt x="730672" y="145247"/>
                </a:lnTo>
                <a:lnTo>
                  <a:pt x="731334" y="145646"/>
                </a:lnTo>
                <a:lnTo>
                  <a:pt x="732014" y="146029"/>
                </a:lnTo>
                <a:lnTo>
                  <a:pt x="732714" y="146397"/>
                </a:lnTo>
                <a:lnTo>
                  <a:pt x="733432" y="146750"/>
                </a:lnTo>
                <a:lnTo>
                  <a:pt x="734169" y="147088"/>
                </a:lnTo>
                <a:lnTo>
                  <a:pt x="734928" y="147411"/>
                </a:lnTo>
                <a:lnTo>
                  <a:pt x="735713" y="147721"/>
                </a:lnTo>
                <a:lnTo>
                  <a:pt x="736523" y="148017"/>
                </a:lnTo>
                <a:lnTo>
                  <a:pt x="737359" y="148299"/>
                </a:lnTo>
                <a:lnTo>
                  <a:pt x="738220" y="148567"/>
                </a:lnTo>
                <a:lnTo>
                  <a:pt x="739106" y="148821"/>
                </a:lnTo>
                <a:lnTo>
                  <a:pt x="740017" y="149062"/>
                </a:lnTo>
                <a:lnTo>
                  <a:pt x="740954" y="149289"/>
                </a:lnTo>
                <a:lnTo>
                  <a:pt x="741917" y="149502"/>
                </a:lnTo>
                <a:lnTo>
                  <a:pt x="742905" y="149701"/>
                </a:lnTo>
                <a:lnTo>
                  <a:pt x="743918" y="149887"/>
                </a:lnTo>
                <a:lnTo>
                  <a:pt x="744956" y="150059"/>
                </a:lnTo>
                <a:lnTo>
                  <a:pt x="746020" y="150217"/>
                </a:lnTo>
                <a:lnTo>
                  <a:pt x="747110" y="150362"/>
                </a:lnTo>
                <a:lnTo>
                  <a:pt x="748224" y="150492"/>
                </a:lnTo>
                <a:lnTo>
                  <a:pt x="749364" y="150609"/>
                </a:lnTo>
                <a:lnTo>
                  <a:pt x="750530" y="150712"/>
                </a:lnTo>
                <a:lnTo>
                  <a:pt x="751721" y="150802"/>
                </a:lnTo>
                <a:lnTo>
                  <a:pt x="752937" y="150877"/>
                </a:lnTo>
                <a:lnTo>
                  <a:pt x="754179" y="150939"/>
                </a:lnTo>
                <a:lnTo>
                  <a:pt x="755446" y="150987"/>
                </a:lnTo>
                <a:lnTo>
                  <a:pt x="756738" y="151022"/>
                </a:lnTo>
                <a:lnTo>
                  <a:pt x="758056" y="151042"/>
                </a:lnTo>
                <a:lnTo>
                  <a:pt x="759399" y="151049"/>
                </a:lnTo>
                <a:lnTo>
                  <a:pt x="770722" y="151049"/>
                </a:lnTo>
                <a:lnTo>
                  <a:pt x="770722" y="128513"/>
                </a:lnTo>
                <a:lnTo>
                  <a:pt x="760388" y="128513"/>
                </a:lnTo>
                <a:lnTo>
                  <a:pt x="759702" y="128506"/>
                </a:lnTo>
                <a:close/>
                <a:moveTo>
                  <a:pt x="1086578" y="128484"/>
                </a:moveTo>
                <a:lnTo>
                  <a:pt x="1085934" y="128448"/>
                </a:lnTo>
                <a:lnTo>
                  <a:pt x="1085310" y="128397"/>
                </a:lnTo>
                <a:lnTo>
                  <a:pt x="1084707" y="128333"/>
                </a:lnTo>
                <a:lnTo>
                  <a:pt x="1084126" y="128253"/>
                </a:lnTo>
                <a:lnTo>
                  <a:pt x="1083565" y="128159"/>
                </a:lnTo>
                <a:lnTo>
                  <a:pt x="1083024" y="128051"/>
                </a:lnTo>
                <a:lnTo>
                  <a:pt x="1082505" y="127929"/>
                </a:lnTo>
                <a:lnTo>
                  <a:pt x="1082006" y="127792"/>
                </a:lnTo>
                <a:lnTo>
                  <a:pt x="1081529" y="127640"/>
                </a:lnTo>
                <a:lnTo>
                  <a:pt x="1081072" y="127474"/>
                </a:lnTo>
                <a:lnTo>
                  <a:pt x="1080635" y="127294"/>
                </a:lnTo>
                <a:lnTo>
                  <a:pt x="1080220" y="127099"/>
                </a:lnTo>
                <a:lnTo>
                  <a:pt x="1079825" y="126890"/>
                </a:lnTo>
                <a:lnTo>
                  <a:pt x="1079452" y="126667"/>
                </a:lnTo>
                <a:lnTo>
                  <a:pt x="1079099" y="126429"/>
                </a:lnTo>
                <a:lnTo>
                  <a:pt x="1078766" y="126176"/>
                </a:lnTo>
                <a:lnTo>
                  <a:pt x="1078455" y="125910"/>
                </a:lnTo>
                <a:lnTo>
                  <a:pt x="1078164" y="125628"/>
                </a:lnTo>
                <a:lnTo>
                  <a:pt x="1077895" y="125333"/>
                </a:lnTo>
                <a:lnTo>
                  <a:pt x="1077646" y="125023"/>
                </a:lnTo>
                <a:lnTo>
                  <a:pt x="1077417" y="124698"/>
                </a:lnTo>
                <a:lnTo>
                  <a:pt x="1077210" y="124359"/>
                </a:lnTo>
                <a:lnTo>
                  <a:pt x="1077017" y="124005"/>
                </a:lnTo>
                <a:lnTo>
                  <a:pt x="1076833" y="123636"/>
                </a:lnTo>
                <a:lnTo>
                  <a:pt x="1076656" y="123251"/>
                </a:lnTo>
                <a:lnTo>
                  <a:pt x="1076488" y="122850"/>
                </a:lnTo>
                <a:lnTo>
                  <a:pt x="1076328" y="122434"/>
                </a:lnTo>
                <a:lnTo>
                  <a:pt x="1076176" y="122002"/>
                </a:lnTo>
                <a:lnTo>
                  <a:pt x="1076032" y="121555"/>
                </a:lnTo>
                <a:lnTo>
                  <a:pt x="1075897" y="121091"/>
                </a:lnTo>
                <a:lnTo>
                  <a:pt x="1075770" y="120613"/>
                </a:lnTo>
                <a:lnTo>
                  <a:pt x="1075651" y="120119"/>
                </a:lnTo>
                <a:lnTo>
                  <a:pt x="1075540" y="119609"/>
                </a:lnTo>
                <a:lnTo>
                  <a:pt x="1075437" y="119083"/>
                </a:lnTo>
                <a:lnTo>
                  <a:pt x="1075343" y="118542"/>
                </a:lnTo>
                <a:lnTo>
                  <a:pt x="1075257" y="117986"/>
                </a:lnTo>
                <a:lnTo>
                  <a:pt x="1075179" y="117414"/>
                </a:lnTo>
                <a:lnTo>
                  <a:pt x="1075109" y="116826"/>
                </a:lnTo>
                <a:lnTo>
                  <a:pt x="1075048" y="116222"/>
                </a:lnTo>
                <a:lnTo>
                  <a:pt x="1074994" y="115603"/>
                </a:lnTo>
                <a:lnTo>
                  <a:pt x="1074949" y="114969"/>
                </a:lnTo>
                <a:lnTo>
                  <a:pt x="1074912" y="114319"/>
                </a:lnTo>
                <a:lnTo>
                  <a:pt x="1074883" y="113653"/>
                </a:lnTo>
                <a:lnTo>
                  <a:pt x="1074863" y="112972"/>
                </a:lnTo>
                <a:lnTo>
                  <a:pt x="1074851" y="112275"/>
                </a:lnTo>
                <a:lnTo>
                  <a:pt x="1074846" y="111562"/>
                </a:lnTo>
                <a:lnTo>
                  <a:pt x="1074846" y="64861"/>
                </a:lnTo>
                <a:lnTo>
                  <a:pt x="1098262" y="64861"/>
                </a:lnTo>
                <a:lnTo>
                  <a:pt x="1098262" y="42435"/>
                </a:lnTo>
                <a:lnTo>
                  <a:pt x="1074846" y="42435"/>
                </a:lnTo>
                <a:lnTo>
                  <a:pt x="1074846" y="17150"/>
                </a:lnTo>
                <a:lnTo>
                  <a:pt x="1045714" y="17150"/>
                </a:lnTo>
                <a:lnTo>
                  <a:pt x="1045714" y="42435"/>
                </a:lnTo>
                <a:lnTo>
                  <a:pt x="1027905" y="42435"/>
                </a:lnTo>
                <a:lnTo>
                  <a:pt x="1027905" y="64861"/>
                </a:lnTo>
                <a:lnTo>
                  <a:pt x="1045714" y="64861"/>
                </a:lnTo>
                <a:lnTo>
                  <a:pt x="1045714" y="113091"/>
                </a:lnTo>
                <a:lnTo>
                  <a:pt x="1045720" y="114199"/>
                </a:lnTo>
                <a:lnTo>
                  <a:pt x="1045738" y="115289"/>
                </a:lnTo>
                <a:lnTo>
                  <a:pt x="1045769" y="116361"/>
                </a:lnTo>
                <a:lnTo>
                  <a:pt x="1045812" y="117416"/>
                </a:lnTo>
                <a:lnTo>
                  <a:pt x="1045867" y="118453"/>
                </a:lnTo>
                <a:lnTo>
                  <a:pt x="1045934" y="119473"/>
                </a:lnTo>
                <a:lnTo>
                  <a:pt x="1046013" y="120474"/>
                </a:lnTo>
                <a:lnTo>
                  <a:pt x="1046105" y="121459"/>
                </a:lnTo>
                <a:lnTo>
                  <a:pt x="1046209" y="122425"/>
                </a:lnTo>
                <a:lnTo>
                  <a:pt x="1046325" y="123374"/>
                </a:lnTo>
                <a:lnTo>
                  <a:pt x="1046453" y="124305"/>
                </a:lnTo>
                <a:lnTo>
                  <a:pt x="1046593" y="125219"/>
                </a:lnTo>
                <a:lnTo>
                  <a:pt x="1046746" y="126115"/>
                </a:lnTo>
                <a:lnTo>
                  <a:pt x="1046911" y="126993"/>
                </a:lnTo>
                <a:lnTo>
                  <a:pt x="1047088" y="127854"/>
                </a:lnTo>
                <a:lnTo>
                  <a:pt x="1047278" y="128697"/>
                </a:lnTo>
                <a:lnTo>
                  <a:pt x="1047479" y="129523"/>
                </a:lnTo>
                <a:lnTo>
                  <a:pt x="1047693" y="130330"/>
                </a:lnTo>
                <a:lnTo>
                  <a:pt x="1047919" y="131120"/>
                </a:lnTo>
                <a:lnTo>
                  <a:pt x="1048157" y="131893"/>
                </a:lnTo>
                <a:lnTo>
                  <a:pt x="1048407" y="132648"/>
                </a:lnTo>
                <a:lnTo>
                  <a:pt x="1048670" y="133385"/>
                </a:lnTo>
                <a:lnTo>
                  <a:pt x="1048945" y="134105"/>
                </a:lnTo>
                <a:lnTo>
                  <a:pt x="1049232" y="134806"/>
                </a:lnTo>
                <a:lnTo>
                  <a:pt x="1049534" y="135492"/>
                </a:lnTo>
                <a:lnTo>
                  <a:pt x="1049856" y="136162"/>
                </a:lnTo>
                <a:lnTo>
                  <a:pt x="1050196" y="136818"/>
                </a:lnTo>
                <a:lnTo>
                  <a:pt x="1050556" y="137458"/>
                </a:lnTo>
                <a:lnTo>
                  <a:pt x="1050934" y="138083"/>
                </a:lnTo>
                <a:lnTo>
                  <a:pt x="1051331" y="138693"/>
                </a:lnTo>
                <a:lnTo>
                  <a:pt x="1051747" y="139288"/>
                </a:lnTo>
                <a:lnTo>
                  <a:pt x="1052182" y="139868"/>
                </a:lnTo>
                <a:lnTo>
                  <a:pt x="1052636" y="140432"/>
                </a:lnTo>
                <a:lnTo>
                  <a:pt x="1053108" y="140982"/>
                </a:lnTo>
                <a:lnTo>
                  <a:pt x="1053600" y="141516"/>
                </a:lnTo>
                <a:lnTo>
                  <a:pt x="1054110" y="142036"/>
                </a:lnTo>
                <a:lnTo>
                  <a:pt x="1054640" y="142540"/>
                </a:lnTo>
                <a:lnTo>
                  <a:pt x="1055188" y="143029"/>
                </a:lnTo>
                <a:lnTo>
                  <a:pt x="1055755" y="143503"/>
                </a:lnTo>
                <a:lnTo>
                  <a:pt x="1056341" y="143962"/>
                </a:lnTo>
                <a:lnTo>
                  <a:pt x="1056946" y="144405"/>
                </a:lnTo>
                <a:lnTo>
                  <a:pt x="1057570" y="144834"/>
                </a:lnTo>
                <a:lnTo>
                  <a:pt x="1058212" y="145247"/>
                </a:lnTo>
                <a:lnTo>
                  <a:pt x="1058874" y="145646"/>
                </a:lnTo>
                <a:lnTo>
                  <a:pt x="1059555" y="146029"/>
                </a:lnTo>
                <a:lnTo>
                  <a:pt x="1060254" y="146397"/>
                </a:lnTo>
                <a:lnTo>
                  <a:pt x="1060972" y="146750"/>
                </a:lnTo>
                <a:lnTo>
                  <a:pt x="1061709" y="147088"/>
                </a:lnTo>
                <a:lnTo>
                  <a:pt x="1062469" y="147411"/>
                </a:lnTo>
                <a:lnTo>
                  <a:pt x="1063253" y="147721"/>
                </a:lnTo>
                <a:lnTo>
                  <a:pt x="1064064" y="148017"/>
                </a:lnTo>
                <a:lnTo>
                  <a:pt x="1064899" y="148299"/>
                </a:lnTo>
                <a:lnTo>
                  <a:pt x="1065760" y="148567"/>
                </a:lnTo>
                <a:lnTo>
                  <a:pt x="1066646" y="148821"/>
                </a:lnTo>
                <a:lnTo>
                  <a:pt x="1067558" y="149062"/>
                </a:lnTo>
                <a:lnTo>
                  <a:pt x="1068495" y="149289"/>
                </a:lnTo>
                <a:lnTo>
                  <a:pt x="1069457" y="149502"/>
                </a:lnTo>
                <a:lnTo>
                  <a:pt x="1070445" y="149701"/>
                </a:lnTo>
                <a:lnTo>
                  <a:pt x="1071458" y="149887"/>
                </a:lnTo>
                <a:lnTo>
                  <a:pt x="1072497" y="150059"/>
                </a:lnTo>
                <a:lnTo>
                  <a:pt x="1073561" y="150217"/>
                </a:lnTo>
                <a:lnTo>
                  <a:pt x="1074650" y="150362"/>
                </a:lnTo>
                <a:lnTo>
                  <a:pt x="1075765" y="150492"/>
                </a:lnTo>
                <a:lnTo>
                  <a:pt x="1076905" y="150609"/>
                </a:lnTo>
                <a:lnTo>
                  <a:pt x="1078070" y="150712"/>
                </a:lnTo>
                <a:lnTo>
                  <a:pt x="1079261" y="150802"/>
                </a:lnTo>
                <a:lnTo>
                  <a:pt x="1080477" y="150877"/>
                </a:lnTo>
                <a:lnTo>
                  <a:pt x="1081719" y="150939"/>
                </a:lnTo>
                <a:lnTo>
                  <a:pt x="1082986" y="150987"/>
                </a:lnTo>
                <a:lnTo>
                  <a:pt x="1084278" y="151022"/>
                </a:lnTo>
                <a:lnTo>
                  <a:pt x="1085596" y="151042"/>
                </a:lnTo>
                <a:lnTo>
                  <a:pt x="1086939" y="151049"/>
                </a:lnTo>
                <a:lnTo>
                  <a:pt x="1098262" y="151049"/>
                </a:lnTo>
                <a:lnTo>
                  <a:pt x="1098262" y="128513"/>
                </a:lnTo>
                <a:lnTo>
                  <a:pt x="1087929" y="128513"/>
                </a:lnTo>
                <a:lnTo>
                  <a:pt x="1087243" y="128506"/>
                </a:lnTo>
                <a:lnTo>
                  <a:pt x="1086578" y="128484"/>
                </a:lnTo>
                <a:close/>
                <a:moveTo>
                  <a:pt x="1341087" y="76834"/>
                </a:moveTo>
                <a:lnTo>
                  <a:pt x="1341491" y="76362"/>
                </a:lnTo>
                <a:lnTo>
                  <a:pt x="1341901" y="75896"/>
                </a:lnTo>
                <a:lnTo>
                  <a:pt x="1342316" y="75437"/>
                </a:lnTo>
                <a:lnTo>
                  <a:pt x="1342737" y="74984"/>
                </a:lnTo>
                <a:lnTo>
                  <a:pt x="1343163" y="74537"/>
                </a:lnTo>
                <a:lnTo>
                  <a:pt x="1343595" y="74096"/>
                </a:lnTo>
                <a:lnTo>
                  <a:pt x="1344032" y="73661"/>
                </a:lnTo>
                <a:lnTo>
                  <a:pt x="1344475" y="73233"/>
                </a:lnTo>
                <a:lnTo>
                  <a:pt x="1344923" y="72811"/>
                </a:lnTo>
                <a:lnTo>
                  <a:pt x="1345377" y="72395"/>
                </a:lnTo>
                <a:lnTo>
                  <a:pt x="1345837" y="71985"/>
                </a:lnTo>
                <a:lnTo>
                  <a:pt x="1346302" y="71581"/>
                </a:lnTo>
                <a:lnTo>
                  <a:pt x="1346772" y="71184"/>
                </a:lnTo>
                <a:lnTo>
                  <a:pt x="1347248" y="70793"/>
                </a:lnTo>
                <a:lnTo>
                  <a:pt x="1347730" y="70408"/>
                </a:lnTo>
                <a:lnTo>
                  <a:pt x="1348217" y="70029"/>
                </a:lnTo>
                <a:lnTo>
                  <a:pt x="1348710" y="69656"/>
                </a:lnTo>
                <a:lnTo>
                  <a:pt x="1349208" y="69290"/>
                </a:lnTo>
                <a:lnTo>
                  <a:pt x="1349712" y="68930"/>
                </a:lnTo>
                <a:lnTo>
                  <a:pt x="1350221" y="68576"/>
                </a:lnTo>
                <a:lnTo>
                  <a:pt x="1350736" y="68228"/>
                </a:lnTo>
                <a:lnTo>
                  <a:pt x="1351258" y="67890"/>
                </a:lnTo>
                <a:lnTo>
                  <a:pt x="1351788" y="67567"/>
                </a:lnTo>
                <a:lnTo>
                  <a:pt x="1352328" y="67258"/>
                </a:lnTo>
                <a:lnTo>
                  <a:pt x="1352875" y="66964"/>
                </a:lnTo>
                <a:lnTo>
                  <a:pt x="1353431" y="66684"/>
                </a:lnTo>
                <a:lnTo>
                  <a:pt x="1353996" y="66418"/>
                </a:lnTo>
                <a:lnTo>
                  <a:pt x="1354570" y="66167"/>
                </a:lnTo>
                <a:lnTo>
                  <a:pt x="1355152" y="65930"/>
                </a:lnTo>
                <a:lnTo>
                  <a:pt x="1355742" y="65707"/>
                </a:lnTo>
                <a:lnTo>
                  <a:pt x="1356342" y="65499"/>
                </a:lnTo>
                <a:lnTo>
                  <a:pt x="1356949" y="65305"/>
                </a:lnTo>
                <a:lnTo>
                  <a:pt x="1357566" y="65126"/>
                </a:lnTo>
                <a:lnTo>
                  <a:pt x="1358191" y="64960"/>
                </a:lnTo>
                <a:lnTo>
                  <a:pt x="1358824" y="64810"/>
                </a:lnTo>
                <a:lnTo>
                  <a:pt x="1359466" y="64673"/>
                </a:lnTo>
                <a:lnTo>
                  <a:pt x="1360117" y="64551"/>
                </a:lnTo>
                <a:lnTo>
                  <a:pt x="1360776" y="64443"/>
                </a:lnTo>
                <a:lnTo>
                  <a:pt x="1361444" y="64350"/>
                </a:lnTo>
                <a:lnTo>
                  <a:pt x="1362121" y="64271"/>
                </a:lnTo>
                <a:lnTo>
                  <a:pt x="1362806" y="64206"/>
                </a:lnTo>
                <a:lnTo>
                  <a:pt x="1363500" y="64156"/>
                </a:lnTo>
                <a:lnTo>
                  <a:pt x="1364202" y="64120"/>
                </a:lnTo>
                <a:lnTo>
                  <a:pt x="1364913" y="64099"/>
                </a:lnTo>
                <a:lnTo>
                  <a:pt x="1365632" y="64091"/>
                </a:lnTo>
                <a:lnTo>
                  <a:pt x="1366114" y="64096"/>
                </a:lnTo>
                <a:lnTo>
                  <a:pt x="1366588" y="64109"/>
                </a:lnTo>
                <a:lnTo>
                  <a:pt x="1367054" y="64130"/>
                </a:lnTo>
                <a:lnTo>
                  <a:pt x="1367512" y="64160"/>
                </a:lnTo>
                <a:lnTo>
                  <a:pt x="1367962" y="64198"/>
                </a:lnTo>
                <a:lnTo>
                  <a:pt x="1368404" y="64245"/>
                </a:lnTo>
                <a:lnTo>
                  <a:pt x="1368839" y="64301"/>
                </a:lnTo>
                <a:lnTo>
                  <a:pt x="1369266" y="64365"/>
                </a:lnTo>
                <a:lnTo>
                  <a:pt x="1369685" y="64437"/>
                </a:lnTo>
                <a:lnTo>
                  <a:pt x="1370096" y="64519"/>
                </a:lnTo>
                <a:lnTo>
                  <a:pt x="1370500" y="64608"/>
                </a:lnTo>
                <a:lnTo>
                  <a:pt x="1370895" y="64706"/>
                </a:lnTo>
                <a:lnTo>
                  <a:pt x="1371283" y="64813"/>
                </a:lnTo>
                <a:lnTo>
                  <a:pt x="1371663" y="64928"/>
                </a:lnTo>
                <a:lnTo>
                  <a:pt x="1372035" y="65052"/>
                </a:lnTo>
                <a:lnTo>
                  <a:pt x="1372399" y="65185"/>
                </a:lnTo>
                <a:lnTo>
                  <a:pt x="1372756" y="65326"/>
                </a:lnTo>
                <a:lnTo>
                  <a:pt x="1373104" y="65475"/>
                </a:lnTo>
                <a:lnTo>
                  <a:pt x="1373445" y="65633"/>
                </a:lnTo>
                <a:lnTo>
                  <a:pt x="1373778" y="65800"/>
                </a:lnTo>
                <a:lnTo>
                  <a:pt x="1374103" y="65975"/>
                </a:lnTo>
                <a:lnTo>
                  <a:pt x="1374420" y="66158"/>
                </a:lnTo>
                <a:lnTo>
                  <a:pt x="1374730" y="66351"/>
                </a:lnTo>
                <a:lnTo>
                  <a:pt x="1375031" y="66551"/>
                </a:lnTo>
                <a:lnTo>
                  <a:pt x="1375326" y="66760"/>
                </a:lnTo>
                <a:lnTo>
                  <a:pt x="1375614" y="66975"/>
                </a:lnTo>
                <a:lnTo>
                  <a:pt x="1375895" y="67198"/>
                </a:lnTo>
                <a:lnTo>
                  <a:pt x="1376169" y="67427"/>
                </a:lnTo>
                <a:lnTo>
                  <a:pt x="1376437" y="67663"/>
                </a:lnTo>
                <a:lnTo>
                  <a:pt x="1376698" y="67907"/>
                </a:lnTo>
                <a:lnTo>
                  <a:pt x="1376952" y="68157"/>
                </a:lnTo>
                <a:lnTo>
                  <a:pt x="1377200" y="68414"/>
                </a:lnTo>
                <a:lnTo>
                  <a:pt x="1377441" y="68679"/>
                </a:lnTo>
                <a:lnTo>
                  <a:pt x="1377675" y="68950"/>
                </a:lnTo>
                <a:lnTo>
                  <a:pt x="1377902" y="69228"/>
                </a:lnTo>
                <a:lnTo>
                  <a:pt x="1378123" y="69513"/>
                </a:lnTo>
                <a:lnTo>
                  <a:pt x="1378338" y="69806"/>
                </a:lnTo>
                <a:lnTo>
                  <a:pt x="1378545" y="70105"/>
                </a:lnTo>
                <a:lnTo>
                  <a:pt x="1378746" y="70411"/>
                </a:lnTo>
                <a:lnTo>
                  <a:pt x="1378940" y="70724"/>
                </a:lnTo>
                <a:lnTo>
                  <a:pt x="1379128" y="71044"/>
                </a:lnTo>
                <a:lnTo>
                  <a:pt x="1379309" y="71371"/>
                </a:lnTo>
                <a:lnTo>
                  <a:pt x="1379483" y="71705"/>
                </a:lnTo>
                <a:lnTo>
                  <a:pt x="1379650" y="72047"/>
                </a:lnTo>
                <a:lnTo>
                  <a:pt x="1379811" y="72395"/>
                </a:lnTo>
                <a:lnTo>
                  <a:pt x="1379965" y="72750"/>
                </a:lnTo>
                <a:lnTo>
                  <a:pt x="1380113" y="73112"/>
                </a:lnTo>
                <a:lnTo>
                  <a:pt x="1380253" y="73481"/>
                </a:lnTo>
                <a:lnTo>
                  <a:pt x="1380388" y="73856"/>
                </a:lnTo>
                <a:lnTo>
                  <a:pt x="1380517" y="74236"/>
                </a:lnTo>
                <a:lnTo>
                  <a:pt x="1380640" y="74621"/>
                </a:lnTo>
                <a:lnTo>
                  <a:pt x="1380757" y="75011"/>
                </a:lnTo>
                <a:lnTo>
                  <a:pt x="1380869" y="75406"/>
                </a:lnTo>
                <a:lnTo>
                  <a:pt x="1380975" y="75806"/>
                </a:lnTo>
                <a:lnTo>
                  <a:pt x="1381075" y="76212"/>
                </a:lnTo>
                <a:lnTo>
                  <a:pt x="1381169" y="76622"/>
                </a:lnTo>
                <a:lnTo>
                  <a:pt x="1381258" y="77038"/>
                </a:lnTo>
                <a:lnTo>
                  <a:pt x="1381341" y="77458"/>
                </a:lnTo>
                <a:lnTo>
                  <a:pt x="1381418" y="77884"/>
                </a:lnTo>
                <a:lnTo>
                  <a:pt x="1381490" y="78314"/>
                </a:lnTo>
                <a:lnTo>
                  <a:pt x="1381556" y="78750"/>
                </a:lnTo>
                <a:lnTo>
                  <a:pt x="1381616" y="79191"/>
                </a:lnTo>
                <a:lnTo>
                  <a:pt x="1381670" y="79636"/>
                </a:lnTo>
                <a:lnTo>
                  <a:pt x="1381719" y="80087"/>
                </a:lnTo>
                <a:lnTo>
                  <a:pt x="1381762" y="80543"/>
                </a:lnTo>
                <a:lnTo>
                  <a:pt x="1381799" y="81004"/>
                </a:lnTo>
                <a:lnTo>
                  <a:pt x="1381831" y="81470"/>
                </a:lnTo>
                <a:lnTo>
                  <a:pt x="1381857" y="81941"/>
                </a:lnTo>
                <a:lnTo>
                  <a:pt x="1381877" y="82417"/>
                </a:lnTo>
                <a:lnTo>
                  <a:pt x="1381891" y="82899"/>
                </a:lnTo>
                <a:lnTo>
                  <a:pt x="1381899" y="83385"/>
                </a:lnTo>
                <a:lnTo>
                  <a:pt x="1381902" y="83876"/>
                </a:lnTo>
                <a:lnTo>
                  <a:pt x="1381902" y="151049"/>
                </a:lnTo>
                <a:lnTo>
                  <a:pt x="1410815" y="151049"/>
                </a:lnTo>
                <a:lnTo>
                  <a:pt x="1410815" y="80324"/>
                </a:lnTo>
                <a:lnTo>
                  <a:pt x="1410799" y="78725"/>
                </a:lnTo>
                <a:lnTo>
                  <a:pt x="1410752" y="77159"/>
                </a:lnTo>
                <a:lnTo>
                  <a:pt x="1410674" y="75624"/>
                </a:lnTo>
                <a:lnTo>
                  <a:pt x="1410565" y="74122"/>
                </a:lnTo>
                <a:lnTo>
                  <a:pt x="1410424" y="72653"/>
                </a:lnTo>
                <a:lnTo>
                  <a:pt x="1410252" y="71216"/>
                </a:lnTo>
                <a:lnTo>
                  <a:pt x="1410048" y="69810"/>
                </a:lnTo>
                <a:lnTo>
                  <a:pt x="1409813" y="68438"/>
                </a:lnTo>
                <a:lnTo>
                  <a:pt x="1409547" y="67097"/>
                </a:lnTo>
                <a:lnTo>
                  <a:pt x="1409250" y="65789"/>
                </a:lnTo>
                <a:lnTo>
                  <a:pt x="1408921" y="64513"/>
                </a:lnTo>
                <a:lnTo>
                  <a:pt x="1408561" y="63270"/>
                </a:lnTo>
                <a:lnTo>
                  <a:pt x="1408170" y="62058"/>
                </a:lnTo>
                <a:lnTo>
                  <a:pt x="1407747" y="60879"/>
                </a:lnTo>
                <a:lnTo>
                  <a:pt x="1407294" y="59733"/>
                </a:lnTo>
                <a:lnTo>
                  <a:pt x="1406808" y="58618"/>
                </a:lnTo>
                <a:lnTo>
                  <a:pt x="1406292" y="57536"/>
                </a:lnTo>
                <a:lnTo>
                  <a:pt x="1405744" y="56486"/>
                </a:lnTo>
                <a:lnTo>
                  <a:pt x="1405165" y="55469"/>
                </a:lnTo>
                <a:lnTo>
                  <a:pt x="1404555" y="54483"/>
                </a:lnTo>
                <a:lnTo>
                  <a:pt x="1403913" y="53530"/>
                </a:lnTo>
                <a:lnTo>
                  <a:pt x="1403240" y="52610"/>
                </a:lnTo>
                <a:lnTo>
                  <a:pt x="1402536" y="51721"/>
                </a:lnTo>
                <a:lnTo>
                  <a:pt x="1401800" y="50865"/>
                </a:lnTo>
                <a:lnTo>
                  <a:pt x="1401036" y="50043"/>
                </a:lnTo>
                <a:lnTo>
                  <a:pt x="1400247" y="49255"/>
                </a:lnTo>
                <a:lnTo>
                  <a:pt x="1399432" y="48503"/>
                </a:lnTo>
                <a:lnTo>
                  <a:pt x="1398591" y="47785"/>
                </a:lnTo>
                <a:lnTo>
                  <a:pt x="1397725" y="47103"/>
                </a:lnTo>
                <a:lnTo>
                  <a:pt x="1396833" y="46455"/>
                </a:lnTo>
                <a:lnTo>
                  <a:pt x="1395915" y="45843"/>
                </a:lnTo>
                <a:lnTo>
                  <a:pt x="1394972" y="45265"/>
                </a:lnTo>
                <a:lnTo>
                  <a:pt x="1394004" y="44723"/>
                </a:lnTo>
                <a:lnTo>
                  <a:pt x="1393009" y="44215"/>
                </a:lnTo>
                <a:lnTo>
                  <a:pt x="1391990" y="43743"/>
                </a:lnTo>
                <a:lnTo>
                  <a:pt x="1390944" y="43305"/>
                </a:lnTo>
                <a:lnTo>
                  <a:pt x="1389873" y="42903"/>
                </a:lnTo>
                <a:lnTo>
                  <a:pt x="1388777" y="42535"/>
                </a:lnTo>
                <a:lnTo>
                  <a:pt x="1387655" y="42203"/>
                </a:lnTo>
                <a:lnTo>
                  <a:pt x="1386507" y="41905"/>
                </a:lnTo>
                <a:lnTo>
                  <a:pt x="1385334" y="41643"/>
                </a:lnTo>
                <a:lnTo>
                  <a:pt x="1384135" y="41415"/>
                </a:lnTo>
                <a:lnTo>
                  <a:pt x="1382911" y="41223"/>
                </a:lnTo>
                <a:lnTo>
                  <a:pt x="1381661" y="41065"/>
                </a:lnTo>
                <a:lnTo>
                  <a:pt x="1380386" y="40943"/>
                </a:lnTo>
                <a:lnTo>
                  <a:pt x="1379084" y="40855"/>
                </a:lnTo>
                <a:lnTo>
                  <a:pt x="1377758" y="40803"/>
                </a:lnTo>
                <a:lnTo>
                  <a:pt x="1376406" y="40785"/>
                </a:lnTo>
                <a:lnTo>
                  <a:pt x="1375242" y="40795"/>
                </a:lnTo>
                <a:lnTo>
                  <a:pt x="1374097" y="40823"/>
                </a:lnTo>
                <a:lnTo>
                  <a:pt x="1372970" y="40869"/>
                </a:lnTo>
                <a:lnTo>
                  <a:pt x="1371862" y="40934"/>
                </a:lnTo>
                <a:lnTo>
                  <a:pt x="1370772" y="41017"/>
                </a:lnTo>
                <a:lnTo>
                  <a:pt x="1369700" y="41119"/>
                </a:lnTo>
                <a:lnTo>
                  <a:pt x="1368646" y="41239"/>
                </a:lnTo>
                <a:lnTo>
                  <a:pt x="1367611" y="41378"/>
                </a:lnTo>
                <a:lnTo>
                  <a:pt x="1366594" y="41535"/>
                </a:lnTo>
                <a:lnTo>
                  <a:pt x="1365595" y="41711"/>
                </a:lnTo>
                <a:lnTo>
                  <a:pt x="1364615" y="41906"/>
                </a:lnTo>
                <a:lnTo>
                  <a:pt x="1363653" y="42118"/>
                </a:lnTo>
                <a:lnTo>
                  <a:pt x="1362710" y="42350"/>
                </a:lnTo>
                <a:lnTo>
                  <a:pt x="1361784" y="42600"/>
                </a:lnTo>
                <a:lnTo>
                  <a:pt x="1360877" y="42868"/>
                </a:lnTo>
                <a:lnTo>
                  <a:pt x="1359989" y="43155"/>
                </a:lnTo>
                <a:lnTo>
                  <a:pt x="1359119" y="43461"/>
                </a:lnTo>
                <a:lnTo>
                  <a:pt x="1358267" y="43785"/>
                </a:lnTo>
                <a:lnTo>
                  <a:pt x="1357433" y="44127"/>
                </a:lnTo>
                <a:lnTo>
                  <a:pt x="1356618" y="44488"/>
                </a:lnTo>
                <a:lnTo>
                  <a:pt x="1355820" y="44868"/>
                </a:lnTo>
                <a:lnTo>
                  <a:pt x="1355042" y="45266"/>
                </a:lnTo>
                <a:lnTo>
                  <a:pt x="1354281" y="45682"/>
                </a:lnTo>
                <a:lnTo>
                  <a:pt x="1353539" y="46117"/>
                </a:lnTo>
                <a:lnTo>
                  <a:pt x="1352812" y="46564"/>
                </a:lnTo>
                <a:lnTo>
                  <a:pt x="1352097" y="47017"/>
                </a:lnTo>
                <a:lnTo>
                  <a:pt x="1351394" y="47475"/>
                </a:lnTo>
                <a:lnTo>
                  <a:pt x="1350702" y="47939"/>
                </a:lnTo>
                <a:lnTo>
                  <a:pt x="1350023" y="48408"/>
                </a:lnTo>
                <a:lnTo>
                  <a:pt x="1349355" y="48883"/>
                </a:lnTo>
                <a:lnTo>
                  <a:pt x="1348699" y="49363"/>
                </a:lnTo>
                <a:lnTo>
                  <a:pt x="1348055" y="49849"/>
                </a:lnTo>
                <a:lnTo>
                  <a:pt x="1347423" y="50340"/>
                </a:lnTo>
                <a:lnTo>
                  <a:pt x="1346802" y="50837"/>
                </a:lnTo>
                <a:lnTo>
                  <a:pt x="1346193" y="51340"/>
                </a:lnTo>
                <a:lnTo>
                  <a:pt x="1345597" y="51848"/>
                </a:lnTo>
                <a:lnTo>
                  <a:pt x="1345012" y="52361"/>
                </a:lnTo>
                <a:lnTo>
                  <a:pt x="1344439" y="52880"/>
                </a:lnTo>
                <a:lnTo>
                  <a:pt x="1343877" y="53405"/>
                </a:lnTo>
                <a:lnTo>
                  <a:pt x="1343328" y="53935"/>
                </a:lnTo>
                <a:lnTo>
                  <a:pt x="1342790" y="54470"/>
                </a:lnTo>
                <a:lnTo>
                  <a:pt x="1342264" y="55012"/>
                </a:lnTo>
                <a:lnTo>
                  <a:pt x="1341750" y="55558"/>
                </a:lnTo>
                <a:lnTo>
                  <a:pt x="1341248" y="56111"/>
                </a:lnTo>
                <a:lnTo>
                  <a:pt x="1340758" y="56668"/>
                </a:lnTo>
                <a:lnTo>
                  <a:pt x="1340279" y="57232"/>
                </a:lnTo>
                <a:lnTo>
                  <a:pt x="1339813" y="57801"/>
                </a:lnTo>
                <a:lnTo>
                  <a:pt x="1339358" y="58375"/>
                </a:lnTo>
                <a:lnTo>
                  <a:pt x="1338808" y="42435"/>
                </a:lnTo>
                <a:lnTo>
                  <a:pt x="1310775" y="42435"/>
                </a:lnTo>
                <a:lnTo>
                  <a:pt x="1310775" y="151049"/>
                </a:lnTo>
                <a:lnTo>
                  <a:pt x="1339908" y="151049"/>
                </a:lnTo>
                <a:lnTo>
                  <a:pt x="1339908" y="78287"/>
                </a:lnTo>
                <a:lnTo>
                  <a:pt x="1340295" y="77796"/>
                </a:lnTo>
                <a:lnTo>
                  <a:pt x="1340688" y="77312"/>
                </a:lnTo>
                <a:lnTo>
                  <a:pt x="1341087" y="76834"/>
                </a:lnTo>
                <a:close/>
                <a:moveTo>
                  <a:pt x="1120933" y="151049"/>
                </a:moveTo>
                <a:lnTo>
                  <a:pt x="1150065" y="151049"/>
                </a:lnTo>
                <a:lnTo>
                  <a:pt x="1150065" y="42435"/>
                </a:lnTo>
                <a:lnTo>
                  <a:pt x="1120933" y="42435"/>
                </a:lnTo>
                <a:lnTo>
                  <a:pt x="1120933" y="151049"/>
                </a:lnTo>
                <a:close/>
                <a:moveTo>
                  <a:pt x="643273" y="152912"/>
                </a:moveTo>
                <a:lnTo>
                  <a:pt x="644434" y="152847"/>
                </a:lnTo>
                <a:lnTo>
                  <a:pt x="645582" y="152767"/>
                </a:lnTo>
                <a:lnTo>
                  <a:pt x="646717" y="152673"/>
                </a:lnTo>
                <a:lnTo>
                  <a:pt x="647840" y="152564"/>
                </a:lnTo>
                <a:lnTo>
                  <a:pt x="648950" y="152441"/>
                </a:lnTo>
                <a:lnTo>
                  <a:pt x="650046" y="152303"/>
                </a:lnTo>
                <a:lnTo>
                  <a:pt x="651131" y="152150"/>
                </a:lnTo>
                <a:lnTo>
                  <a:pt x="652202" y="151984"/>
                </a:lnTo>
                <a:lnTo>
                  <a:pt x="653261" y="151802"/>
                </a:lnTo>
                <a:lnTo>
                  <a:pt x="654306" y="151607"/>
                </a:lnTo>
                <a:lnTo>
                  <a:pt x="655339" y="151396"/>
                </a:lnTo>
                <a:lnTo>
                  <a:pt x="656360" y="151171"/>
                </a:lnTo>
                <a:lnTo>
                  <a:pt x="657367" y="150932"/>
                </a:lnTo>
                <a:lnTo>
                  <a:pt x="658362" y="150678"/>
                </a:lnTo>
                <a:lnTo>
                  <a:pt x="659344" y="150410"/>
                </a:lnTo>
                <a:lnTo>
                  <a:pt x="660313" y="150127"/>
                </a:lnTo>
                <a:lnTo>
                  <a:pt x="661269" y="149830"/>
                </a:lnTo>
                <a:lnTo>
                  <a:pt x="662212" y="149518"/>
                </a:lnTo>
                <a:lnTo>
                  <a:pt x="663143" y="149191"/>
                </a:lnTo>
                <a:lnTo>
                  <a:pt x="664061" y="148851"/>
                </a:lnTo>
                <a:lnTo>
                  <a:pt x="664965" y="148495"/>
                </a:lnTo>
                <a:lnTo>
                  <a:pt x="665852" y="148125"/>
                </a:lnTo>
                <a:lnTo>
                  <a:pt x="666724" y="147739"/>
                </a:lnTo>
                <a:lnTo>
                  <a:pt x="667579" y="147339"/>
                </a:lnTo>
                <a:lnTo>
                  <a:pt x="668418" y="146924"/>
                </a:lnTo>
                <a:lnTo>
                  <a:pt x="669242" y="146494"/>
                </a:lnTo>
                <a:lnTo>
                  <a:pt x="670049" y="146049"/>
                </a:lnTo>
                <a:lnTo>
                  <a:pt x="670840" y="145589"/>
                </a:lnTo>
                <a:lnTo>
                  <a:pt x="671616" y="145115"/>
                </a:lnTo>
                <a:lnTo>
                  <a:pt x="672375" y="144625"/>
                </a:lnTo>
                <a:lnTo>
                  <a:pt x="673118" y="144121"/>
                </a:lnTo>
                <a:lnTo>
                  <a:pt x="673845" y="143601"/>
                </a:lnTo>
                <a:lnTo>
                  <a:pt x="674556" y="143067"/>
                </a:lnTo>
                <a:lnTo>
                  <a:pt x="675251" y="142518"/>
                </a:lnTo>
                <a:lnTo>
                  <a:pt x="675931" y="141954"/>
                </a:lnTo>
                <a:lnTo>
                  <a:pt x="676594" y="141375"/>
                </a:lnTo>
                <a:lnTo>
                  <a:pt x="677241" y="140781"/>
                </a:lnTo>
                <a:lnTo>
                  <a:pt x="677872" y="140173"/>
                </a:lnTo>
                <a:lnTo>
                  <a:pt x="678487" y="139549"/>
                </a:lnTo>
                <a:lnTo>
                  <a:pt x="679085" y="138911"/>
                </a:lnTo>
                <a:lnTo>
                  <a:pt x="679668" y="138257"/>
                </a:lnTo>
                <a:lnTo>
                  <a:pt x="680235" y="137589"/>
                </a:lnTo>
                <a:lnTo>
                  <a:pt x="680786" y="136906"/>
                </a:lnTo>
                <a:lnTo>
                  <a:pt x="681321" y="136208"/>
                </a:lnTo>
                <a:lnTo>
                  <a:pt x="681838" y="135495"/>
                </a:lnTo>
                <a:lnTo>
                  <a:pt x="682334" y="134768"/>
                </a:lnTo>
                <a:lnTo>
                  <a:pt x="682811" y="134026"/>
                </a:lnTo>
                <a:lnTo>
                  <a:pt x="683268" y="133269"/>
                </a:lnTo>
                <a:lnTo>
                  <a:pt x="683704" y="132497"/>
                </a:lnTo>
                <a:lnTo>
                  <a:pt x="684121" y="131711"/>
                </a:lnTo>
                <a:lnTo>
                  <a:pt x="684517" y="130910"/>
                </a:lnTo>
                <a:lnTo>
                  <a:pt x="684894" y="130095"/>
                </a:lnTo>
                <a:lnTo>
                  <a:pt x="685250" y="129264"/>
                </a:lnTo>
                <a:lnTo>
                  <a:pt x="685586" y="128419"/>
                </a:lnTo>
                <a:lnTo>
                  <a:pt x="685903" y="127560"/>
                </a:lnTo>
                <a:lnTo>
                  <a:pt x="686199" y="126685"/>
                </a:lnTo>
                <a:lnTo>
                  <a:pt x="686475" y="125796"/>
                </a:lnTo>
                <a:lnTo>
                  <a:pt x="686732" y="124892"/>
                </a:lnTo>
                <a:lnTo>
                  <a:pt x="686968" y="123974"/>
                </a:lnTo>
                <a:lnTo>
                  <a:pt x="687184" y="123041"/>
                </a:lnTo>
                <a:lnTo>
                  <a:pt x="687380" y="122093"/>
                </a:lnTo>
                <a:lnTo>
                  <a:pt x="687556" y="121130"/>
                </a:lnTo>
                <a:lnTo>
                  <a:pt x="687712" y="120153"/>
                </a:lnTo>
                <a:lnTo>
                  <a:pt x="687848" y="119161"/>
                </a:lnTo>
                <a:lnTo>
                  <a:pt x="687964" y="118154"/>
                </a:lnTo>
                <a:lnTo>
                  <a:pt x="688060" y="117133"/>
                </a:lnTo>
                <a:lnTo>
                  <a:pt x="688136" y="116097"/>
                </a:lnTo>
                <a:lnTo>
                  <a:pt x="688192" y="115046"/>
                </a:lnTo>
                <a:lnTo>
                  <a:pt x="659499" y="115046"/>
                </a:lnTo>
                <a:lnTo>
                  <a:pt x="659480" y="115737"/>
                </a:lnTo>
                <a:lnTo>
                  <a:pt x="659442" y="116414"/>
                </a:lnTo>
                <a:lnTo>
                  <a:pt x="659384" y="117077"/>
                </a:lnTo>
                <a:lnTo>
                  <a:pt x="659306" y="117725"/>
                </a:lnTo>
                <a:lnTo>
                  <a:pt x="659210" y="118359"/>
                </a:lnTo>
                <a:lnTo>
                  <a:pt x="659093" y="118979"/>
                </a:lnTo>
                <a:lnTo>
                  <a:pt x="658958" y="119584"/>
                </a:lnTo>
                <a:lnTo>
                  <a:pt x="658803" y="120175"/>
                </a:lnTo>
                <a:lnTo>
                  <a:pt x="658628" y="120751"/>
                </a:lnTo>
                <a:lnTo>
                  <a:pt x="658434" y="121313"/>
                </a:lnTo>
                <a:lnTo>
                  <a:pt x="658220" y="121861"/>
                </a:lnTo>
                <a:lnTo>
                  <a:pt x="657987" y="122394"/>
                </a:lnTo>
                <a:lnTo>
                  <a:pt x="657735" y="122913"/>
                </a:lnTo>
                <a:lnTo>
                  <a:pt x="657463" y="123418"/>
                </a:lnTo>
                <a:lnTo>
                  <a:pt x="657171" y="123908"/>
                </a:lnTo>
                <a:lnTo>
                  <a:pt x="656860" y="124384"/>
                </a:lnTo>
                <a:lnTo>
                  <a:pt x="656530" y="124846"/>
                </a:lnTo>
                <a:lnTo>
                  <a:pt x="656180" y="125293"/>
                </a:lnTo>
                <a:lnTo>
                  <a:pt x="655811" y="125726"/>
                </a:lnTo>
                <a:lnTo>
                  <a:pt x="655422" y="126144"/>
                </a:lnTo>
                <a:lnTo>
                  <a:pt x="655014" y="126548"/>
                </a:lnTo>
                <a:lnTo>
                  <a:pt x="654586" y="126938"/>
                </a:lnTo>
                <a:lnTo>
                  <a:pt x="654139" y="127314"/>
                </a:lnTo>
                <a:lnTo>
                  <a:pt x="653672" y="127675"/>
                </a:lnTo>
                <a:lnTo>
                  <a:pt x="653190" y="128021"/>
                </a:lnTo>
                <a:lnTo>
                  <a:pt x="652694" y="128353"/>
                </a:lnTo>
                <a:lnTo>
                  <a:pt x="652185" y="128670"/>
                </a:lnTo>
                <a:lnTo>
                  <a:pt x="651663" y="128972"/>
                </a:lnTo>
                <a:lnTo>
                  <a:pt x="651128" y="129259"/>
                </a:lnTo>
                <a:lnTo>
                  <a:pt x="650580" y="129532"/>
                </a:lnTo>
                <a:lnTo>
                  <a:pt x="650020" y="129790"/>
                </a:lnTo>
                <a:lnTo>
                  <a:pt x="649446" y="130034"/>
                </a:lnTo>
                <a:lnTo>
                  <a:pt x="648859" y="130262"/>
                </a:lnTo>
                <a:lnTo>
                  <a:pt x="648260" y="130476"/>
                </a:lnTo>
                <a:lnTo>
                  <a:pt x="647647" y="130675"/>
                </a:lnTo>
                <a:lnTo>
                  <a:pt x="647021" y="130859"/>
                </a:lnTo>
                <a:lnTo>
                  <a:pt x="646383" y="131029"/>
                </a:lnTo>
                <a:lnTo>
                  <a:pt x="645731" y="131184"/>
                </a:lnTo>
                <a:lnTo>
                  <a:pt x="645067" y="131324"/>
                </a:lnTo>
                <a:lnTo>
                  <a:pt x="644389" y="131449"/>
                </a:lnTo>
                <a:lnTo>
                  <a:pt x="643699" y="131560"/>
                </a:lnTo>
                <a:lnTo>
                  <a:pt x="642995" y="131655"/>
                </a:lnTo>
                <a:lnTo>
                  <a:pt x="642279" y="131736"/>
                </a:lnTo>
                <a:lnTo>
                  <a:pt x="641549" y="131803"/>
                </a:lnTo>
                <a:lnTo>
                  <a:pt x="640807" y="131854"/>
                </a:lnTo>
                <a:lnTo>
                  <a:pt x="640051" y="131891"/>
                </a:lnTo>
                <a:lnTo>
                  <a:pt x="639283" y="131913"/>
                </a:lnTo>
                <a:lnTo>
                  <a:pt x="638501" y="131921"/>
                </a:lnTo>
                <a:lnTo>
                  <a:pt x="637747" y="131914"/>
                </a:lnTo>
                <a:lnTo>
                  <a:pt x="637005" y="131892"/>
                </a:lnTo>
                <a:lnTo>
                  <a:pt x="636275" y="131857"/>
                </a:lnTo>
                <a:lnTo>
                  <a:pt x="635558" y="131807"/>
                </a:lnTo>
                <a:lnTo>
                  <a:pt x="634852" y="131743"/>
                </a:lnTo>
                <a:lnTo>
                  <a:pt x="634159" y="131664"/>
                </a:lnTo>
                <a:lnTo>
                  <a:pt x="633478" y="131572"/>
                </a:lnTo>
                <a:lnTo>
                  <a:pt x="632809" y="131465"/>
                </a:lnTo>
                <a:lnTo>
                  <a:pt x="632153" y="131344"/>
                </a:lnTo>
                <a:lnTo>
                  <a:pt x="631508" y="131209"/>
                </a:lnTo>
                <a:lnTo>
                  <a:pt x="630876" y="131059"/>
                </a:lnTo>
                <a:lnTo>
                  <a:pt x="630256" y="130895"/>
                </a:lnTo>
                <a:lnTo>
                  <a:pt x="629649" y="130717"/>
                </a:lnTo>
                <a:lnTo>
                  <a:pt x="629053" y="130525"/>
                </a:lnTo>
                <a:lnTo>
                  <a:pt x="628470" y="130318"/>
                </a:lnTo>
                <a:lnTo>
                  <a:pt x="627899" y="130098"/>
                </a:lnTo>
                <a:lnTo>
                  <a:pt x="627340" y="129863"/>
                </a:lnTo>
                <a:lnTo>
                  <a:pt x="626794" y="129613"/>
                </a:lnTo>
                <a:lnTo>
                  <a:pt x="626259" y="129350"/>
                </a:lnTo>
                <a:lnTo>
                  <a:pt x="625737" y="129072"/>
                </a:lnTo>
                <a:lnTo>
                  <a:pt x="625227" y="128780"/>
                </a:lnTo>
                <a:lnTo>
                  <a:pt x="624729" y="128474"/>
                </a:lnTo>
                <a:lnTo>
                  <a:pt x="624244" y="128154"/>
                </a:lnTo>
                <a:lnTo>
                  <a:pt x="623770" y="127819"/>
                </a:lnTo>
                <a:lnTo>
                  <a:pt x="623308" y="127472"/>
                </a:lnTo>
                <a:lnTo>
                  <a:pt x="622857" y="127116"/>
                </a:lnTo>
                <a:lnTo>
                  <a:pt x="622416" y="126751"/>
                </a:lnTo>
                <a:lnTo>
                  <a:pt x="621985" y="126377"/>
                </a:lnTo>
                <a:lnTo>
                  <a:pt x="621565" y="125994"/>
                </a:lnTo>
                <a:lnTo>
                  <a:pt x="621156" y="125601"/>
                </a:lnTo>
                <a:lnTo>
                  <a:pt x="620757" y="125199"/>
                </a:lnTo>
                <a:lnTo>
                  <a:pt x="620368" y="124788"/>
                </a:lnTo>
                <a:lnTo>
                  <a:pt x="619991" y="124368"/>
                </a:lnTo>
                <a:lnTo>
                  <a:pt x="619623" y="123939"/>
                </a:lnTo>
                <a:lnTo>
                  <a:pt x="619266" y="123501"/>
                </a:lnTo>
                <a:lnTo>
                  <a:pt x="618920" y="123053"/>
                </a:lnTo>
                <a:lnTo>
                  <a:pt x="618584" y="122596"/>
                </a:lnTo>
                <a:lnTo>
                  <a:pt x="618258" y="122130"/>
                </a:lnTo>
                <a:lnTo>
                  <a:pt x="617943" y="121655"/>
                </a:lnTo>
                <a:lnTo>
                  <a:pt x="617638" y="121171"/>
                </a:lnTo>
                <a:lnTo>
                  <a:pt x="617344" y="120677"/>
                </a:lnTo>
                <a:lnTo>
                  <a:pt x="617061" y="120175"/>
                </a:lnTo>
                <a:lnTo>
                  <a:pt x="616788" y="119663"/>
                </a:lnTo>
                <a:lnTo>
                  <a:pt x="616525" y="119142"/>
                </a:lnTo>
                <a:lnTo>
                  <a:pt x="616273" y="118612"/>
                </a:lnTo>
                <a:lnTo>
                  <a:pt x="616032" y="118072"/>
                </a:lnTo>
                <a:lnTo>
                  <a:pt x="615801" y="117524"/>
                </a:lnTo>
                <a:lnTo>
                  <a:pt x="615580" y="116966"/>
                </a:lnTo>
                <a:lnTo>
                  <a:pt x="615369" y="116402"/>
                </a:lnTo>
                <a:lnTo>
                  <a:pt x="615166" y="115835"/>
                </a:lnTo>
                <a:lnTo>
                  <a:pt x="614971" y="115264"/>
                </a:lnTo>
                <a:lnTo>
                  <a:pt x="614785" y="114689"/>
                </a:lnTo>
                <a:lnTo>
                  <a:pt x="614606" y="114111"/>
                </a:lnTo>
                <a:lnTo>
                  <a:pt x="614436" y="113529"/>
                </a:lnTo>
                <a:lnTo>
                  <a:pt x="614274" y="112944"/>
                </a:lnTo>
                <a:lnTo>
                  <a:pt x="614121" y="112356"/>
                </a:lnTo>
                <a:lnTo>
                  <a:pt x="613975" y="111763"/>
                </a:lnTo>
                <a:lnTo>
                  <a:pt x="613838" y="111168"/>
                </a:lnTo>
                <a:lnTo>
                  <a:pt x="613709" y="110568"/>
                </a:lnTo>
                <a:lnTo>
                  <a:pt x="613588" y="109966"/>
                </a:lnTo>
                <a:lnTo>
                  <a:pt x="613475" y="109359"/>
                </a:lnTo>
                <a:lnTo>
                  <a:pt x="613371" y="108750"/>
                </a:lnTo>
                <a:lnTo>
                  <a:pt x="613274" y="108136"/>
                </a:lnTo>
                <a:lnTo>
                  <a:pt x="613186" y="107520"/>
                </a:lnTo>
                <a:lnTo>
                  <a:pt x="613106" y="106899"/>
                </a:lnTo>
                <a:lnTo>
                  <a:pt x="613035" y="106275"/>
                </a:lnTo>
                <a:lnTo>
                  <a:pt x="612971" y="105648"/>
                </a:lnTo>
                <a:lnTo>
                  <a:pt x="612916" y="105017"/>
                </a:lnTo>
                <a:lnTo>
                  <a:pt x="612869" y="104383"/>
                </a:lnTo>
                <a:lnTo>
                  <a:pt x="612830" y="103745"/>
                </a:lnTo>
                <a:lnTo>
                  <a:pt x="612799" y="103103"/>
                </a:lnTo>
                <a:lnTo>
                  <a:pt x="612777" y="102458"/>
                </a:lnTo>
                <a:lnTo>
                  <a:pt x="688082" y="102458"/>
                </a:lnTo>
                <a:lnTo>
                  <a:pt x="688100" y="102355"/>
                </a:lnTo>
                <a:lnTo>
                  <a:pt x="688118" y="102247"/>
                </a:lnTo>
                <a:lnTo>
                  <a:pt x="688135" y="102136"/>
                </a:lnTo>
                <a:lnTo>
                  <a:pt x="688152" y="102021"/>
                </a:lnTo>
                <a:lnTo>
                  <a:pt x="688169" y="101903"/>
                </a:lnTo>
                <a:lnTo>
                  <a:pt x="688185" y="101781"/>
                </a:lnTo>
                <a:lnTo>
                  <a:pt x="688201" y="101655"/>
                </a:lnTo>
                <a:lnTo>
                  <a:pt x="688216" y="101526"/>
                </a:lnTo>
                <a:lnTo>
                  <a:pt x="688231" y="101393"/>
                </a:lnTo>
                <a:lnTo>
                  <a:pt x="688246" y="101256"/>
                </a:lnTo>
                <a:lnTo>
                  <a:pt x="688260" y="101116"/>
                </a:lnTo>
                <a:lnTo>
                  <a:pt x="688274" y="100972"/>
                </a:lnTo>
                <a:lnTo>
                  <a:pt x="688288" y="100824"/>
                </a:lnTo>
                <a:lnTo>
                  <a:pt x="688301" y="100673"/>
                </a:lnTo>
                <a:lnTo>
                  <a:pt x="688314" y="100518"/>
                </a:lnTo>
                <a:lnTo>
                  <a:pt x="688326" y="100359"/>
                </a:lnTo>
                <a:lnTo>
                  <a:pt x="688338" y="100197"/>
                </a:lnTo>
                <a:lnTo>
                  <a:pt x="688350" y="100031"/>
                </a:lnTo>
                <a:lnTo>
                  <a:pt x="688361" y="99861"/>
                </a:lnTo>
                <a:lnTo>
                  <a:pt x="688372" y="99688"/>
                </a:lnTo>
                <a:lnTo>
                  <a:pt x="688382" y="99511"/>
                </a:lnTo>
                <a:lnTo>
                  <a:pt x="688392" y="99330"/>
                </a:lnTo>
                <a:lnTo>
                  <a:pt x="688402" y="99146"/>
                </a:lnTo>
                <a:lnTo>
                  <a:pt x="688411" y="98958"/>
                </a:lnTo>
                <a:lnTo>
                  <a:pt x="688420" y="98770"/>
                </a:lnTo>
                <a:lnTo>
                  <a:pt x="688429" y="98585"/>
                </a:lnTo>
                <a:lnTo>
                  <a:pt x="688437" y="98403"/>
                </a:lnTo>
                <a:lnTo>
                  <a:pt x="688445" y="98225"/>
                </a:lnTo>
                <a:lnTo>
                  <a:pt x="688453" y="98050"/>
                </a:lnTo>
                <a:lnTo>
                  <a:pt x="688460" y="97878"/>
                </a:lnTo>
                <a:lnTo>
                  <a:pt x="688466" y="97709"/>
                </a:lnTo>
                <a:lnTo>
                  <a:pt x="688473" y="97544"/>
                </a:lnTo>
                <a:lnTo>
                  <a:pt x="688478" y="97382"/>
                </a:lnTo>
                <a:lnTo>
                  <a:pt x="688484" y="97224"/>
                </a:lnTo>
                <a:lnTo>
                  <a:pt x="688489" y="97068"/>
                </a:lnTo>
                <a:lnTo>
                  <a:pt x="688494" y="96916"/>
                </a:lnTo>
                <a:lnTo>
                  <a:pt x="688498" y="96767"/>
                </a:lnTo>
                <a:lnTo>
                  <a:pt x="688502" y="96622"/>
                </a:lnTo>
                <a:lnTo>
                  <a:pt x="688506" y="96480"/>
                </a:lnTo>
                <a:lnTo>
                  <a:pt x="688509" y="96341"/>
                </a:lnTo>
                <a:lnTo>
                  <a:pt x="688512" y="96205"/>
                </a:lnTo>
                <a:lnTo>
                  <a:pt x="688515" y="96073"/>
                </a:lnTo>
                <a:lnTo>
                  <a:pt x="688517" y="95943"/>
                </a:lnTo>
                <a:lnTo>
                  <a:pt x="688518" y="95818"/>
                </a:lnTo>
                <a:lnTo>
                  <a:pt x="688520" y="95695"/>
                </a:lnTo>
                <a:lnTo>
                  <a:pt x="688521" y="95576"/>
                </a:lnTo>
                <a:lnTo>
                  <a:pt x="688521" y="95460"/>
                </a:lnTo>
                <a:lnTo>
                  <a:pt x="688521" y="95347"/>
                </a:lnTo>
                <a:lnTo>
                  <a:pt x="688497" y="93183"/>
                </a:lnTo>
                <a:lnTo>
                  <a:pt x="688425" y="91060"/>
                </a:lnTo>
                <a:lnTo>
                  <a:pt x="688304" y="88979"/>
                </a:lnTo>
                <a:lnTo>
                  <a:pt x="688135" y="86940"/>
                </a:lnTo>
                <a:lnTo>
                  <a:pt x="687918" y="84943"/>
                </a:lnTo>
                <a:lnTo>
                  <a:pt x="687652" y="82988"/>
                </a:lnTo>
                <a:lnTo>
                  <a:pt x="687338" y="81074"/>
                </a:lnTo>
                <a:lnTo>
                  <a:pt x="686976" y="79203"/>
                </a:lnTo>
                <a:lnTo>
                  <a:pt x="686566" y="77373"/>
                </a:lnTo>
                <a:lnTo>
                  <a:pt x="686107" y="75585"/>
                </a:lnTo>
                <a:lnTo>
                  <a:pt x="685600" y="73840"/>
                </a:lnTo>
                <a:lnTo>
                  <a:pt x="685045" y="72136"/>
                </a:lnTo>
                <a:lnTo>
                  <a:pt x="684441" y="70473"/>
                </a:lnTo>
                <a:lnTo>
                  <a:pt x="683789" y="68853"/>
                </a:lnTo>
                <a:lnTo>
                  <a:pt x="683089" y="67275"/>
                </a:lnTo>
                <a:lnTo>
                  <a:pt x="682341" y="65738"/>
                </a:lnTo>
                <a:lnTo>
                  <a:pt x="681544" y="64244"/>
                </a:lnTo>
                <a:lnTo>
                  <a:pt x="680699" y="62791"/>
                </a:lnTo>
                <a:lnTo>
                  <a:pt x="679806" y="61380"/>
                </a:lnTo>
                <a:lnTo>
                  <a:pt x="678864" y="60011"/>
                </a:lnTo>
                <a:lnTo>
                  <a:pt x="677874" y="58684"/>
                </a:lnTo>
                <a:lnTo>
                  <a:pt x="676836" y="57398"/>
                </a:lnTo>
                <a:lnTo>
                  <a:pt x="675750" y="56155"/>
                </a:lnTo>
                <a:lnTo>
                  <a:pt x="674615" y="54953"/>
                </a:lnTo>
                <a:lnTo>
                  <a:pt x="673438" y="53797"/>
                </a:lnTo>
                <a:lnTo>
                  <a:pt x="672227" y="52690"/>
                </a:lnTo>
                <a:lnTo>
                  <a:pt x="670981" y="51633"/>
                </a:lnTo>
                <a:lnTo>
                  <a:pt x="669700" y="50624"/>
                </a:lnTo>
                <a:lnTo>
                  <a:pt x="668384" y="49665"/>
                </a:lnTo>
                <a:lnTo>
                  <a:pt x="667033" y="48755"/>
                </a:lnTo>
                <a:lnTo>
                  <a:pt x="665647" y="47894"/>
                </a:lnTo>
                <a:lnTo>
                  <a:pt x="664226" y="47082"/>
                </a:lnTo>
                <a:lnTo>
                  <a:pt x="662770" y="46320"/>
                </a:lnTo>
                <a:lnTo>
                  <a:pt x="661280" y="45606"/>
                </a:lnTo>
                <a:lnTo>
                  <a:pt x="659754" y="44942"/>
                </a:lnTo>
                <a:lnTo>
                  <a:pt x="658193" y="44327"/>
                </a:lnTo>
                <a:lnTo>
                  <a:pt x="656598" y="43762"/>
                </a:lnTo>
                <a:lnTo>
                  <a:pt x="654968" y="43245"/>
                </a:lnTo>
                <a:lnTo>
                  <a:pt x="653302" y="42778"/>
                </a:lnTo>
                <a:lnTo>
                  <a:pt x="651602" y="42360"/>
                </a:lnTo>
                <a:lnTo>
                  <a:pt x="649867" y="41991"/>
                </a:lnTo>
                <a:lnTo>
                  <a:pt x="648097" y="41671"/>
                </a:lnTo>
                <a:lnTo>
                  <a:pt x="646292" y="41400"/>
                </a:lnTo>
                <a:lnTo>
                  <a:pt x="644452" y="41179"/>
                </a:lnTo>
                <a:lnTo>
                  <a:pt x="642577" y="41007"/>
                </a:lnTo>
                <a:lnTo>
                  <a:pt x="640667" y="40884"/>
                </a:lnTo>
                <a:lnTo>
                  <a:pt x="638722" y="40810"/>
                </a:lnTo>
                <a:lnTo>
                  <a:pt x="636743" y="40785"/>
                </a:lnTo>
                <a:lnTo>
                  <a:pt x="635314" y="40797"/>
                </a:lnTo>
                <a:lnTo>
                  <a:pt x="633904" y="40832"/>
                </a:lnTo>
                <a:lnTo>
                  <a:pt x="632513" y="40891"/>
                </a:lnTo>
                <a:lnTo>
                  <a:pt x="631140" y="40972"/>
                </a:lnTo>
                <a:lnTo>
                  <a:pt x="629787" y="41078"/>
                </a:lnTo>
                <a:lnTo>
                  <a:pt x="628453" y="41206"/>
                </a:lnTo>
                <a:lnTo>
                  <a:pt x="627137" y="41358"/>
                </a:lnTo>
                <a:lnTo>
                  <a:pt x="625841" y="41533"/>
                </a:lnTo>
                <a:lnTo>
                  <a:pt x="624563" y="41732"/>
                </a:lnTo>
                <a:lnTo>
                  <a:pt x="623304" y="41954"/>
                </a:lnTo>
                <a:lnTo>
                  <a:pt x="622064" y="42199"/>
                </a:lnTo>
                <a:lnTo>
                  <a:pt x="620843" y="42468"/>
                </a:lnTo>
                <a:lnTo>
                  <a:pt x="619641" y="42760"/>
                </a:lnTo>
                <a:lnTo>
                  <a:pt x="618458" y="43076"/>
                </a:lnTo>
                <a:lnTo>
                  <a:pt x="617294" y="43414"/>
                </a:lnTo>
                <a:lnTo>
                  <a:pt x="616148" y="43777"/>
                </a:lnTo>
                <a:lnTo>
                  <a:pt x="615022" y="44162"/>
                </a:lnTo>
                <a:lnTo>
                  <a:pt x="613914" y="44571"/>
                </a:lnTo>
                <a:lnTo>
                  <a:pt x="612825" y="45003"/>
                </a:lnTo>
                <a:lnTo>
                  <a:pt x="611755" y="45459"/>
                </a:lnTo>
                <a:lnTo>
                  <a:pt x="610705" y="45938"/>
                </a:lnTo>
                <a:lnTo>
                  <a:pt x="609672" y="46441"/>
                </a:lnTo>
                <a:lnTo>
                  <a:pt x="608659" y="46966"/>
                </a:lnTo>
                <a:lnTo>
                  <a:pt x="607665" y="47516"/>
                </a:lnTo>
                <a:lnTo>
                  <a:pt x="606690" y="48086"/>
                </a:lnTo>
                <a:lnTo>
                  <a:pt x="605735" y="48677"/>
                </a:lnTo>
                <a:lnTo>
                  <a:pt x="604800" y="49288"/>
                </a:lnTo>
                <a:lnTo>
                  <a:pt x="603885" y="49918"/>
                </a:lnTo>
                <a:lnTo>
                  <a:pt x="602989" y="50568"/>
                </a:lnTo>
                <a:lnTo>
                  <a:pt x="602113" y="51239"/>
                </a:lnTo>
                <a:lnTo>
                  <a:pt x="601258" y="51929"/>
                </a:lnTo>
                <a:lnTo>
                  <a:pt x="600422" y="52639"/>
                </a:lnTo>
                <a:lnTo>
                  <a:pt x="599605" y="53369"/>
                </a:lnTo>
                <a:lnTo>
                  <a:pt x="598809" y="54119"/>
                </a:lnTo>
                <a:lnTo>
                  <a:pt x="598033" y="54888"/>
                </a:lnTo>
                <a:lnTo>
                  <a:pt x="597276" y="55678"/>
                </a:lnTo>
                <a:lnTo>
                  <a:pt x="596540" y="56488"/>
                </a:lnTo>
                <a:lnTo>
                  <a:pt x="595823" y="57317"/>
                </a:lnTo>
                <a:lnTo>
                  <a:pt x="595126" y="58166"/>
                </a:lnTo>
                <a:lnTo>
                  <a:pt x="594449" y="59036"/>
                </a:lnTo>
                <a:lnTo>
                  <a:pt x="593791" y="59925"/>
                </a:lnTo>
                <a:lnTo>
                  <a:pt x="593154" y="60834"/>
                </a:lnTo>
                <a:lnTo>
                  <a:pt x="592536" y="61763"/>
                </a:lnTo>
                <a:lnTo>
                  <a:pt x="591938" y="62712"/>
                </a:lnTo>
                <a:lnTo>
                  <a:pt x="591360" y="63680"/>
                </a:lnTo>
                <a:lnTo>
                  <a:pt x="590802" y="64669"/>
                </a:lnTo>
                <a:lnTo>
                  <a:pt x="590264" y="65677"/>
                </a:lnTo>
                <a:lnTo>
                  <a:pt x="589746" y="66706"/>
                </a:lnTo>
                <a:lnTo>
                  <a:pt x="589248" y="67752"/>
                </a:lnTo>
                <a:lnTo>
                  <a:pt x="588771" y="68815"/>
                </a:lnTo>
                <a:lnTo>
                  <a:pt x="588316" y="69895"/>
                </a:lnTo>
                <a:lnTo>
                  <a:pt x="587881" y="70991"/>
                </a:lnTo>
                <a:lnTo>
                  <a:pt x="587468" y="72104"/>
                </a:lnTo>
                <a:lnTo>
                  <a:pt x="587076" y="73233"/>
                </a:lnTo>
                <a:lnTo>
                  <a:pt x="586706" y="74379"/>
                </a:lnTo>
                <a:lnTo>
                  <a:pt x="586356" y="75542"/>
                </a:lnTo>
                <a:lnTo>
                  <a:pt x="586028" y="76721"/>
                </a:lnTo>
                <a:lnTo>
                  <a:pt x="585721" y="77917"/>
                </a:lnTo>
                <a:lnTo>
                  <a:pt x="585435" y="79130"/>
                </a:lnTo>
                <a:lnTo>
                  <a:pt x="585170" y="80359"/>
                </a:lnTo>
                <a:lnTo>
                  <a:pt x="584926" y="81605"/>
                </a:lnTo>
                <a:lnTo>
                  <a:pt x="584704" y="82867"/>
                </a:lnTo>
                <a:lnTo>
                  <a:pt x="584502" y="84146"/>
                </a:lnTo>
                <a:lnTo>
                  <a:pt x="584322" y="85442"/>
                </a:lnTo>
                <a:lnTo>
                  <a:pt x="584163" y="86754"/>
                </a:lnTo>
                <a:lnTo>
                  <a:pt x="584026" y="88083"/>
                </a:lnTo>
                <a:lnTo>
                  <a:pt x="583909" y="89429"/>
                </a:lnTo>
                <a:lnTo>
                  <a:pt x="583814" y="90791"/>
                </a:lnTo>
                <a:lnTo>
                  <a:pt x="583740" y="92169"/>
                </a:lnTo>
                <a:lnTo>
                  <a:pt x="583687" y="93565"/>
                </a:lnTo>
                <a:lnTo>
                  <a:pt x="583655" y="94977"/>
                </a:lnTo>
                <a:lnTo>
                  <a:pt x="583644" y="96405"/>
                </a:lnTo>
                <a:lnTo>
                  <a:pt x="583655" y="97880"/>
                </a:lnTo>
                <a:lnTo>
                  <a:pt x="583688" y="99336"/>
                </a:lnTo>
                <a:lnTo>
                  <a:pt x="583742" y="100775"/>
                </a:lnTo>
                <a:lnTo>
                  <a:pt x="583819" y="102196"/>
                </a:lnTo>
                <a:lnTo>
                  <a:pt x="583916" y="103599"/>
                </a:lnTo>
                <a:lnTo>
                  <a:pt x="584036" y="104985"/>
                </a:lnTo>
                <a:lnTo>
                  <a:pt x="584178" y="106353"/>
                </a:lnTo>
                <a:lnTo>
                  <a:pt x="584341" y="107703"/>
                </a:lnTo>
                <a:lnTo>
                  <a:pt x="584526" y="109035"/>
                </a:lnTo>
                <a:lnTo>
                  <a:pt x="584732" y="110350"/>
                </a:lnTo>
                <a:lnTo>
                  <a:pt x="584961" y="111646"/>
                </a:lnTo>
                <a:lnTo>
                  <a:pt x="585211" y="112925"/>
                </a:lnTo>
                <a:lnTo>
                  <a:pt x="585483" y="114187"/>
                </a:lnTo>
                <a:lnTo>
                  <a:pt x="585777" y="115430"/>
                </a:lnTo>
                <a:lnTo>
                  <a:pt x="586092" y="116656"/>
                </a:lnTo>
                <a:lnTo>
                  <a:pt x="586429" y="117864"/>
                </a:lnTo>
                <a:lnTo>
                  <a:pt x="586788" y="119054"/>
                </a:lnTo>
                <a:lnTo>
                  <a:pt x="587169" y="120226"/>
                </a:lnTo>
                <a:lnTo>
                  <a:pt x="587572" y="121381"/>
                </a:lnTo>
                <a:lnTo>
                  <a:pt x="587996" y="122518"/>
                </a:lnTo>
                <a:lnTo>
                  <a:pt x="588442" y="123637"/>
                </a:lnTo>
                <a:lnTo>
                  <a:pt x="588910" y="124738"/>
                </a:lnTo>
                <a:lnTo>
                  <a:pt x="589399" y="125822"/>
                </a:lnTo>
                <a:lnTo>
                  <a:pt x="589911" y="126888"/>
                </a:lnTo>
                <a:lnTo>
                  <a:pt x="590443" y="127934"/>
                </a:lnTo>
                <a:lnTo>
                  <a:pt x="590996" y="128960"/>
                </a:lnTo>
                <a:lnTo>
                  <a:pt x="591570" y="129965"/>
                </a:lnTo>
                <a:lnTo>
                  <a:pt x="592164" y="130949"/>
                </a:lnTo>
                <a:lnTo>
                  <a:pt x="592779" y="131913"/>
                </a:lnTo>
                <a:lnTo>
                  <a:pt x="593415" y="132856"/>
                </a:lnTo>
                <a:lnTo>
                  <a:pt x="594071" y="133778"/>
                </a:lnTo>
                <a:lnTo>
                  <a:pt x="594748" y="134680"/>
                </a:lnTo>
                <a:lnTo>
                  <a:pt x="595445" y="135561"/>
                </a:lnTo>
                <a:lnTo>
                  <a:pt x="596163" y="136422"/>
                </a:lnTo>
                <a:lnTo>
                  <a:pt x="596902" y="137261"/>
                </a:lnTo>
                <a:lnTo>
                  <a:pt x="597661" y="138080"/>
                </a:lnTo>
                <a:lnTo>
                  <a:pt x="598441" y="138879"/>
                </a:lnTo>
                <a:lnTo>
                  <a:pt x="599241" y="139657"/>
                </a:lnTo>
                <a:lnTo>
                  <a:pt x="600062" y="140414"/>
                </a:lnTo>
                <a:lnTo>
                  <a:pt x="600904" y="141150"/>
                </a:lnTo>
                <a:lnTo>
                  <a:pt x="601766" y="141866"/>
                </a:lnTo>
                <a:lnTo>
                  <a:pt x="602649" y="142561"/>
                </a:lnTo>
                <a:lnTo>
                  <a:pt x="603553" y="143236"/>
                </a:lnTo>
                <a:lnTo>
                  <a:pt x="604477" y="143889"/>
                </a:lnTo>
                <a:lnTo>
                  <a:pt x="605422" y="144523"/>
                </a:lnTo>
                <a:lnTo>
                  <a:pt x="606387" y="145135"/>
                </a:lnTo>
                <a:lnTo>
                  <a:pt x="607373" y="145727"/>
                </a:lnTo>
                <a:lnTo>
                  <a:pt x="608380" y="146298"/>
                </a:lnTo>
                <a:lnTo>
                  <a:pt x="609406" y="146847"/>
                </a:lnTo>
                <a:lnTo>
                  <a:pt x="610453" y="147373"/>
                </a:lnTo>
                <a:lnTo>
                  <a:pt x="611520" y="147875"/>
                </a:lnTo>
                <a:lnTo>
                  <a:pt x="612606" y="148354"/>
                </a:lnTo>
                <a:lnTo>
                  <a:pt x="613712" y="148810"/>
                </a:lnTo>
                <a:lnTo>
                  <a:pt x="614838" y="149242"/>
                </a:lnTo>
                <a:lnTo>
                  <a:pt x="615984" y="149651"/>
                </a:lnTo>
                <a:lnTo>
                  <a:pt x="617150" y="150037"/>
                </a:lnTo>
                <a:lnTo>
                  <a:pt x="618335" y="150399"/>
                </a:lnTo>
                <a:lnTo>
                  <a:pt x="619541" y="150738"/>
                </a:lnTo>
                <a:lnTo>
                  <a:pt x="620766" y="151053"/>
                </a:lnTo>
                <a:lnTo>
                  <a:pt x="622011" y="151346"/>
                </a:lnTo>
                <a:lnTo>
                  <a:pt x="623276" y="151614"/>
                </a:lnTo>
                <a:lnTo>
                  <a:pt x="624561" y="151860"/>
                </a:lnTo>
                <a:lnTo>
                  <a:pt x="625866" y="152082"/>
                </a:lnTo>
                <a:lnTo>
                  <a:pt x="627191" y="152280"/>
                </a:lnTo>
                <a:lnTo>
                  <a:pt x="628535" y="152456"/>
                </a:lnTo>
                <a:lnTo>
                  <a:pt x="629899" y="152607"/>
                </a:lnTo>
                <a:lnTo>
                  <a:pt x="631283" y="152736"/>
                </a:lnTo>
                <a:lnTo>
                  <a:pt x="632687" y="152841"/>
                </a:lnTo>
                <a:lnTo>
                  <a:pt x="634111" y="152923"/>
                </a:lnTo>
                <a:lnTo>
                  <a:pt x="635555" y="152981"/>
                </a:lnTo>
                <a:lnTo>
                  <a:pt x="637018" y="153016"/>
                </a:lnTo>
                <a:lnTo>
                  <a:pt x="638501" y="153028"/>
                </a:lnTo>
                <a:lnTo>
                  <a:pt x="639714" y="153021"/>
                </a:lnTo>
                <a:lnTo>
                  <a:pt x="640913" y="152999"/>
                </a:lnTo>
                <a:lnTo>
                  <a:pt x="642099" y="152963"/>
                </a:lnTo>
                <a:lnTo>
                  <a:pt x="643273" y="152912"/>
                </a:lnTo>
                <a:close/>
                <a:moveTo>
                  <a:pt x="613487" y="80402"/>
                </a:moveTo>
                <a:lnTo>
                  <a:pt x="613632" y="79551"/>
                </a:lnTo>
                <a:lnTo>
                  <a:pt x="613797" y="78719"/>
                </a:lnTo>
                <a:lnTo>
                  <a:pt x="613982" y="77905"/>
                </a:lnTo>
                <a:lnTo>
                  <a:pt x="614188" y="77110"/>
                </a:lnTo>
                <a:lnTo>
                  <a:pt x="614413" y="76333"/>
                </a:lnTo>
                <a:lnTo>
                  <a:pt x="614658" y="75575"/>
                </a:lnTo>
                <a:lnTo>
                  <a:pt x="614924" y="74835"/>
                </a:lnTo>
                <a:lnTo>
                  <a:pt x="615209" y="74114"/>
                </a:lnTo>
                <a:lnTo>
                  <a:pt x="615515" y="73411"/>
                </a:lnTo>
                <a:lnTo>
                  <a:pt x="615840" y="72726"/>
                </a:lnTo>
                <a:lnTo>
                  <a:pt x="616186" y="72060"/>
                </a:lnTo>
                <a:lnTo>
                  <a:pt x="616551" y="71413"/>
                </a:lnTo>
                <a:lnTo>
                  <a:pt x="616937" y="70784"/>
                </a:lnTo>
                <a:lnTo>
                  <a:pt x="617343" y="70173"/>
                </a:lnTo>
                <a:lnTo>
                  <a:pt x="617768" y="69581"/>
                </a:lnTo>
                <a:lnTo>
                  <a:pt x="618214" y="69008"/>
                </a:lnTo>
                <a:lnTo>
                  <a:pt x="618680" y="68453"/>
                </a:lnTo>
                <a:lnTo>
                  <a:pt x="619166" y="67916"/>
                </a:lnTo>
                <a:lnTo>
                  <a:pt x="619672" y="67398"/>
                </a:lnTo>
                <a:lnTo>
                  <a:pt x="620197" y="66898"/>
                </a:lnTo>
                <a:lnTo>
                  <a:pt x="620740" y="66418"/>
                </a:lnTo>
                <a:lnTo>
                  <a:pt x="621295" y="65958"/>
                </a:lnTo>
                <a:lnTo>
                  <a:pt x="621863" y="65519"/>
                </a:lnTo>
                <a:lnTo>
                  <a:pt x="622443" y="65100"/>
                </a:lnTo>
                <a:lnTo>
                  <a:pt x="623037" y="64702"/>
                </a:lnTo>
                <a:lnTo>
                  <a:pt x="623643" y="64324"/>
                </a:lnTo>
                <a:lnTo>
                  <a:pt x="624262" y="63966"/>
                </a:lnTo>
                <a:lnTo>
                  <a:pt x="624894" y="63629"/>
                </a:lnTo>
                <a:lnTo>
                  <a:pt x="625539" y="63312"/>
                </a:lnTo>
                <a:lnTo>
                  <a:pt x="626196" y="63016"/>
                </a:lnTo>
                <a:lnTo>
                  <a:pt x="626866" y="62740"/>
                </a:lnTo>
                <a:lnTo>
                  <a:pt x="627549" y="62485"/>
                </a:lnTo>
                <a:lnTo>
                  <a:pt x="628245" y="62250"/>
                </a:lnTo>
                <a:lnTo>
                  <a:pt x="628954" y="62035"/>
                </a:lnTo>
                <a:lnTo>
                  <a:pt x="629675" y="61841"/>
                </a:lnTo>
                <a:lnTo>
                  <a:pt x="630409" y="61667"/>
                </a:lnTo>
                <a:lnTo>
                  <a:pt x="631156" y="61514"/>
                </a:lnTo>
                <a:lnTo>
                  <a:pt x="631916" y="61381"/>
                </a:lnTo>
                <a:lnTo>
                  <a:pt x="632688" y="61269"/>
                </a:lnTo>
                <a:lnTo>
                  <a:pt x="633474" y="61177"/>
                </a:lnTo>
                <a:lnTo>
                  <a:pt x="634272" y="61105"/>
                </a:lnTo>
                <a:lnTo>
                  <a:pt x="635082" y="61054"/>
                </a:lnTo>
                <a:lnTo>
                  <a:pt x="635906" y="61024"/>
                </a:lnTo>
                <a:lnTo>
                  <a:pt x="636743" y="61013"/>
                </a:lnTo>
                <a:lnTo>
                  <a:pt x="637561" y="61023"/>
                </a:lnTo>
                <a:lnTo>
                  <a:pt x="638367" y="61053"/>
                </a:lnTo>
                <a:lnTo>
                  <a:pt x="639160" y="61103"/>
                </a:lnTo>
                <a:lnTo>
                  <a:pt x="639941" y="61172"/>
                </a:lnTo>
                <a:lnTo>
                  <a:pt x="640710" y="61261"/>
                </a:lnTo>
                <a:lnTo>
                  <a:pt x="641466" y="61371"/>
                </a:lnTo>
                <a:lnTo>
                  <a:pt x="642210" y="61500"/>
                </a:lnTo>
                <a:lnTo>
                  <a:pt x="642942" y="61649"/>
                </a:lnTo>
                <a:lnTo>
                  <a:pt x="643661" y="61817"/>
                </a:lnTo>
                <a:lnTo>
                  <a:pt x="644367" y="62006"/>
                </a:lnTo>
                <a:lnTo>
                  <a:pt x="645062" y="62214"/>
                </a:lnTo>
                <a:lnTo>
                  <a:pt x="645743" y="62442"/>
                </a:lnTo>
                <a:lnTo>
                  <a:pt x="646413" y="62691"/>
                </a:lnTo>
                <a:lnTo>
                  <a:pt x="647070" y="62959"/>
                </a:lnTo>
                <a:lnTo>
                  <a:pt x="647714" y="63246"/>
                </a:lnTo>
                <a:lnTo>
                  <a:pt x="648347" y="63554"/>
                </a:lnTo>
                <a:lnTo>
                  <a:pt x="648966" y="63882"/>
                </a:lnTo>
                <a:lnTo>
                  <a:pt x="649574" y="64229"/>
                </a:lnTo>
                <a:lnTo>
                  <a:pt x="650169" y="64596"/>
                </a:lnTo>
                <a:lnTo>
                  <a:pt x="650751" y="64983"/>
                </a:lnTo>
                <a:lnTo>
                  <a:pt x="651322" y="65390"/>
                </a:lnTo>
                <a:lnTo>
                  <a:pt x="651879" y="65817"/>
                </a:lnTo>
                <a:lnTo>
                  <a:pt x="652425" y="66263"/>
                </a:lnTo>
                <a:lnTo>
                  <a:pt x="652958" y="66730"/>
                </a:lnTo>
                <a:lnTo>
                  <a:pt x="653474" y="67216"/>
                </a:lnTo>
                <a:lnTo>
                  <a:pt x="653970" y="67723"/>
                </a:lnTo>
                <a:lnTo>
                  <a:pt x="654444" y="68250"/>
                </a:lnTo>
                <a:lnTo>
                  <a:pt x="654898" y="68797"/>
                </a:lnTo>
                <a:lnTo>
                  <a:pt x="655332" y="69365"/>
                </a:lnTo>
                <a:lnTo>
                  <a:pt x="655744" y="69952"/>
                </a:lnTo>
                <a:lnTo>
                  <a:pt x="656135" y="70560"/>
                </a:lnTo>
                <a:lnTo>
                  <a:pt x="656506" y="71188"/>
                </a:lnTo>
                <a:lnTo>
                  <a:pt x="656856" y="71837"/>
                </a:lnTo>
                <a:lnTo>
                  <a:pt x="657185" y="72505"/>
                </a:lnTo>
                <a:lnTo>
                  <a:pt x="657494" y="73194"/>
                </a:lnTo>
                <a:lnTo>
                  <a:pt x="657781" y="73903"/>
                </a:lnTo>
                <a:lnTo>
                  <a:pt x="658048" y="74632"/>
                </a:lnTo>
                <a:lnTo>
                  <a:pt x="658294" y="75382"/>
                </a:lnTo>
                <a:lnTo>
                  <a:pt x="658519" y="76152"/>
                </a:lnTo>
                <a:lnTo>
                  <a:pt x="658723" y="76942"/>
                </a:lnTo>
                <a:lnTo>
                  <a:pt x="658907" y="77752"/>
                </a:lnTo>
                <a:lnTo>
                  <a:pt x="659069" y="78582"/>
                </a:lnTo>
                <a:lnTo>
                  <a:pt x="659211" y="79433"/>
                </a:lnTo>
                <a:lnTo>
                  <a:pt x="659332" y="80304"/>
                </a:lnTo>
                <a:lnTo>
                  <a:pt x="659433" y="81195"/>
                </a:lnTo>
                <a:lnTo>
                  <a:pt x="659512" y="82106"/>
                </a:lnTo>
                <a:lnTo>
                  <a:pt x="659571" y="83038"/>
                </a:lnTo>
                <a:lnTo>
                  <a:pt x="659609" y="83990"/>
                </a:lnTo>
                <a:lnTo>
                  <a:pt x="613107" y="83990"/>
                </a:lnTo>
                <a:lnTo>
                  <a:pt x="613172" y="83065"/>
                </a:lnTo>
                <a:lnTo>
                  <a:pt x="613257" y="82159"/>
                </a:lnTo>
                <a:lnTo>
                  <a:pt x="613362" y="81271"/>
                </a:lnTo>
                <a:lnTo>
                  <a:pt x="613487" y="80402"/>
                </a:lnTo>
                <a:close/>
                <a:moveTo>
                  <a:pt x="846398" y="152912"/>
                </a:moveTo>
                <a:lnTo>
                  <a:pt x="847559" y="152847"/>
                </a:lnTo>
                <a:lnTo>
                  <a:pt x="848707" y="152767"/>
                </a:lnTo>
                <a:lnTo>
                  <a:pt x="849843" y="152673"/>
                </a:lnTo>
                <a:lnTo>
                  <a:pt x="850965" y="152564"/>
                </a:lnTo>
                <a:lnTo>
                  <a:pt x="852075" y="152441"/>
                </a:lnTo>
                <a:lnTo>
                  <a:pt x="853172" y="152303"/>
                </a:lnTo>
                <a:lnTo>
                  <a:pt x="854256" y="152150"/>
                </a:lnTo>
                <a:lnTo>
                  <a:pt x="855327" y="151984"/>
                </a:lnTo>
                <a:lnTo>
                  <a:pt x="856386" y="151802"/>
                </a:lnTo>
                <a:lnTo>
                  <a:pt x="857432" y="151607"/>
                </a:lnTo>
                <a:lnTo>
                  <a:pt x="858465" y="151396"/>
                </a:lnTo>
                <a:lnTo>
                  <a:pt x="859485" y="151171"/>
                </a:lnTo>
                <a:lnTo>
                  <a:pt x="860492" y="150932"/>
                </a:lnTo>
                <a:lnTo>
                  <a:pt x="861487" y="150678"/>
                </a:lnTo>
                <a:lnTo>
                  <a:pt x="862469" y="150410"/>
                </a:lnTo>
                <a:lnTo>
                  <a:pt x="863438" y="150127"/>
                </a:lnTo>
                <a:lnTo>
                  <a:pt x="864394" y="149830"/>
                </a:lnTo>
                <a:lnTo>
                  <a:pt x="865338" y="149518"/>
                </a:lnTo>
                <a:lnTo>
                  <a:pt x="866269" y="149191"/>
                </a:lnTo>
                <a:lnTo>
                  <a:pt x="867187" y="148851"/>
                </a:lnTo>
                <a:lnTo>
                  <a:pt x="868090" y="148495"/>
                </a:lnTo>
                <a:lnTo>
                  <a:pt x="868978" y="148125"/>
                </a:lnTo>
                <a:lnTo>
                  <a:pt x="869849" y="147739"/>
                </a:lnTo>
                <a:lnTo>
                  <a:pt x="870704" y="147339"/>
                </a:lnTo>
                <a:lnTo>
                  <a:pt x="871544" y="146924"/>
                </a:lnTo>
                <a:lnTo>
                  <a:pt x="872367" y="146494"/>
                </a:lnTo>
                <a:lnTo>
                  <a:pt x="873174" y="146049"/>
                </a:lnTo>
                <a:lnTo>
                  <a:pt x="873966" y="145589"/>
                </a:lnTo>
                <a:lnTo>
                  <a:pt x="874741" y="145115"/>
                </a:lnTo>
                <a:lnTo>
                  <a:pt x="875500" y="144625"/>
                </a:lnTo>
                <a:lnTo>
                  <a:pt x="876243" y="144121"/>
                </a:lnTo>
                <a:lnTo>
                  <a:pt x="876971" y="143601"/>
                </a:lnTo>
                <a:lnTo>
                  <a:pt x="877682" y="143067"/>
                </a:lnTo>
                <a:lnTo>
                  <a:pt x="878377" y="142518"/>
                </a:lnTo>
                <a:lnTo>
                  <a:pt x="879056" y="141954"/>
                </a:lnTo>
                <a:lnTo>
                  <a:pt x="879719" y="141375"/>
                </a:lnTo>
                <a:lnTo>
                  <a:pt x="880366" y="140781"/>
                </a:lnTo>
                <a:lnTo>
                  <a:pt x="880997" y="140173"/>
                </a:lnTo>
                <a:lnTo>
                  <a:pt x="881612" y="139549"/>
                </a:lnTo>
                <a:lnTo>
                  <a:pt x="882211" y="138911"/>
                </a:lnTo>
                <a:lnTo>
                  <a:pt x="882794" y="138257"/>
                </a:lnTo>
                <a:lnTo>
                  <a:pt x="883361" y="137589"/>
                </a:lnTo>
                <a:lnTo>
                  <a:pt x="883911" y="136906"/>
                </a:lnTo>
                <a:lnTo>
                  <a:pt x="884446" y="136208"/>
                </a:lnTo>
                <a:lnTo>
                  <a:pt x="884963" y="135495"/>
                </a:lnTo>
                <a:lnTo>
                  <a:pt x="885460" y="134768"/>
                </a:lnTo>
                <a:lnTo>
                  <a:pt x="885936" y="134026"/>
                </a:lnTo>
                <a:lnTo>
                  <a:pt x="886393" y="133269"/>
                </a:lnTo>
                <a:lnTo>
                  <a:pt x="886829" y="132497"/>
                </a:lnTo>
                <a:lnTo>
                  <a:pt x="887246" y="131711"/>
                </a:lnTo>
                <a:lnTo>
                  <a:pt x="887643" y="130910"/>
                </a:lnTo>
                <a:lnTo>
                  <a:pt x="888019" y="130095"/>
                </a:lnTo>
                <a:lnTo>
                  <a:pt x="888375" y="129264"/>
                </a:lnTo>
                <a:lnTo>
                  <a:pt x="888712" y="128419"/>
                </a:lnTo>
                <a:lnTo>
                  <a:pt x="889028" y="127560"/>
                </a:lnTo>
                <a:lnTo>
                  <a:pt x="889324" y="126685"/>
                </a:lnTo>
                <a:lnTo>
                  <a:pt x="889601" y="125796"/>
                </a:lnTo>
                <a:lnTo>
                  <a:pt x="889857" y="124892"/>
                </a:lnTo>
                <a:lnTo>
                  <a:pt x="890093" y="123974"/>
                </a:lnTo>
                <a:lnTo>
                  <a:pt x="890309" y="123041"/>
                </a:lnTo>
                <a:lnTo>
                  <a:pt x="890505" y="122093"/>
                </a:lnTo>
                <a:lnTo>
                  <a:pt x="890681" y="121130"/>
                </a:lnTo>
                <a:lnTo>
                  <a:pt x="890837" y="120153"/>
                </a:lnTo>
                <a:lnTo>
                  <a:pt x="890973" y="119161"/>
                </a:lnTo>
                <a:lnTo>
                  <a:pt x="891089" y="118154"/>
                </a:lnTo>
                <a:lnTo>
                  <a:pt x="891185" y="117133"/>
                </a:lnTo>
                <a:lnTo>
                  <a:pt x="891261" y="116097"/>
                </a:lnTo>
                <a:lnTo>
                  <a:pt x="891317" y="115046"/>
                </a:lnTo>
                <a:lnTo>
                  <a:pt x="862624" y="115046"/>
                </a:lnTo>
                <a:lnTo>
                  <a:pt x="862605" y="115737"/>
                </a:lnTo>
                <a:lnTo>
                  <a:pt x="862567" y="116414"/>
                </a:lnTo>
                <a:lnTo>
                  <a:pt x="862509" y="117077"/>
                </a:lnTo>
                <a:lnTo>
                  <a:pt x="862432" y="117725"/>
                </a:lnTo>
                <a:lnTo>
                  <a:pt x="862335" y="118359"/>
                </a:lnTo>
                <a:lnTo>
                  <a:pt x="862219" y="118979"/>
                </a:lnTo>
                <a:lnTo>
                  <a:pt x="862083" y="119584"/>
                </a:lnTo>
                <a:lnTo>
                  <a:pt x="861928" y="120175"/>
                </a:lnTo>
                <a:lnTo>
                  <a:pt x="861753" y="120751"/>
                </a:lnTo>
                <a:lnTo>
                  <a:pt x="861559" y="121313"/>
                </a:lnTo>
                <a:lnTo>
                  <a:pt x="861346" y="121861"/>
                </a:lnTo>
                <a:lnTo>
                  <a:pt x="861113" y="122394"/>
                </a:lnTo>
                <a:lnTo>
                  <a:pt x="860860" y="122913"/>
                </a:lnTo>
                <a:lnTo>
                  <a:pt x="860588" y="123418"/>
                </a:lnTo>
                <a:lnTo>
                  <a:pt x="860297" y="123908"/>
                </a:lnTo>
                <a:lnTo>
                  <a:pt x="859986" y="124384"/>
                </a:lnTo>
                <a:lnTo>
                  <a:pt x="859655" y="124846"/>
                </a:lnTo>
                <a:lnTo>
                  <a:pt x="859306" y="125293"/>
                </a:lnTo>
                <a:lnTo>
                  <a:pt x="858936" y="125726"/>
                </a:lnTo>
                <a:lnTo>
                  <a:pt x="858548" y="126144"/>
                </a:lnTo>
                <a:lnTo>
                  <a:pt x="858139" y="126548"/>
                </a:lnTo>
                <a:lnTo>
                  <a:pt x="857712" y="126938"/>
                </a:lnTo>
                <a:lnTo>
                  <a:pt x="857264" y="127314"/>
                </a:lnTo>
                <a:lnTo>
                  <a:pt x="856798" y="127675"/>
                </a:lnTo>
                <a:lnTo>
                  <a:pt x="856315" y="128021"/>
                </a:lnTo>
                <a:lnTo>
                  <a:pt x="855819" y="128353"/>
                </a:lnTo>
                <a:lnTo>
                  <a:pt x="855310" y="128670"/>
                </a:lnTo>
                <a:lnTo>
                  <a:pt x="854788" y="128972"/>
                </a:lnTo>
                <a:lnTo>
                  <a:pt x="854254" y="129259"/>
                </a:lnTo>
                <a:lnTo>
                  <a:pt x="853706" y="129532"/>
                </a:lnTo>
                <a:lnTo>
                  <a:pt x="853145" y="129790"/>
                </a:lnTo>
                <a:lnTo>
                  <a:pt x="852571" y="130034"/>
                </a:lnTo>
                <a:lnTo>
                  <a:pt x="851985" y="130262"/>
                </a:lnTo>
                <a:lnTo>
                  <a:pt x="851385" y="130476"/>
                </a:lnTo>
                <a:lnTo>
                  <a:pt x="850772" y="130675"/>
                </a:lnTo>
                <a:lnTo>
                  <a:pt x="850147" y="130859"/>
                </a:lnTo>
                <a:lnTo>
                  <a:pt x="849508" y="131029"/>
                </a:lnTo>
                <a:lnTo>
                  <a:pt x="848857" y="131184"/>
                </a:lnTo>
                <a:lnTo>
                  <a:pt x="848192" y="131324"/>
                </a:lnTo>
                <a:lnTo>
                  <a:pt x="847514" y="131449"/>
                </a:lnTo>
                <a:lnTo>
                  <a:pt x="846824" y="131560"/>
                </a:lnTo>
                <a:lnTo>
                  <a:pt x="846120" y="131655"/>
                </a:lnTo>
                <a:lnTo>
                  <a:pt x="845404" y="131736"/>
                </a:lnTo>
                <a:lnTo>
                  <a:pt x="844674" y="131803"/>
                </a:lnTo>
                <a:lnTo>
                  <a:pt x="843932" y="131854"/>
                </a:lnTo>
                <a:lnTo>
                  <a:pt x="843177" y="131891"/>
                </a:lnTo>
                <a:lnTo>
                  <a:pt x="842408" y="131913"/>
                </a:lnTo>
                <a:lnTo>
                  <a:pt x="841627" y="131921"/>
                </a:lnTo>
                <a:lnTo>
                  <a:pt x="840873" y="131914"/>
                </a:lnTo>
                <a:lnTo>
                  <a:pt x="840131" y="131892"/>
                </a:lnTo>
                <a:lnTo>
                  <a:pt x="839401" y="131857"/>
                </a:lnTo>
                <a:lnTo>
                  <a:pt x="838683" y="131807"/>
                </a:lnTo>
                <a:lnTo>
                  <a:pt x="837978" y="131743"/>
                </a:lnTo>
                <a:lnTo>
                  <a:pt x="837284" y="131664"/>
                </a:lnTo>
                <a:lnTo>
                  <a:pt x="836604" y="131572"/>
                </a:lnTo>
                <a:lnTo>
                  <a:pt x="835935" y="131465"/>
                </a:lnTo>
                <a:lnTo>
                  <a:pt x="835278" y="131344"/>
                </a:lnTo>
                <a:lnTo>
                  <a:pt x="834634" y="131209"/>
                </a:lnTo>
                <a:lnTo>
                  <a:pt x="834002" y="131059"/>
                </a:lnTo>
                <a:lnTo>
                  <a:pt x="833382" y="130895"/>
                </a:lnTo>
                <a:lnTo>
                  <a:pt x="832774" y="130717"/>
                </a:lnTo>
                <a:lnTo>
                  <a:pt x="832179" y="130525"/>
                </a:lnTo>
                <a:lnTo>
                  <a:pt x="831595" y="130318"/>
                </a:lnTo>
                <a:lnTo>
                  <a:pt x="831024" y="130098"/>
                </a:lnTo>
                <a:lnTo>
                  <a:pt x="830466" y="129863"/>
                </a:lnTo>
                <a:lnTo>
                  <a:pt x="829919" y="129613"/>
                </a:lnTo>
                <a:lnTo>
                  <a:pt x="829385" y="129350"/>
                </a:lnTo>
                <a:lnTo>
                  <a:pt x="828862" y="129072"/>
                </a:lnTo>
                <a:lnTo>
                  <a:pt x="828352" y="128780"/>
                </a:lnTo>
                <a:lnTo>
                  <a:pt x="827855" y="128474"/>
                </a:lnTo>
                <a:lnTo>
                  <a:pt x="827369" y="128154"/>
                </a:lnTo>
                <a:lnTo>
                  <a:pt x="826896" y="127819"/>
                </a:lnTo>
                <a:lnTo>
                  <a:pt x="826434" y="127472"/>
                </a:lnTo>
                <a:lnTo>
                  <a:pt x="825982" y="127116"/>
                </a:lnTo>
                <a:lnTo>
                  <a:pt x="825541" y="126751"/>
                </a:lnTo>
                <a:lnTo>
                  <a:pt x="825111" y="126377"/>
                </a:lnTo>
                <a:lnTo>
                  <a:pt x="824691" y="125994"/>
                </a:lnTo>
                <a:lnTo>
                  <a:pt x="824281" y="125601"/>
                </a:lnTo>
                <a:lnTo>
                  <a:pt x="823882" y="125199"/>
                </a:lnTo>
                <a:lnTo>
                  <a:pt x="823494" y="124788"/>
                </a:lnTo>
                <a:lnTo>
                  <a:pt x="823116" y="124368"/>
                </a:lnTo>
                <a:lnTo>
                  <a:pt x="822748" y="123939"/>
                </a:lnTo>
                <a:lnTo>
                  <a:pt x="822391" y="123501"/>
                </a:lnTo>
                <a:lnTo>
                  <a:pt x="822045" y="123053"/>
                </a:lnTo>
                <a:lnTo>
                  <a:pt x="821709" y="122596"/>
                </a:lnTo>
                <a:lnTo>
                  <a:pt x="821383" y="122130"/>
                </a:lnTo>
                <a:lnTo>
                  <a:pt x="821068" y="121655"/>
                </a:lnTo>
                <a:lnTo>
                  <a:pt x="820764" y="121171"/>
                </a:lnTo>
                <a:lnTo>
                  <a:pt x="820470" y="120677"/>
                </a:lnTo>
                <a:lnTo>
                  <a:pt x="820186" y="120175"/>
                </a:lnTo>
                <a:lnTo>
                  <a:pt x="819913" y="119663"/>
                </a:lnTo>
                <a:lnTo>
                  <a:pt x="819651" y="119142"/>
                </a:lnTo>
                <a:lnTo>
                  <a:pt x="819399" y="118612"/>
                </a:lnTo>
                <a:lnTo>
                  <a:pt x="819157" y="118072"/>
                </a:lnTo>
                <a:lnTo>
                  <a:pt x="818926" y="117524"/>
                </a:lnTo>
                <a:lnTo>
                  <a:pt x="818706" y="116966"/>
                </a:lnTo>
                <a:lnTo>
                  <a:pt x="818494" y="116402"/>
                </a:lnTo>
                <a:lnTo>
                  <a:pt x="818291" y="115835"/>
                </a:lnTo>
                <a:lnTo>
                  <a:pt x="818097" y="115264"/>
                </a:lnTo>
                <a:lnTo>
                  <a:pt x="817910" y="114689"/>
                </a:lnTo>
                <a:lnTo>
                  <a:pt x="817732" y="114111"/>
                </a:lnTo>
                <a:lnTo>
                  <a:pt x="817562" y="113529"/>
                </a:lnTo>
                <a:lnTo>
                  <a:pt x="817400" y="112944"/>
                </a:lnTo>
                <a:lnTo>
                  <a:pt x="817246" y="112356"/>
                </a:lnTo>
                <a:lnTo>
                  <a:pt x="817100" y="111763"/>
                </a:lnTo>
                <a:lnTo>
                  <a:pt x="816963" y="111168"/>
                </a:lnTo>
                <a:lnTo>
                  <a:pt x="816834" y="110568"/>
                </a:lnTo>
                <a:lnTo>
                  <a:pt x="816713" y="109966"/>
                </a:lnTo>
                <a:lnTo>
                  <a:pt x="816600" y="109359"/>
                </a:lnTo>
                <a:lnTo>
                  <a:pt x="816496" y="108750"/>
                </a:lnTo>
                <a:lnTo>
                  <a:pt x="816400" y="108136"/>
                </a:lnTo>
                <a:lnTo>
                  <a:pt x="816312" y="107520"/>
                </a:lnTo>
                <a:lnTo>
                  <a:pt x="816232" y="106899"/>
                </a:lnTo>
                <a:lnTo>
                  <a:pt x="816160" y="106275"/>
                </a:lnTo>
                <a:lnTo>
                  <a:pt x="816097" y="105648"/>
                </a:lnTo>
                <a:lnTo>
                  <a:pt x="816041" y="105017"/>
                </a:lnTo>
                <a:lnTo>
                  <a:pt x="815994" y="104383"/>
                </a:lnTo>
                <a:lnTo>
                  <a:pt x="815955" y="103745"/>
                </a:lnTo>
                <a:lnTo>
                  <a:pt x="815925" y="103103"/>
                </a:lnTo>
                <a:lnTo>
                  <a:pt x="815902" y="102458"/>
                </a:lnTo>
                <a:lnTo>
                  <a:pt x="891207" y="102458"/>
                </a:lnTo>
                <a:lnTo>
                  <a:pt x="891225" y="102355"/>
                </a:lnTo>
                <a:lnTo>
                  <a:pt x="891243" y="102247"/>
                </a:lnTo>
                <a:lnTo>
                  <a:pt x="891260" y="102136"/>
                </a:lnTo>
                <a:lnTo>
                  <a:pt x="891277" y="102021"/>
                </a:lnTo>
                <a:lnTo>
                  <a:pt x="891294" y="101903"/>
                </a:lnTo>
                <a:lnTo>
                  <a:pt x="891310" y="101781"/>
                </a:lnTo>
                <a:lnTo>
                  <a:pt x="891326" y="101655"/>
                </a:lnTo>
                <a:lnTo>
                  <a:pt x="891341" y="101526"/>
                </a:lnTo>
                <a:lnTo>
                  <a:pt x="891357" y="101393"/>
                </a:lnTo>
                <a:lnTo>
                  <a:pt x="891371" y="101256"/>
                </a:lnTo>
                <a:lnTo>
                  <a:pt x="891386" y="101116"/>
                </a:lnTo>
                <a:lnTo>
                  <a:pt x="891399" y="100972"/>
                </a:lnTo>
                <a:lnTo>
                  <a:pt x="891413" y="100824"/>
                </a:lnTo>
                <a:lnTo>
                  <a:pt x="891426" y="100673"/>
                </a:lnTo>
                <a:lnTo>
                  <a:pt x="891439" y="100518"/>
                </a:lnTo>
                <a:lnTo>
                  <a:pt x="891451" y="100359"/>
                </a:lnTo>
                <a:lnTo>
                  <a:pt x="891463" y="100197"/>
                </a:lnTo>
                <a:lnTo>
                  <a:pt x="891475" y="100031"/>
                </a:lnTo>
                <a:lnTo>
                  <a:pt x="891486" y="99861"/>
                </a:lnTo>
                <a:lnTo>
                  <a:pt x="891497" y="99688"/>
                </a:lnTo>
                <a:lnTo>
                  <a:pt x="891508" y="99511"/>
                </a:lnTo>
                <a:lnTo>
                  <a:pt x="891518" y="99330"/>
                </a:lnTo>
                <a:lnTo>
                  <a:pt x="891528" y="99146"/>
                </a:lnTo>
                <a:lnTo>
                  <a:pt x="891537" y="98958"/>
                </a:lnTo>
                <a:lnTo>
                  <a:pt x="891546" y="98770"/>
                </a:lnTo>
                <a:lnTo>
                  <a:pt x="891554" y="98585"/>
                </a:lnTo>
                <a:lnTo>
                  <a:pt x="891563" y="98403"/>
                </a:lnTo>
                <a:lnTo>
                  <a:pt x="891570" y="98225"/>
                </a:lnTo>
                <a:lnTo>
                  <a:pt x="891578" y="98050"/>
                </a:lnTo>
                <a:lnTo>
                  <a:pt x="891585" y="97878"/>
                </a:lnTo>
                <a:lnTo>
                  <a:pt x="891592" y="97709"/>
                </a:lnTo>
                <a:lnTo>
                  <a:pt x="891598" y="97544"/>
                </a:lnTo>
                <a:lnTo>
                  <a:pt x="891604" y="97382"/>
                </a:lnTo>
                <a:lnTo>
                  <a:pt x="891609" y="97224"/>
                </a:lnTo>
                <a:lnTo>
                  <a:pt x="891615" y="97068"/>
                </a:lnTo>
                <a:lnTo>
                  <a:pt x="891619" y="96916"/>
                </a:lnTo>
                <a:lnTo>
                  <a:pt x="891624" y="96767"/>
                </a:lnTo>
                <a:lnTo>
                  <a:pt x="891628" y="96622"/>
                </a:lnTo>
                <a:lnTo>
                  <a:pt x="891631" y="96480"/>
                </a:lnTo>
                <a:lnTo>
                  <a:pt x="891635" y="96341"/>
                </a:lnTo>
                <a:lnTo>
                  <a:pt x="891637" y="96205"/>
                </a:lnTo>
                <a:lnTo>
                  <a:pt x="891640" y="96073"/>
                </a:lnTo>
                <a:lnTo>
                  <a:pt x="891642" y="95943"/>
                </a:lnTo>
                <a:lnTo>
                  <a:pt x="891644" y="95818"/>
                </a:lnTo>
                <a:lnTo>
                  <a:pt x="891645" y="95695"/>
                </a:lnTo>
                <a:lnTo>
                  <a:pt x="891646" y="95576"/>
                </a:lnTo>
                <a:lnTo>
                  <a:pt x="891647" y="95460"/>
                </a:lnTo>
                <a:lnTo>
                  <a:pt x="891647" y="95347"/>
                </a:lnTo>
                <a:lnTo>
                  <a:pt x="891623" y="93183"/>
                </a:lnTo>
                <a:lnTo>
                  <a:pt x="891550" y="91060"/>
                </a:lnTo>
                <a:lnTo>
                  <a:pt x="891430" y="88979"/>
                </a:lnTo>
                <a:lnTo>
                  <a:pt x="891261" y="86940"/>
                </a:lnTo>
                <a:lnTo>
                  <a:pt x="891043" y="84943"/>
                </a:lnTo>
                <a:lnTo>
                  <a:pt x="890778" y="82988"/>
                </a:lnTo>
                <a:lnTo>
                  <a:pt x="890464" y="81074"/>
                </a:lnTo>
                <a:lnTo>
                  <a:pt x="890102" y="79203"/>
                </a:lnTo>
                <a:lnTo>
                  <a:pt x="889691" y="77373"/>
                </a:lnTo>
                <a:lnTo>
                  <a:pt x="889232" y="75585"/>
                </a:lnTo>
                <a:lnTo>
                  <a:pt x="888725" y="73840"/>
                </a:lnTo>
                <a:lnTo>
                  <a:pt x="888170" y="72136"/>
                </a:lnTo>
                <a:lnTo>
                  <a:pt x="887567" y="70473"/>
                </a:lnTo>
                <a:lnTo>
                  <a:pt x="886915" y="68853"/>
                </a:lnTo>
                <a:lnTo>
                  <a:pt x="886215" y="67275"/>
                </a:lnTo>
                <a:lnTo>
                  <a:pt x="885466" y="65738"/>
                </a:lnTo>
                <a:lnTo>
                  <a:pt x="884669" y="64244"/>
                </a:lnTo>
                <a:lnTo>
                  <a:pt x="883824" y="62791"/>
                </a:lnTo>
                <a:lnTo>
                  <a:pt x="882931" y="61380"/>
                </a:lnTo>
                <a:lnTo>
                  <a:pt x="881989" y="60011"/>
                </a:lnTo>
                <a:lnTo>
                  <a:pt x="881000" y="58684"/>
                </a:lnTo>
                <a:lnTo>
                  <a:pt x="879961" y="57398"/>
                </a:lnTo>
                <a:lnTo>
                  <a:pt x="878875" y="56155"/>
                </a:lnTo>
                <a:lnTo>
                  <a:pt x="877740" y="54953"/>
                </a:lnTo>
                <a:lnTo>
                  <a:pt x="876564" y="53797"/>
                </a:lnTo>
                <a:lnTo>
                  <a:pt x="875353" y="52690"/>
                </a:lnTo>
                <a:lnTo>
                  <a:pt x="874106" y="51633"/>
                </a:lnTo>
                <a:lnTo>
                  <a:pt x="872825" y="50624"/>
                </a:lnTo>
                <a:lnTo>
                  <a:pt x="871509" y="49665"/>
                </a:lnTo>
                <a:lnTo>
                  <a:pt x="870158" y="48755"/>
                </a:lnTo>
                <a:lnTo>
                  <a:pt x="868772" y="47894"/>
                </a:lnTo>
                <a:lnTo>
                  <a:pt x="867351" y="47082"/>
                </a:lnTo>
                <a:lnTo>
                  <a:pt x="865896" y="46320"/>
                </a:lnTo>
                <a:lnTo>
                  <a:pt x="864405" y="45606"/>
                </a:lnTo>
                <a:lnTo>
                  <a:pt x="862879" y="44942"/>
                </a:lnTo>
                <a:lnTo>
                  <a:pt x="861319" y="44327"/>
                </a:lnTo>
                <a:lnTo>
                  <a:pt x="859723" y="43762"/>
                </a:lnTo>
                <a:lnTo>
                  <a:pt x="858093" y="43245"/>
                </a:lnTo>
                <a:lnTo>
                  <a:pt x="856428" y="42778"/>
                </a:lnTo>
                <a:lnTo>
                  <a:pt x="854727" y="42360"/>
                </a:lnTo>
                <a:lnTo>
                  <a:pt x="852992" y="41991"/>
                </a:lnTo>
                <a:lnTo>
                  <a:pt x="851222" y="41671"/>
                </a:lnTo>
                <a:lnTo>
                  <a:pt x="849417" y="41400"/>
                </a:lnTo>
                <a:lnTo>
                  <a:pt x="847577" y="41179"/>
                </a:lnTo>
                <a:lnTo>
                  <a:pt x="845702" y="41007"/>
                </a:lnTo>
                <a:lnTo>
                  <a:pt x="843792" y="40884"/>
                </a:lnTo>
                <a:lnTo>
                  <a:pt x="841848" y="40810"/>
                </a:lnTo>
                <a:lnTo>
                  <a:pt x="839868" y="40785"/>
                </a:lnTo>
                <a:lnTo>
                  <a:pt x="838439" y="40797"/>
                </a:lnTo>
                <a:lnTo>
                  <a:pt x="837029" y="40832"/>
                </a:lnTo>
                <a:lnTo>
                  <a:pt x="835638" y="40891"/>
                </a:lnTo>
                <a:lnTo>
                  <a:pt x="834266" y="40972"/>
                </a:lnTo>
                <a:lnTo>
                  <a:pt x="832913" y="41078"/>
                </a:lnTo>
                <a:lnTo>
                  <a:pt x="831578" y="41206"/>
                </a:lnTo>
                <a:lnTo>
                  <a:pt x="830263" y="41358"/>
                </a:lnTo>
                <a:lnTo>
                  <a:pt x="828966" y="41533"/>
                </a:lnTo>
                <a:lnTo>
                  <a:pt x="827688" y="41732"/>
                </a:lnTo>
                <a:lnTo>
                  <a:pt x="826430" y="41954"/>
                </a:lnTo>
                <a:lnTo>
                  <a:pt x="825190" y="42199"/>
                </a:lnTo>
                <a:lnTo>
                  <a:pt x="823969" y="42468"/>
                </a:lnTo>
                <a:lnTo>
                  <a:pt x="822767" y="42760"/>
                </a:lnTo>
                <a:lnTo>
                  <a:pt x="821583" y="43076"/>
                </a:lnTo>
                <a:lnTo>
                  <a:pt x="820419" y="43414"/>
                </a:lnTo>
                <a:lnTo>
                  <a:pt x="819274" y="43777"/>
                </a:lnTo>
                <a:lnTo>
                  <a:pt x="818147" y="44162"/>
                </a:lnTo>
                <a:lnTo>
                  <a:pt x="817039" y="44571"/>
                </a:lnTo>
                <a:lnTo>
                  <a:pt x="815951" y="45003"/>
                </a:lnTo>
                <a:lnTo>
                  <a:pt x="814881" y="45459"/>
                </a:lnTo>
                <a:lnTo>
                  <a:pt x="813830" y="45938"/>
                </a:lnTo>
                <a:lnTo>
                  <a:pt x="812798" y="46441"/>
                </a:lnTo>
                <a:lnTo>
                  <a:pt x="811785" y="46966"/>
                </a:lnTo>
                <a:lnTo>
                  <a:pt x="810790" y="47516"/>
                </a:lnTo>
                <a:lnTo>
                  <a:pt x="809816" y="48086"/>
                </a:lnTo>
                <a:lnTo>
                  <a:pt x="808860" y="48677"/>
                </a:lnTo>
                <a:lnTo>
                  <a:pt x="807925" y="49288"/>
                </a:lnTo>
                <a:lnTo>
                  <a:pt x="807010" y="49918"/>
                </a:lnTo>
                <a:lnTo>
                  <a:pt x="806114" y="50568"/>
                </a:lnTo>
                <a:lnTo>
                  <a:pt x="805239" y="51239"/>
                </a:lnTo>
                <a:lnTo>
                  <a:pt x="804383" y="51929"/>
                </a:lnTo>
                <a:lnTo>
                  <a:pt x="803547" y="52639"/>
                </a:lnTo>
                <a:lnTo>
                  <a:pt x="802731" y="53369"/>
                </a:lnTo>
                <a:lnTo>
                  <a:pt x="801935" y="54119"/>
                </a:lnTo>
                <a:lnTo>
                  <a:pt x="801158" y="54888"/>
                </a:lnTo>
                <a:lnTo>
                  <a:pt x="800402" y="55678"/>
                </a:lnTo>
                <a:lnTo>
                  <a:pt x="799665" y="56488"/>
                </a:lnTo>
                <a:lnTo>
                  <a:pt x="798948" y="57317"/>
                </a:lnTo>
                <a:lnTo>
                  <a:pt x="798251" y="58166"/>
                </a:lnTo>
                <a:lnTo>
                  <a:pt x="797574" y="59036"/>
                </a:lnTo>
                <a:lnTo>
                  <a:pt x="796917" y="59925"/>
                </a:lnTo>
                <a:lnTo>
                  <a:pt x="796279" y="60834"/>
                </a:lnTo>
                <a:lnTo>
                  <a:pt x="795662" y="61763"/>
                </a:lnTo>
                <a:lnTo>
                  <a:pt x="795064" y="62712"/>
                </a:lnTo>
                <a:lnTo>
                  <a:pt x="794486" y="63680"/>
                </a:lnTo>
                <a:lnTo>
                  <a:pt x="793928" y="64669"/>
                </a:lnTo>
                <a:lnTo>
                  <a:pt x="793390" y="65677"/>
                </a:lnTo>
                <a:lnTo>
                  <a:pt x="792871" y="66706"/>
                </a:lnTo>
                <a:lnTo>
                  <a:pt x="792373" y="67752"/>
                </a:lnTo>
                <a:lnTo>
                  <a:pt x="791897" y="68815"/>
                </a:lnTo>
                <a:lnTo>
                  <a:pt x="791441" y="69895"/>
                </a:lnTo>
                <a:lnTo>
                  <a:pt x="791007" y="70991"/>
                </a:lnTo>
                <a:lnTo>
                  <a:pt x="790594" y="72104"/>
                </a:lnTo>
                <a:lnTo>
                  <a:pt x="790202" y="73233"/>
                </a:lnTo>
                <a:lnTo>
                  <a:pt x="789831" y="74379"/>
                </a:lnTo>
                <a:lnTo>
                  <a:pt x="789482" y="75542"/>
                </a:lnTo>
                <a:lnTo>
                  <a:pt x="789153" y="76721"/>
                </a:lnTo>
                <a:lnTo>
                  <a:pt x="788846" y="77917"/>
                </a:lnTo>
                <a:lnTo>
                  <a:pt x="788560" y="79130"/>
                </a:lnTo>
                <a:lnTo>
                  <a:pt x="788295" y="80359"/>
                </a:lnTo>
                <a:lnTo>
                  <a:pt x="788052" y="81605"/>
                </a:lnTo>
                <a:lnTo>
                  <a:pt x="787829" y="82867"/>
                </a:lnTo>
                <a:lnTo>
                  <a:pt x="787628" y="84146"/>
                </a:lnTo>
                <a:lnTo>
                  <a:pt x="787448" y="85442"/>
                </a:lnTo>
                <a:lnTo>
                  <a:pt x="787289" y="86754"/>
                </a:lnTo>
                <a:lnTo>
                  <a:pt x="787151" y="88083"/>
                </a:lnTo>
                <a:lnTo>
                  <a:pt x="787035" y="89429"/>
                </a:lnTo>
                <a:lnTo>
                  <a:pt x="786939" y="90791"/>
                </a:lnTo>
                <a:lnTo>
                  <a:pt x="786865" y="92169"/>
                </a:lnTo>
                <a:lnTo>
                  <a:pt x="786812" y="93565"/>
                </a:lnTo>
                <a:lnTo>
                  <a:pt x="786780" y="94977"/>
                </a:lnTo>
                <a:lnTo>
                  <a:pt x="786770" y="96405"/>
                </a:lnTo>
                <a:lnTo>
                  <a:pt x="786781" y="97880"/>
                </a:lnTo>
                <a:lnTo>
                  <a:pt x="786813" y="99336"/>
                </a:lnTo>
                <a:lnTo>
                  <a:pt x="786868" y="100775"/>
                </a:lnTo>
                <a:lnTo>
                  <a:pt x="786944" y="102196"/>
                </a:lnTo>
                <a:lnTo>
                  <a:pt x="787042" y="103599"/>
                </a:lnTo>
                <a:lnTo>
                  <a:pt x="787161" y="104985"/>
                </a:lnTo>
                <a:lnTo>
                  <a:pt x="787303" y="106353"/>
                </a:lnTo>
                <a:lnTo>
                  <a:pt x="787466" y="107703"/>
                </a:lnTo>
                <a:lnTo>
                  <a:pt x="787651" y="109035"/>
                </a:lnTo>
                <a:lnTo>
                  <a:pt x="787858" y="110350"/>
                </a:lnTo>
                <a:lnTo>
                  <a:pt x="788086" y="111646"/>
                </a:lnTo>
                <a:lnTo>
                  <a:pt x="788336" y="112925"/>
                </a:lnTo>
                <a:lnTo>
                  <a:pt x="788608" y="114187"/>
                </a:lnTo>
                <a:lnTo>
                  <a:pt x="788902" y="115430"/>
                </a:lnTo>
                <a:lnTo>
                  <a:pt x="789218" y="116656"/>
                </a:lnTo>
                <a:lnTo>
                  <a:pt x="789555" y="117864"/>
                </a:lnTo>
                <a:lnTo>
                  <a:pt x="789914" y="119054"/>
                </a:lnTo>
                <a:lnTo>
                  <a:pt x="790295" y="120226"/>
                </a:lnTo>
                <a:lnTo>
                  <a:pt x="790697" y="121381"/>
                </a:lnTo>
                <a:lnTo>
                  <a:pt x="791121" y="122518"/>
                </a:lnTo>
                <a:lnTo>
                  <a:pt x="791567" y="123637"/>
                </a:lnTo>
                <a:lnTo>
                  <a:pt x="792035" y="124738"/>
                </a:lnTo>
                <a:lnTo>
                  <a:pt x="792525" y="125822"/>
                </a:lnTo>
                <a:lnTo>
                  <a:pt x="793036" y="126888"/>
                </a:lnTo>
                <a:lnTo>
                  <a:pt x="793569" y="127934"/>
                </a:lnTo>
                <a:lnTo>
                  <a:pt x="794122" y="128960"/>
                </a:lnTo>
                <a:lnTo>
                  <a:pt x="794695" y="129965"/>
                </a:lnTo>
                <a:lnTo>
                  <a:pt x="795290" y="130949"/>
                </a:lnTo>
                <a:lnTo>
                  <a:pt x="795905" y="131913"/>
                </a:lnTo>
                <a:lnTo>
                  <a:pt x="796540" y="132856"/>
                </a:lnTo>
                <a:lnTo>
                  <a:pt x="797196" y="133778"/>
                </a:lnTo>
                <a:lnTo>
                  <a:pt x="797873" y="134680"/>
                </a:lnTo>
                <a:lnTo>
                  <a:pt x="798571" y="135561"/>
                </a:lnTo>
                <a:lnTo>
                  <a:pt x="799289" y="136422"/>
                </a:lnTo>
                <a:lnTo>
                  <a:pt x="800027" y="137261"/>
                </a:lnTo>
                <a:lnTo>
                  <a:pt x="800786" y="138080"/>
                </a:lnTo>
                <a:lnTo>
                  <a:pt x="801566" y="138879"/>
                </a:lnTo>
                <a:lnTo>
                  <a:pt x="802367" y="139657"/>
                </a:lnTo>
                <a:lnTo>
                  <a:pt x="803188" y="140414"/>
                </a:lnTo>
                <a:lnTo>
                  <a:pt x="804029" y="141150"/>
                </a:lnTo>
                <a:lnTo>
                  <a:pt x="804892" y="141866"/>
                </a:lnTo>
                <a:lnTo>
                  <a:pt x="805775" y="142561"/>
                </a:lnTo>
                <a:lnTo>
                  <a:pt x="806678" y="143236"/>
                </a:lnTo>
                <a:lnTo>
                  <a:pt x="807602" y="143889"/>
                </a:lnTo>
                <a:lnTo>
                  <a:pt x="808547" y="144523"/>
                </a:lnTo>
                <a:lnTo>
                  <a:pt x="809512" y="145135"/>
                </a:lnTo>
                <a:lnTo>
                  <a:pt x="810498" y="145727"/>
                </a:lnTo>
                <a:lnTo>
                  <a:pt x="811505" y="146298"/>
                </a:lnTo>
                <a:lnTo>
                  <a:pt x="812532" y="146847"/>
                </a:lnTo>
                <a:lnTo>
                  <a:pt x="813578" y="147373"/>
                </a:lnTo>
                <a:lnTo>
                  <a:pt x="814645" y="147875"/>
                </a:lnTo>
                <a:lnTo>
                  <a:pt x="815731" y="148354"/>
                </a:lnTo>
                <a:lnTo>
                  <a:pt x="816838" y="148810"/>
                </a:lnTo>
                <a:lnTo>
                  <a:pt x="817964" y="149242"/>
                </a:lnTo>
                <a:lnTo>
                  <a:pt x="819110" y="149651"/>
                </a:lnTo>
                <a:lnTo>
                  <a:pt x="820275" y="150037"/>
                </a:lnTo>
                <a:lnTo>
                  <a:pt x="821461" y="150399"/>
                </a:lnTo>
                <a:lnTo>
                  <a:pt x="822666" y="150738"/>
                </a:lnTo>
                <a:lnTo>
                  <a:pt x="823892" y="151053"/>
                </a:lnTo>
                <a:lnTo>
                  <a:pt x="825137" y="151346"/>
                </a:lnTo>
                <a:lnTo>
                  <a:pt x="826402" y="151614"/>
                </a:lnTo>
                <a:lnTo>
                  <a:pt x="827687" y="151860"/>
                </a:lnTo>
                <a:lnTo>
                  <a:pt x="828991" y="152082"/>
                </a:lnTo>
                <a:lnTo>
                  <a:pt x="830316" y="152280"/>
                </a:lnTo>
                <a:lnTo>
                  <a:pt x="831660" y="152456"/>
                </a:lnTo>
                <a:lnTo>
                  <a:pt x="833025" y="152607"/>
                </a:lnTo>
                <a:lnTo>
                  <a:pt x="834409" y="152736"/>
                </a:lnTo>
                <a:lnTo>
                  <a:pt x="835813" y="152841"/>
                </a:lnTo>
                <a:lnTo>
                  <a:pt x="837236" y="152923"/>
                </a:lnTo>
                <a:lnTo>
                  <a:pt x="838680" y="152981"/>
                </a:lnTo>
                <a:lnTo>
                  <a:pt x="840144" y="153016"/>
                </a:lnTo>
                <a:lnTo>
                  <a:pt x="841627" y="153028"/>
                </a:lnTo>
                <a:lnTo>
                  <a:pt x="842839" y="153021"/>
                </a:lnTo>
                <a:lnTo>
                  <a:pt x="844038" y="152999"/>
                </a:lnTo>
                <a:lnTo>
                  <a:pt x="845225" y="152963"/>
                </a:lnTo>
                <a:lnTo>
                  <a:pt x="846398" y="152912"/>
                </a:lnTo>
                <a:close/>
                <a:moveTo>
                  <a:pt x="816612" y="80402"/>
                </a:moveTo>
                <a:lnTo>
                  <a:pt x="816757" y="79551"/>
                </a:lnTo>
                <a:lnTo>
                  <a:pt x="816923" y="78719"/>
                </a:lnTo>
                <a:lnTo>
                  <a:pt x="817108" y="77905"/>
                </a:lnTo>
                <a:lnTo>
                  <a:pt x="817313" y="77110"/>
                </a:lnTo>
                <a:lnTo>
                  <a:pt x="817538" y="76333"/>
                </a:lnTo>
                <a:lnTo>
                  <a:pt x="817784" y="75575"/>
                </a:lnTo>
                <a:lnTo>
                  <a:pt x="818049" y="74835"/>
                </a:lnTo>
                <a:lnTo>
                  <a:pt x="818335" y="74114"/>
                </a:lnTo>
                <a:lnTo>
                  <a:pt x="818640" y="73411"/>
                </a:lnTo>
                <a:lnTo>
                  <a:pt x="818966" y="72726"/>
                </a:lnTo>
                <a:lnTo>
                  <a:pt x="819311" y="72060"/>
                </a:lnTo>
                <a:lnTo>
                  <a:pt x="819677" y="71413"/>
                </a:lnTo>
                <a:lnTo>
                  <a:pt x="820062" y="70784"/>
                </a:lnTo>
                <a:lnTo>
                  <a:pt x="820468" y="70173"/>
                </a:lnTo>
                <a:lnTo>
                  <a:pt x="820894" y="69581"/>
                </a:lnTo>
                <a:lnTo>
                  <a:pt x="821339" y="69008"/>
                </a:lnTo>
                <a:lnTo>
                  <a:pt x="821805" y="68453"/>
                </a:lnTo>
                <a:lnTo>
                  <a:pt x="822291" y="67916"/>
                </a:lnTo>
                <a:lnTo>
                  <a:pt x="822797" y="67398"/>
                </a:lnTo>
                <a:lnTo>
                  <a:pt x="823323" y="66898"/>
                </a:lnTo>
                <a:lnTo>
                  <a:pt x="823865" y="66418"/>
                </a:lnTo>
                <a:lnTo>
                  <a:pt x="824420" y="65958"/>
                </a:lnTo>
                <a:lnTo>
                  <a:pt x="824988" y="65519"/>
                </a:lnTo>
                <a:lnTo>
                  <a:pt x="825569" y="65100"/>
                </a:lnTo>
                <a:lnTo>
                  <a:pt x="826162" y="64702"/>
                </a:lnTo>
                <a:lnTo>
                  <a:pt x="826769" y="64324"/>
                </a:lnTo>
                <a:lnTo>
                  <a:pt x="827388" y="63966"/>
                </a:lnTo>
                <a:lnTo>
                  <a:pt x="828019" y="63629"/>
                </a:lnTo>
                <a:lnTo>
                  <a:pt x="828664" y="63312"/>
                </a:lnTo>
                <a:lnTo>
                  <a:pt x="829322" y="63016"/>
                </a:lnTo>
                <a:lnTo>
                  <a:pt x="829992" y="62740"/>
                </a:lnTo>
                <a:lnTo>
                  <a:pt x="830675" y="62485"/>
                </a:lnTo>
                <a:lnTo>
                  <a:pt x="831370" y="62250"/>
                </a:lnTo>
                <a:lnTo>
                  <a:pt x="832079" y="62035"/>
                </a:lnTo>
                <a:lnTo>
                  <a:pt x="832800" y="61841"/>
                </a:lnTo>
                <a:lnTo>
                  <a:pt x="833535" y="61667"/>
                </a:lnTo>
                <a:lnTo>
                  <a:pt x="834281" y="61514"/>
                </a:lnTo>
                <a:lnTo>
                  <a:pt x="835041" y="61381"/>
                </a:lnTo>
                <a:lnTo>
                  <a:pt x="835814" y="61269"/>
                </a:lnTo>
                <a:lnTo>
                  <a:pt x="836599" y="61177"/>
                </a:lnTo>
                <a:lnTo>
                  <a:pt x="837397" y="61105"/>
                </a:lnTo>
                <a:lnTo>
                  <a:pt x="838208" y="61054"/>
                </a:lnTo>
                <a:lnTo>
                  <a:pt x="839032" y="61024"/>
                </a:lnTo>
                <a:lnTo>
                  <a:pt x="839868" y="61013"/>
                </a:lnTo>
                <a:lnTo>
                  <a:pt x="840686" y="61023"/>
                </a:lnTo>
                <a:lnTo>
                  <a:pt x="841492" y="61053"/>
                </a:lnTo>
                <a:lnTo>
                  <a:pt x="842286" y="61103"/>
                </a:lnTo>
                <a:lnTo>
                  <a:pt x="843067" y="61172"/>
                </a:lnTo>
                <a:lnTo>
                  <a:pt x="843835" y="61261"/>
                </a:lnTo>
                <a:lnTo>
                  <a:pt x="844592" y="61371"/>
                </a:lnTo>
                <a:lnTo>
                  <a:pt x="845336" y="61500"/>
                </a:lnTo>
                <a:lnTo>
                  <a:pt x="846067" y="61649"/>
                </a:lnTo>
                <a:lnTo>
                  <a:pt x="846786" y="61817"/>
                </a:lnTo>
                <a:lnTo>
                  <a:pt x="847493" y="62006"/>
                </a:lnTo>
                <a:lnTo>
                  <a:pt x="848187" y="62214"/>
                </a:lnTo>
                <a:lnTo>
                  <a:pt x="848869" y="62442"/>
                </a:lnTo>
                <a:lnTo>
                  <a:pt x="849538" y="62691"/>
                </a:lnTo>
                <a:lnTo>
                  <a:pt x="850195" y="62959"/>
                </a:lnTo>
                <a:lnTo>
                  <a:pt x="850840" y="63246"/>
                </a:lnTo>
                <a:lnTo>
                  <a:pt x="851472" y="63554"/>
                </a:lnTo>
                <a:lnTo>
                  <a:pt x="852092" y="63882"/>
                </a:lnTo>
                <a:lnTo>
                  <a:pt x="852699" y="64229"/>
                </a:lnTo>
                <a:lnTo>
                  <a:pt x="853294" y="64596"/>
                </a:lnTo>
                <a:lnTo>
                  <a:pt x="853877" y="64983"/>
                </a:lnTo>
                <a:lnTo>
                  <a:pt x="854447" y="65390"/>
                </a:lnTo>
                <a:lnTo>
                  <a:pt x="855005" y="65817"/>
                </a:lnTo>
                <a:lnTo>
                  <a:pt x="855550" y="66263"/>
                </a:lnTo>
                <a:lnTo>
                  <a:pt x="856083" y="66730"/>
                </a:lnTo>
                <a:lnTo>
                  <a:pt x="856600" y="67216"/>
                </a:lnTo>
                <a:lnTo>
                  <a:pt x="857095" y="67723"/>
                </a:lnTo>
                <a:lnTo>
                  <a:pt x="857570" y="68250"/>
                </a:lnTo>
                <a:lnTo>
                  <a:pt x="858024" y="68797"/>
                </a:lnTo>
                <a:lnTo>
                  <a:pt x="858457" y="69365"/>
                </a:lnTo>
                <a:lnTo>
                  <a:pt x="858869" y="69952"/>
                </a:lnTo>
                <a:lnTo>
                  <a:pt x="859261" y="70560"/>
                </a:lnTo>
                <a:lnTo>
                  <a:pt x="859632" y="71188"/>
                </a:lnTo>
                <a:lnTo>
                  <a:pt x="859982" y="71837"/>
                </a:lnTo>
                <a:lnTo>
                  <a:pt x="860311" y="72505"/>
                </a:lnTo>
                <a:lnTo>
                  <a:pt x="860619" y="73194"/>
                </a:lnTo>
                <a:lnTo>
                  <a:pt x="860907" y="73903"/>
                </a:lnTo>
                <a:lnTo>
                  <a:pt x="861173" y="74632"/>
                </a:lnTo>
                <a:lnTo>
                  <a:pt x="861419" y="75382"/>
                </a:lnTo>
                <a:lnTo>
                  <a:pt x="861644" y="76152"/>
                </a:lnTo>
                <a:lnTo>
                  <a:pt x="861849" y="76942"/>
                </a:lnTo>
                <a:lnTo>
                  <a:pt x="862032" y="77752"/>
                </a:lnTo>
                <a:lnTo>
                  <a:pt x="862195" y="78582"/>
                </a:lnTo>
                <a:lnTo>
                  <a:pt x="862337" y="79433"/>
                </a:lnTo>
                <a:lnTo>
                  <a:pt x="862458" y="80304"/>
                </a:lnTo>
                <a:lnTo>
                  <a:pt x="862558" y="81195"/>
                </a:lnTo>
                <a:lnTo>
                  <a:pt x="862638" y="82106"/>
                </a:lnTo>
                <a:lnTo>
                  <a:pt x="862696" y="83038"/>
                </a:lnTo>
                <a:lnTo>
                  <a:pt x="862734" y="83990"/>
                </a:lnTo>
                <a:lnTo>
                  <a:pt x="816232" y="83990"/>
                </a:lnTo>
                <a:lnTo>
                  <a:pt x="816297" y="83065"/>
                </a:lnTo>
                <a:lnTo>
                  <a:pt x="816382" y="82159"/>
                </a:lnTo>
                <a:lnTo>
                  <a:pt x="816487" y="81271"/>
                </a:lnTo>
                <a:lnTo>
                  <a:pt x="816612" y="80402"/>
                </a:lnTo>
                <a:close/>
                <a:moveTo>
                  <a:pt x="970649" y="152809"/>
                </a:moveTo>
                <a:lnTo>
                  <a:pt x="971779" y="152713"/>
                </a:lnTo>
                <a:lnTo>
                  <a:pt x="972898" y="152600"/>
                </a:lnTo>
                <a:lnTo>
                  <a:pt x="974006" y="152468"/>
                </a:lnTo>
                <a:lnTo>
                  <a:pt x="975103" y="152320"/>
                </a:lnTo>
                <a:lnTo>
                  <a:pt x="976189" y="152154"/>
                </a:lnTo>
                <a:lnTo>
                  <a:pt x="977264" y="151970"/>
                </a:lnTo>
                <a:lnTo>
                  <a:pt x="978327" y="151769"/>
                </a:lnTo>
                <a:lnTo>
                  <a:pt x="979380" y="151550"/>
                </a:lnTo>
                <a:lnTo>
                  <a:pt x="980421" y="151314"/>
                </a:lnTo>
                <a:lnTo>
                  <a:pt x="981452" y="151061"/>
                </a:lnTo>
                <a:lnTo>
                  <a:pt x="982471" y="150790"/>
                </a:lnTo>
                <a:lnTo>
                  <a:pt x="983479" y="150501"/>
                </a:lnTo>
                <a:lnTo>
                  <a:pt x="984477" y="150195"/>
                </a:lnTo>
                <a:lnTo>
                  <a:pt x="985463" y="149872"/>
                </a:lnTo>
                <a:lnTo>
                  <a:pt x="986438" y="149531"/>
                </a:lnTo>
                <a:lnTo>
                  <a:pt x="987402" y="149172"/>
                </a:lnTo>
                <a:lnTo>
                  <a:pt x="988355" y="148796"/>
                </a:lnTo>
                <a:lnTo>
                  <a:pt x="989297" y="148403"/>
                </a:lnTo>
                <a:lnTo>
                  <a:pt x="990228" y="147992"/>
                </a:lnTo>
                <a:lnTo>
                  <a:pt x="991145" y="147564"/>
                </a:lnTo>
                <a:lnTo>
                  <a:pt x="992046" y="147120"/>
                </a:lnTo>
                <a:lnTo>
                  <a:pt x="992930" y="146659"/>
                </a:lnTo>
                <a:lnTo>
                  <a:pt x="993799" y="146182"/>
                </a:lnTo>
                <a:lnTo>
                  <a:pt x="994651" y="145689"/>
                </a:lnTo>
                <a:lnTo>
                  <a:pt x="995487" y="145180"/>
                </a:lnTo>
                <a:lnTo>
                  <a:pt x="996307" y="144654"/>
                </a:lnTo>
                <a:lnTo>
                  <a:pt x="997111" y="144112"/>
                </a:lnTo>
                <a:lnTo>
                  <a:pt x="997898" y="143554"/>
                </a:lnTo>
                <a:lnTo>
                  <a:pt x="998669" y="142979"/>
                </a:lnTo>
                <a:lnTo>
                  <a:pt x="999424" y="142389"/>
                </a:lnTo>
                <a:lnTo>
                  <a:pt x="1000163" y="141781"/>
                </a:lnTo>
                <a:lnTo>
                  <a:pt x="1000885" y="141158"/>
                </a:lnTo>
                <a:lnTo>
                  <a:pt x="1001592" y="140518"/>
                </a:lnTo>
                <a:lnTo>
                  <a:pt x="1002282" y="139862"/>
                </a:lnTo>
                <a:lnTo>
                  <a:pt x="1002956" y="139189"/>
                </a:lnTo>
                <a:lnTo>
                  <a:pt x="1003613" y="138501"/>
                </a:lnTo>
                <a:lnTo>
                  <a:pt x="1004254" y="137796"/>
                </a:lnTo>
                <a:lnTo>
                  <a:pt x="1004880" y="137074"/>
                </a:lnTo>
                <a:lnTo>
                  <a:pt x="1005489" y="136337"/>
                </a:lnTo>
                <a:lnTo>
                  <a:pt x="1006081" y="135583"/>
                </a:lnTo>
                <a:lnTo>
                  <a:pt x="1006658" y="134812"/>
                </a:lnTo>
                <a:lnTo>
                  <a:pt x="1007218" y="134026"/>
                </a:lnTo>
                <a:lnTo>
                  <a:pt x="1007762" y="133223"/>
                </a:lnTo>
                <a:lnTo>
                  <a:pt x="1008287" y="132404"/>
                </a:lnTo>
                <a:lnTo>
                  <a:pt x="1008792" y="131569"/>
                </a:lnTo>
                <a:lnTo>
                  <a:pt x="1009275" y="130719"/>
                </a:lnTo>
                <a:lnTo>
                  <a:pt x="1009736" y="129853"/>
                </a:lnTo>
                <a:lnTo>
                  <a:pt x="1010177" y="128972"/>
                </a:lnTo>
                <a:lnTo>
                  <a:pt x="1010596" y="128075"/>
                </a:lnTo>
                <a:lnTo>
                  <a:pt x="1010995" y="127163"/>
                </a:lnTo>
                <a:lnTo>
                  <a:pt x="1011372" y="126235"/>
                </a:lnTo>
                <a:lnTo>
                  <a:pt x="1011727" y="125291"/>
                </a:lnTo>
                <a:lnTo>
                  <a:pt x="1012062" y="124332"/>
                </a:lnTo>
                <a:lnTo>
                  <a:pt x="1012376" y="123358"/>
                </a:lnTo>
                <a:lnTo>
                  <a:pt x="1012668" y="122368"/>
                </a:lnTo>
                <a:lnTo>
                  <a:pt x="1012939" y="121362"/>
                </a:lnTo>
                <a:lnTo>
                  <a:pt x="1013189" y="120341"/>
                </a:lnTo>
                <a:lnTo>
                  <a:pt x="1013418" y="119304"/>
                </a:lnTo>
                <a:lnTo>
                  <a:pt x="1013625" y="118252"/>
                </a:lnTo>
                <a:lnTo>
                  <a:pt x="1013812" y="117184"/>
                </a:lnTo>
                <a:lnTo>
                  <a:pt x="1013977" y="116101"/>
                </a:lnTo>
                <a:lnTo>
                  <a:pt x="1014121" y="115002"/>
                </a:lnTo>
                <a:lnTo>
                  <a:pt x="1014244" y="113887"/>
                </a:lnTo>
                <a:lnTo>
                  <a:pt x="1014345" y="112757"/>
                </a:lnTo>
                <a:lnTo>
                  <a:pt x="1014426" y="111612"/>
                </a:lnTo>
                <a:lnTo>
                  <a:pt x="1014485" y="110451"/>
                </a:lnTo>
                <a:lnTo>
                  <a:pt x="1014523" y="109274"/>
                </a:lnTo>
                <a:lnTo>
                  <a:pt x="986270" y="109274"/>
                </a:lnTo>
                <a:lnTo>
                  <a:pt x="986242" y="110112"/>
                </a:lnTo>
                <a:lnTo>
                  <a:pt x="986196" y="110934"/>
                </a:lnTo>
                <a:lnTo>
                  <a:pt x="986130" y="111740"/>
                </a:lnTo>
                <a:lnTo>
                  <a:pt x="986046" y="112530"/>
                </a:lnTo>
                <a:lnTo>
                  <a:pt x="985942" y="113304"/>
                </a:lnTo>
                <a:lnTo>
                  <a:pt x="985820" y="114062"/>
                </a:lnTo>
                <a:lnTo>
                  <a:pt x="985679" y="114803"/>
                </a:lnTo>
                <a:lnTo>
                  <a:pt x="985519" y="115529"/>
                </a:lnTo>
                <a:lnTo>
                  <a:pt x="985340" y="116239"/>
                </a:lnTo>
                <a:lnTo>
                  <a:pt x="985142" y="116933"/>
                </a:lnTo>
                <a:lnTo>
                  <a:pt x="984925" y="117610"/>
                </a:lnTo>
                <a:lnTo>
                  <a:pt x="984690" y="118272"/>
                </a:lnTo>
                <a:lnTo>
                  <a:pt x="984435" y="118917"/>
                </a:lnTo>
                <a:lnTo>
                  <a:pt x="984162" y="119547"/>
                </a:lnTo>
                <a:lnTo>
                  <a:pt x="983869" y="120160"/>
                </a:lnTo>
                <a:lnTo>
                  <a:pt x="983558" y="120758"/>
                </a:lnTo>
                <a:lnTo>
                  <a:pt x="983228" y="121339"/>
                </a:lnTo>
                <a:lnTo>
                  <a:pt x="982879" y="121905"/>
                </a:lnTo>
                <a:lnTo>
                  <a:pt x="982511" y="122454"/>
                </a:lnTo>
                <a:lnTo>
                  <a:pt x="982125" y="122987"/>
                </a:lnTo>
                <a:lnTo>
                  <a:pt x="981719" y="123505"/>
                </a:lnTo>
                <a:lnTo>
                  <a:pt x="981294" y="124006"/>
                </a:lnTo>
                <a:lnTo>
                  <a:pt x="980851" y="124491"/>
                </a:lnTo>
                <a:lnTo>
                  <a:pt x="980389" y="124961"/>
                </a:lnTo>
                <a:lnTo>
                  <a:pt x="979910" y="125412"/>
                </a:lnTo>
                <a:lnTo>
                  <a:pt x="979416" y="125844"/>
                </a:lnTo>
                <a:lnTo>
                  <a:pt x="978909" y="126257"/>
                </a:lnTo>
                <a:lnTo>
                  <a:pt x="978387" y="126651"/>
                </a:lnTo>
                <a:lnTo>
                  <a:pt x="977851" y="127025"/>
                </a:lnTo>
                <a:lnTo>
                  <a:pt x="977300" y="127380"/>
                </a:lnTo>
                <a:lnTo>
                  <a:pt x="976735" y="127716"/>
                </a:lnTo>
                <a:lnTo>
                  <a:pt x="976156" y="128033"/>
                </a:lnTo>
                <a:lnTo>
                  <a:pt x="975563" y="128331"/>
                </a:lnTo>
                <a:lnTo>
                  <a:pt x="974955" y="128609"/>
                </a:lnTo>
                <a:lnTo>
                  <a:pt x="974333" y="128869"/>
                </a:lnTo>
                <a:lnTo>
                  <a:pt x="973696" y="129109"/>
                </a:lnTo>
                <a:lnTo>
                  <a:pt x="973046" y="129330"/>
                </a:lnTo>
                <a:lnTo>
                  <a:pt x="972381" y="129531"/>
                </a:lnTo>
                <a:lnTo>
                  <a:pt x="971701" y="129714"/>
                </a:lnTo>
                <a:lnTo>
                  <a:pt x="971007" y="129877"/>
                </a:lnTo>
                <a:lnTo>
                  <a:pt x="970300" y="130021"/>
                </a:lnTo>
                <a:lnTo>
                  <a:pt x="969577" y="130146"/>
                </a:lnTo>
                <a:lnTo>
                  <a:pt x="968841" y="130252"/>
                </a:lnTo>
                <a:lnTo>
                  <a:pt x="968090" y="130338"/>
                </a:lnTo>
                <a:lnTo>
                  <a:pt x="967324" y="130405"/>
                </a:lnTo>
                <a:lnTo>
                  <a:pt x="966545" y="130453"/>
                </a:lnTo>
                <a:lnTo>
                  <a:pt x="965751" y="130482"/>
                </a:lnTo>
                <a:lnTo>
                  <a:pt x="964943" y="130492"/>
                </a:lnTo>
                <a:lnTo>
                  <a:pt x="964252" y="130485"/>
                </a:lnTo>
                <a:lnTo>
                  <a:pt x="963571" y="130465"/>
                </a:lnTo>
                <a:lnTo>
                  <a:pt x="962901" y="130431"/>
                </a:lnTo>
                <a:lnTo>
                  <a:pt x="962242" y="130383"/>
                </a:lnTo>
                <a:lnTo>
                  <a:pt x="961593" y="130323"/>
                </a:lnTo>
                <a:lnTo>
                  <a:pt x="960954" y="130248"/>
                </a:lnTo>
                <a:lnTo>
                  <a:pt x="960326" y="130160"/>
                </a:lnTo>
                <a:lnTo>
                  <a:pt x="959709" y="130059"/>
                </a:lnTo>
                <a:lnTo>
                  <a:pt x="959102" y="129944"/>
                </a:lnTo>
                <a:lnTo>
                  <a:pt x="958505" y="129816"/>
                </a:lnTo>
                <a:lnTo>
                  <a:pt x="957919" y="129674"/>
                </a:lnTo>
                <a:lnTo>
                  <a:pt x="957344" y="129519"/>
                </a:lnTo>
                <a:lnTo>
                  <a:pt x="956779" y="129350"/>
                </a:lnTo>
                <a:lnTo>
                  <a:pt x="956224" y="129167"/>
                </a:lnTo>
                <a:lnTo>
                  <a:pt x="955680" y="128971"/>
                </a:lnTo>
                <a:lnTo>
                  <a:pt x="955146" y="128762"/>
                </a:lnTo>
                <a:lnTo>
                  <a:pt x="954623" y="128539"/>
                </a:lnTo>
                <a:lnTo>
                  <a:pt x="954111" y="128302"/>
                </a:lnTo>
                <a:lnTo>
                  <a:pt x="953609" y="128052"/>
                </a:lnTo>
                <a:lnTo>
                  <a:pt x="953117" y="127789"/>
                </a:lnTo>
                <a:lnTo>
                  <a:pt x="952636" y="127512"/>
                </a:lnTo>
                <a:lnTo>
                  <a:pt x="952166" y="127221"/>
                </a:lnTo>
                <a:lnTo>
                  <a:pt x="951706" y="126917"/>
                </a:lnTo>
                <a:lnTo>
                  <a:pt x="951256" y="126599"/>
                </a:lnTo>
                <a:lnTo>
                  <a:pt x="950817" y="126269"/>
                </a:lnTo>
                <a:lnTo>
                  <a:pt x="950387" y="125926"/>
                </a:lnTo>
                <a:lnTo>
                  <a:pt x="949968" y="125571"/>
                </a:lnTo>
                <a:lnTo>
                  <a:pt x="949558" y="125204"/>
                </a:lnTo>
                <a:lnTo>
                  <a:pt x="949159" y="124824"/>
                </a:lnTo>
                <a:lnTo>
                  <a:pt x="948769" y="124433"/>
                </a:lnTo>
                <a:lnTo>
                  <a:pt x="948389" y="124029"/>
                </a:lnTo>
                <a:lnTo>
                  <a:pt x="948019" y="123613"/>
                </a:lnTo>
                <a:lnTo>
                  <a:pt x="947659" y="123186"/>
                </a:lnTo>
                <a:lnTo>
                  <a:pt x="947309" y="122746"/>
                </a:lnTo>
                <a:lnTo>
                  <a:pt x="946969" y="122293"/>
                </a:lnTo>
                <a:lnTo>
                  <a:pt x="946639" y="121829"/>
                </a:lnTo>
                <a:lnTo>
                  <a:pt x="946319" y="121353"/>
                </a:lnTo>
                <a:lnTo>
                  <a:pt x="946008" y="120864"/>
                </a:lnTo>
                <a:lnTo>
                  <a:pt x="945708" y="120363"/>
                </a:lnTo>
                <a:lnTo>
                  <a:pt x="945417" y="119851"/>
                </a:lnTo>
                <a:lnTo>
                  <a:pt x="945137" y="119326"/>
                </a:lnTo>
                <a:lnTo>
                  <a:pt x="944866" y="118788"/>
                </a:lnTo>
                <a:lnTo>
                  <a:pt x="944605" y="118239"/>
                </a:lnTo>
                <a:lnTo>
                  <a:pt x="944355" y="117678"/>
                </a:lnTo>
                <a:lnTo>
                  <a:pt x="944114" y="117104"/>
                </a:lnTo>
                <a:lnTo>
                  <a:pt x="943883" y="116518"/>
                </a:lnTo>
                <a:lnTo>
                  <a:pt x="943662" y="115920"/>
                </a:lnTo>
                <a:lnTo>
                  <a:pt x="943451" y="115310"/>
                </a:lnTo>
                <a:lnTo>
                  <a:pt x="943249" y="114689"/>
                </a:lnTo>
                <a:lnTo>
                  <a:pt x="943056" y="114056"/>
                </a:lnTo>
                <a:lnTo>
                  <a:pt x="942871" y="113413"/>
                </a:lnTo>
                <a:lnTo>
                  <a:pt x="942695" y="112759"/>
                </a:lnTo>
                <a:lnTo>
                  <a:pt x="942527" y="112094"/>
                </a:lnTo>
                <a:lnTo>
                  <a:pt x="942369" y="111418"/>
                </a:lnTo>
                <a:lnTo>
                  <a:pt x="942218" y="110732"/>
                </a:lnTo>
                <a:lnTo>
                  <a:pt x="942077" y="110035"/>
                </a:lnTo>
                <a:lnTo>
                  <a:pt x="941943" y="109327"/>
                </a:lnTo>
                <a:lnTo>
                  <a:pt x="941819" y="108608"/>
                </a:lnTo>
                <a:lnTo>
                  <a:pt x="941703" y="107879"/>
                </a:lnTo>
                <a:lnTo>
                  <a:pt x="941596" y="107138"/>
                </a:lnTo>
                <a:lnTo>
                  <a:pt x="941497" y="106387"/>
                </a:lnTo>
                <a:lnTo>
                  <a:pt x="941407" y="105626"/>
                </a:lnTo>
                <a:lnTo>
                  <a:pt x="941325" y="104853"/>
                </a:lnTo>
                <a:lnTo>
                  <a:pt x="941252" y="104070"/>
                </a:lnTo>
                <a:lnTo>
                  <a:pt x="941188" y="103276"/>
                </a:lnTo>
                <a:lnTo>
                  <a:pt x="941132" y="102471"/>
                </a:lnTo>
                <a:lnTo>
                  <a:pt x="941085" y="101655"/>
                </a:lnTo>
                <a:lnTo>
                  <a:pt x="941046" y="100829"/>
                </a:lnTo>
                <a:lnTo>
                  <a:pt x="941016" y="99991"/>
                </a:lnTo>
                <a:lnTo>
                  <a:pt x="940994" y="99143"/>
                </a:lnTo>
                <a:lnTo>
                  <a:pt x="940981" y="98285"/>
                </a:lnTo>
                <a:lnTo>
                  <a:pt x="940977" y="97415"/>
                </a:lnTo>
                <a:lnTo>
                  <a:pt x="940987" y="96073"/>
                </a:lnTo>
                <a:lnTo>
                  <a:pt x="941017" y="94757"/>
                </a:lnTo>
                <a:lnTo>
                  <a:pt x="941066" y="93466"/>
                </a:lnTo>
                <a:lnTo>
                  <a:pt x="941134" y="92200"/>
                </a:lnTo>
                <a:lnTo>
                  <a:pt x="941223" y="90960"/>
                </a:lnTo>
                <a:lnTo>
                  <a:pt x="941331" y="89746"/>
                </a:lnTo>
                <a:lnTo>
                  <a:pt x="941459" y="88557"/>
                </a:lnTo>
                <a:lnTo>
                  <a:pt x="941606" y="87393"/>
                </a:lnTo>
                <a:lnTo>
                  <a:pt x="941773" y="86255"/>
                </a:lnTo>
                <a:lnTo>
                  <a:pt x="941960" y="85142"/>
                </a:lnTo>
                <a:lnTo>
                  <a:pt x="942167" y="84055"/>
                </a:lnTo>
                <a:lnTo>
                  <a:pt x="942393" y="82993"/>
                </a:lnTo>
                <a:lnTo>
                  <a:pt x="942638" y="81957"/>
                </a:lnTo>
                <a:lnTo>
                  <a:pt x="942904" y="80946"/>
                </a:lnTo>
                <a:lnTo>
                  <a:pt x="943189" y="79961"/>
                </a:lnTo>
                <a:lnTo>
                  <a:pt x="943493" y="79001"/>
                </a:lnTo>
                <a:lnTo>
                  <a:pt x="943818" y="78067"/>
                </a:lnTo>
                <a:lnTo>
                  <a:pt x="944162" y="77158"/>
                </a:lnTo>
                <a:lnTo>
                  <a:pt x="944526" y="76275"/>
                </a:lnTo>
                <a:lnTo>
                  <a:pt x="944909" y="75417"/>
                </a:lnTo>
                <a:lnTo>
                  <a:pt x="945312" y="74585"/>
                </a:lnTo>
                <a:lnTo>
                  <a:pt x="945735" y="73778"/>
                </a:lnTo>
                <a:lnTo>
                  <a:pt x="946177" y="72996"/>
                </a:lnTo>
                <a:lnTo>
                  <a:pt x="946639" y="72240"/>
                </a:lnTo>
                <a:lnTo>
                  <a:pt x="947123" y="71513"/>
                </a:lnTo>
                <a:lnTo>
                  <a:pt x="947631" y="70816"/>
                </a:lnTo>
                <a:lnTo>
                  <a:pt x="948163" y="70150"/>
                </a:lnTo>
                <a:lnTo>
                  <a:pt x="948720" y="69515"/>
                </a:lnTo>
                <a:lnTo>
                  <a:pt x="949301" y="68911"/>
                </a:lnTo>
                <a:lnTo>
                  <a:pt x="949906" y="68339"/>
                </a:lnTo>
                <a:lnTo>
                  <a:pt x="950535" y="67797"/>
                </a:lnTo>
                <a:lnTo>
                  <a:pt x="951189" y="67286"/>
                </a:lnTo>
                <a:lnTo>
                  <a:pt x="951867" y="66806"/>
                </a:lnTo>
                <a:lnTo>
                  <a:pt x="952569" y="66357"/>
                </a:lnTo>
                <a:lnTo>
                  <a:pt x="953295" y="65939"/>
                </a:lnTo>
                <a:lnTo>
                  <a:pt x="954046" y="65552"/>
                </a:lnTo>
                <a:lnTo>
                  <a:pt x="954820" y="65195"/>
                </a:lnTo>
                <a:lnTo>
                  <a:pt x="955619" y="64870"/>
                </a:lnTo>
                <a:lnTo>
                  <a:pt x="956443" y="64576"/>
                </a:lnTo>
                <a:lnTo>
                  <a:pt x="957290" y="64313"/>
                </a:lnTo>
                <a:lnTo>
                  <a:pt x="958162" y="64081"/>
                </a:lnTo>
                <a:lnTo>
                  <a:pt x="959058" y="63879"/>
                </a:lnTo>
                <a:lnTo>
                  <a:pt x="959978" y="63709"/>
                </a:lnTo>
                <a:lnTo>
                  <a:pt x="960923" y="63570"/>
                </a:lnTo>
                <a:lnTo>
                  <a:pt x="961891" y="63461"/>
                </a:lnTo>
                <a:lnTo>
                  <a:pt x="962884" y="63384"/>
                </a:lnTo>
                <a:lnTo>
                  <a:pt x="963901" y="63337"/>
                </a:lnTo>
                <a:lnTo>
                  <a:pt x="964943" y="63322"/>
                </a:lnTo>
                <a:lnTo>
                  <a:pt x="965732" y="63331"/>
                </a:lnTo>
                <a:lnTo>
                  <a:pt x="966507" y="63357"/>
                </a:lnTo>
                <a:lnTo>
                  <a:pt x="967267" y="63401"/>
                </a:lnTo>
                <a:lnTo>
                  <a:pt x="968012" y="63463"/>
                </a:lnTo>
                <a:lnTo>
                  <a:pt x="968742" y="63542"/>
                </a:lnTo>
                <a:lnTo>
                  <a:pt x="969457" y="63639"/>
                </a:lnTo>
                <a:lnTo>
                  <a:pt x="970157" y="63753"/>
                </a:lnTo>
                <a:lnTo>
                  <a:pt x="970843" y="63885"/>
                </a:lnTo>
                <a:lnTo>
                  <a:pt x="971513" y="64035"/>
                </a:lnTo>
                <a:lnTo>
                  <a:pt x="972169" y="64202"/>
                </a:lnTo>
                <a:lnTo>
                  <a:pt x="972809" y="64387"/>
                </a:lnTo>
                <a:lnTo>
                  <a:pt x="973435" y="64590"/>
                </a:lnTo>
                <a:lnTo>
                  <a:pt x="974046" y="64810"/>
                </a:lnTo>
                <a:lnTo>
                  <a:pt x="974642" y="65047"/>
                </a:lnTo>
                <a:lnTo>
                  <a:pt x="975223" y="65303"/>
                </a:lnTo>
                <a:lnTo>
                  <a:pt x="975790" y="65576"/>
                </a:lnTo>
                <a:lnTo>
                  <a:pt x="976341" y="65866"/>
                </a:lnTo>
                <a:lnTo>
                  <a:pt x="976878" y="66174"/>
                </a:lnTo>
                <a:lnTo>
                  <a:pt x="977399" y="66500"/>
                </a:lnTo>
                <a:lnTo>
                  <a:pt x="977906" y="66843"/>
                </a:lnTo>
                <a:lnTo>
                  <a:pt x="978398" y="67204"/>
                </a:lnTo>
                <a:lnTo>
                  <a:pt x="978875" y="67583"/>
                </a:lnTo>
                <a:lnTo>
                  <a:pt x="979337" y="67979"/>
                </a:lnTo>
                <a:lnTo>
                  <a:pt x="979784" y="68393"/>
                </a:lnTo>
                <a:lnTo>
                  <a:pt x="980215" y="68821"/>
                </a:lnTo>
                <a:lnTo>
                  <a:pt x="980628" y="69262"/>
                </a:lnTo>
                <a:lnTo>
                  <a:pt x="981024" y="69715"/>
                </a:lnTo>
                <a:lnTo>
                  <a:pt x="981402" y="70179"/>
                </a:lnTo>
                <a:lnTo>
                  <a:pt x="981763" y="70656"/>
                </a:lnTo>
                <a:lnTo>
                  <a:pt x="982106" y="71145"/>
                </a:lnTo>
                <a:lnTo>
                  <a:pt x="982432" y="71646"/>
                </a:lnTo>
                <a:lnTo>
                  <a:pt x="982740" y="72159"/>
                </a:lnTo>
                <a:lnTo>
                  <a:pt x="983030" y="72685"/>
                </a:lnTo>
                <a:lnTo>
                  <a:pt x="983303" y="73222"/>
                </a:lnTo>
                <a:lnTo>
                  <a:pt x="983559" y="73771"/>
                </a:lnTo>
                <a:lnTo>
                  <a:pt x="983796" y="74333"/>
                </a:lnTo>
                <a:lnTo>
                  <a:pt x="984017" y="74906"/>
                </a:lnTo>
                <a:lnTo>
                  <a:pt x="984219" y="75492"/>
                </a:lnTo>
                <a:lnTo>
                  <a:pt x="984405" y="76089"/>
                </a:lnTo>
                <a:lnTo>
                  <a:pt x="984572" y="76699"/>
                </a:lnTo>
                <a:lnTo>
                  <a:pt x="984722" y="77321"/>
                </a:lnTo>
                <a:lnTo>
                  <a:pt x="984855" y="77954"/>
                </a:lnTo>
                <a:lnTo>
                  <a:pt x="984969" y="78600"/>
                </a:lnTo>
                <a:lnTo>
                  <a:pt x="985067" y="79258"/>
                </a:lnTo>
                <a:lnTo>
                  <a:pt x="985147" y="79928"/>
                </a:lnTo>
                <a:lnTo>
                  <a:pt x="985209" y="80610"/>
                </a:lnTo>
                <a:lnTo>
                  <a:pt x="985253" y="81304"/>
                </a:lnTo>
                <a:lnTo>
                  <a:pt x="985281" y="82011"/>
                </a:lnTo>
                <a:lnTo>
                  <a:pt x="1013534" y="82011"/>
                </a:lnTo>
                <a:lnTo>
                  <a:pt x="1013513" y="80864"/>
                </a:lnTo>
                <a:lnTo>
                  <a:pt x="1013471" y="79735"/>
                </a:lnTo>
                <a:lnTo>
                  <a:pt x="1013406" y="78621"/>
                </a:lnTo>
                <a:lnTo>
                  <a:pt x="1013320" y="77524"/>
                </a:lnTo>
                <a:lnTo>
                  <a:pt x="1013211" y="76444"/>
                </a:lnTo>
                <a:lnTo>
                  <a:pt x="1013080" y="75380"/>
                </a:lnTo>
                <a:lnTo>
                  <a:pt x="1012927" y="74333"/>
                </a:lnTo>
                <a:lnTo>
                  <a:pt x="1012752" y="73302"/>
                </a:lnTo>
                <a:lnTo>
                  <a:pt x="1012555" y="72288"/>
                </a:lnTo>
                <a:lnTo>
                  <a:pt x="1012335" y="71290"/>
                </a:lnTo>
                <a:lnTo>
                  <a:pt x="1012093" y="70308"/>
                </a:lnTo>
                <a:lnTo>
                  <a:pt x="1011830" y="69343"/>
                </a:lnTo>
                <a:lnTo>
                  <a:pt x="1011544" y="68395"/>
                </a:lnTo>
                <a:lnTo>
                  <a:pt x="1011236" y="67463"/>
                </a:lnTo>
                <a:lnTo>
                  <a:pt x="1010905" y="66548"/>
                </a:lnTo>
                <a:lnTo>
                  <a:pt x="1010553" y="65649"/>
                </a:lnTo>
                <a:lnTo>
                  <a:pt x="1010179" y="64767"/>
                </a:lnTo>
                <a:lnTo>
                  <a:pt x="1009782" y="63901"/>
                </a:lnTo>
                <a:lnTo>
                  <a:pt x="1009363" y="63051"/>
                </a:lnTo>
                <a:lnTo>
                  <a:pt x="1008922" y="62218"/>
                </a:lnTo>
                <a:lnTo>
                  <a:pt x="1008459" y="61402"/>
                </a:lnTo>
                <a:lnTo>
                  <a:pt x="1007974" y="60602"/>
                </a:lnTo>
                <a:lnTo>
                  <a:pt x="1007467" y="59819"/>
                </a:lnTo>
                <a:lnTo>
                  <a:pt x="1006938" y="59052"/>
                </a:lnTo>
                <a:lnTo>
                  <a:pt x="1006389" y="58301"/>
                </a:lnTo>
                <a:lnTo>
                  <a:pt x="1005825" y="57566"/>
                </a:lnTo>
                <a:lnTo>
                  <a:pt x="1005246" y="56846"/>
                </a:lnTo>
                <a:lnTo>
                  <a:pt x="1004650" y="56143"/>
                </a:lnTo>
                <a:lnTo>
                  <a:pt x="1004039" y="55455"/>
                </a:lnTo>
                <a:lnTo>
                  <a:pt x="1003413" y="54783"/>
                </a:lnTo>
                <a:lnTo>
                  <a:pt x="1002771" y="54126"/>
                </a:lnTo>
                <a:lnTo>
                  <a:pt x="1002113" y="53485"/>
                </a:lnTo>
                <a:lnTo>
                  <a:pt x="1001439" y="52860"/>
                </a:lnTo>
                <a:lnTo>
                  <a:pt x="1000750" y="52251"/>
                </a:lnTo>
                <a:lnTo>
                  <a:pt x="1000045" y="51657"/>
                </a:lnTo>
                <a:lnTo>
                  <a:pt x="999325" y="51079"/>
                </a:lnTo>
                <a:lnTo>
                  <a:pt x="998589" y="50517"/>
                </a:lnTo>
                <a:lnTo>
                  <a:pt x="997837" y="49970"/>
                </a:lnTo>
                <a:lnTo>
                  <a:pt x="997069" y="49439"/>
                </a:lnTo>
                <a:lnTo>
                  <a:pt x="996286" y="48924"/>
                </a:lnTo>
                <a:lnTo>
                  <a:pt x="995487" y="48425"/>
                </a:lnTo>
                <a:lnTo>
                  <a:pt x="994673" y="47941"/>
                </a:lnTo>
                <a:lnTo>
                  <a:pt x="993843" y="47473"/>
                </a:lnTo>
                <a:lnTo>
                  <a:pt x="992997" y="47021"/>
                </a:lnTo>
                <a:lnTo>
                  <a:pt x="992136" y="46584"/>
                </a:lnTo>
                <a:lnTo>
                  <a:pt x="991259" y="46163"/>
                </a:lnTo>
                <a:lnTo>
                  <a:pt x="990366" y="45758"/>
                </a:lnTo>
                <a:lnTo>
                  <a:pt x="989458" y="45368"/>
                </a:lnTo>
                <a:lnTo>
                  <a:pt x="988537" y="44994"/>
                </a:lnTo>
                <a:lnTo>
                  <a:pt x="987608" y="44636"/>
                </a:lnTo>
                <a:lnTo>
                  <a:pt x="986668" y="44294"/>
                </a:lnTo>
                <a:lnTo>
                  <a:pt x="985720" y="43968"/>
                </a:lnTo>
                <a:lnTo>
                  <a:pt x="984763" y="43658"/>
                </a:lnTo>
                <a:lnTo>
                  <a:pt x="983796" y="43363"/>
                </a:lnTo>
                <a:lnTo>
                  <a:pt x="982821" y="43085"/>
                </a:lnTo>
                <a:lnTo>
                  <a:pt x="981836" y="42822"/>
                </a:lnTo>
                <a:lnTo>
                  <a:pt x="980842" y="42576"/>
                </a:lnTo>
                <a:lnTo>
                  <a:pt x="979839" y="42345"/>
                </a:lnTo>
                <a:lnTo>
                  <a:pt x="978827" y="42130"/>
                </a:lnTo>
                <a:lnTo>
                  <a:pt x="977805" y="41931"/>
                </a:lnTo>
                <a:lnTo>
                  <a:pt x="976774" y="41748"/>
                </a:lnTo>
                <a:lnTo>
                  <a:pt x="975735" y="41581"/>
                </a:lnTo>
                <a:lnTo>
                  <a:pt x="974686" y="41430"/>
                </a:lnTo>
                <a:lnTo>
                  <a:pt x="973628" y="41295"/>
                </a:lnTo>
                <a:lnTo>
                  <a:pt x="972560" y="41175"/>
                </a:lnTo>
                <a:lnTo>
                  <a:pt x="971484" y="41072"/>
                </a:lnTo>
                <a:lnTo>
                  <a:pt x="970398" y="40984"/>
                </a:lnTo>
                <a:lnTo>
                  <a:pt x="969304" y="40913"/>
                </a:lnTo>
                <a:lnTo>
                  <a:pt x="968200" y="40857"/>
                </a:lnTo>
                <a:lnTo>
                  <a:pt x="967087" y="40817"/>
                </a:lnTo>
                <a:lnTo>
                  <a:pt x="965964" y="40793"/>
                </a:lnTo>
                <a:lnTo>
                  <a:pt x="964833" y="40785"/>
                </a:lnTo>
                <a:lnTo>
                  <a:pt x="963529" y="40796"/>
                </a:lnTo>
                <a:lnTo>
                  <a:pt x="962238" y="40828"/>
                </a:lnTo>
                <a:lnTo>
                  <a:pt x="960959" y="40881"/>
                </a:lnTo>
                <a:lnTo>
                  <a:pt x="959692" y="40955"/>
                </a:lnTo>
                <a:lnTo>
                  <a:pt x="958438" y="41050"/>
                </a:lnTo>
                <a:lnTo>
                  <a:pt x="957196" y="41166"/>
                </a:lnTo>
                <a:lnTo>
                  <a:pt x="955966" y="41303"/>
                </a:lnTo>
                <a:lnTo>
                  <a:pt x="954749" y="41462"/>
                </a:lnTo>
                <a:lnTo>
                  <a:pt x="953545" y="41642"/>
                </a:lnTo>
                <a:lnTo>
                  <a:pt x="952353" y="41842"/>
                </a:lnTo>
                <a:lnTo>
                  <a:pt x="951173" y="42064"/>
                </a:lnTo>
                <a:lnTo>
                  <a:pt x="950006" y="42307"/>
                </a:lnTo>
                <a:lnTo>
                  <a:pt x="948851" y="42572"/>
                </a:lnTo>
                <a:lnTo>
                  <a:pt x="947708" y="42857"/>
                </a:lnTo>
                <a:lnTo>
                  <a:pt x="946578" y="43163"/>
                </a:lnTo>
                <a:lnTo>
                  <a:pt x="945460" y="43491"/>
                </a:lnTo>
                <a:lnTo>
                  <a:pt x="944355" y="43840"/>
                </a:lnTo>
                <a:lnTo>
                  <a:pt x="943262" y="44210"/>
                </a:lnTo>
                <a:lnTo>
                  <a:pt x="942181" y="44601"/>
                </a:lnTo>
                <a:lnTo>
                  <a:pt x="941113" y="45013"/>
                </a:lnTo>
                <a:lnTo>
                  <a:pt x="940057" y="45446"/>
                </a:lnTo>
                <a:lnTo>
                  <a:pt x="939014" y="45901"/>
                </a:lnTo>
                <a:lnTo>
                  <a:pt x="937983" y="46376"/>
                </a:lnTo>
                <a:lnTo>
                  <a:pt x="936965" y="46873"/>
                </a:lnTo>
                <a:lnTo>
                  <a:pt x="935962" y="47392"/>
                </a:lnTo>
                <a:lnTo>
                  <a:pt x="934977" y="47932"/>
                </a:lnTo>
                <a:lnTo>
                  <a:pt x="934011" y="48495"/>
                </a:lnTo>
                <a:lnTo>
                  <a:pt x="933063" y="49081"/>
                </a:lnTo>
                <a:lnTo>
                  <a:pt x="932134" y="49688"/>
                </a:lnTo>
                <a:lnTo>
                  <a:pt x="931224" y="50318"/>
                </a:lnTo>
                <a:lnTo>
                  <a:pt x="930332" y="50970"/>
                </a:lnTo>
                <a:lnTo>
                  <a:pt x="929459" y="51645"/>
                </a:lnTo>
                <a:lnTo>
                  <a:pt x="928604" y="52342"/>
                </a:lnTo>
                <a:lnTo>
                  <a:pt x="927767" y="53061"/>
                </a:lnTo>
                <a:lnTo>
                  <a:pt x="926949" y="53802"/>
                </a:lnTo>
                <a:lnTo>
                  <a:pt x="926150" y="54566"/>
                </a:lnTo>
                <a:lnTo>
                  <a:pt x="925369" y="55352"/>
                </a:lnTo>
                <a:lnTo>
                  <a:pt x="924607" y="56160"/>
                </a:lnTo>
                <a:lnTo>
                  <a:pt x="923863" y="56991"/>
                </a:lnTo>
                <a:lnTo>
                  <a:pt x="923137" y="57844"/>
                </a:lnTo>
                <a:lnTo>
                  <a:pt x="922431" y="58719"/>
                </a:lnTo>
                <a:lnTo>
                  <a:pt x="921742" y="59616"/>
                </a:lnTo>
                <a:lnTo>
                  <a:pt x="921072" y="60536"/>
                </a:lnTo>
                <a:lnTo>
                  <a:pt x="920421" y="61478"/>
                </a:lnTo>
                <a:lnTo>
                  <a:pt x="919788" y="62442"/>
                </a:lnTo>
                <a:lnTo>
                  <a:pt x="919174" y="63429"/>
                </a:lnTo>
                <a:lnTo>
                  <a:pt x="918578" y="64438"/>
                </a:lnTo>
                <a:lnTo>
                  <a:pt x="918001" y="65469"/>
                </a:lnTo>
                <a:lnTo>
                  <a:pt x="917445" y="66523"/>
                </a:lnTo>
                <a:lnTo>
                  <a:pt x="916912" y="67602"/>
                </a:lnTo>
                <a:lnTo>
                  <a:pt x="916404" y="68704"/>
                </a:lnTo>
                <a:lnTo>
                  <a:pt x="915918" y="69831"/>
                </a:lnTo>
                <a:lnTo>
                  <a:pt x="915457" y="70981"/>
                </a:lnTo>
                <a:lnTo>
                  <a:pt x="915019" y="72156"/>
                </a:lnTo>
                <a:lnTo>
                  <a:pt x="914605" y="73355"/>
                </a:lnTo>
                <a:lnTo>
                  <a:pt x="914214" y="74577"/>
                </a:lnTo>
                <a:lnTo>
                  <a:pt x="913848" y="75824"/>
                </a:lnTo>
                <a:lnTo>
                  <a:pt x="913504" y="77095"/>
                </a:lnTo>
                <a:lnTo>
                  <a:pt x="913185" y="78389"/>
                </a:lnTo>
                <a:lnTo>
                  <a:pt x="912889" y="79708"/>
                </a:lnTo>
                <a:lnTo>
                  <a:pt x="912617" y="81051"/>
                </a:lnTo>
                <a:lnTo>
                  <a:pt x="912368" y="82418"/>
                </a:lnTo>
                <a:lnTo>
                  <a:pt x="912144" y="83809"/>
                </a:lnTo>
                <a:lnTo>
                  <a:pt x="911942" y="85224"/>
                </a:lnTo>
                <a:lnTo>
                  <a:pt x="911765" y="86663"/>
                </a:lnTo>
                <a:lnTo>
                  <a:pt x="911611" y="88126"/>
                </a:lnTo>
                <a:lnTo>
                  <a:pt x="911481" y="89613"/>
                </a:lnTo>
                <a:lnTo>
                  <a:pt x="911374" y="91124"/>
                </a:lnTo>
                <a:lnTo>
                  <a:pt x="911292" y="92659"/>
                </a:lnTo>
                <a:lnTo>
                  <a:pt x="911232" y="94218"/>
                </a:lnTo>
                <a:lnTo>
                  <a:pt x="911197" y="95801"/>
                </a:lnTo>
                <a:lnTo>
                  <a:pt x="911185" y="97408"/>
                </a:lnTo>
                <a:lnTo>
                  <a:pt x="911198" y="99015"/>
                </a:lnTo>
                <a:lnTo>
                  <a:pt x="911235" y="100598"/>
                </a:lnTo>
                <a:lnTo>
                  <a:pt x="911297" y="102155"/>
                </a:lnTo>
                <a:lnTo>
                  <a:pt x="911384" y="103688"/>
                </a:lnTo>
                <a:lnTo>
                  <a:pt x="911495" y="105196"/>
                </a:lnTo>
                <a:lnTo>
                  <a:pt x="911632" y="106679"/>
                </a:lnTo>
                <a:lnTo>
                  <a:pt x="911793" y="108137"/>
                </a:lnTo>
                <a:lnTo>
                  <a:pt x="911979" y="109570"/>
                </a:lnTo>
                <a:lnTo>
                  <a:pt x="912190" y="110979"/>
                </a:lnTo>
                <a:lnTo>
                  <a:pt x="912426" y="112362"/>
                </a:lnTo>
                <a:lnTo>
                  <a:pt x="912686" y="113721"/>
                </a:lnTo>
                <a:lnTo>
                  <a:pt x="912972" y="115055"/>
                </a:lnTo>
                <a:lnTo>
                  <a:pt x="913282" y="116365"/>
                </a:lnTo>
                <a:lnTo>
                  <a:pt x="913617" y="117649"/>
                </a:lnTo>
                <a:lnTo>
                  <a:pt x="913976" y="118909"/>
                </a:lnTo>
                <a:lnTo>
                  <a:pt x="914361" y="120143"/>
                </a:lnTo>
                <a:lnTo>
                  <a:pt x="914770" y="121353"/>
                </a:lnTo>
                <a:lnTo>
                  <a:pt x="915205" y="122538"/>
                </a:lnTo>
                <a:lnTo>
                  <a:pt x="915664" y="123699"/>
                </a:lnTo>
                <a:lnTo>
                  <a:pt x="916147" y="124834"/>
                </a:lnTo>
                <a:lnTo>
                  <a:pt x="916656" y="125945"/>
                </a:lnTo>
                <a:lnTo>
                  <a:pt x="917189" y="127031"/>
                </a:lnTo>
                <a:lnTo>
                  <a:pt x="917748" y="128092"/>
                </a:lnTo>
                <a:lnTo>
                  <a:pt x="918331" y="129128"/>
                </a:lnTo>
                <a:lnTo>
                  <a:pt x="918935" y="130140"/>
                </a:lnTo>
                <a:lnTo>
                  <a:pt x="919557" y="131130"/>
                </a:lnTo>
                <a:lnTo>
                  <a:pt x="920196" y="132098"/>
                </a:lnTo>
                <a:lnTo>
                  <a:pt x="920853" y="133043"/>
                </a:lnTo>
                <a:lnTo>
                  <a:pt x="921528" y="133965"/>
                </a:lnTo>
                <a:lnTo>
                  <a:pt x="922220" y="134866"/>
                </a:lnTo>
                <a:lnTo>
                  <a:pt x="922929" y="135743"/>
                </a:lnTo>
                <a:lnTo>
                  <a:pt x="923656" y="136598"/>
                </a:lnTo>
                <a:lnTo>
                  <a:pt x="924401" y="137431"/>
                </a:lnTo>
                <a:lnTo>
                  <a:pt x="925164" y="138241"/>
                </a:lnTo>
                <a:lnTo>
                  <a:pt x="925943" y="139029"/>
                </a:lnTo>
                <a:lnTo>
                  <a:pt x="926741" y="139794"/>
                </a:lnTo>
                <a:lnTo>
                  <a:pt x="927556" y="140537"/>
                </a:lnTo>
                <a:lnTo>
                  <a:pt x="928388" y="141257"/>
                </a:lnTo>
                <a:lnTo>
                  <a:pt x="929238" y="141955"/>
                </a:lnTo>
                <a:lnTo>
                  <a:pt x="930106" y="142630"/>
                </a:lnTo>
                <a:lnTo>
                  <a:pt x="930991" y="143283"/>
                </a:lnTo>
                <a:lnTo>
                  <a:pt x="931894" y="143913"/>
                </a:lnTo>
                <a:lnTo>
                  <a:pt x="932814" y="144521"/>
                </a:lnTo>
                <a:lnTo>
                  <a:pt x="933752" y="145106"/>
                </a:lnTo>
                <a:lnTo>
                  <a:pt x="934708" y="145669"/>
                </a:lnTo>
                <a:lnTo>
                  <a:pt x="935681" y="146209"/>
                </a:lnTo>
                <a:lnTo>
                  <a:pt x="936671" y="146727"/>
                </a:lnTo>
                <a:lnTo>
                  <a:pt x="937679" y="147222"/>
                </a:lnTo>
                <a:lnTo>
                  <a:pt x="938701" y="147696"/>
                </a:lnTo>
                <a:lnTo>
                  <a:pt x="939732" y="148149"/>
                </a:lnTo>
                <a:lnTo>
                  <a:pt x="940773" y="148583"/>
                </a:lnTo>
                <a:lnTo>
                  <a:pt x="941823" y="148996"/>
                </a:lnTo>
                <a:lnTo>
                  <a:pt x="942883" y="149389"/>
                </a:lnTo>
                <a:lnTo>
                  <a:pt x="943952" y="149762"/>
                </a:lnTo>
                <a:lnTo>
                  <a:pt x="945031" y="150115"/>
                </a:lnTo>
                <a:lnTo>
                  <a:pt x="946120" y="150448"/>
                </a:lnTo>
                <a:lnTo>
                  <a:pt x="947218" y="150760"/>
                </a:lnTo>
                <a:lnTo>
                  <a:pt x="948325" y="151052"/>
                </a:lnTo>
                <a:lnTo>
                  <a:pt x="949442" y="151325"/>
                </a:lnTo>
                <a:lnTo>
                  <a:pt x="950569" y="151577"/>
                </a:lnTo>
                <a:lnTo>
                  <a:pt x="951705" y="151808"/>
                </a:lnTo>
                <a:lnTo>
                  <a:pt x="952851" y="152020"/>
                </a:lnTo>
                <a:lnTo>
                  <a:pt x="954006" y="152212"/>
                </a:lnTo>
                <a:lnTo>
                  <a:pt x="955171" y="152383"/>
                </a:lnTo>
                <a:lnTo>
                  <a:pt x="956345" y="152534"/>
                </a:lnTo>
                <a:lnTo>
                  <a:pt x="957529" y="152665"/>
                </a:lnTo>
                <a:lnTo>
                  <a:pt x="958723" y="152776"/>
                </a:lnTo>
                <a:lnTo>
                  <a:pt x="959926" y="152867"/>
                </a:lnTo>
                <a:lnTo>
                  <a:pt x="961138" y="152937"/>
                </a:lnTo>
                <a:lnTo>
                  <a:pt x="962360" y="152988"/>
                </a:lnTo>
                <a:lnTo>
                  <a:pt x="963592" y="153018"/>
                </a:lnTo>
                <a:lnTo>
                  <a:pt x="964833" y="153028"/>
                </a:lnTo>
                <a:lnTo>
                  <a:pt x="966018" y="153019"/>
                </a:lnTo>
                <a:lnTo>
                  <a:pt x="967193" y="152993"/>
                </a:lnTo>
                <a:lnTo>
                  <a:pt x="968356" y="152949"/>
                </a:lnTo>
                <a:lnTo>
                  <a:pt x="969508" y="152888"/>
                </a:lnTo>
                <a:lnTo>
                  <a:pt x="970649" y="152809"/>
                </a:lnTo>
                <a:close/>
                <a:moveTo>
                  <a:pt x="1237245" y="152743"/>
                </a:moveTo>
                <a:lnTo>
                  <a:pt x="1238538" y="152618"/>
                </a:lnTo>
                <a:lnTo>
                  <a:pt x="1239817" y="152470"/>
                </a:lnTo>
                <a:lnTo>
                  <a:pt x="1241081" y="152299"/>
                </a:lnTo>
                <a:lnTo>
                  <a:pt x="1242330" y="152105"/>
                </a:lnTo>
                <a:lnTo>
                  <a:pt x="1243565" y="151889"/>
                </a:lnTo>
                <a:lnTo>
                  <a:pt x="1244784" y="151650"/>
                </a:lnTo>
                <a:lnTo>
                  <a:pt x="1245990" y="151388"/>
                </a:lnTo>
                <a:lnTo>
                  <a:pt x="1247180" y="151103"/>
                </a:lnTo>
                <a:lnTo>
                  <a:pt x="1248356" y="150795"/>
                </a:lnTo>
                <a:lnTo>
                  <a:pt x="1249517" y="150465"/>
                </a:lnTo>
                <a:lnTo>
                  <a:pt x="1250663" y="150112"/>
                </a:lnTo>
                <a:lnTo>
                  <a:pt x="1251795" y="149736"/>
                </a:lnTo>
                <a:lnTo>
                  <a:pt x="1252912" y="149337"/>
                </a:lnTo>
                <a:lnTo>
                  <a:pt x="1254014" y="148916"/>
                </a:lnTo>
                <a:lnTo>
                  <a:pt x="1255102" y="148471"/>
                </a:lnTo>
                <a:lnTo>
                  <a:pt x="1256175" y="148004"/>
                </a:lnTo>
                <a:lnTo>
                  <a:pt x="1257233" y="147514"/>
                </a:lnTo>
                <a:lnTo>
                  <a:pt x="1258277" y="147002"/>
                </a:lnTo>
                <a:lnTo>
                  <a:pt x="1259305" y="146466"/>
                </a:lnTo>
                <a:lnTo>
                  <a:pt x="1260317" y="145909"/>
                </a:lnTo>
                <a:lnTo>
                  <a:pt x="1261311" y="145331"/>
                </a:lnTo>
                <a:lnTo>
                  <a:pt x="1262285" y="144733"/>
                </a:lnTo>
                <a:lnTo>
                  <a:pt x="1263240" y="144114"/>
                </a:lnTo>
                <a:lnTo>
                  <a:pt x="1264177" y="143475"/>
                </a:lnTo>
                <a:lnTo>
                  <a:pt x="1265094" y="142816"/>
                </a:lnTo>
                <a:lnTo>
                  <a:pt x="1265993" y="142136"/>
                </a:lnTo>
                <a:lnTo>
                  <a:pt x="1266873" y="141435"/>
                </a:lnTo>
                <a:lnTo>
                  <a:pt x="1267733" y="140714"/>
                </a:lnTo>
                <a:lnTo>
                  <a:pt x="1268575" y="139973"/>
                </a:lnTo>
                <a:lnTo>
                  <a:pt x="1269398" y="139211"/>
                </a:lnTo>
                <a:lnTo>
                  <a:pt x="1270203" y="138428"/>
                </a:lnTo>
                <a:lnTo>
                  <a:pt x="1270988" y="137625"/>
                </a:lnTo>
                <a:lnTo>
                  <a:pt x="1271754" y="136802"/>
                </a:lnTo>
                <a:lnTo>
                  <a:pt x="1272502" y="135958"/>
                </a:lnTo>
                <a:lnTo>
                  <a:pt x="1273230" y="135094"/>
                </a:lnTo>
                <a:lnTo>
                  <a:pt x="1273940" y="134210"/>
                </a:lnTo>
                <a:lnTo>
                  <a:pt x="1274631" y="133305"/>
                </a:lnTo>
                <a:lnTo>
                  <a:pt x="1275303" y="132379"/>
                </a:lnTo>
                <a:lnTo>
                  <a:pt x="1275956" y="131433"/>
                </a:lnTo>
                <a:lnTo>
                  <a:pt x="1276590" y="130467"/>
                </a:lnTo>
                <a:lnTo>
                  <a:pt x="1277205" y="129480"/>
                </a:lnTo>
                <a:lnTo>
                  <a:pt x="1277802" y="128472"/>
                </a:lnTo>
                <a:lnTo>
                  <a:pt x="1278379" y="127444"/>
                </a:lnTo>
                <a:lnTo>
                  <a:pt x="1278935" y="126397"/>
                </a:lnTo>
                <a:lnTo>
                  <a:pt x="1279468" y="125331"/>
                </a:lnTo>
                <a:lnTo>
                  <a:pt x="1279976" y="124248"/>
                </a:lnTo>
                <a:lnTo>
                  <a:pt x="1280462" y="123146"/>
                </a:lnTo>
                <a:lnTo>
                  <a:pt x="1280923" y="122026"/>
                </a:lnTo>
                <a:lnTo>
                  <a:pt x="1281361" y="120887"/>
                </a:lnTo>
                <a:lnTo>
                  <a:pt x="1281775" y="119731"/>
                </a:lnTo>
                <a:lnTo>
                  <a:pt x="1282166" y="118557"/>
                </a:lnTo>
                <a:lnTo>
                  <a:pt x="1282532" y="117364"/>
                </a:lnTo>
                <a:lnTo>
                  <a:pt x="1282876" y="116153"/>
                </a:lnTo>
                <a:lnTo>
                  <a:pt x="1283195" y="114924"/>
                </a:lnTo>
                <a:lnTo>
                  <a:pt x="1283491" y="113677"/>
                </a:lnTo>
                <a:lnTo>
                  <a:pt x="1283763" y="112412"/>
                </a:lnTo>
                <a:lnTo>
                  <a:pt x="1284012" y="111128"/>
                </a:lnTo>
                <a:lnTo>
                  <a:pt x="1284236" y="109826"/>
                </a:lnTo>
                <a:lnTo>
                  <a:pt x="1284438" y="108507"/>
                </a:lnTo>
                <a:lnTo>
                  <a:pt x="1284615" y="107169"/>
                </a:lnTo>
                <a:lnTo>
                  <a:pt x="1284769" y="105813"/>
                </a:lnTo>
                <a:lnTo>
                  <a:pt x="1284899" y="104438"/>
                </a:lnTo>
                <a:lnTo>
                  <a:pt x="1285006" y="103046"/>
                </a:lnTo>
                <a:lnTo>
                  <a:pt x="1285088" y="101636"/>
                </a:lnTo>
                <a:lnTo>
                  <a:pt x="1285148" y="100207"/>
                </a:lnTo>
                <a:lnTo>
                  <a:pt x="1285183" y="98760"/>
                </a:lnTo>
                <a:lnTo>
                  <a:pt x="1285195" y="97295"/>
                </a:lnTo>
                <a:lnTo>
                  <a:pt x="1285183" y="95803"/>
                </a:lnTo>
                <a:lnTo>
                  <a:pt x="1285148" y="94329"/>
                </a:lnTo>
                <a:lnTo>
                  <a:pt x="1285088" y="92875"/>
                </a:lnTo>
                <a:lnTo>
                  <a:pt x="1285006" y="91439"/>
                </a:lnTo>
                <a:lnTo>
                  <a:pt x="1284899" y="90021"/>
                </a:lnTo>
                <a:lnTo>
                  <a:pt x="1284769" y="88623"/>
                </a:lnTo>
                <a:lnTo>
                  <a:pt x="1284615" y="87243"/>
                </a:lnTo>
                <a:lnTo>
                  <a:pt x="1284438" y="85882"/>
                </a:lnTo>
                <a:lnTo>
                  <a:pt x="1284236" y="84539"/>
                </a:lnTo>
                <a:lnTo>
                  <a:pt x="1284012" y="83216"/>
                </a:lnTo>
                <a:lnTo>
                  <a:pt x="1283763" y="81911"/>
                </a:lnTo>
                <a:lnTo>
                  <a:pt x="1283491" y="80625"/>
                </a:lnTo>
                <a:lnTo>
                  <a:pt x="1283195" y="79357"/>
                </a:lnTo>
                <a:lnTo>
                  <a:pt x="1282876" y="78108"/>
                </a:lnTo>
                <a:lnTo>
                  <a:pt x="1282532" y="76878"/>
                </a:lnTo>
                <a:lnTo>
                  <a:pt x="1282166" y="75667"/>
                </a:lnTo>
                <a:lnTo>
                  <a:pt x="1281775" y="74474"/>
                </a:lnTo>
                <a:lnTo>
                  <a:pt x="1281361" y="73301"/>
                </a:lnTo>
                <a:lnTo>
                  <a:pt x="1280923" y="72145"/>
                </a:lnTo>
                <a:lnTo>
                  <a:pt x="1280462" y="71009"/>
                </a:lnTo>
                <a:lnTo>
                  <a:pt x="1279976" y="69891"/>
                </a:lnTo>
                <a:lnTo>
                  <a:pt x="1279468" y="68793"/>
                </a:lnTo>
                <a:lnTo>
                  <a:pt x="1278935" y="67712"/>
                </a:lnTo>
                <a:lnTo>
                  <a:pt x="1278379" y="66651"/>
                </a:lnTo>
                <a:lnTo>
                  <a:pt x="1277802" y="65609"/>
                </a:lnTo>
                <a:lnTo>
                  <a:pt x="1277205" y="64588"/>
                </a:lnTo>
                <a:lnTo>
                  <a:pt x="1276590" y="63588"/>
                </a:lnTo>
                <a:lnTo>
                  <a:pt x="1275956" y="62608"/>
                </a:lnTo>
                <a:lnTo>
                  <a:pt x="1275303" y="61650"/>
                </a:lnTo>
                <a:lnTo>
                  <a:pt x="1274631" y="60712"/>
                </a:lnTo>
                <a:lnTo>
                  <a:pt x="1273940" y="59796"/>
                </a:lnTo>
                <a:lnTo>
                  <a:pt x="1273230" y="58900"/>
                </a:lnTo>
                <a:lnTo>
                  <a:pt x="1272502" y="58025"/>
                </a:lnTo>
                <a:lnTo>
                  <a:pt x="1271754" y="57171"/>
                </a:lnTo>
                <a:lnTo>
                  <a:pt x="1270988" y="56338"/>
                </a:lnTo>
                <a:lnTo>
                  <a:pt x="1270203" y="55525"/>
                </a:lnTo>
                <a:lnTo>
                  <a:pt x="1269398" y="54734"/>
                </a:lnTo>
                <a:lnTo>
                  <a:pt x="1268575" y="53963"/>
                </a:lnTo>
                <a:lnTo>
                  <a:pt x="1267733" y="53214"/>
                </a:lnTo>
                <a:lnTo>
                  <a:pt x="1266873" y="52485"/>
                </a:lnTo>
                <a:lnTo>
                  <a:pt x="1265993" y="51777"/>
                </a:lnTo>
                <a:lnTo>
                  <a:pt x="1265094" y="51090"/>
                </a:lnTo>
                <a:lnTo>
                  <a:pt x="1264177" y="50423"/>
                </a:lnTo>
                <a:lnTo>
                  <a:pt x="1263240" y="49778"/>
                </a:lnTo>
                <a:lnTo>
                  <a:pt x="1262285" y="49154"/>
                </a:lnTo>
                <a:lnTo>
                  <a:pt x="1261311" y="48550"/>
                </a:lnTo>
                <a:lnTo>
                  <a:pt x="1260317" y="47967"/>
                </a:lnTo>
                <a:lnTo>
                  <a:pt x="1259305" y="47406"/>
                </a:lnTo>
                <a:lnTo>
                  <a:pt x="1258277" y="46865"/>
                </a:lnTo>
                <a:lnTo>
                  <a:pt x="1257233" y="46348"/>
                </a:lnTo>
                <a:lnTo>
                  <a:pt x="1256175" y="45854"/>
                </a:lnTo>
                <a:lnTo>
                  <a:pt x="1255102" y="45383"/>
                </a:lnTo>
                <a:lnTo>
                  <a:pt x="1254014" y="44935"/>
                </a:lnTo>
                <a:lnTo>
                  <a:pt x="1252912" y="44509"/>
                </a:lnTo>
                <a:lnTo>
                  <a:pt x="1251795" y="44107"/>
                </a:lnTo>
                <a:lnTo>
                  <a:pt x="1250663" y="43728"/>
                </a:lnTo>
                <a:lnTo>
                  <a:pt x="1249517" y="43371"/>
                </a:lnTo>
                <a:lnTo>
                  <a:pt x="1248356" y="43038"/>
                </a:lnTo>
                <a:lnTo>
                  <a:pt x="1247180" y="42728"/>
                </a:lnTo>
                <a:lnTo>
                  <a:pt x="1245990" y="42441"/>
                </a:lnTo>
                <a:lnTo>
                  <a:pt x="1244784" y="42176"/>
                </a:lnTo>
                <a:lnTo>
                  <a:pt x="1243565" y="41935"/>
                </a:lnTo>
                <a:lnTo>
                  <a:pt x="1242330" y="41716"/>
                </a:lnTo>
                <a:lnTo>
                  <a:pt x="1241081" y="41521"/>
                </a:lnTo>
                <a:lnTo>
                  <a:pt x="1239817" y="41349"/>
                </a:lnTo>
                <a:lnTo>
                  <a:pt x="1238538" y="41199"/>
                </a:lnTo>
                <a:lnTo>
                  <a:pt x="1237245" y="41073"/>
                </a:lnTo>
                <a:lnTo>
                  <a:pt x="1235937" y="40969"/>
                </a:lnTo>
                <a:lnTo>
                  <a:pt x="1234614" y="40889"/>
                </a:lnTo>
                <a:lnTo>
                  <a:pt x="1233277" y="40831"/>
                </a:lnTo>
                <a:lnTo>
                  <a:pt x="1231925" y="40797"/>
                </a:lnTo>
                <a:lnTo>
                  <a:pt x="1230558" y="40785"/>
                </a:lnTo>
                <a:lnTo>
                  <a:pt x="1229209" y="40797"/>
                </a:lnTo>
                <a:lnTo>
                  <a:pt x="1227874" y="40831"/>
                </a:lnTo>
                <a:lnTo>
                  <a:pt x="1226553" y="40889"/>
                </a:lnTo>
                <a:lnTo>
                  <a:pt x="1225246" y="40969"/>
                </a:lnTo>
                <a:lnTo>
                  <a:pt x="1223953" y="41073"/>
                </a:lnTo>
                <a:lnTo>
                  <a:pt x="1222673" y="41199"/>
                </a:lnTo>
                <a:lnTo>
                  <a:pt x="1221408" y="41349"/>
                </a:lnTo>
                <a:lnTo>
                  <a:pt x="1220157" y="41521"/>
                </a:lnTo>
                <a:lnTo>
                  <a:pt x="1218919" y="41716"/>
                </a:lnTo>
                <a:lnTo>
                  <a:pt x="1217696" y="41935"/>
                </a:lnTo>
                <a:lnTo>
                  <a:pt x="1216486" y="42176"/>
                </a:lnTo>
                <a:lnTo>
                  <a:pt x="1215291" y="42441"/>
                </a:lnTo>
                <a:lnTo>
                  <a:pt x="1214109" y="42728"/>
                </a:lnTo>
                <a:lnTo>
                  <a:pt x="1212941" y="43038"/>
                </a:lnTo>
                <a:lnTo>
                  <a:pt x="1211787" y="43371"/>
                </a:lnTo>
                <a:lnTo>
                  <a:pt x="1210647" y="43728"/>
                </a:lnTo>
                <a:lnTo>
                  <a:pt x="1209521" y="44107"/>
                </a:lnTo>
                <a:lnTo>
                  <a:pt x="1208409" y="44509"/>
                </a:lnTo>
                <a:lnTo>
                  <a:pt x="1207311" y="44935"/>
                </a:lnTo>
                <a:lnTo>
                  <a:pt x="1206227" y="45383"/>
                </a:lnTo>
                <a:lnTo>
                  <a:pt x="1205157" y="45854"/>
                </a:lnTo>
                <a:lnTo>
                  <a:pt x="1204101" y="46348"/>
                </a:lnTo>
                <a:lnTo>
                  <a:pt x="1203058" y="46865"/>
                </a:lnTo>
                <a:lnTo>
                  <a:pt x="1202030" y="47406"/>
                </a:lnTo>
                <a:lnTo>
                  <a:pt x="1201018" y="47967"/>
                </a:lnTo>
                <a:lnTo>
                  <a:pt x="1200025" y="48550"/>
                </a:lnTo>
                <a:lnTo>
                  <a:pt x="1199052" y="49154"/>
                </a:lnTo>
                <a:lnTo>
                  <a:pt x="1198098" y="49778"/>
                </a:lnTo>
                <a:lnTo>
                  <a:pt x="1197163" y="50423"/>
                </a:lnTo>
                <a:lnTo>
                  <a:pt x="1196248" y="51090"/>
                </a:lnTo>
                <a:lnTo>
                  <a:pt x="1195352" y="51777"/>
                </a:lnTo>
                <a:lnTo>
                  <a:pt x="1194475" y="52485"/>
                </a:lnTo>
                <a:lnTo>
                  <a:pt x="1193617" y="53214"/>
                </a:lnTo>
                <a:lnTo>
                  <a:pt x="1192779" y="53963"/>
                </a:lnTo>
                <a:lnTo>
                  <a:pt x="1191960" y="54734"/>
                </a:lnTo>
                <a:lnTo>
                  <a:pt x="1191160" y="55525"/>
                </a:lnTo>
                <a:lnTo>
                  <a:pt x="1190380" y="56338"/>
                </a:lnTo>
                <a:lnTo>
                  <a:pt x="1189618" y="57171"/>
                </a:lnTo>
                <a:lnTo>
                  <a:pt x="1188876" y="58025"/>
                </a:lnTo>
                <a:lnTo>
                  <a:pt x="1188154" y="58900"/>
                </a:lnTo>
                <a:lnTo>
                  <a:pt x="1187450" y="59796"/>
                </a:lnTo>
                <a:lnTo>
                  <a:pt x="1186766" y="60712"/>
                </a:lnTo>
                <a:lnTo>
                  <a:pt x="1186101" y="61650"/>
                </a:lnTo>
                <a:lnTo>
                  <a:pt x="1185456" y="62608"/>
                </a:lnTo>
                <a:lnTo>
                  <a:pt x="1184829" y="63588"/>
                </a:lnTo>
                <a:lnTo>
                  <a:pt x="1184222" y="64588"/>
                </a:lnTo>
                <a:lnTo>
                  <a:pt x="1183635" y="65609"/>
                </a:lnTo>
                <a:lnTo>
                  <a:pt x="1183066" y="66651"/>
                </a:lnTo>
                <a:lnTo>
                  <a:pt x="1182519" y="67712"/>
                </a:lnTo>
                <a:lnTo>
                  <a:pt x="1181995" y="68793"/>
                </a:lnTo>
                <a:lnTo>
                  <a:pt x="1181495" y="69891"/>
                </a:lnTo>
                <a:lnTo>
                  <a:pt x="1181017" y="71009"/>
                </a:lnTo>
                <a:lnTo>
                  <a:pt x="1180563" y="72145"/>
                </a:lnTo>
                <a:lnTo>
                  <a:pt x="1180132" y="73301"/>
                </a:lnTo>
                <a:lnTo>
                  <a:pt x="1179725" y="74474"/>
                </a:lnTo>
                <a:lnTo>
                  <a:pt x="1179341" y="75667"/>
                </a:lnTo>
                <a:lnTo>
                  <a:pt x="1178980" y="76878"/>
                </a:lnTo>
                <a:lnTo>
                  <a:pt x="1178642" y="78108"/>
                </a:lnTo>
                <a:lnTo>
                  <a:pt x="1178328" y="79357"/>
                </a:lnTo>
                <a:lnTo>
                  <a:pt x="1178037" y="80625"/>
                </a:lnTo>
                <a:lnTo>
                  <a:pt x="1177769" y="81911"/>
                </a:lnTo>
                <a:lnTo>
                  <a:pt x="1177524" y="83216"/>
                </a:lnTo>
                <a:lnTo>
                  <a:pt x="1177303" y="84539"/>
                </a:lnTo>
                <a:lnTo>
                  <a:pt x="1177105" y="85882"/>
                </a:lnTo>
                <a:lnTo>
                  <a:pt x="1176931" y="87243"/>
                </a:lnTo>
                <a:lnTo>
                  <a:pt x="1176779" y="88623"/>
                </a:lnTo>
                <a:lnTo>
                  <a:pt x="1176651" y="90021"/>
                </a:lnTo>
                <a:lnTo>
                  <a:pt x="1176547" y="91439"/>
                </a:lnTo>
                <a:lnTo>
                  <a:pt x="1176465" y="92875"/>
                </a:lnTo>
                <a:lnTo>
                  <a:pt x="1176407" y="94329"/>
                </a:lnTo>
                <a:lnTo>
                  <a:pt x="1176372" y="95803"/>
                </a:lnTo>
                <a:lnTo>
                  <a:pt x="1176360" y="97295"/>
                </a:lnTo>
                <a:lnTo>
                  <a:pt x="1176372" y="98760"/>
                </a:lnTo>
                <a:lnTo>
                  <a:pt x="1176407" y="100207"/>
                </a:lnTo>
                <a:lnTo>
                  <a:pt x="1176465" y="101636"/>
                </a:lnTo>
                <a:lnTo>
                  <a:pt x="1176547" y="103046"/>
                </a:lnTo>
                <a:lnTo>
                  <a:pt x="1176651" y="104438"/>
                </a:lnTo>
                <a:lnTo>
                  <a:pt x="1176779" y="105813"/>
                </a:lnTo>
                <a:lnTo>
                  <a:pt x="1176931" y="107169"/>
                </a:lnTo>
                <a:lnTo>
                  <a:pt x="1177105" y="108507"/>
                </a:lnTo>
                <a:lnTo>
                  <a:pt x="1177303" y="109826"/>
                </a:lnTo>
                <a:lnTo>
                  <a:pt x="1177524" y="111128"/>
                </a:lnTo>
                <a:lnTo>
                  <a:pt x="1177769" y="112412"/>
                </a:lnTo>
                <a:lnTo>
                  <a:pt x="1178037" y="113677"/>
                </a:lnTo>
                <a:lnTo>
                  <a:pt x="1178328" y="114924"/>
                </a:lnTo>
                <a:lnTo>
                  <a:pt x="1178642" y="116153"/>
                </a:lnTo>
                <a:lnTo>
                  <a:pt x="1178980" y="117364"/>
                </a:lnTo>
                <a:lnTo>
                  <a:pt x="1179341" y="118557"/>
                </a:lnTo>
                <a:lnTo>
                  <a:pt x="1179725" y="119731"/>
                </a:lnTo>
                <a:lnTo>
                  <a:pt x="1180132" y="120887"/>
                </a:lnTo>
                <a:lnTo>
                  <a:pt x="1180563" y="122026"/>
                </a:lnTo>
                <a:lnTo>
                  <a:pt x="1181017" y="123146"/>
                </a:lnTo>
                <a:lnTo>
                  <a:pt x="1181495" y="124248"/>
                </a:lnTo>
                <a:lnTo>
                  <a:pt x="1181995" y="125331"/>
                </a:lnTo>
                <a:lnTo>
                  <a:pt x="1182519" y="126397"/>
                </a:lnTo>
                <a:lnTo>
                  <a:pt x="1183066" y="127444"/>
                </a:lnTo>
                <a:lnTo>
                  <a:pt x="1183635" y="128472"/>
                </a:lnTo>
                <a:lnTo>
                  <a:pt x="1184222" y="129480"/>
                </a:lnTo>
                <a:lnTo>
                  <a:pt x="1184829" y="130467"/>
                </a:lnTo>
                <a:lnTo>
                  <a:pt x="1185456" y="131433"/>
                </a:lnTo>
                <a:lnTo>
                  <a:pt x="1186101" y="132379"/>
                </a:lnTo>
                <a:lnTo>
                  <a:pt x="1186766" y="133305"/>
                </a:lnTo>
                <a:lnTo>
                  <a:pt x="1187450" y="134210"/>
                </a:lnTo>
                <a:lnTo>
                  <a:pt x="1188154" y="135094"/>
                </a:lnTo>
                <a:lnTo>
                  <a:pt x="1188876" y="135958"/>
                </a:lnTo>
                <a:lnTo>
                  <a:pt x="1189618" y="136802"/>
                </a:lnTo>
                <a:lnTo>
                  <a:pt x="1190380" y="137625"/>
                </a:lnTo>
                <a:lnTo>
                  <a:pt x="1191160" y="138428"/>
                </a:lnTo>
                <a:lnTo>
                  <a:pt x="1191960" y="139211"/>
                </a:lnTo>
                <a:lnTo>
                  <a:pt x="1192779" y="139973"/>
                </a:lnTo>
                <a:lnTo>
                  <a:pt x="1193617" y="140714"/>
                </a:lnTo>
                <a:lnTo>
                  <a:pt x="1194475" y="141435"/>
                </a:lnTo>
                <a:lnTo>
                  <a:pt x="1195352" y="142136"/>
                </a:lnTo>
                <a:lnTo>
                  <a:pt x="1196248" y="142816"/>
                </a:lnTo>
                <a:lnTo>
                  <a:pt x="1197163" y="143475"/>
                </a:lnTo>
                <a:lnTo>
                  <a:pt x="1198098" y="144114"/>
                </a:lnTo>
                <a:lnTo>
                  <a:pt x="1199052" y="144733"/>
                </a:lnTo>
                <a:lnTo>
                  <a:pt x="1200025" y="145331"/>
                </a:lnTo>
                <a:lnTo>
                  <a:pt x="1201018" y="145909"/>
                </a:lnTo>
                <a:lnTo>
                  <a:pt x="1202030" y="146466"/>
                </a:lnTo>
                <a:lnTo>
                  <a:pt x="1203058" y="147002"/>
                </a:lnTo>
                <a:lnTo>
                  <a:pt x="1204101" y="147514"/>
                </a:lnTo>
                <a:lnTo>
                  <a:pt x="1205157" y="148004"/>
                </a:lnTo>
                <a:lnTo>
                  <a:pt x="1206227" y="148471"/>
                </a:lnTo>
                <a:lnTo>
                  <a:pt x="1207311" y="148916"/>
                </a:lnTo>
                <a:lnTo>
                  <a:pt x="1208409" y="149337"/>
                </a:lnTo>
                <a:lnTo>
                  <a:pt x="1209521" y="149736"/>
                </a:lnTo>
                <a:lnTo>
                  <a:pt x="1210647" y="150112"/>
                </a:lnTo>
                <a:lnTo>
                  <a:pt x="1211787" y="150465"/>
                </a:lnTo>
                <a:lnTo>
                  <a:pt x="1212941" y="150795"/>
                </a:lnTo>
                <a:lnTo>
                  <a:pt x="1214109" y="151103"/>
                </a:lnTo>
                <a:lnTo>
                  <a:pt x="1215291" y="151388"/>
                </a:lnTo>
                <a:lnTo>
                  <a:pt x="1216486" y="151650"/>
                </a:lnTo>
                <a:lnTo>
                  <a:pt x="1217696" y="151889"/>
                </a:lnTo>
                <a:lnTo>
                  <a:pt x="1218919" y="152105"/>
                </a:lnTo>
                <a:lnTo>
                  <a:pt x="1220157" y="152299"/>
                </a:lnTo>
                <a:lnTo>
                  <a:pt x="1221408" y="152470"/>
                </a:lnTo>
                <a:lnTo>
                  <a:pt x="1222673" y="152618"/>
                </a:lnTo>
                <a:lnTo>
                  <a:pt x="1223953" y="152743"/>
                </a:lnTo>
                <a:lnTo>
                  <a:pt x="1225246" y="152846"/>
                </a:lnTo>
                <a:lnTo>
                  <a:pt x="1226553" y="152926"/>
                </a:lnTo>
                <a:lnTo>
                  <a:pt x="1227874" y="152982"/>
                </a:lnTo>
                <a:lnTo>
                  <a:pt x="1229209" y="153017"/>
                </a:lnTo>
                <a:lnTo>
                  <a:pt x="1230558" y="153028"/>
                </a:lnTo>
                <a:lnTo>
                  <a:pt x="1231925" y="153017"/>
                </a:lnTo>
                <a:lnTo>
                  <a:pt x="1233277" y="152982"/>
                </a:lnTo>
                <a:lnTo>
                  <a:pt x="1234614" y="152926"/>
                </a:lnTo>
                <a:lnTo>
                  <a:pt x="1235937" y="152846"/>
                </a:lnTo>
                <a:lnTo>
                  <a:pt x="1237245" y="152743"/>
                </a:lnTo>
                <a:close/>
                <a:moveTo>
                  <a:pt x="1226838" y="130624"/>
                </a:moveTo>
                <a:lnTo>
                  <a:pt x="1226136" y="130538"/>
                </a:lnTo>
                <a:lnTo>
                  <a:pt x="1225448" y="130435"/>
                </a:lnTo>
                <a:lnTo>
                  <a:pt x="1224774" y="130317"/>
                </a:lnTo>
                <a:lnTo>
                  <a:pt x="1224114" y="130183"/>
                </a:lnTo>
                <a:lnTo>
                  <a:pt x="1223467" y="130033"/>
                </a:lnTo>
                <a:lnTo>
                  <a:pt x="1222835" y="129867"/>
                </a:lnTo>
                <a:lnTo>
                  <a:pt x="1222216" y="129686"/>
                </a:lnTo>
                <a:lnTo>
                  <a:pt x="1221612" y="129489"/>
                </a:lnTo>
                <a:lnTo>
                  <a:pt x="1221021" y="129276"/>
                </a:lnTo>
                <a:lnTo>
                  <a:pt x="1220445" y="129047"/>
                </a:lnTo>
                <a:lnTo>
                  <a:pt x="1219882" y="128803"/>
                </a:lnTo>
                <a:lnTo>
                  <a:pt x="1219333" y="128543"/>
                </a:lnTo>
                <a:lnTo>
                  <a:pt x="1218798" y="128267"/>
                </a:lnTo>
                <a:lnTo>
                  <a:pt x="1218277" y="127975"/>
                </a:lnTo>
                <a:lnTo>
                  <a:pt x="1217770" y="127667"/>
                </a:lnTo>
                <a:lnTo>
                  <a:pt x="1217277" y="127344"/>
                </a:lnTo>
                <a:lnTo>
                  <a:pt x="1216798" y="127005"/>
                </a:lnTo>
                <a:lnTo>
                  <a:pt x="1216333" y="126650"/>
                </a:lnTo>
                <a:lnTo>
                  <a:pt x="1215882" y="126280"/>
                </a:lnTo>
                <a:lnTo>
                  <a:pt x="1215443" y="125896"/>
                </a:lnTo>
                <a:lnTo>
                  <a:pt x="1215015" y="125501"/>
                </a:lnTo>
                <a:lnTo>
                  <a:pt x="1214598" y="125096"/>
                </a:lnTo>
                <a:lnTo>
                  <a:pt x="1214191" y="124680"/>
                </a:lnTo>
                <a:lnTo>
                  <a:pt x="1213796" y="124254"/>
                </a:lnTo>
                <a:lnTo>
                  <a:pt x="1213411" y="123816"/>
                </a:lnTo>
                <a:lnTo>
                  <a:pt x="1213038" y="123368"/>
                </a:lnTo>
                <a:lnTo>
                  <a:pt x="1212675" y="122910"/>
                </a:lnTo>
                <a:lnTo>
                  <a:pt x="1212323" y="122440"/>
                </a:lnTo>
                <a:lnTo>
                  <a:pt x="1211982" y="121960"/>
                </a:lnTo>
                <a:lnTo>
                  <a:pt x="1211652" y="121469"/>
                </a:lnTo>
                <a:lnTo>
                  <a:pt x="1211333" y="120968"/>
                </a:lnTo>
                <a:lnTo>
                  <a:pt x="1211025" y="120455"/>
                </a:lnTo>
                <a:lnTo>
                  <a:pt x="1210727" y="119933"/>
                </a:lnTo>
                <a:lnTo>
                  <a:pt x="1210441" y="119399"/>
                </a:lnTo>
                <a:lnTo>
                  <a:pt x="1210165" y="118855"/>
                </a:lnTo>
                <a:lnTo>
                  <a:pt x="1209900" y="118300"/>
                </a:lnTo>
                <a:lnTo>
                  <a:pt x="1209646" y="117734"/>
                </a:lnTo>
                <a:lnTo>
                  <a:pt x="1209403" y="117157"/>
                </a:lnTo>
                <a:lnTo>
                  <a:pt x="1209171" y="116570"/>
                </a:lnTo>
                <a:lnTo>
                  <a:pt x="1208950" y="115973"/>
                </a:lnTo>
                <a:lnTo>
                  <a:pt x="1208739" y="115364"/>
                </a:lnTo>
                <a:lnTo>
                  <a:pt x="1208540" y="114745"/>
                </a:lnTo>
                <a:lnTo>
                  <a:pt x="1208351" y="114115"/>
                </a:lnTo>
                <a:lnTo>
                  <a:pt x="1208172" y="113477"/>
                </a:lnTo>
                <a:lnTo>
                  <a:pt x="1208000" y="112833"/>
                </a:lnTo>
                <a:lnTo>
                  <a:pt x="1207836" y="112185"/>
                </a:lnTo>
                <a:lnTo>
                  <a:pt x="1207679" y="111530"/>
                </a:lnTo>
                <a:lnTo>
                  <a:pt x="1207530" y="110870"/>
                </a:lnTo>
                <a:lnTo>
                  <a:pt x="1207389" y="110205"/>
                </a:lnTo>
                <a:lnTo>
                  <a:pt x="1207256" y="109534"/>
                </a:lnTo>
                <a:lnTo>
                  <a:pt x="1207130" y="108858"/>
                </a:lnTo>
                <a:lnTo>
                  <a:pt x="1207011" y="108177"/>
                </a:lnTo>
                <a:lnTo>
                  <a:pt x="1206901" y="107490"/>
                </a:lnTo>
                <a:lnTo>
                  <a:pt x="1206797" y="106797"/>
                </a:lnTo>
                <a:lnTo>
                  <a:pt x="1206702" y="106099"/>
                </a:lnTo>
                <a:lnTo>
                  <a:pt x="1206614" y="105396"/>
                </a:lnTo>
                <a:lnTo>
                  <a:pt x="1206534" y="104687"/>
                </a:lnTo>
                <a:lnTo>
                  <a:pt x="1206462" y="103973"/>
                </a:lnTo>
                <a:lnTo>
                  <a:pt x="1206397" y="103253"/>
                </a:lnTo>
                <a:lnTo>
                  <a:pt x="1206339" y="102528"/>
                </a:lnTo>
                <a:lnTo>
                  <a:pt x="1206290" y="101797"/>
                </a:lnTo>
                <a:lnTo>
                  <a:pt x="1206248" y="101061"/>
                </a:lnTo>
                <a:lnTo>
                  <a:pt x="1206213" y="100319"/>
                </a:lnTo>
                <a:lnTo>
                  <a:pt x="1206187" y="99572"/>
                </a:lnTo>
                <a:lnTo>
                  <a:pt x="1206168" y="98820"/>
                </a:lnTo>
                <a:lnTo>
                  <a:pt x="1206156" y="98062"/>
                </a:lnTo>
                <a:lnTo>
                  <a:pt x="1206152" y="97298"/>
                </a:lnTo>
                <a:lnTo>
                  <a:pt x="1206156" y="96516"/>
                </a:lnTo>
                <a:lnTo>
                  <a:pt x="1206168" y="95740"/>
                </a:lnTo>
                <a:lnTo>
                  <a:pt x="1206187" y="94970"/>
                </a:lnTo>
                <a:lnTo>
                  <a:pt x="1206213" y="94205"/>
                </a:lnTo>
                <a:lnTo>
                  <a:pt x="1206248" y="93446"/>
                </a:lnTo>
                <a:lnTo>
                  <a:pt x="1206290" y="92694"/>
                </a:lnTo>
                <a:lnTo>
                  <a:pt x="1206339" y="91947"/>
                </a:lnTo>
                <a:lnTo>
                  <a:pt x="1206397" y="91205"/>
                </a:lnTo>
                <a:lnTo>
                  <a:pt x="1206462" y="90470"/>
                </a:lnTo>
                <a:lnTo>
                  <a:pt x="1206534" y="89741"/>
                </a:lnTo>
                <a:lnTo>
                  <a:pt x="1206614" y="89017"/>
                </a:lnTo>
                <a:lnTo>
                  <a:pt x="1206702" y="88299"/>
                </a:lnTo>
                <a:lnTo>
                  <a:pt x="1206797" y="87587"/>
                </a:lnTo>
                <a:lnTo>
                  <a:pt x="1206901" y="86881"/>
                </a:lnTo>
                <a:lnTo>
                  <a:pt x="1207011" y="86181"/>
                </a:lnTo>
                <a:lnTo>
                  <a:pt x="1207130" y="85487"/>
                </a:lnTo>
                <a:lnTo>
                  <a:pt x="1207256" y="84798"/>
                </a:lnTo>
                <a:lnTo>
                  <a:pt x="1207389" y="84115"/>
                </a:lnTo>
                <a:lnTo>
                  <a:pt x="1207530" y="83438"/>
                </a:lnTo>
                <a:lnTo>
                  <a:pt x="1207679" y="82767"/>
                </a:lnTo>
                <a:lnTo>
                  <a:pt x="1207836" y="82102"/>
                </a:lnTo>
                <a:lnTo>
                  <a:pt x="1208000" y="81443"/>
                </a:lnTo>
                <a:lnTo>
                  <a:pt x="1208172" y="80789"/>
                </a:lnTo>
                <a:lnTo>
                  <a:pt x="1208351" y="80142"/>
                </a:lnTo>
                <a:lnTo>
                  <a:pt x="1208540" y="79503"/>
                </a:lnTo>
                <a:lnTo>
                  <a:pt x="1208739" y="78874"/>
                </a:lnTo>
                <a:lnTo>
                  <a:pt x="1208950" y="78257"/>
                </a:lnTo>
                <a:lnTo>
                  <a:pt x="1209171" y="77650"/>
                </a:lnTo>
                <a:lnTo>
                  <a:pt x="1209403" y="77055"/>
                </a:lnTo>
                <a:lnTo>
                  <a:pt x="1209646" y="76470"/>
                </a:lnTo>
                <a:lnTo>
                  <a:pt x="1209900" y="75896"/>
                </a:lnTo>
                <a:lnTo>
                  <a:pt x="1210165" y="75333"/>
                </a:lnTo>
                <a:lnTo>
                  <a:pt x="1210441" y="74781"/>
                </a:lnTo>
                <a:lnTo>
                  <a:pt x="1210727" y="74240"/>
                </a:lnTo>
                <a:lnTo>
                  <a:pt x="1211025" y="73710"/>
                </a:lnTo>
                <a:lnTo>
                  <a:pt x="1211333" y="73190"/>
                </a:lnTo>
                <a:lnTo>
                  <a:pt x="1211652" y="72682"/>
                </a:lnTo>
                <a:lnTo>
                  <a:pt x="1211982" y="72184"/>
                </a:lnTo>
                <a:lnTo>
                  <a:pt x="1212323" y="71698"/>
                </a:lnTo>
                <a:lnTo>
                  <a:pt x="1212675" y="71222"/>
                </a:lnTo>
                <a:lnTo>
                  <a:pt x="1213038" y="70757"/>
                </a:lnTo>
                <a:lnTo>
                  <a:pt x="1213411" y="70303"/>
                </a:lnTo>
                <a:lnTo>
                  <a:pt x="1213796" y="69860"/>
                </a:lnTo>
                <a:lnTo>
                  <a:pt x="1214191" y="69428"/>
                </a:lnTo>
                <a:lnTo>
                  <a:pt x="1214598" y="69007"/>
                </a:lnTo>
                <a:lnTo>
                  <a:pt x="1215015" y="68597"/>
                </a:lnTo>
                <a:lnTo>
                  <a:pt x="1215443" y="68197"/>
                </a:lnTo>
                <a:lnTo>
                  <a:pt x="1215882" y="67809"/>
                </a:lnTo>
                <a:lnTo>
                  <a:pt x="1216333" y="67434"/>
                </a:lnTo>
                <a:lnTo>
                  <a:pt x="1216798" y="67074"/>
                </a:lnTo>
                <a:lnTo>
                  <a:pt x="1217277" y="66731"/>
                </a:lnTo>
                <a:lnTo>
                  <a:pt x="1217770" y="66404"/>
                </a:lnTo>
                <a:lnTo>
                  <a:pt x="1218277" y="66093"/>
                </a:lnTo>
                <a:lnTo>
                  <a:pt x="1218798" y="65798"/>
                </a:lnTo>
                <a:lnTo>
                  <a:pt x="1219333" y="65518"/>
                </a:lnTo>
                <a:lnTo>
                  <a:pt x="1219882" y="65255"/>
                </a:lnTo>
                <a:lnTo>
                  <a:pt x="1220445" y="65008"/>
                </a:lnTo>
                <a:lnTo>
                  <a:pt x="1221021" y="64776"/>
                </a:lnTo>
                <a:lnTo>
                  <a:pt x="1221612" y="64561"/>
                </a:lnTo>
                <a:lnTo>
                  <a:pt x="1222216" y="64361"/>
                </a:lnTo>
                <a:lnTo>
                  <a:pt x="1222835" y="64178"/>
                </a:lnTo>
                <a:lnTo>
                  <a:pt x="1223467" y="64010"/>
                </a:lnTo>
                <a:lnTo>
                  <a:pt x="1224114" y="63858"/>
                </a:lnTo>
                <a:lnTo>
                  <a:pt x="1224774" y="63723"/>
                </a:lnTo>
                <a:lnTo>
                  <a:pt x="1225448" y="63603"/>
                </a:lnTo>
                <a:lnTo>
                  <a:pt x="1226136" y="63499"/>
                </a:lnTo>
                <a:lnTo>
                  <a:pt x="1226838" y="63412"/>
                </a:lnTo>
                <a:lnTo>
                  <a:pt x="1227554" y="63340"/>
                </a:lnTo>
                <a:lnTo>
                  <a:pt x="1228284" y="63284"/>
                </a:lnTo>
                <a:lnTo>
                  <a:pt x="1229028" y="63244"/>
                </a:lnTo>
                <a:lnTo>
                  <a:pt x="1229786" y="63220"/>
                </a:lnTo>
                <a:lnTo>
                  <a:pt x="1230558" y="63212"/>
                </a:lnTo>
                <a:lnTo>
                  <a:pt x="1231348" y="63220"/>
                </a:lnTo>
                <a:lnTo>
                  <a:pt x="1232123" y="63244"/>
                </a:lnTo>
                <a:lnTo>
                  <a:pt x="1232884" y="63284"/>
                </a:lnTo>
                <a:lnTo>
                  <a:pt x="1233631" y="63340"/>
                </a:lnTo>
                <a:lnTo>
                  <a:pt x="1234364" y="63412"/>
                </a:lnTo>
                <a:lnTo>
                  <a:pt x="1235082" y="63499"/>
                </a:lnTo>
                <a:lnTo>
                  <a:pt x="1235786" y="63603"/>
                </a:lnTo>
                <a:lnTo>
                  <a:pt x="1236476" y="63723"/>
                </a:lnTo>
                <a:lnTo>
                  <a:pt x="1237151" y="63858"/>
                </a:lnTo>
                <a:lnTo>
                  <a:pt x="1237812" y="64010"/>
                </a:lnTo>
                <a:lnTo>
                  <a:pt x="1238459" y="64178"/>
                </a:lnTo>
                <a:lnTo>
                  <a:pt x="1239091" y="64361"/>
                </a:lnTo>
                <a:lnTo>
                  <a:pt x="1239709" y="64561"/>
                </a:lnTo>
                <a:lnTo>
                  <a:pt x="1240313" y="64776"/>
                </a:lnTo>
                <a:lnTo>
                  <a:pt x="1240903" y="65008"/>
                </a:lnTo>
                <a:lnTo>
                  <a:pt x="1241478" y="65255"/>
                </a:lnTo>
                <a:lnTo>
                  <a:pt x="1242039" y="65518"/>
                </a:lnTo>
                <a:lnTo>
                  <a:pt x="1242585" y="65798"/>
                </a:lnTo>
                <a:lnTo>
                  <a:pt x="1243117" y="66093"/>
                </a:lnTo>
                <a:lnTo>
                  <a:pt x="1243635" y="66404"/>
                </a:lnTo>
                <a:lnTo>
                  <a:pt x="1244139" y="66731"/>
                </a:lnTo>
                <a:lnTo>
                  <a:pt x="1244628" y="67074"/>
                </a:lnTo>
                <a:lnTo>
                  <a:pt x="1245103" y="67434"/>
                </a:lnTo>
                <a:lnTo>
                  <a:pt x="1245564" y="67809"/>
                </a:lnTo>
                <a:lnTo>
                  <a:pt x="1246012" y="68197"/>
                </a:lnTo>
                <a:lnTo>
                  <a:pt x="1246448" y="68597"/>
                </a:lnTo>
                <a:lnTo>
                  <a:pt x="1246874" y="69007"/>
                </a:lnTo>
                <a:lnTo>
                  <a:pt x="1247289" y="69428"/>
                </a:lnTo>
                <a:lnTo>
                  <a:pt x="1247693" y="69860"/>
                </a:lnTo>
                <a:lnTo>
                  <a:pt x="1248085" y="70303"/>
                </a:lnTo>
                <a:lnTo>
                  <a:pt x="1248467" y="70757"/>
                </a:lnTo>
                <a:lnTo>
                  <a:pt x="1248837" y="71222"/>
                </a:lnTo>
                <a:lnTo>
                  <a:pt x="1249197" y="71698"/>
                </a:lnTo>
                <a:lnTo>
                  <a:pt x="1249545" y="72184"/>
                </a:lnTo>
                <a:lnTo>
                  <a:pt x="1249882" y="72682"/>
                </a:lnTo>
                <a:lnTo>
                  <a:pt x="1250208" y="73190"/>
                </a:lnTo>
                <a:lnTo>
                  <a:pt x="1250523" y="73710"/>
                </a:lnTo>
                <a:lnTo>
                  <a:pt x="1250828" y="74240"/>
                </a:lnTo>
                <a:lnTo>
                  <a:pt x="1251120" y="74781"/>
                </a:lnTo>
                <a:lnTo>
                  <a:pt x="1251402" y="75333"/>
                </a:lnTo>
                <a:lnTo>
                  <a:pt x="1251673" y="75896"/>
                </a:lnTo>
                <a:lnTo>
                  <a:pt x="1251933" y="76470"/>
                </a:lnTo>
                <a:lnTo>
                  <a:pt x="1252182" y="77055"/>
                </a:lnTo>
                <a:lnTo>
                  <a:pt x="1252419" y="77650"/>
                </a:lnTo>
                <a:lnTo>
                  <a:pt x="1252646" y="78257"/>
                </a:lnTo>
                <a:lnTo>
                  <a:pt x="1252861" y="78874"/>
                </a:lnTo>
                <a:lnTo>
                  <a:pt x="1253066" y="79503"/>
                </a:lnTo>
                <a:lnTo>
                  <a:pt x="1253259" y="80142"/>
                </a:lnTo>
                <a:lnTo>
                  <a:pt x="1253443" y="80789"/>
                </a:lnTo>
                <a:lnTo>
                  <a:pt x="1253619" y="81443"/>
                </a:lnTo>
                <a:lnTo>
                  <a:pt x="1253787" y="82102"/>
                </a:lnTo>
                <a:lnTo>
                  <a:pt x="1253948" y="82767"/>
                </a:lnTo>
                <a:lnTo>
                  <a:pt x="1254100" y="83438"/>
                </a:lnTo>
                <a:lnTo>
                  <a:pt x="1254245" y="84115"/>
                </a:lnTo>
                <a:lnTo>
                  <a:pt x="1254382" y="84798"/>
                </a:lnTo>
                <a:lnTo>
                  <a:pt x="1254511" y="85487"/>
                </a:lnTo>
                <a:lnTo>
                  <a:pt x="1254632" y="86181"/>
                </a:lnTo>
                <a:lnTo>
                  <a:pt x="1254746" y="86881"/>
                </a:lnTo>
                <a:lnTo>
                  <a:pt x="1254851" y="87587"/>
                </a:lnTo>
                <a:lnTo>
                  <a:pt x="1254949" y="88299"/>
                </a:lnTo>
                <a:lnTo>
                  <a:pt x="1255039" y="89017"/>
                </a:lnTo>
                <a:lnTo>
                  <a:pt x="1255121" y="89741"/>
                </a:lnTo>
                <a:lnTo>
                  <a:pt x="1255196" y="90470"/>
                </a:lnTo>
                <a:lnTo>
                  <a:pt x="1255262" y="91205"/>
                </a:lnTo>
                <a:lnTo>
                  <a:pt x="1255321" y="91947"/>
                </a:lnTo>
                <a:lnTo>
                  <a:pt x="1255372" y="92694"/>
                </a:lnTo>
                <a:lnTo>
                  <a:pt x="1255415" y="93446"/>
                </a:lnTo>
                <a:lnTo>
                  <a:pt x="1255450" y="94205"/>
                </a:lnTo>
                <a:lnTo>
                  <a:pt x="1255477" y="94970"/>
                </a:lnTo>
                <a:lnTo>
                  <a:pt x="1255497" y="95740"/>
                </a:lnTo>
                <a:lnTo>
                  <a:pt x="1255509" y="96516"/>
                </a:lnTo>
                <a:lnTo>
                  <a:pt x="1255513" y="97298"/>
                </a:lnTo>
                <a:lnTo>
                  <a:pt x="1255509" y="98062"/>
                </a:lnTo>
                <a:lnTo>
                  <a:pt x="1255497" y="98820"/>
                </a:lnTo>
                <a:lnTo>
                  <a:pt x="1255477" y="99572"/>
                </a:lnTo>
                <a:lnTo>
                  <a:pt x="1255450" y="100319"/>
                </a:lnTo>
                <a:lnTo>
                  <a:pt x="1255415" y="101061"/>
                </a:lnTo>
                <a:lnTo>
                  <a:pt x="1255372" y="101797"/>
                </a:lnTo>
                <a:lnTo>
                  <a:pt x="1255321" y="102528"/>
                </a:lnTo>
                <a:lnTo>
                  <a:pt x="1255262" y="103253"/>
                </a:lnTo>
                <a:lnTo>
                  <a:pt x="1255196" y="103973"/>
                </a:lnTo>
                <a:lnTo>
                  <a:pt x="1255121" y="104687"/>
                </a:lnTo>
                <a:lnTo>
                  <a:pt x="1255039" y="105396"/>
                </a:lnTo>
                <a:lnTo>
                  <a:pt x="1254949" y="106099"/>
                </a:lnTo>
                <a:lnTo>
                  <a:pt x="1254851" y="106797"/>
                </a:lnTo>
                <a:lnTo>
                  <a:pt x="1254746" y="107490"/>
                </a:lnTo>
                <a:lnTo>
                  <a:pt x="1254632" y="108177"/>
                </a:lnTo>
                <a:lnTo>
                  <a:pt x="1254511" y="108858"/>
                </a:lnTo>
                <a:lnTo>
                  <a:pt x="1254382" y="109534"/>
                </a:lnTo>
                <a:lnTo>
                  <a:pt x="1254245" y="110205"/>
                </a:lnTo>
                <a:lnTo>
                  <a:pt x="1254100" y="110870"/>
                </a:lnTo>
                <a:lnTo>
                  <a:pt x="1253948" y="111530"/>
                </a:lnTo>
                <a:lnTo>
                  <a:pt x="1253787" y="112185"/>
                </a:lnTo>
                <a:lnTo>
                  <a:pt x="1253619" y="112833"/>
                </a:lnTo>
                <a:lnTo>
                  <a:pt x="1253443" y="113477"/>
                </a:lnTo>
                <a:lnTo>
                  <a:pt x="1253259" y="114115"/>
                </a:lnTo>
                <a:lnTo>
                  <a:pt x="1253066" y="114745"/>
                </a:lnTo>
                <a:lnTo>
                  <a:pt x="1252861" y="115364"/>
                </a:lnTo>
                <a:lnTo>
                  <a:pt x="1252646" y="115973"/>
                </a:lnTo>
                <a:lnTo>
                  <a:pt x="1252419" y="116570"/>
                </a:lnTo>
                <a:lnTo>
                  <a:pt x="1252182" y="117157"/>
                </a:lnTo>
                <a:lnTo>
                  <a:pt x="1251933" y="117734"/>
                </a:lnTo>
                <a:lnTo>
                  <a:pt x="1251673" y="118300"/>
                </a:lnTo>
                <a:lnTo>
                  <a:pt x="1251402" y="118855"/>
                </a:lnTo>
                <a:lnTo>
                  <a:pt x="1251120" y="119399"/>
                </a:lnTo>
                <a:lnTo>
                  <a:pt x="1250828" y="119933"/>
                </a:lnTo>
                <a:lnTo>
                  <a:pt x="1250523" y="120455"/>
                </a:lnTo>
                <a:lnTo>
                  <a:pt x="1250208" y="120968"/>
                </a:lnTo>
                <a:lnTo>
                  <a:pt x="1249882" y="121469"/>
                </a:lnTo>
                <a:lnTo>
                  <a:pt x="1249545" y="121960"/>
                </a:lnTo>
                <a:lnTo>
                  <a:pt x="1249197" y="122440"/>
                </a:lnTo>
                <a:lnTo>
                  <a:pt x="1248837" y="122910"/>
                </a:lnTo>
                <a:lnTo>
                  <a:pt x="1248467" y="123368"/>
                </a:lnTo>
                <a:lnTo>
                  <a:pt x="1248085" y="123816"/>
                </a:lnTo>
                <a:lnTo>
                  <a:pt x="1247693" y="124254"/>
                </a:lnTo>
                <a:lnTo>
                  <a:pt x="1247289" y="124680"/>
                </a:lnTo>
                <a:lnTo>
                  <a:pt x="1246874" y="125096"/>
                </a:lnTo>
                <a:lnTo>
                  <a:pt x="1246448" y="125501"/>
                </a:lnTo>
                <a:lnTo>
                  <a:pt x="1246012" y="125896"/>
                </a:lnTo>
                <a:lnTo>
                  <a:pt x="1245564" y="126280"/>
                </a:lnTo>
                <a:lnTo>
                  <a:pt x="1245103" y="126650"/>
                </a:lnTo>
                <a:lnTo>
                  <a:pt x="1244628" y="127005"/>
                </a:lnTo>
                <a:lnTo>
                  <a:pt x="1244139" y="127344"/>
                </a:lnTo>
                <a:lnTo>
                  <a:pt x="1243635" y="127667"/>
                </a:lnTo>
                <a:lnTo>
                  <a:pt x="1243117" y="127975"/>
                </a:lnTo>
                <a:lnTo>
                  <a:pt x="1242585" y="128267"/>
                </a:lnTo>
                <a:lnTo>
                  <a:pt x="1242039" y="128543"/>
                </a:lnTo>
                <a:lnTo>
                  <a:pt x="1241478" y="128803"/>
                </a:lnTo>
                <a:lnTo>
                  <a:pt x="1240903" y="129047"/>
                </a:lnTo>
                <a:lnTo>
                  <a:pt x="1240313" y="129276"/>
                </a:lnTo>
                <a:lnTo>
                  <a:pt x="1239709" y="129489"/>
                </a:lnTo>
                <a:lnTo>
                  <a:pt x="1239091" y="129686"/>
                </a:lnTo>
                <a:lnTo>
                  <a:pt x="1238459" y="129867"/>
                </a:lnTo>
                <a:lnTo>
                  <a:pt x="1237812" y="130033"/>
                </a:lnTo>
                <a:lnTo>
                  <a:pt x="1237151" y="130183"/>
                </a:lnTo>
                <a:lnTo>
                  <a:pt x="1236476" y="130317"/>
                </a:lnTo>
                <a:lnTo>
                  <a:pt x="1235786" y="130435"/>
                </a:lnTo>
                <a:lnTo>
                  <a:pt x="1235082" y="130538"/>
                </a:lnTo>
                <a:lnTo>
                  <a:pt x="1234364" y="130624"/>
                </a:lnTo>
                <a:lnTo>
                  <a:pt x="1233631" y="130695"/>
                </a:lnTo>
                <a:lnTo>
                  <a:pt x="1232884" y="130750"/>
                </a:lnTo>
                <a:lnTo>
                  <a:pt x="1232123" y="130790"/>
                </a:lnTo>
                <a:lnTo>
                  <a:pt x="1231348" y="130814"/>
                </a:lnTo>
                <a:lnTo>
                  <a:pt x="1230558" y="130821"/>
                </a:lnTo>
                <a:lnTo>
                  <a:pt x="1229786" y="130814"/>
                </a:lnTo>
                <a:lnTo>
                  <a:pt x="1229028" y="130790"/>
                </a:lnTo>
                <a:lnTo>
                  <a:pt x="1228284" y="130750"/>
                </a:lnTo>
                <a:lnTo>
                  <a:pt x="1227554" y="130695"/>
                </a:lnTo>
                <a:lnTo>
                  <a:pt x="1226838" y="130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CA6E7-9BCE-4F9E-B725-62925A69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276" y="4170294"/>
            <a:ext cx="405260" cy="405260"/>
          </a:xfrm>
          <a:custGeom xmlns:a="http://schemas.openxmlformats.org/drawingml/2006/main">
            <a:pathLst>
              <a:path w="405260" h="405260">
                <a:moveTo>
                  <a:pt x="0" y="202630"/>
                </a:moveTo>
                <a:cubicBezTo>
                  <a:pt x="0" y="90721"/>
                  <a:pt x="90722" y="0"/>
                  <a:pt x="202630" y="0"/>
                </a:cubicBezTo>
                <a:cubicBezTo>
                  <a:pt x="314540" y="0"/>
                  <a:pt x="405260" y="90721"/>
                  <a:pt x="405260" y="202630"/>
                </a:cubicBezTo>
                <a:cubicBezTo>
                  <a:pt x="405260" y="314540"/>
                  <a:pt x="314540" y="405260"/>
                  <a:pt x="202630" y="405260"/>
                </a:cubicBezTo>
                <a:cubicBezTo>
                  <a:pt x="90722" y="405260"/>
                  <a:pt x="0" y="314540"/>
                  <a:pt x="0" y="20263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92284-E129-47AC-8202-F2CEFED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1275" y="4170295"/>
            <a:ext cx="405260" cy="405260"/>
          </a:xfrm>
          <a:custGeom xmlns:a="http://schemas.openxmlformats.org/drawingml/2006/main">
            <a:pathLst>
              <a:path w="405260" h="405260" fill="none">
                <a:moveTo>
                  <a:pt x="0" y="202630"/>
                </a:moveTo>
                <a:cubicBezTo>
                  <a:pt x="0" y="90721"/>
                  <a:pt x="90721" y="0"/>
                  <a:pt x="202630" y="0"/>
                </a:cubicBezTo>
                <a:cubicBezTo>
                  <a:pt x="314540" y="0"/>
                  <a:pt x="405260" y="90721"/>
                  <a:pt x="405260" y="202630"/>
                </a:cubicBezTo>
                <a:cubicBezTo>
                  <a:pt x="405260" y="314540"/>
                  <a:pt x="314540" y="405260"/>
                  <a:pt x="202630" y="405260"/>
                </a:cubicBezTo>
                <a:cubicBezTo>
                  <a:pt x="90721" y="405260"/>
                  <a:pt x="0" y="314540"/>
                  <a:pt x="0" y="2026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7524" cap="flat">
            <a:solidFill>
              <a:srgbClr val="042433"/>
            </a:solidFill>
            <a:miter/>
          </a:ln>
        </p:spPr>
      </p:sp>
      <p:sp>
        <p:nvSpPr>
          <p:cNvPr id="97" name="Text +">
            <a:extLst xmlns:a="http://schemas.openxmlformats.org/drawingml/2006/main">
              <a:ext uri="{FF2B5EF4-FFF2-40B4-BE49-F238E27FC236}">
                <a16:creationId xmlns:a16="http://schemas.microsoft.com/office/drawing/2014/main" id="{3633321A-4355-422E-9257-AC373BAD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805" y="4243574"/>
            <a:ext cx="254451" cy="254157"/>
          </a:xfrm>
          <a:custGeom xmlns:a="http://schemas.openxmlformats.org/drawingml/2006/main">
            <a:pathLst>
              <a:path w="254451" h="254157">
                <a:moveTo>
                  <a:pt x="148675" y="0"/>
                </a:moveTo>
                <a:lnTo>
                  <a:pt x="105776" y="0"/>
                </a:lnTo>
                <a:lnTo>
                  <a:pt x="105776" y="105483"/>
                </a:lnTo>
                <a:lnTo>
                  <a:pt x="0" y="105483"/>
                </a:lnTo>
                <a:lnTo>
                  <a:pt x="0" y="148087"/>
                </a:lnTo>
                <a:lnTo>
                  <a:pt x="105776" y="148087"/>
                </a:lnTo>
                <a:lnTo>
                  <a:pt x="105776" y="254157"/>
                </a:lnTo>
                <a:lnTo>
                  <a:pt x="148675" y="254157"/>
                </a:lnTo>
                <a:lnTo>
                  <a:pt x="148675" y="148087"/>
                </a:lnTo>
                <a:lnTo>
                  <a:pt x="254451" y="148087"/>
                </a:lnTo>
                <a:lnTo>
                  <a:pt x="254451" y="105483"/>
                </a:lnTo>
                <a:lnTo>
                  <a:pt x="148675" y="105483"/>
                </a:lnTo>
                <a:lnTo>
                  <a:pt x="1486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09BA77-014F-4234-BA58-BE9A5482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3640" y="3177600"/>
            <a:ext cx="168859" cy="922730"/>
          </a:xfrm>
          <a:custGeom xmlns:a="http://schemas.openxmlformats.org/drawingml/2006/main">
            <a:pathLst>
              <a:path w="168859" h="922730">
                <a:moveTo>
                  <a:pt x="56286" y="753860"/>
                </a:moveTo>
                <a:lnTo>
                  <a:pt x="0" y="753837"/>
                </a:lnTo>
                <a:lnTo>
                  <a:pt x="84360" y="922730"/>
                </a:lnTo>
                <a:lnTo>
                  <a:pt x="168859" y="753907"/>
                </a:lnTo>
                <a:lnTo>
                  <a:pt x="112573" y="753884"/>
                </a:lnTo>
                <a:lnTo>
                  <a:pt x="112882" y="23"/>
                </a:lnTo>
                <a:lnTo>
                  <a:pt x="56596" y="0"/>
                </a:lnTo>
                <a:lnTo>
                  <a:pt x="56286" y="753860"/>
                </a:lnTo>
                <a:close/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Monitoring">
            <a:extLst xmlns:a="http://schemas.openxmlformats.org/drawingml/2006/main">
              <a:ext uri="{FF2B5EF4-FFF2-40B4-BE49-F238E27FC236}">
                <a16:creationId xmlns:a16="http://schemas.microsoft.com/office/drawing/2014/main" id="{5E0C0067-BDE4-4740-B28E-A2F5A74E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690" y="5034442"/>
            <a:ext cx="1083501" cy="192494"/>
          </a:xfrm>
          <a:custGeom xmlns:a="http://schemas.openxmlformats.org/drawingml/2006/main">
            <a:pathLst>
              <a:path w="1083501" h="192494">
                <a:moveTo>
                  <a:pt x="460596" y="28250"/>
                </a:moveTo>
                <a:lnTo>
                  <a:pt x="461205" y="28186"/>
                </a:lnTo>
                <a:lnTo>
                  <a:pt x="461802" y="28109"/>
                </a:lnTo>
                <a:lnTo>
                  <a:pt x="462385" y="28017"/>
                </a:lnTo>
                <a:lnTo>
                  <a:pt x="462955" y="27911"/>
                </a:lnTo>
                <a:lnTo>
                  <a:pt x="463512" y="27791"/>
                </a:lnTo>
                <a:lnTo>
                  <a:pt x="464055" y="27657"/>
                </a:lnTo>
                <a:lnTo>
                  <a:pt x="464586" y="27508"/>
                </a:lnTo>
                <a:lnTo>
                  <a:pt x="465103" y="27346"/>
                </a:lnTo>
                <a:lnTo>
                  <a:pt x="465607" y="27170"/>
                </a:lnTo>
                <a:lnTo>
                  <a:pt x="466098" y="26979"/>
                </a:lnTo>
                <a:lnTo>
                  <a:pt x="466576" y="26774"/>
                </a:lnTo>
                <a:lnTo>
                  <a:pt x="467041" y="26555"/>
                </a:lnTo>
                <a:lnTo>
                  <a:pt x="467492" y="26322"/>
                </a:lnTo>
                <a:lnTo>
                  <a:pt x="467931" y="26075"/>
                </a:lnTo>
                <a:lnTo>
                  <a:pt x="468356" y="25814"/>
                </a:lnTo>
                <a:lnTo>
                  <a:pt x="468768" y="25538"/>
                </a:lnTo>
                <a:lnTo>
                  <a:pt x="469166" y="25249"/>
                </a:lnTo>
                <a:lnTo>
                  <a:pt x="469552" y="24945"/>
                </a:lnTo>
                <a:lnTo>
                  <a:pt x="469924" y="24627"/>
                </a:lnTo>
                <a:lnTo>
                  <a:pt x="470284" y="24295"/>
                </a:lnTo>
                <a:lnTo>
                  <a:pt x="470629" y="23953"/>
                </a:lnTo>
                <a:lnTo>
                  <a:pt x="470960" y="23604"/>
                </a:lnTo>
                <a:lnTo>
                  <a:pt x="471276" y="23248"/>
                </a:lnTo>
                <a:lnTo>
                  <a:pt x="471577" y="22885"/>
                </a:lnTo>
                <a:lnTo>
                  <a:pt x="471864" y="22515"/>
                </a:lnTo>
                <a:lnTo>
                  <a:pt x="472135" y="22138"/>
                </a:lnTo>
                <a:lnTo>
                  <a:pt x="472393" y="21754"/>
                </a:lnTo>
                <a:lnTo>
                  <a:pt x="472635" y="21364"/>
                </a:lnTo>
                <a:lnTo>
                  <a:pt x="472863" y="20966"/>
                </a:lnTo>
                <a:lnTo>
                  <a:pt x="473076" y="20562"/>
                </a:lnTo>
                <a:lnTo>
                  <a:pt x="473274" y="20151"/>
                </a:lnTo>
                <a:lnTo>
                  <a:pt x="473458" y="19733"/>
                </a:lnTo>
                <a:lnTo>
                  <a:pt x="473627" y="19308"/>
                </a:lnTo>
                <a:lnTo>
                  <a:pt x="473781" y="18877"/>
                </a:lnTo>
                <a:lnTo>
                  <a:pt x="473921" y="18438"/>
                </a:lnTo>
                <a:lnTo>
                  <a:pt x="474046" y="17993"/>
                </a:lnTo>
                <a:lnTo>
                  <a:pt x="474156" y="17540"/>
                </a:lnTo>
                <a:lnTo>
                  <a:pt x="474252" y="17081"/>
                </a:lnTo>
                <a:lnTo>
                  <a:pt x="474333" y="16615"/>
                </a:lnTo>
                <a:lnTo>
                  <a:pt x="474399" y="16142"/>
                </a:lnTo>
                <a:lnTo>
                  <a:pt x="474450" y="15662"/>
                </a:lnTo>
                <a:lnTo>
                  <a:pt x="474487" y="15175"/>
                </a:lnTo>
                <a:lnTo>
                  <a:pt x="474509" y="14682"/>
                </a:lnTo>
                <a:lnTo>
                  <a:pt x="474516" y="14181"/>
                </a:lnTo>
                <a:lnTo>
                  <a:pt x="474509" y="13672"/>
                </a:lnTo>
                <a:lnTo>
                  <a:pt x="474487" y="13170"/>
                </a:lnTo>
                <a:lnTo>
                  <a:pt x="474450" y="12676"/>
                </a:lnTo>
                <a:lnTo>
                  <a:pt x="474399" y="12189"/>
                </a:lnTo>
                <a:lnTo>
                  <a:pt x="474333" y="11709"/>
                </a:lnTo>
                <a:lnTo>
                  <a:pt x="474252" y="11237"/>
                </a:lnTo>
                <a:lnTo>
                  <a:pt x="474156" y="10773"/>
                </a:lnTo>
                <a:lnTo>
                  <a:pt x="474046" y="10315"/>
                </a:lnTo>
                <a:lnTo>
                  <a:pt x="473921" y="9866"/>
                </a:lnTo>
                <a:lnTo>
                  <a:pt x="473781" y="9423"/>
                </a:lnTo>
                <a:lnTo>
                  <a:pt x="473627" y="8989"/>
                </a:lnTo>
                <a:lnTo>
                  <a:pt x="473458" y="8561"/>
                </a:lnTo>
                <a:lnTo>
                  <a:pt x="473274" y="8141"/>
                </a:lnTo>
                <a:lnTo>
                  <a:pt x="473076" y="7729"/>
                </a:lnTo>
                <a:lnTo>
                  <a:pt x="472863" y="7323"/>
                </a:lnTo>
                <a:lnTo>
                  <a:pt x="472635" y="6926"/>
                </a:lnTo>
                <a:lnTo>
                  <a:pt x="472393" y="6536"/>
                </a:lnTo>
                <a:lnTo>
                  <a:pt x="472135" y="6153"/>
                </a:lnTo>
                <a:lnTo>
                  <a:pt x="471864" y="5778"/>
                </a:lnTo>
                <a:lnTo>
                  <a:pt x="471577" y="5410"/>
                </a:lnTo>
                <a:lnTo>
                  <a:pt x="471276" y="5049"/>
                </a:lnTo>
                <a:lnTo>
                  <a:pt x="470960" y="4696"/>
                </a:lnTo>
                <a:lnTo>
                  <a:pt x="470629" y="4351"/>
                </a:lnTo>
                <a:lnTo>
                  <a:pt x="470284" y="4013"/>
                </a:lnTo>
                <a:lnTo>
                  <a:pt x="469924" y="3685"/>
                </a:lnTo>
                <a:lnTo>
                  <a:pt x="469552" y="3372"/>
                </a:lnTo>
                <a:lnTo>
                  <a:pt x="469166" y="3072"/>
                </a:lnTo>
                <a:lnTo>
                  <a:pt x="468768" y="2787"/>
                </a:lnTo>
                <a:lnTo>
                  <a:pt x="468356" y="2515"/>
                </a:lnTo>
                <a:lnTo>
                  <a:pt x="467931" y="2257"/>
                </a:lnTo>
                <a:lnTo>
                  <a:pt x="467492" y="2013"/>
                </a:lnTo>
                <a:lnTo>
                  <a:pt x="467041" y="1783"/>
                </a:lnTo>
                <a:lnTo>
                  <a:pt x="466576" y="1567"/>
                </a:lnTo>
                <a:lnTo>
                  <a:pt x="466098" y="1365"/>
                </a:lnTo>
                <a:lnTo>
                  <a:pt x="465607" y="1177"/>
                </a:lnTo>
                <a:lnTo>
                  <a:pt x="465103" y="1003"/>
                </a:lnTo>
                <a:lnTo>
                  <a:pt x="464586" y="843"/>
                </a:lnTo>
                <a:lnTo>
                  <a:pt x="464055" y="697"/>
                </a:lnTo>
                <a:lnTo>
                  <a:pt x="463512" y="564"/>
                </a:lnTo>
                <a:lnTo>
                  <a:pt x="462955" y="446"/>
                </a:lnTo>
                <a:lnTo>
                  <a:pt x="462385" y="341"/>
                </a:lnTo>
                <a:lnTo>
                  <a:pt x="461802" y="251"/>
                </a:lnTo>
                <a:lnTo>
                  <a:pt x="461205" y="174"/>
                </a:lnTo>
                <a:lnTo>
                  <a:pt x="460596" y="111"/>
                </a:lnTo>
                <a:lnTo>
                  <a:pt x="459973" y="63"/>
                </a:lnTo>
                <a:lnTo>
                  <a:pt x="459337" y="28"/>
                </a:lnTo>
                <a:lnTo>
                  <a:pt x="458688" y="7"/>
                </a:lnTo>
                <a:lnTo>
                  <a:pt x="458026" y="0"/>
                </a:lnTo>
                <a:lnTo>
                  <a:pt x="457364" y="7"/>
                </a:lnTo>
                <a:lnTo>
                  <a:pt x="456715" y="28"/>
                </a:lnTo>
                <a:lnTo>
                  <a:pt x="456079" y="63"/>
                </a:lnTo>
                <a:lnTo>
                  <a:pt x="455456" y="111"/>
                </a:lnTo>
                <a:lnTo>
                  <a:pt x="454847" y="174"/>
                </a:lnTo>
                <a:lnTo>
                  <a:pt x="454251" y="251"/>
                </a:lnTo>
                <a:lnTo>
                  <a:pt x="453667" y="341"/>
                </a:lnTo>
                <a:lnTo>
                  <a:pt x="453097" y="446"/>
                </a:lnTo>
                <a:lnTo>
                  <a:pt x="452541" y="564"/>
                </a:lnTo>
                <a:lnTo>
                  <a:pt x="451997" y="697"/>
                </a:lnTo>
                <a:lnTo>
                  <a:pt x="451466" y="843"/>
                </a:lnTo>
                <a:lnTo>
                  <a:pt x="450949" y="1003"/>
                </a:lnTo>
                <a:lnTo>
                  <a:pt x="450445" y="1177"/>
                </a:lnTo>
                <a:lnTo>
                  <a:pt x="449954" y="1365"/>
                </a:lnTo>
                <a:lnTo>
                  <a:pt x="449476" y="1567"/>
                </a:lnTo>
                <a:lnTo>
                  <a:pt x="449012" y="1783"/>
                </a:lnTo>
                <a:lnTo>
                  <a:pt x="448560" y="2013"/>
                </a:lnTo>
                <a:lnTo>
                  <a:pt x="448122" y="2257"/>
                </a:lnTo>
                <a:lnTo>
                  <a:pt x="447697" y="2515"/>
                </a:lnTo>
                <a:lnTo>
                  <a:pt x="447285" y="2787"/>
                </a:lnTo>
                <a:lnTo>
                  <a:pt x="446886" y="3072"/>
                </a:lnTo>
                <a:lnTo>
                  <a:pt x="446500" y="3372"/>
                </a:lnTo>
                <a:lnTo>
                  <a:pt x="446128" y="3685"/>
                </a:lnTo>
                <a:lnTo>
                  <a:pt x="445769" y="4013"/>
                </a:lnTo>
                <a:lnTo>
                  <a:pt x="445423" y="4351"/>
                </a:lnTo>
                <a:lnTo>
                  <a:pt x="445092" y="4696"/>
                </a:lnTo>
                <a:lnTo>
                  <a:pt x="444777" y="5049"/>
                </a:lnTo>
                <a:lnTo>
                  <a:pt x="444475" y="5410"/>
                </a:lnTo>
                <a:lnTo>
                  <a:pt x="444189" y="5778"/>
                </a:lnTo>
                <a:lnTo>
                  <a:pt x="443917" y="6153"/>
                </a:lnTo>
                <a:lnTo>
                  <a:pt x="443660" y="6536"/>
                </a:lnTo>
                <a:lnTo>
                  <a:pt x="443417" y="6926"/>
                </a:lnTo>
                <a:lnTo>
                  <a:pt x="443189" y="7323"/>
                </a:lnTo>
                <a:lnTo>
                  <a:pt x="442976" y="7729"/>
                </a:lnTo>
                <a:lnTo>
                  <a:pt x="442778" y="8141"/>
                </a:lnTo>
                <a:lnTo>
                  <a:pt x="442594" y="8561"/>
                </a:lnTo>
                <a:lnTo>
                  <a:pt x="442425" y="8989"/>
                </a:lnTo>
                <a:lnTo>
                  <a:pt x="442271" y="9423"/>
                </a:lnTo>
                <a:lnTo>
                  <a:pt x="442131" y="9866"/>
                </a:lnTo>
                <a:lnTo>
                  <a:pt x="442006" y="10315"/>
                </a:lnTo>
                <a:lnTo>
                  <a:pt x="441896" y="10773"/>
                </a:lnTo>
                <a:lnTo>
                  <a:pt x="441801" y="11237"/>
                </a:lnTo>
                <a:lnTo>
                  <a:pt x="441720" y="11709"/>
                </a:lnTo>
                <a:lnTo>
                  <a:pt x="441654" y="12189"/>
                </a:lnTo>
                <a:lnTo>
                  <a:pt x="441602" y="12676"/>
                </a:lnTo>
                <a:lnTo>
                  <a:pt x="441565" y="13170"/>
                </a:lnTo>
                <a:lnTo>
                  <a:pt x="441543" y="13672"/>
                </a:lnTo>
                <a:lnTo>
                  <a:pt x="441536" y="14181"/>
                </a:lnTo>
                <a:lnTo>
                  <a:pt x="441543" y="14682"/>
                </a:lnTo>
                <a:lnTo>
                  <a:pt x="441565" y="15175"/>
                </a:lnTo>
                <a:lnTo>
                  <a:pt x="441602" y="15662"/>
                </a:lnTo>
                <a:lnTo>
                  <a:pt x="441654" y="16142"/>
                </a:lnTo>
                <a:lnTo>
                  <a:pt x="441720" y="16615"/>
                </a:lnTo>
                <a:lnTo>
                  <a:pt x="441801" y="17081"/>
                </a:lnTo>
                <a:lnTo>
                  <a:pt x="441896" y="17540"/>
                </a:lnTo>
                <a:lnTo>
                  <a:pt x="442006" y="17993"/>
                </a:lnTo>
                <a:lnTo>
                  <a:pt x="442131" y="18438"/>
                </a:lnTo>
                <a:lnTo>
                  <a:pt x="442271" y="18877"/>
                </a:lnTo>
                <a:lnTo>
                  <a:pt x="442425" y="19308"/>
                </a:lnTo>
                <a:lnTo>
                  <a:pt x="442594" y="19733"/>
                </a:lnTo>
                <a:lnTo>
                  <a:pt x="442778" y="20151"/>
                </a:lnTo>
                <a:lnTo>
                  <a:pt x="442976" y="20562"/>
                </a:lnTo>
                <a:lnTo>
                  <a:pt x="443189" y="20966"/>
                </a:lnTo>
                <a:lnTo>
                  <a:pt x="443417" y="21364"/>
                </a:lnTo>
                <a:lnTo>
                  <a:pt x="443660" y="21754"/>
                </a:lnTo>
                <a:lnTo>
                  <a:pt x="443917" y="22138"/>
                </a:lnTo>
                <a:lnTo>
                  <a:pt x="444189" y="22515"/>
                </a:lnTo>
                <a:lnTo>
                  <a:pt x="444475" y="22885"/>
                </a:lnTo>
                <a:lnTo>
                  <a:pt x="444777" y="23248"/>
                </a:lnTo>
                <a:lnTo>
                  <a:pt x="445092" y="23604"/>
                </a:lnTo>
                <a:lnTo>
                  <a:pt x="445423" y="23953"/>
                </a:lnTo>
                <a:lnTo>
                  <a:pt x="445769" y="24295"/>
                </a:lnTo>
                <a:lnTo>
                  <a:pt x="446128" y="24627"/>
                </a:lnTo>
                <a:lnTo>
                  <a:pt x="446500" y="24945"/>
                </a:lnTo>
                <a:lnTo>
                  <a:pt x="446886" y="25249"/>
                </a:lnTo>
                <a:lnTo>
                  <a:pt x="447285" y="25538"/>
                </a:lnTo>
                <a:lnTo>
                  <a:pt x="447697" y="25814"/>
                </a:lnTo>
                <a:lnTo>
                  <a:pt x="448122" y="26075"/>
                </a:lnTo>
                <a:lnTo>
                  <a:pt x="448560" y="26322"/>
                </a:lnTo>
                <a:lnTo>
                  <a:pt x="449012" y="26555"/>
                </a:lnTo>
                <a:lnTo>
                  <a:pt x="449476" y="26774"/>
                </a:lnTo>
                <a:lnTo>
                  <a:pt x="449954" y="26979"/>
                </a:lnTo>
                <a:lnTo>
                  <a:pt x="450445" y="27170"/>
                </a:lnTo>
                <a:lnTo>
                  <a:pt x="450949" y="27346"/>
                </a:lnTo>
                <a:lnTo>
                  <a:pt x="451466" y="27508"/>
                </a:lnTo>
                <a:lnTo>
                  <a:pt x="451997" y="27657"/>
                </a:lnTo>
                <a:lnTo>
                  <a:pt x="452541" y="27791"/>
                </a:lnTo>
                <a:lnTo>
                  <a:pt x="453097" y="27911"/>
                </a:lnTo>
                <a:lnTo>
                  <a:pt x="453667" y="28017"/>
                </a:lnTo>
                <a:lnTo>
                  <a:pt x="454251" y="28109"/>
                </a:lnTo>
                <a:lnTo>
                  <a:pt x="454847" y="28186"/>
                </a:lnTo>
                <a:lnTo>
                  <a:pt x="455456" y="28250"/>
                </a:lnTo>
                <a:lnTo>
                  <a:pt x="456079" y="28299"/>
                </a:lnTo>
                <a:lnTo>
                  <a:pt x="456715" y="28335"/>
                </a:lnTo>
                <a:lnTo>
                  <a:pt x="457364" y="28356"/>
                </a:lnTo>
                <a:lnTo>
                  <a:pt x="458026" y="28363"/>
                </a:lnTo>
                <a:lnTo>
                  <a:pt x="458688" y="28356"/>
                </a:lnTo>
                <a:lnTo>
                  <a:pt x="459337" y="28335"/>
                </a:lnTo>
                <a:lnTo>
                  <a:pt x="459973" y="28299"/>
                </a:lnTo>
                <a:lnTo>
                  <a:pt x="460596" y="28250"/>
                </a:lnTo>
                <a:close/>
                <a:moveTo>
                  <a:pt x="29572" y="43281"/>
                </a:moveTo>
                <a:lnTo>
                  <a:pt x="65191" y="103778"/>
                </a:lnTo>
                <a:lnTo>
                  <a:pt x="84209" y="103778"/>
                </a:lnTo>
                <a:lnTo>
                  <a:pt x="119058" y="43109"/>
                </a:lnTo>
                <a:lnTo>
                  <a:pt x="119058" y="151049"/>
                </a:lnTo>
                <a:lnTo>
                  <a:pt x="149510" y="151049"/>
                </a:lnTo>
                <a:lnTo>
                  <a:pt x="149510" y="3078"/>
                </a:lnTo>
                <a:lnTo>
                  <a:pt x="115321" y="3078"/>
                </a:lnTo>
                <a:lnTo>
                  <a:pt x="75700" y="71461"/>
                </a:lnTo>
                <a:lnTo>
                  <a:pt x="35509" y="3078"/>
                </a:lnTo>
                <a:lnTo>
                  <a:pt x="0" y="3078"/>
                </a:lnTo>
                <a:lnTo>
                  <a:pt x="0" y="151049"/>
                </a:lnTo>
                <a:lnTo>
                  <a:pt x="29572" y="151049"/>
                </a:lnTo>
                <a:lnTo>
                  <a:pt x="29572" y="43281"/>
                </a:lnTo>
                <a:close/>
                <a:moveTo>
                  <a:pt x="550543" y="128506"/>
                </a:moveTo>
                <a:lnTo>
                  <a:pt x="549878" y="128484"/>
                </a:lnTo>
                <a:lnTo>
                  <a:pt x="549234" y="128448"/>
                </a:lnTo>
                <a:lnTo>
                  <a:pt x="548610" y="128397"/>
                </a:lnTo>
                <a:lnTo>
                  <a:pt x="548008" y="128333"/>
                </a:lnTo>
                <a:lnTo>
                  <a:pt x="547426" y="128253"/>
                </a:lnTo>
                <a:lnTo>
                  <a:pt x="546865" y="128159"/>
                </a:lnTo>
                <a:lnTo>
                  <a:pt x="546324" y="128051"/>
                </a:lnTo>
                <a:lnTo>
                  <a:pt x="545805" y="127929"/>
                </a:lnTo>
                <a:lnTo>
                  <a:pt x="545306" y="127792"/>
                </a:lnTo>
                <a:lnTo>
                  <a:pt x="544829" y="127640"/>
                </a:lnTo>
                <a:lnTo>
                  <a:pt x="544372" y="127474"/>
                </a:lnTo>
                <a:lnTo>
                  <a:pt x="543935" y="127294"/>
                </a:lnTo>
                <a:lnTo>
                  <a:pt x="543520" y="127099"/>
                </a:lnTo>
                <a:lnTo>
                  <a:pt x="543125" y="126890"/>
                </a:lnTo>
                <a:lnTo>
                  <a:pt x="542752" y="126667"/>
                </a:lnTo>
                <a:lnTo>
                  <a:pt x="542399" y="126429"/>
                </a:lnTo>
                <a:lnTo>
                  <a:pt x="542066" y="126176"/>
                </a:lnTo>
                <a:lnTo>
                  <a:pt x="541755" y="125910"/>
                </a:lnTo>
                <a:lnTo>
                  <a:pt x="541464" y="125628"/>
                </a:lnTo>
                <a:lnTo>
                  <a:pt x="541195" y="125333"/>
                </a:lnTo>
                <a:lnTo>
                  <a:pt x="540946" y="125023"/>
                </a:lnTo>
                <a:lnTo>
                  <a:pt x="540718" y="124698"/>
                </a:lnTo>
                <a:lnTo>
                  <a:pt x="540510" y="124359"/>
                </a:lnTo>
                <a:lnTo>
                  <a:pt x="540317" y="124005"/>
                </a:lnTo>
                <a:lnTo>
                  <a:pt x="540133" y="123636"/>
                </a:lnTo>
                <a:lnTo>
                  <a:pt x="539956" y="123251"/>
                </a:lnTo>
                <a:lnTo>
                  <a:pt x="539788" y="122850"/>
                </a:lnTo>
                <a:lnTo>
                  <a:pt x="539628" y="122434"/>
                </a:lnTo>
                <a:lnTo>
                  <a:pt x="539476" y="122002"/>
                </a:lnTo>
                <a:lnTo>
                  <a:pt x="539332" y="121555"/>
                </a:lnTo>
                <a:lnTo>
                  <a:pt x="539197" y="121091"/>
                </a:lnTo>
                <a:lnTo>
                  <a:pt x="539070" y="120613"/>
                </a:lnTo>
                <a:lnTo>
                  <a:pt x="538951" y="120119"/>
                </a:lnTo>
                <a:lnTo>
                  <a:pt x="538840" y="119609"/>
                </a:lnTo>
                <a:lnTo>
                  <a:pt x="538737" y="119083"/>
                </a:lnTo>
                <a:lnTo>
                  <a:pt x="538643" y="118542"/>
                </a:lnTo>
                <a:lnTo>
                  <a:pt x="538557" y="117986"/>
                </a:lnTo>
                <a:lnTo>
                  <a:pt x="538479" y="117414"/>
                </a:lnTo>
                <a:lnTo>
                  <a:pt x="538409" y="116826"/>
                </a:lnTo>
                <a:lnTo>
                  <a:pt x="538348" y="116222"/>
                </a:lnTo>
                <a:lnTo>
                  <a:pt x="538294" y="115603"/>
                </a:lnTo>
                <a:lnTo>
                  <a:pt x="538249" y="114969"/>
                </a:lnTo>
                <a:lnTo>
                  <a:pt x="538212" y="114319"/>
                </a:lnTo>
                <a:lnTo>
                  <a:pt x="538183" y="113653"/>
                </a:lnTo>
                <a:lnTo>
                  <a:pt x="538163" y="112972"/>
                </a:lnTo>
                <a:lnTo>
                  <a:pt x="538151" y="112275"/>
                </a:lnTo>
                <a:lnTo>
                  <a:pt x="538147" y="111562"/>
                </a:lnTo>
                <a:lnTo>
                  <a:pt x="538147" y="64861"/>
                </a:lnTo>
                <a:lnTo>
                  <a:pt x="561562" y="64861"/>
                </a:lnTo>
                <a:lnTo>
                  <a:pt x="561562" y="42435"/>
                </a:lnTo>
                <a:lnTo>
                  <a:pt x="538147" y="42435"/>
                </a:lnTo>
                <a:lnTo>
                  <a:pt x="538147" y="17150"/>
                </a:lnTo>
                <a:lnTo>
                  <a:pt x="509014" y="17150"/>
                </a:lnTo>
                <a:lnTo>
                  <a:pt x="509014" y="42435"/>
                </a:lnTo>
                <a:lnTo>
                  <a:pt x="491205" y="42435"/>
                </a:lnTo>
                <a:lnTo>
                  <a:pt x="491205" y="64861"/>
                </a:lnTo>
                <a:lnTo>
                  <a:pt x="509014" y="64861"/>
                </a:lnTo>
                <a:lnTo>
                  <a:pt x="509014" y="113091"/>
                </a:lnTo>
                <a:lnTo>
                  <a:pt x="509020" y="114199"/>
                </a:lnTo>
                <a:lnTo>
                  <a:pt x="509038" y="115289"/>
                </a:lnTo>
                <a:lnTo>
                  <a:pt x="509069" y="116361"/>
                </a:lnTo>
                <a:lnTo>
                  <a:pt x="509112" y="117416"/>
                </a:lnTo>
                <a:lnTo>
                  <a:pt x="509167" y="118453"/>
                </a:lnTo>
                <a:lnTo>
                  <a:pt x="509234" y="119473"/>
                </a:lnTo>
                <a:lnTo>
                  <a:pt x="509313" y="120474"/>
                </a:lnTo>
                <a:lnTo>
                  <a:pt x="509405" y="121459"/>
                </a:lnTo>
                <a:lnTo>
                  <a:pt x="509509" y="122425"/>
                </a:lnTo>
                <a:lnTo>
                  <a:pt x="509625" y="123374"/>
                </a:lnTo>
                <a:lnTo>
                  <a:pt x="509753" y="124305"/>
                </a:lnTo>
                <a:lnTo>
                  <a:pt x="509894" y="125219"/>
                </a:lnTo>
                <a:lnTo>
                  <a:pt x="510046" y="126115"/>
                </a:lnTo>
                <a:lnTo>
                  <a:pt x="510211" y="126993"/>
                </a:lnTo>
                <a:lnTo>
                  <a:pt x="510388" y="127854"/>
                </a:lnTo>
                <a:lnTo>
                  <a:pt x="510578" y="128697"/>
                </a:lnTo>
                <a:lnTo>
                  <a:pt x="510779" y="129523"/>
                </a:lnTo>
                <a:lnTo>
                  <a:pt x="510993" y="130330"/>
                </a:lnTo>
                <a:lnTo>
                  <a:pt x="511219" y="131120"/>
                </a:lnTo>
                <a:lnTo>
                  <a:pt x="511457" y="131893"/>
                </a:lnTo>
                <a:lnTo>
                  <a:pt x="511707" y="132648"/>
                </a:lnTo>
                <a:lnTo>
                  <a:pt x="511970" y="133385"/>
                </a:lnTo>
                <a:lnTo>
                  <a:pt x="512245" y="134105"/>
                </a:lnTo>
                <a:lnTo>
                  <a:pt x="512532" y="134806"/>
                </a:lnTo>
                <a:lnTo>
                  <a:pt x="512835" y="135492"/>
                </a:lnTo>
                <a:lnTo>
                  <a:pt x="513156" y="136162"/>
                </a:lnTo>
                <a:lnTo>
                  <a:pt x="513496" y="136818"/>
                </a:lnTo>
                <a:lnTo>
                  <a:pt x="513856" y="137458"/>
                </a:lnTo>
                <a:lnTo>
                  <a:pt x="514234" y="138083"/>
                </a:lnTo>
                <a:lnTo>
                  <a:pt x="514631" y="138693"/>
                </a:lnTo>
                <a:lnTo>
                  <a:pt x="515047" y="139288"/>
                </a:lnTo>
                <a:lnTo>
                  <a:pt x="515482" y="139868"/>
                </a:lnTo>
                <a:lnTo>
                  <a:pt x="515936" y="140432"/>
                </a:lnTo>
                <a:lnTo>
                  <a:pt x="516408" y="140982"/>
                </a:lnTo>
                <a:lnTo>
                  <a:pt x="516900" y="141516"/>
                </a:lnTo>
                <a:lnTo>
                  <a:pt x="517410" y="142036"/>
                </a:lnTo>
                <a:lnTo>
                  <a:pt x="517940" y="142540"/>
                </a:lnTo>
                <a:lnTo>
                  <a:pt x="518488" y="143029"/>
                </a:lnTo>
                <a:lnTo>
                  <a:pt x="519055" y="143503"/>
                </a:lnTo>
                <a:lnTo>
                  <a:pt x="519641" y="143962"/>
                </a:lnTo>
                <a:lnTo>
                  <a:pt x="520246" y="144405"/>
                </a:lnTo>
                <a:lnTo>
                  <a:pt x="520870" y="144834"/>
                </a:lnTo>
                <a:lnTo>
                  <a:pt x="521512" y="145247"/>
                </a:lnTo>
                <a:lnTo>
                  <a:pt x="522174" y="145646"/>
                </a:lnTo>
                <a:lnTo>
                  <a:pt x="522855" y="146029"/>
                </a:lnTo>
                <a:lnTo>
                  <a:pt x="523554" y="146397"/>
                </a:lnTo>
                <a:lnTo>
                  <a:pt x="524272" y="146750"/>
                </a:lnTo>
                <a:lnTo>
                  <a:pt x="525009" y="147088"/>
                </a:lnTo>
                <a:lnTo>
                  <a:pt x="525769" y="147411"/>
                </a:lnTo>
                <a:lnTo>
                  <a:pt x="526553" y="147721"/>
                </a:lnTo>
                <a:lnTo>
                  <a:pt x="527364" y="148017"/>
                </a:lnTo>
                <a:lnTo>
                  <a:pt x="528199" y="148299"/>
                </a:lnTo>
                <a:lnTo>
                  <a:pt x="529060" y="148567"/>
                </a:lnTo>
                <a:lnTo>
                  <a:pt x="529946" y="148821"/>
                </a:lnTo>
                <a:lnTo>
                  <a:pt x="530858" y="149062"/>
                </a:lnTo>
                <a:lnTo>
                  <a:pt x="531795" y="149289"/>
                </a:lnTo>
                <a:lnTo>
                  <a:pt x="532757" y="149502"/>
                </a:lnTo>
                <a:lnTo>
                  <a:pt x="533745" y="149701"/>
                </a:lnTo>
                <a:lnTo>
                  <a:pt x="534758" y="149887"/>
                </a:lnTo>
                <a:lnTo>
                  <a:pt x="535797" y="150059"/>
                </a:lnTo>
                <a:lnTo>
                  <a:pt x="536861" y="150217"/>
                </a:lnTo>
                <a:lnTo>
                  <a:pt x="537950" y="150362"/>
                </a:lnTo>
                <a:lnTo>
                  <a:pt x="539065" y="150492"/>
                </a:lnTo>
                <a:lnTo>
                  <a:pt x="540205" y="150609"/>
                </a:lnTo>
                <a:lnTo>
                  <a:pt x="541370" y="150712"/>
                </a:lnTo>
                <a:lnTo>
                  <a:pt x="542561" y="150802"/>
                </a:lnTo>
                <a:lnTo>
                  <a:pt x="543777" y="150877"/>
                </a:lnTo>
                <a:lnTo>
                  <a:pt x="545019" y="150939"/>
                </a:lnTo>
                <a:lnTo>
                  <a:pt x="546286" y="150987"/>
                </a:lnTo>
                <a:lnTo>
                  <a:pt x="547578" y="151022"/>
                </a:lnTo>
                <a:lnTo>
                  <a:pt x="548896" y="151042"/>
                </a:lnTo>
                <a:lnTo>
                  <a:pt x="550239" y="151049"/>
                </a:lnTo>
                <a:lnTo>
                  <a:pt x="561562" y="151049"/>
                </a:lnTo>
                <a:lnTo>
                  <a:pt x="561562" y="128513"/>
                </a:lnTo>
                <a:lnTo>
                  <a:pt x="551229" y="128513"/>
                </a:lnTo>
                <a:lnTo>
                  <a:pt x="550543" y="128506"/>
                </a:lnTo>
                <a:close/>
                <a:moveTo>
                  <a:pt x="342081" y="77312"/>
                </a:moveTo>
                <a:lnTo>
                  <a:pt x="342480" y="76834"/>
                </a:lnTo>
                <a:lnTo>
                  <a:pt x="342884" y="76362"/>
                </a:lnTo>
                <a:lnTo>
                  <a:pt x="343294" y="75896"/>
                </a:lnTo>
                <a:lnTo>
                  <a:pt x="343709" y="75437"/>
                </a:lnTo>
                <a:lnTo>
                  <a:pt x="344130" y="74984"/>
                </a:lnTo>
                <a:lnTo>
                  <a:pt x="344556" y="74537"/>
                </a:lnTo>
                <a:lnTo>
                  <a:pt x="344988" y="74096"/>
                </a:lnTo>
                <a:lnTo>
                  <a:pt x="345425" y="73661"/>
                </a:lnTo>
                <a:lnTo>
                  <a:pt x="345868" y="73233"/>
                </a:lnTo>
                <a:lnTo>
                  <a:pt x="346316" y="72811"/>
                </a:lnTo>
                <a:lnTo>
                  <a:pt x="346770" y="72395"/>
                </a:lnTo>
                <a:lnTo>
                  <a:pt x="347230" y="71985"/>
                </a:lnTo>
                <a:lnTo>
                  <a:pt x="347695" y="71581"/>
                </a:lnTo>
                <a:lnTo>
                  <a:pt x="348166" y="71184"/>
                </a:lnTo>
                <a:lnTo>
                  <a:pt x="348642" y="70793"/>
                </a:lnTo>
                <a:lnTo>
                  <a:pt x="349123" y="70408"/>
                </a:lnTo>
                <a:lnTo>
                  <a:pt x="349610" y="70029"/>
                </a:lnTo>
                <a:lnTo>
                  <a:pt x="350103" y="69656"/>
                </a:lnTo>
                <a:lnTo>
                  <a:pt x="350601" y="69290"/>
                </a:lnTo>
                <a:lnTo>
                  <a:pt x="351105" y="68930"/>
                </a:lnTo>
                <a:lnTo>
                  <a:pt x="351614" y="68576"/>
                </a:lnTo>
                <a:lnTo>
                  <a:pt x="352129" y="68228"/>
                </a:lnTo>
                <a:lnTo>
                  <a:pt x="352651" y="67890"/>
                </a:lnTo>
                <a:lnTo>
                  <a:pt x="353182" y="67567"/>
                </a:lnTo>
                <a:lnTo>
                  <a:pt x="353721" y="67258"/>
                </a:lnTo>
                <a:lnTo>
                  <a:pt x="354268" y="66964"/>
                </a:lnTo>
                <a:lnTo>
                  <a:pt x="354825" y="66684"/>
                </a:lnTo>
                <a:lnTo>
                  <a:pt x="355389" y="66418"/>
                </a:lnTo>
                <a:lnTo>
                  <a:pt x="355963" y="66167"/>
                </a:lnTo>
                <a:lnTo>
                  <a:pt x="356545" y="65930"/>
                </a:lnTo>
                <a:lnTo>
                  <a:pt x="357136" y="65707"/>
                </a:lnTo>
                <a:lnTo>
                  <a:pt x="357735" y="65499"/>
                </a:lnTo>
                <a:lnTo>
                  <a:pt x="358343" y="65305"/>
                </a:lnTo>
                <a:lnTo>
                  <a:pt x="358959" y="65126"/>
                </a:lnTo>
                <a:lnTo>
                  <a:pt x="359584" y="64960"/>
                </a:lnTo>
                <a:lnTo>
                  <a:pt x="360217" y="64810"/>
                </a:lnTo>
                <a:lnTo>
                  <a:pt x="360860" y="64673"/>
                </a:lnTo>
                <a:lnTo>
                  <a:pt x="361510" y="64551"/>
                </a:lnTo>
                <a:lnTo>
                  <a:pt x="362170" y="64443"/>
                </a:lnTo>
                <a:lnTo>
                  <a:pt x="362837" y="64350"/>
                </a:lnTo>
                <a:lnTo>
                  <a:pt x="363514" y="64271"/>
                </a:lnTo>
                <a:lnTo>
                  <a:pt x="364199" y="64206"/>
                </a:lnTo>
                <a:lnTo>
                  <a:pt x="364893" y="64156"/>
                </a:lnTo>
                <a:lnTo>
                  <a:pt x="365595" y="64120"/>
                </a:lnTo>
                <a:lnTo>
                  <a:pt x="366306" y="64099"/>
                </a:lnTo>
                <a:lnTo>
                  <a:pt x="367025" y="64091"/>
                </a:lnTo>
                <a:lnTo>
                  <a:pt x="367507" y="64096"/>
                </a:lnTo>
                <a:lnTo>
                  <a:pt x="367981" y="64109"/>
                </a:lnTo>
                <a:lnTo>
                  <a:pt x="368447" y="64130"/>
                </a:lnTo>
                <a:lnTo>
                  <a:pt x="368905" y="64160"/>
                </a:lnTo>
                <a:lnTo>
                  <a:pt x="369355" y="64198"/>
                </a:lnTo>
                <a:lnTo>
                  <a:pt x="369798" y="64245"/>
                </a:lnTo>
                <a:lnTo>
                  <a:pt x="370232" y="64301"/>
                </a:lnTo>
                <a:lnTo>
                  <a:pt x="370659" y="64365"/>
                </a:lnTo>
                <a:lnTo>
                  <a:pt x="371078" y="64437"/>
                </a:lnTo>
                <a:lnTo>
                  <a:pt x="371489" y="64519"/>
                </a:lnTo>
                <a:lnTo>
                  <a:pt x="371893" y="64608"/>
                </a:lnTo>
                <a:lnTo>
                  <a:pt x="372288" y="64706"/>
                </a:lnTo>
                <a:lnTo>
                  <a:pt x="372676" y="64813"/>
                </a:lnTo>
                <a:lnTo>
                  <a:pt x="373056" y="64928"/>
                </a:lnTo>
                <a:lnTo>
                  <a:pt x="373428" y="65052"/>
                </a:lnTo>
                <a:lnTo>
                  <a:pt x="373792" y="65185"/>
                </a:lnTo>
                <a:lnTo>
                  <a:pt x="374149" y="65326"/>
                </a:lnTo>
                <a:lnTo>
                  <a:pt x="374497" y="65475"/>
                </a:lnTo>
                <a:lnTo>
                  <a:pt x="374838" y="65633"/>
                </a:lnTo>
                <a:lnTo>
                  <a:pt x="375171" y="65800"/>
                </a:lnTo>
                <a:lnTo>
                  <a:pt x="375496" y="65975"/>
                </a:lnTo>
                <a:lnTo>
                  <a:pt x="375814" y="66158"/>
                </a:lnTo>
                <a:lnTo>
                  <a:pt x="376123" y="66351"/>
                </a:lnTo>
                <a:lnTo>
                  <a:pt x="376425" y="66551"/>
                </a:lnTo>
                <a:lnTo>
                  <a:pt x="376719" y="66760"/>
                </a:lnTo>
                <a:lnTo>
                  <a:pt x="377007" y="66975"/>
                </a:lnTo>
                <a:lnTo>
                  <a:pt x="377288" y="67198"/>
                </a:lnTo>
                <a:lnTo>
                  <a:pt x="377562" y="67427"/>
                </a:lnTo>
                <a:lnTo>
                  <a:pt x="377830" y="67663"/>
                </a:lnTo>
                <a:lnTo>
                  <a:pt x="378091" y="67907"/>
                </a:lnTo>
                <a:lnTo>
                  <a:pt x="378345" y="68157"/>
                </a:lnTo>
                <a:lnTo>
                  <a:pt x="378593" y="68414"/>
                </a:lnTo>
                <a:lnTo>
                  <a:pt x="378834" y="68679"/>
                </a:lnTo>
                <a:lnTo>
                  <a:pt x="379068" y="68950"/>
                </a:lnTo>
                <a:lnTo>
                  <a:pt x="379296" y="69228"/>
                </a:lnTo>
                <a:lnTo>
                  <a:pt x="379517" y="69513"/>
                </a:lnTo>
                <a:lnTo>
                  <a:pt x="379731" y="69806"/>
                </a:lnTo>
                <a:lnTo>
                  <a:pt x="379938" y="70105"/>
                </a:lnTo>
                <a:lnTo>
                  <a:pt x="380139" y="70411"/>
                </a:lnTo>
                <a:lnTo>
                  <a:pt x="380333" y="70724"/>
                </a:lnTo>
                <a:lnTo>
                  <a:pt x="380521" y="71044"/>
                </a:lnTo>
                <a:lnTo>
                  <a:pt x="380702" y="71371"/>
                </a:lnTo>
                <a:lnTo>
                  <a:pt x="380876" y="71705"/>
                </a:lnTo>
                <a:lnTo>
                  <a:pt x="381043" y="72047"/>
                </a:lnTo>
                <a:lnTo>
                  <a:pt x="381204" y="72395"/>
                </a:lnTo>
                <a:lnTo>
                  <a:pt x="381358" y="72750"/>
                </a:lnTo>
                <a:lnTo>
                  <a:pt x="381506" y="73112"/>
                </a:lnTo>
                <a:lnTo>
                  <a:pt x="381647" y="73481"/>
                </a:lnTo>
                <a:lnTo>
                  <a:pt x="381781" y="73856"/>
                </a:lnTo>
                <a:lnTo>
                  <a:pt x="381910" y="74236"/>
                </a:lnTo>
                <a:lnTo>
                  <a:pt x="382033" y="74621"/>
                </a:lnTo>
                <a:lnTo>
                  <a:pt x="382150" y="75011"/>
                </a:lnTo>
                <a:lnTo>
                  <a:pt x="382262" y="75406"/>
                </a:lnTo>
                <a:lnTo>
                  <a:pt x="382368" y="75806"/>
                </a:lnTo>
                <a:lnTo>
                  <a:pt x="382468" y="76212"/>
                </a:lnTo>
                <a:lnTo>
                  <a:pt x="382563" y="76622"/>
                </a:lnTo>
                <a:lnTo>
                  <a:pt x="382651" y="77038"/>
                </a:lnTo>
                <a:lnTo>
                  <a:pt x="382734" y="77458"/>
                </a:lnTo>
                <a:lnTo>
                  <a:pt x="382812" y="77884"/>
                </a:lnTo>
                <a:lnTo>
                  <a:pt x="382883" y="78314"/>
                </a:lnTo>
                <a:lnTo>
                  <a:pt x="382949" y="78750"/>
                </a:lnTo>
                <a:lnTo>
                  <a:pt x="383009" y="79191"/>
                </a:lnTo>
                <a:lnTo>
                  <a:pt x="383064" y="79636"/>
                </a:lnTo>
                <a:lnTo>
                  <a:pt x="383112" y="80087"/>
                </a:lnTo>
                <a:lnTo>
                  <a:pt x="383155" y="80543"/>
                </a:lnTo>
                <a:lnTo>
                  <a:pt x="383192" y="81004"/>
                </a:lnTo>
                <a:lnTo>
                  <a:pt x="383224" y="81470"/>
                </a:lnTo>
                <a:lnTo>
                  <a:pt x="383250" y="81941"/>
                </a:lnTo>
                <a:lnTo>
                  <a:pt x="383270" y="82417"/>
                </a:lnTo>
                <a:lnTo>
                  <a:pt x="383284" y="82899"/>
                </a:lnTo>
                <a:lnTo>
                  <a:pt x="383293" y="83385"/>
                </a:lnTo>
                <a:lnTo>
                  <a:pt x="383296" y="83876"/>
                </a:lnTo>
                <a:lnTo>
                  <a:pt x="383296" y="151049"/>
                </a:lnTo>
                <a:lnTo>
                  <a:pt x="412208" y="151049"/>
                </a:lnTo>
                <a:lnTo>
                  <a:pt x="412208" y="80324"/>
                </a:lnTo>
                <a:lnTo>
                  <a:pt x="412192" y="78725"/>
                </a:lnTo>
                <a:lnTo>
                  <a:pt x="412146" y="77159"/>
                </a:lnTo>
                <a:lnTo>
                  <a:pt x="412067" y="75624"/>
                </a:lnTo>
                <a:lnTo>
                  <a:pt x="411958" y="74122"/>
                </a:lnTo>
                <a:lnTo>
                  <a:pt x="411817" y="72653"/>
                </a:lnTo>
                <a:lnTo>
                  <a:pt x="411645" y="71216"/>
                </a:lnTo>
                <a:lnTo>
                  <a:pt x="411441" y="69810"/>
                </a:lnTo>
                <a:lnTo>
                  <a:pt x="411207" y="68438"/>
                </a:lnTo>
                <a:lnTo>
                  <a:pt x="410940" y="67097"/>
                </a:lnTo>
                <a:lnTo>
                  <a:pt x="410643" y="65789"/>
                </a:lnTo>
                <a:lnTo>
                  <a:pt x="410314" y="64513"/>
                </a:lnTo>
                <a:lnTo>
                  <a:pt x="409954" y="63270"/>
                </a:lnTo>
                <a:lnTo>
                  <a:pt x="409563" y="62058"/>
                </a:lnTo>
                <a:lnTo>
                  <a:pt x="409141" y="60879"/>
                </a:lnTo>
                <a:lnTo>
                  <a:pt x="408687" y="59733"/>
                </a:lnTo>
                <a:lnTo>
                  <a:pt x="408202" y="58618"/>
                </a:lnTo>
                <a:lnTo>
                  <a:pt x="407685" y="57536"/>
                </a:lnTo>
                <a:lnTo>
                  <a:pt x="407137" y="56486"/>
                </a:lnTo>
                <a:lnTo>
                  <a:pt x="406558" y="55469"/>
                </a:lnTo>
                <a:lnTo>
                  <a:pt x="405948" y="54483"/>
                </a:lnTo>
                <a:lnTo>
                  <a:pt x="405306" y="53530"/>
                </a:lnTo>
                <a:lnTo>
                  <a:pt x="404633" y="52610"/>
                </a:lnTo>
                <a:lnTo>
                  <a:pt x="403929" y="51721"/>
                </a:lnTo>
                <a:lnTo>
                  <a:pt x="403194" y="50865"/>
                </a:lnTo>
                <a:lnTo>
                  <a:pt x="402430" y="50043"/>
                </a:lnTo>
                <a:lnTo>
                  <a:pt x="401640" y="49255"/>
                </a:lnTo>
                <a:lnTo>
                  <a:pt x="400825" y="48503"/>
                </a:lnTo>
                <a:lnTo>
                  <a:pt x="399984" y="47785"/>
                </a:lnTo>
                <a:lnTo>
                  <a:pt x="399118" y="47103"/>
                </a:lnTo>
                <a:lnTo>
                  <a:pt x="398226" y="46455"/>
                </a:lnTo>
                <a:lnTo>
                  <a:pt x="397308" y="45843"/>
                </a:lnTo>
                <a:lnTo>
                  <a:pt x="396365" y="45265"/>
                </a:lnTo>
                <a:lnTo>
                  <a:pt x="395397" y="44723"/>
                </a:lnTo>
                <a:lnTo>
                  <a:pt x="394403" y="44215"/>
                </a:lnTo>
                <a:lnTo>
                  <a:pt x="393383" y="43743"/>
                </a:lnTo>
                <a:lnTo>
                  <a:pt x="392338" y="43305"/>
                </a:lnTo>
                <a:lnTo>
                  <a:pt x="391267" y="42903"/>
                </a:lnTo>
                <a:lnTo>
                  <a:pt x="390170" y="42535"/>
                </a:lnTo>
                <a:lnTo>
                  <a:pt x="389048" y="42203"/>
                </a:lnTo>
                <a:lnTo>
                  <a:pt x="387901" y="41905"/>
                </a:lnTo>
                <a:lnTo>
                  <a:pt x="386727" y="41643"/>
                </a:lnTo>
                <a:lnTo>
                  <a:pt x="385529" y="41415"/>
                </a:lnTo>
                <a:lnTo>
                  <a:pt x="384304" y="41223"/>
                </a:lnTo>
                <a:lnTo>
                  <a:pt x="383054" y="41065"/>
                </a:lnTo>
                <a:lnTo>
                  <a:pt x="381779" y="40943"/>
                </a:lnTo>
                <a:lnTo>
                  <a:pt x="380478" y="40855"/>
                </a:lnTo>
                <a:lnTo>
                  <a:pt x="379151" y="40803"/>
                </a:lnTo>
                <a:lnTo>
                  <a:pt x="377799" y="40785"/>
                </a:lnTo>
                <a:lnTo>
                  <a:pt x="376635" y="40795"/>
                </a:lnTo>
                <a:lnTo>
                  <a:pt x="375490" y="40823"/>
                </a:lnTo>
                <a:lnTo>
                  <a:pt x="374363" y="40869"/>
                </a:lnTo>
                <a:lnTo>
                  <a:pt x="373255" y="40934"/>
                </a:lnTo>
                <a:lnTo>
                  <a:pt x="372165" y="41017"/>
                </a:lnTo>
                <a:lnTo>
                  <a:pt x="371093" y="41119"/>
                </a:lnTo>
                <a:lnTo>
                  <a:pt x="370039" y="41239"/>
                </a:lnTo>
                <a:lnTo>
                  <a:pt x="369004" y="41378"/>
                </a:lnTo>
                <a:lnTo>
                  <a:pt x="367987" y="41535"/>
                </a:lnTo>
                <a:lnTo>
                  <a:pt x="366989" y="41711"/>
                </a:lnTo>
                <a:lnTo>
                  <a:pt x="366008" y="41906"/>
                </a:lnTo>
                <a:lnTo>
                  <a:pt x="365046" y="42118"/>
                </a:lnTo>
                <a:lnTo>
                  <a:pt x="364103" y="42350"/>
                </a:lnTo>
                <a:lnTo>
                  <a:pt x="363178" y="42600"/>
                </a:lnTo>
                <a:lnTo>
                  <a:pt x="362271" y="42868"/>
                </a:lnTo>
                <a:lnTo>
                  <a:pt x="361382" y="43155"/>
                </a:lnTo>
                <a:lnTo>
                  <a:pt x="360512" y="43461"/>
                </a:lnTo>
                <a:lnTo>
                  <a:pt x="359660" y="43785"/>
                </a:lnTo>
                <a:lnTo>
                  <a:pt x="358826" y="44127"/>
                </a:lnTo>
                <a:lnTo>
                  <a:pt x="358011" y="44488"/>
                </a:lnTo>
                <a:lnTo>
                  <a:pt x="357214" y="44868"/>
                </a:lnTo>
                <a:lnTo>
                  <a:pt x="356435" y="45266"/>
                </a:lnTo>
                <a:lnTo>
                  <a:pt x="355675" y="45682"/>
                </a:lnTo>
                <a:lnTo>
                  <a:pt x="354933" y="46117"/>
                </a:lnTo>
                <a:lnTo>
                  <a:pt x="354206" y="46564"/>
                </a:lnTo>
                <a:lnTo>
                  <a:pt x="353490" y="47017"/>
                </a:lnTo>
                <a:lnTo>
                  <a:pt x="352787" y="47475"/>
                </a:lnTo>
                <a:lnTo>
                  <a:pt x="352096" y="47939"/>
                </a:lnTo>
                <a:lnTo>
                  <a:pt x="351416" y="48408"/>
                </a:lnTo>
                <a:lnTo>
                  <a:pt x="350748" y="48883"/>
                </a:lnTo>
                <a:lnTo>
                  <a:pt x="350092" y="49363"/>
                </a:lnTo>
                <a:lnTo>
                  <a:pt x="349448" y="49849"/>
                </a:lnTo>
                <a:lnTo>
                  <a:pt x="348816" y="50340"/>
                </a:lnTo>
                <a:lnTo>
                  <a:pt x="348195" y="50837"/>
                </a:lnTo>
                <a:lnTo>
                  <a:pt x="347587" y="51340"/>
                </a:lnTo>
                <a:lnTo>
                  <a:pt x="346990" y="51848"/>
                </a:lnTo>
                <a:lnTo>
                  <a:pt x="346405" y="52361"/>
                </a:lnTo>
                <a:lnTo>
                  <a:pt x="345832" y="52880"/>
                </a:lnTo>
                <a:lnTo>
                  <a:pt x="345270" y="53405"/>
                </a:lnTo>
                <a:lnTo>
                  <a:pt x="344721" y="53935"/>
                </a:lnTo>
                <a:lnTo>
                  <a:pt x="344183" y="54470"/>
                </a:lnTo>
                <a:lnTo>
                  <a:pt x="343657" y="55012"/>
                </a:lnTo>
                <a:lnTo>
                  <a:pt x="343143" y="55558"/>
                </a:lnTo>
                <a:lnTo>
                  <a:pt x="342641" y="56111"/>
                </a:lnTo>
                <a:lnTo>
                  <a:pt x="342151" y="56668"/>
                </a:lnTo>
                <a:lnTo>
                  <a:pt x="341673" y="57232"/>
                </a:lnTo>
                <a:lnTo>
                  <a:pt x="341206" y="57801"/>
                </a:lnTo>
                <a:lnTo>
                  <a:pt x="340751" y="58375"/>
                </a:lnTo>
                <a:lnTo>
                  <a:pt x="340201" y="42435"/>
                </a:lnTo>
                <a:lnTo>
                  <a:pt x="312168" y="42435"/>
                </a:lnTo>
                <a:lnTo>
                  <a:pt x="312168" y="151049"/>
                </a:lnTo>
                <a:lnTo>
                  <a:pt x="341301" y="151049"/>
                </a:lnTo>
                <a:lnTo>
                  <a:pt x="341301" y="78287"/>
                </a:lnTo>
                <a:lnTo>
                  <a:pt x="341688" y="77796"/>
                </a:lnTo>
                <a:lnTo>
                  <a:pt x="342081" y="77312"/>
                </a:lnTo>
                <a:close/>
                <a:moveTo>
                  <a:pt x="741663" y="77572"/>
                </a:moveTo>
                <a:lnTo>
                  <a:pt x="741968" y="77172"/>
                </a:lnTo>
                <a:lnTo>
                  <a:pt x="742277" y="76778"/>
                </a:lnTo>
                <a:lnTo>
                  <a:pt x="742591" y="76393"/>
                </a:lnTo>
                <a:lnTo>
                  <a:pt x="742909" y="76015"/>
                </a:lnTo>
                <a:lnTo>
                  <a:pt x="743232" y="75644"/>
                </a:lnTo>
                <a:lnTo>
                  <a:pt x="743560" y="75281"/>
                </a:lnTo>
                <a:lnTo>
                  <a:pt x="743892" y="74926"/>
                </a:lnTo>
                <a:lnTo>
                  <a:pt x="744228" y="74578"/>
                </a:lnTo>
                <a:lnTo>
                  <a:pt x="744570" y="74238"/>
                </a:lnTo>
                <a:lnTo>
                  <a:pt x="744916" y="73906"/>
                </a:lnTo>
                <a:lnTo>
                  <a:pt x="745266" y="73581"/>
                </a:lnTo>
                <a:lnTo>
                  <a:pt x="745621" y="73263"/>
                </a:lnTo>
                <a:lnTo>
                  <a:pt x="745981" y="72953"/>
                </a:lnTo>
                <a:lnTo>
                  <a:pt x="746345" y="72651"/>
                </a:lnTo>
                <a:lnTo>
                  <a:pt x="746713" y="72356"/>
                </a:lnTo>
                <a:lnTo>
                  <a:pt x="747087" y="72069"/>
                </a:lnTo>
                <a:lnTo>
                  <a:pt x="747465" y="71790"/>
                </a:lnTo>
                <a:lnTo>
                  <a:pt x="747847" y="71518"/>
                </a:lnTo>
                <a:lnTo>
                  <a:pt x="748234" y="71253"/>
                </a:lnTo>
                <a:lnTo>
                  <a:pt x="748626" y="70996"/>
                </a:lnTo>
                <a:lnTo>
                  <a:pt x="749022" y="70747"/>
                </a:lnTo>
                <a:lnTo>
                  <a:pt x="749423" y="70505"/>
                </a:lnTo>
                <a:lnTo>
                  <a:pt x="749828" y="70270"/>
                </a:lnTo>
                <a:lnTo>
                  <a:pt x="750237" y="70041"/>
                </a:lnTo>
                <a:lnTo>
                  <a:pt x="750649" y="69818"/>
                </a:lnTo>
                <a:lnTo>
                  <a:pt x="751066" y="69601"/>
                </a:lnTo>
                <a:lnTo>
                  <a:pt x="751486" y="69389"/>
                </a:lnTo>
                <a:lnTo>
                  <a:pt x="751910" y="69183"/>
                </a:lnTo>
                <a:lnTo>
                  <a:pt x="752338" y="68983"/>
                </a:lnTo>
                <a:lnTo>
                  <a:pt x="752770" y="68789"/>
                </a:lnTo>
                <a:lnTo>
                  <a:pt x="753205" y="68601"/>
                </a:lnTo>
                <a:lnTo>
                  <a:pt x="753645" y="68418"/>
                </a:lnTo>
                <a:lnTo>
                  <a:pt x="754088" y="68241"/>
                </a:lnTo>
                <a:lnTo>
                  <a:pt x="754535" y="68071"/>
                </a:lnTo>
                <a:lnTo>
                  <a:pt x="754986" y="67906"/>
                </a:lnTo>
                <a:lnTo>
                  <a:pt x="755440" y="67746"/>
                </a:lnTo>
                <a:lnTo>
                  <a:pt x="755899" y="67593"/>
                </a:lnTo>
                <a:lnTo>
                  <a:pt x="756361" y="67446"/>
                </a:lnTo>
                <a:lnTo>
                  <a:pt x="756827" y="67304"/>
                </a:lnTo>
                <a:lnTo>
                  <a:pt x="757297" y="67168"/>
                </a:lnTo>
                <a:lnTo>
                  <a:pt x="757771" y="67038"/>
                </a:lnTo>
                <a:lnTo>
                  <a:pt x="758248" y="66914"/>
                </a:lnTo>
                <a:lnTo>
                  <a:pt x="758729" y="66796"/>
                </a:lnTo>
                <a:lnTo>
                  <a:pt x="759215" y="66683"/>
                </a:lnTo>
                <a:lnTo>
                  <a:pt x="759704" y="66577"/>
                </a:lnTo>
                <a:lnTo>
                  <a:pt x="760196" y="66476"/>
                </a:lnTo>
                <a:lnTo>
                  <a:pt x="760692" y="66380"/>
                </a:lnTo>
                <a:lnTo>
                  <a:pt x="761190" y="66288"/>
                </a:lnTo>
                <a:lnTo>
                  <a:pt x="761689" y="66200"/>
                </a:lnTo>
                <a:lnTo>
                  <a:pt x="762190" y="66117"/>
                </a:lnTo>
                <a:lnTo>
                  <a:pt x="762694" y="66037"/>
                </a:lnTo>
                <a:lnTo>
                  <a:pt x="763199" y="65962"/>
                </a:lnTo>
                <a:lnTo>
                  <a:pt x="763706" y="65890"/>
                </a:lnTo>
                <a:lnTo>
                  <a:pt x="764215" y="65823"/>
                </a:lnTo>
                <a:lnTo>
                  <a:pt x="764726" y="65760"/>
                </a:lnTo>
                <a:lnTo>
                  <a:pt x="765239" y="65701"/>
                </a:lnTo>
                <a:lnTo>
                  <a:pt x="765754" y="65645"/>
                </a:lnTo>
                <a:lnTo>
                  <a:pt x="766270" y="65594"/>
                </a:lnTo>
                <a:lnTo>
                  <a:pt x="766789" y="65548"/>
                </a:lnTo>
                <a:lnTo>
                  <a:pt x="767309" y="65505"/>
                </a:lnTo>
                <a:lnTo>
                  <a:pt x="767832" y="65466"/>
                </a:lnTo>
                <a:lnTo>
                  <a:pt x="768356" y="65431"/>
                </a:lnTo>
                <a:lnTo>
                  <a:pt x="768882" y="65401"/>
                </a:lnTo>
                <a:lnTo>
                  <a:pt x="769410" y="65374"/>
                </a:lnTo>
                <a:lnTo>
                  <a:pt x="769940" y="65352"/>
                </a:lnTo>
                <a:lnTo>
                  <a:pt x="770472" y="65333"/>
                </a:lnTo>
                <a:lnTo>
                  <a:pt x="771006" y="65319"/>
                </a:lnTo>
                <a:lnTo>
                  <a:pt x="771542" y="65309"/>
                </a:lnTo>
                <a:lnTo>
                  <a:pt x="772079" y="65303"/>
                </a:lnTo>
                <a:lnTo>
                  <a:pt x="772619" y="65301"/>
                </a:lnTo>
                <a:lnTo>
                  <a:pt x="775367" y="65301"/>
                </a:lnTo>
                <a:lnTo>
                  <a:pt x="775367" y="40785"/>
                </a:lnTo>
                <a:lnTo>
                  <a:pt x="773169" y="40785"/>
                </a:lnTo>
                <a:lnTo>
                  <a:pt x="772185" y="40794"/>
                </a:lnTo>
                <a:lnTo>
                  <a:pt x="771214" y="40821"/>
                </a:lnTo>
                <a:lnTo>
                  <a:pt x="770255" y="40866"/>
                </a:lnTo>
                <a:lnTo>
                  <a:pt x="769309" y="40929"/>
                </a:lnTo>
                <a:lnTo>
                  <a:pt x="768374" y="41010"/>
                </a:lnTo>
                <a:lnTo>
                  <a:pt x="767452" y="41108"/>
                </a:lnTo>
                <a:lnTo>
                  <a:pt x="766542" y="41225"/>
                </a:lnTo>
                <a:lnTo>
                  <a:pt x="765644" y="41360"/>
                </a:lnTo>
                <a:lnTo>
                  <a:pt x="764759" y="41512"/>
                </a:lnTo>
                <a:lnTo>
                  <a:pt x="763885" y="41683"/>
                </a:lnTo>
                <a:lnTo>
                  <a:pt x="763024" y="41871"/>
                </a:lnTo>
                <a:lnTo>
                  <a:pt x="762175" y="42077"/>
                </a:lnTo>
                <a:lnTo>
                  <a:pt x="761338" y="42301"/>
                </a:lnTo>
                <a:lnTo>
                  <a:pt x="760514" y="42544"/>
                </a:lnTo>
                <a:lnTo>
                  <a:pt x="759702" y="42804"/>
                </a:lnTo>
                <a:lnTo>
                  <a:pt x="758902" y="43082"/>
                </a:lnTo>
                <a:lnTo>
                  <a:pt x="758114" y="43378"/>
                </a:lnTo>
                <a:lnTo>
                  <a:pt x="757338" y="43692"/>
                </a:lnTo>
                <a:lnTo>
                  <a:pt x="756575" y="44024"/>
                </a:lnTo>
                <a:lnTo>
                  <a:pt x="755823" y="44374"/>
                </a:lnTo>
                <a:lnTo>
                  <a:pt x="755084" y="44741"/>
                </a:lnTo>
                <a:lnTo>
                  <a:pt x="754358" y="45127"/>
                </a:lnTo>
                <a:lnTo>
                  <a:pt x="753643" y="45531"/>
                </a:lnTo>
                <a:lnTo>
                  <a:pt x="752941" y="45952"/>
                </a:lnTo>
                <a:lnTo>
                  <a:pt x="752252" y="46391"/>
                </a:lnTo>
                <a:lnTo>
                  <a:pt x="751577" y="46845"/>
                </a:lnTo>
                <a:lnTo>
                  <a:pt x="750917" y="47315"/>
                </a:lnTo>
                <a:lnTo>
                  <a:pt x="750272" y="47800"/>
                </a:lnTo>
                <a:lnTo>
                  <a:pt x="749641" y="48301"/>
                </a:lnTo>
                <a:lnTo>
                  <a:pt x="749024" y="48818"/>
                </a:lnTo>
                <a:lnTo>
                  <a:pt x="748422" y="49350"/>
                </a:lnTo>
                <a:lnTo>
                  <a:pt x="747835" y="49898"/>
                </a:lnTo>
                <a:lnTo>
                  <a:pt x="747262" y="50461"/>
                </a:lnTo>
                <a:lnTo>
                  <a:pt x="746703" y="51041"/>
                </a:lnTo>
                <a:lnTo>
                  <a:pt x="746160" y="51636"/>
                </a:lnTo>
                <a:lnTo>
                  <a:pt x="745630" y="52246"/>
                </a:lnTo>
                <a:lnTo>
                  <a:pt x="745115" y="52872"/>
                </a:lnTo>
                <a:lnTo>
                  <a:pt x="744615" y="53514"/>
                </a:lnTo>
                <a:lnTo>
                  <a:pt x="744129" y="54172"/>
                </a:lnTo>
                <a:lnTo>
                  <a:pt x="743657" y="54845"/>
                </a:lnTo>
                <a:lnTo>
                  <a:pt x="743200" y="55534"/>
                </a:lnTo>
                <a:lnTo>
                  <a:pt x="742758" y="56238"/>
                </a:lnTo>
                <a:lnTo>
                  <a:pt x="742330" y="56958"/>
                </a:lnTo>
                <a:lnTo>
                  <a:pt x="741917" y="57694"/>
                </a:lnTo>
                <a:lnTo>
                  <a:pt x="741518" y="58445"/>
                </a:lnTo>
                <a:lnTo>
                  <a:pt x="741134" y="59212"/>
                </a:lnTo>
                <a:lnTo>
                  <a:pt x="740764" y="59995"/>
                </a:lnTo>
                <a:lnTo>
                  <a:pt x="740408" y="60793"/>
                </a:lnTo>
                <a:lnTo>
                  <a:pt x="739859" y="42435"/>
                </a:lnTo>
                <a:lnTo>
                  <a:pt x="711935" y="42435"/>
                </a:lnTo>
                <a:lnTo>
                  <a:pt x="711935" y="151049"/>
                </a:lnTo>
                <a:lnTo>
                  <a:pt x="741068" y="151049"/>
                </a:lnTo>
                <a:lnTo>
                  <a:pt x="741068" y="78397"/>
                </a:lnTo>
                <a:lnTo>
                  <a:pt x="741363" y="77981"/>
                </a:lnTo>
                <a:lnTo>
                  <a:pt x="741663" y="77572"/>
                </a:lnTo>
                <a:close/>
                <a:moveTo>
                  <a:pt x="472537" y="151049"/>
                </a:moveTo>
                <a:lnTo>
                  <a:pt x="472537" y="42435"/>
                </a:lnTo>
                <a:lnTo>
                  <a:pt x="443405" y="42435"/>
                </a:lnTo>
                <a:lnTo>
                  <a:pt x="443405" y="151049"/>
                </a:lnTo>
                <a:lnTo>
                  <a:pt x="472537" y="151049"/>
                </a:lnTo>
                <a:close/>
                <a:moveTo>
                  <a:pt x="238571" y="152743"/>
                </a:moveTo>
                <a:lnTo>
                  <a:pt x="239864" y="152618"/>
                </a:lnTo>
                <a:lnTo>
                  <a:pt x="241143" y="152470"/>
                </a:lnTo>
                <a:lnTo>
                  <a:pt x="242407" y="152299"/>
                </a:lnTo>
                <a:lnTo>
                  <a:pt x="243656" y="152105"/>
                </a:lnTo>
                <a:lnTo>
                  <a:pt x="244890" y="151889"/>
                </a:lnTo>
                <a:lnTo>
                  <a:pt x="246110" y="151650"/>
                </a:lnTo>
                <a:lnTo>
                  <a:pt x="247315" y="151388"/>
                </a:lnTo>
                <a:lnTo>
                  <a:pt x="248506" y="151103"/>
                </a:lnTo>
                <a:lnTo>
                  <a:pt x="249682" y="150795"/>
                </a:lnTo>
                <a:lnTo>
                  <a:pt x="250843" y="150465"/>
                </a:lnTo>
                <a:lnTo>
                  <a:pt x="251989" y="150112"/>
                </a:lnTo>
                <a:lnTo>
                  <a:pt x="253121" y="149736"/>
                </a:lnTo>
                <a:lnTo>
                  <a:pt x="254238" y="149337"/>
                </a:lnTo>
                <a:lnTo>
                  <a:pt x="255340" y="148916"/>
                </a:lnTo>
                <a:lnTo>
                  <a:pt x="256428" y="148471"/>
                </a:lnTo>
                <a:lnTo>
                  <a:pt x="257501" y="148004"/>
                </a:lnTo>
                <a:lnTo>
                  <a:pt x="258559" y="147514"/>
                </a:lnTo>
                <a:lnTo>
                  <a:pt x="259602" y="147002"/>
                </a:lnTo>
                <a:lnTo>
                  <a:pt x="260631" y="146466"/>
                </a:lnTo>
                <a:lnTo>
                  <a:pt x="261643" y="145909"/>
                </a:lnTo>
                <a:lnTo>
                  <a:pt x="262636" y="145331"/>
                </a:lnTo>
                <a:lnTo>
                  <a:pt x="263611" y="144733"/>
                </a:lnTo>
                <a:lnTo>
                  <a:pt x="264566" y="144114"/>
                </a:lnTo>
                <a:lnTo>
                  <a:pt x="265502" y="143475"/>
                </a:lnTo>
                <a:lnTo>
                  <a:pt x="266420" y="142816"/>
                </a:lnTo>
                <a:lnTo>
                  <a:pt x="267319" y="142136"/>
                </a:lnTo>
                <a:lnTo>
                  <a:pt x="268198" y="141435"/>
                </a:lnTo>
                <a:lnTo>
                  <a:pt x="269059" y="140714"/>
                </a:lnTo>
                <a:lnTo>
                  <a:pt x="269901" y="139973"/>
                </a:lnTo>
                <a:lnTo>
                  <a:pt x="270724" y="139211"/>
                </a:lnTo>
                <a:lnTo>
                  <a:pt x="271528" y="138428"/>
                </a:lnTo>
                <a:lnTo>
                  <a:pt x="272314" y="137625"/>
                </a:lnTo>
                <a:lnTo>
                  <a:pt x="273080" y="136802"/>
                </a:lnTo>
                <a:lnTo>
                  <a:pt x="273828" y="135958"/>
                </a:lnTo>
                <a:lnTo>
                  <a:pt x="274556" y="135094"/>
                </a:lnTo>
                <a:lnTo>
                  <a:pt x="275266" y="134210"/>
                </a:lnTo>
                <a:lnTo>
                  <a:pt x="275957" y="133305"/>
                </a:lnTo>
                <a:lnTo>
                  <a:pt x="276629" y="132379"/>
                </a:lnTo>
                <a:lnTo>
                  <a:pt x="277282" y="131433"/>
                </a:lnTo>
                <a:lnTo>
                  <a:pt x="277916" y="130467"/>
                </a:lnTo>
                <a:lnTo>
                  <a:pt x="278531" y="129480"/>
                </a:lnTo>
                <a:lnTo>
                  <a:pt x="279127" y="128472"/>
                </a:lnTo>
                <a:lnTo>
                  <a:pt x="279705" y="127444"/>
                </a:lnTo>
                <a:lnTo>
                  <a:pt x="280261" y="126397"/>
                </a:lnTo>
                <a:lnTo>
                  <a:pt x="280793" y="125331"/>
                </a:lnTo>
                <a:lnTo>
                  <a:pt x="281302" y="124248"/>
                </a:lnTo>
                <a:lnTo>
                  <a:pt x="281787" y="123146"/>
                </a:lnTo>
                <a:lnTo>
                  <a:pt x="282249" y="122026"/>
                </a:lnTo>
                <a:lnTo>
                  <a:pt x="282687" y="120887"/>
                </a:lnTo>
                <a:lnTo>
                  <a:pt x="283101" y="119731"/>
                </a:lnTo>
                <a:lnTo>
                  <a:pt x="283491" y="118557"/>
                </a:lnTo>
                <a:lnTo>
                  <a:pt x="283858" y="117364"/>
                </a:lnTo>
                <a:lnTo>
                  <a:pt x="284201" y="116153"/>
                </a:lnTo>
                <a:lnTo>
                  <a:pt x="284521" y="114924"/>
                </a:lnTo>
                <a:lnTo>
                  <a:pt x="284817" y="113677"/>
                </a:lnTo>
                <a:lnTo>
                  <a:pt x="285089" y="112412"/>
                </a:lnTo>
                <a:lnTo>
                  <a:pt x="285337" y="111128"/>
                </a:lnTo>
                <a:lnTo>
                  <a:pt x="285562" y="109826"/>
                </a:lnTo>
                <a:lnTo>
                  <a:pt x="285763" y="108507"/>
                </a:lnTo>
                <a:lnTo>
                  <a:pt x="285941" y="107169"/>
                </a:lnTo>
                <a:lnTo>
                  <a:pt x="286095" y="105813"/>
                </a:lnTo>
                <a:lnTo>
                  <a:pt x="286225" y="104438"/>
                </a:lnTo>
                <a:lnTo>
                  <a:pt x="286331" y="103046"/>
                </a:lnTo>
                <a:lnTo>
                  <a:pt x="286414" y="101636"/>
                </a:lnTo>
                <a:lnTo>
                  <a:pt x="286473" y="100207"/>
                </a:lnTo>
                <a:lnTo>
                  <a:pt x="286509" y="98760"/>
                </a:lnTo>
                <a:lnTo>
                  <a:pt x="286521" y="97295"/>
                </a:lnTo>
                <a:lnTo>
                  <a:pt x="286509" y="95803"/>
                </a:lnTo>
                <a:lnTo>
                  <a:pt x="286473" y="94329"/>
                </a:lnTo>
                <a:lnTo>
                  <a:pt x="286414" y="92875"/>
                </a:lnTo>
                <a:lnTo>
                  <a:pt x="286331" y="91439"/>
                </a:lnTo>
                <a:lnTo>
                  <a:pt x="286225" y="90021"/>
                </a:lnTo>
                <a:lnTo>
                  <a:pt x="286095" y="88623"/>
                </a:lnTo>
                <a:lnTo>
                  <a:pt x="285941" y="87243"/>
                </a:lnTo>
                <a:lnTo>
                  <a:pt x="285763" y="85882"/>
                </a:lnTo>
                <a:lnTo>
                  <a:pt x="285562" y="84539"/>
                </a:lnTo>
                <a:lnTo>
                  <a:pt x="285337" y="83216"/>
                </a:lnTo>
                <a:lnTo>
                  <a:pt x="285089" y="81911"/>
                </a:lnTo>
                <a:lnTo>
                  <a:pt x="284817" y="80625"/>
                </a:lnTo>
                <a:lnTo>
                  <a:pt x="284521" y="79357"/>
                </a:lnTo>
                <a:lnTo>
                  <a:pt x="284201" y="78108"/>
                </a:lnTo>
                <a:lnTo>
                  <a:pt x="283858" y="76878"/>
                </a:lnTo>
                <a:lnTo>
                  <a:pt x="283491" y="75667"/>
                </a:lnTo>
                <a:lnTo>
                  <a:pt x="283101" y="74474"/>
                </a:lnTo>
                <a:lnTo>
                  <a:pt x="282687" y="73301"/>
                </a:lnTo>
                <a:lnTo>
                  <a:pt x="282249" y="72145"/>
                </a:lnTo>
                <a:lnTo>
                  <a:pt x="281787" y="71009"/>
                </a:lnTo>
                <a:lnTo>
                  <a:pt x="281302" y="69891"/>
                </a:lnTo>
                <a:lnTo>
                  <a:pt x="280793" y="68793"/>
                </a:lnTo>
                <a:lnTo>
                  <a:pt x="280261" y="67712"/>
                </a:lnTo>
                <a:lnTo>
                  <a:pt x="279705" y="66651"/>
                </a:lnTo>
                <a:lnTo>
                  <a:pt x="279127" y="65609"/>
                </a:lnTo>
                <a:lnTo>
                  <a:pt x="278531" y="64588"/>
                </a:lnTo>
                <a:lnTo>
                  <a:pt x="277916" y="63588"/>
                </a:lnTo>
                <a:lnTo>
                  <a:pt x="277282" y="62608"/>
                </a:lnTo>
                <a:lnTo>
                  <a:pt x="276629" y="61650"/>
                </a:lnTo>
                <a:lnTo>
                  <a:pt x="275957" y="60712"/>
                </a:lnTo>
                <a:lnTo>
                  <a:pt x="275266" y="59796"/>
                </a:lnTo>
                <a:lnTo>
                  <a:pt x="274556" y="58900"/>
                </a:lnTo>
                <a:lnTo>
                  <a:pt x="273828" y="58025"/>
                </a:lnTo>
                <a:lnTo>
                  <a:pt x="273080" y="57171"/>
                </a:lnTo>
                <a:lnTo>
                  <a:pt x="272314" y="56338"/>
                </a:lnTo>
                <a:lnTo>
                  <a:pt x="271528" y="55525"/>
                </a:lnTo>
                <a:lnTo>
                  <a:pt x="270724" y="54734"/>
                </a:lnTo>
                <a:lnTo>
                  <a:pt x="269901" y="53963"/>
                </a:lnTo>
                <a:lnTo>
                  <a:pt x="269059" y="53214"/>
                </a:lnTo>
                <a:lnTo>
                  <a:pt x="268198" y="52485"/>
                </a:lnTo>
                <a:lnTo>
                  <a:pt x="267319" y="51777"/>
                </a:lnTo>
                <a:lnTo>
                  <a:pt x="266420" y="51090"/>
                </a:lnTo>
                <a:lnTo>
                  <a:pt x="265502" y="50423"/>
                </a:lnTo>
                <a:lnTo>
                  <a:pt x="264566" y="49778"/>
                </a:lnTo>
                <a:lnTo>
                  <a:pt x="263611" y="49154"/>
                </a:lnTo>
                <a:lnTo>
                  <a:pt x="262636" y="48550"/>
                </a:lnTo>
                <a:lnTo>
                  <a:pt x="261643" y="47967"/>
                </a:lnTo>
                <a:lnTo>
                  <a:pt x="260631" y="47406"/>
                </a:lnTo>
                <a:lnTo>
                  <a:pt x="259602" y="46865"/>
                </a:lnTo>
                <a:lnTo>
                  <a:pt x="258559" y="46348"/>
                </a:lnTo>
                <a:lnTo>
                  <a:pt x="257501" y="45854"/>
                </a:lnTo>
                <a:lnTo>
                  <a:pt x="256428" y="45383"/>
                </a:lnTo>
                <a:lnTo>
                  <a:pt x="255340" y="44935"/>
                </a:lnTo>
                <a:lnTo>
                  <a:pt x="254238" y="44509"/>
                </a:lnTo>
                <a:lnTo>
                  <a:pt x="253121" y="44107"/>
                </a:lnTo>
                <a:lnTo>
                  <a:pt x="251989" y="43728"/>
                </a:lnTo>
                <a:lnTo>
                  <a:pt x="250843" y="43371"/>
                </a:lnTo>
                <a:lnTo>
                  <a:pt x="249682" y="43038"/>
                </a:lnTo>
                <a:lnTo>
                  <a:pt x="248506" y="42728"/>
                </a:lnTo>
                <a:lnTo>
                  <a:pt x="247315" y="42441"/>
                </a:lnTo>
                <a:lnTo>
                  <a:pt x="246110" y="42176"/>
                </a:lnTo>
                <a:lnTo>
                  <a:pt x="244890" y="41935"/>
                </a:lnTo>
                <a:lnTo>
                  <a:pt x="243656" y="41716"/>
                </a:lnTo>
                <a:lnTo>
                  <a:pt x="242407" y="41521"/>
                </a:lnTo>
                <a:lnTo>
                  <a:pt x="241143" y="41349"/>
                </a:lnTo>
                <a:lnTo>
                  <a:pt x="239864" y="41199"/>
                </a:lnTo>
                <a:lnTo>
                  <a:pt x="238571" y="41073"/>
                </a:lnTo>
                <a:lnTo>
                  <a:pt x="237263" y="40969"/>
                </a:lnTo>
                <a:lnTo>
                  <a:pt x="235940" y="40889"/>
                </a:lnTo>
                <a:lnTo>
                  <a:pt x="234602" y="40831"/>
                </a:lnTo>
                <a:lnTo>
                  <a:pt x="233250" y="40797"/>
                </a:lnTo>
                <a:lnTo>
                  <a:pt x="231883" y="40785"/>
                </a:lnTo>
                <a:lnTo>
                  <a:pt x="230535" y="40797"/>
                </a:lnTo>
                <a:lnTo>
                  <a:pt x="229200" y="40831"/>
                </a:lnTo>
                <a:lnTo>
                  <a:pt x="227879" y="40889"/>
                </a:lnTo>
                <a:lnTo>
                  <a:pt x="226571" y="40969"/>
                </a:lnTo>
                <a:lnTo>
                  <a:pt x="225278" y="41073"/>
                </a:lnTo>
                <a:lnTo>
                  <a:pt x="223999" y="41199"/>
                </a:lnTo>
                <a:lnTo>
                  <a:pt x="222734" y="41349"/>
                </a:lnTo>
                <a:lnTo>
                  <a:pt x="221482" y="41521"/>
                </a:lnTo>
                <a:lnTo>
                  <a:pt x="220245" y="41716"/>
                </a:lnTo>
                <a:lnTo>
                  <a:pt x="219022" y="41935"/>
                </a:lnTo>
                <a:lnTo>
                  <a:pt x="217812" y="42176"/>
                </a:lnTo>
                <a:lnTo>
                  <a:pt x="216616" y="42441"/>
                </a:lnTo>
                <a:lnTo>
                  <a:pt x="215435" y="42728"/>
                </a:lnTo>
                <a:lnTo>
                  <a:pt x="214267" y="43038"/>
                </a:lnTo>
                <a:lnTo>
                  <a:pt x="213113" y="43371"/>
                </a:lnTo>
                <a:lnTo>
                  <a:pt x="211973" y="43728"/>
                </a:lnTo>
                <a:lnTo>
                  <a:pt x="210847" y="44107"/>
                </a:lnTo>
                <a:lnTo>
                  <a:pt x="209735" y="44509"/>
                </a:lnTo>
                <a:lnTo>
                  <a:pt x="208637" y="44935"/>
                </a:lnTo>
                <a:lnTo>
                  <a:pt x="207553" y="45383"/>
                </a:lnTo>
                <a:lnTo>
                  <a:pt x="206483" y="45854"/>
                </a:lnTo>
                <a:lnTo>
                  <a:pt x="205426" y="46348"/>
                </a:lnTo>
                <a:lnTo>
                  <a:pt x="204384" y="46865"/>
                </a:lnTo>
                <a:lnTo>
                  <a:pt x="203356" y="47406"/>
                </a:lnTo>
                <a:lnTo>
                  <a:pt x="202344" y="47967"/>
                </a:lnTo>
                <a:lnTo>
                  <a:pt x="201351" y="48550"/>
                </a:lnTo>
                <a:lnTo>
                  <a:pt x="200378" y="49154"/>
                </a:lnTo>
                <a:lnTo>
                  <a:pt x="199424" y="49778"/>
                </a:lnTo>
                <a:lnTo>
                  <a:pt x="198489" y="50423"/>
                </a:lnTo>
                <a:lnTo>
                  <a:pt x="197574" y="51090"/>
                </a:lnTo>
                <a:lnTo>
                  <a:pt x="196678" y="51777"/>
                </a:lnTo>
                <a:lnTo>
                  <a:pt x="195801" y="52485"/>
                </a:lnTo>
                <a:lnTo>
                  <a:pt x="194943" y="53214"/>
                </a:lnTo>
                <a:lnTo>
                  <a:pt x="194105" y="53963"/>
                </a:lnTo>
                <a:lnTo>
                  <a:pt x="193286" y="54734"/>
                </a:lnTo>
                <a:lnTo>
                  <a:pt x="192486" y="55525"/>
                </a:lnTo>
                <a:lnTo>
                  <a:pt x="191705" y="56338"/>
                </a:lnTo>
                <a:lnTo>
                  <a:pt x="190944" y="57171"/>
                </a:lnTo>
                <a:lnTo>
                  <a:pt x="190202" y="58025"/>
                </a:lnTo>
                <a:lnTo>
                  <a:pt x="189479" y="58900"/>
                </a:lnTo>
                <a:lnTo>
                  <a:pt x="188776" y="59796"/>
                </a:lnTo>
                <a:lnTo>
                  <a:pt x="188092" y="60712"/>
                </a:lnTo>
                <a:lnTo>
                  <a:pt x="187427" y="61650"/>
                </a:lnTo>
                <a:lnTo>
                  <a:pt x="186782" y="62608"/>
                </a:lnTo>
                <a:lnTo>
                  <a:pt x="186155" y="63588"/>
                </a:lnTo>
                <a:lnTo>
                  <a:pt x="185548" y="64588"/>
                </a:lnTo>
                <a:lnTo>
                  <a:pt x="184960" y="65609"/>
                </a:lnTo>
                <a:lnTo>
                  <a:pt x="184392" y="66651"/>
                </a:lnTo>
                <a:lnTo>
                  <a:pt x="183845" y="67712"/>
                </a:lnTo>
                <a:lnTo>
                  <a:pt x="183321" y="68793"/>
                </a:lnTo>
                <a:lnTo>
                  <a:pt x="182820" y="69891"/>
                </a:lnTo>
                <a:lnTo>
                  <a:pt x="182343" y="71009"/>
                </a:lnTo>
                <a:lnTo>
                  <a:pt x="181889" y="72145"/>
                </a:lnTo>
                <a:lnTo>
                  <a:pt x="181458" y="73301"/>
                </a:lnTo>
                <a:lnTo>
                  <a:pt x="181051" y="74474"/>
                </a:lnTo>
                <a:lnTo>
                  <a:pt x="180666" y="75667"/>
                </a:lnTo>
                <a:lnTo>
                  <a:pt x="180306" y="76878"/>
                </a:lnTo>
                <a:lnTo>
                  <a:pt x="179968" y="78108"/>
                </a:lnTo>
                <a:lnTo>
                  <a:pt x="179654" y="79357"/>
                </a:lnTo>
                <a:lnTo>
                  <a:pt x="179362" y="80625"/>
                </a:lnTo>
                <a:lnTo>
                  <a:pt x="179095" y="81911"/>
                </a:lnTo>
                <a:lnTo>
                  <a:pt x="178850" y="83216"/>
                </a:lnTo>
                <a:lnTo>
                  <a:pt x="178629" y="84539"/>
                </a:lnTo>
                <a:lnTo>
                  <a:pt x="178431" y="85882"/>
                </a:lnTo>
                <a:lnTo>
                  <a:pt x="178256" y="87243"/>
                </a:lnTo>
                <a:lnTo>
                  <a:pt x="178105" y="88623"/>
                </a:lnTo>
                <a:lnTo>
                  <a:pt x="177977" y="90021"/>
                </a:lnTo>
                <a:lnTo>
                  <a:pt x="177872" y="91439"/>
                </a:lnTo>
                <a:lnTo>
                  <a:pt x="177791" y="92875"/>
                </a:lnTo>
                <a:lnTo>
                  <a:pt x="177733" y="94329"/>
                </a:lnTo>
                <a:lnTo>
                  <a:pt x="177698" y="95803"/>
                </a:lnTo>
                <a:lnTo>
                  <a:pt x="177686" y="97295"/>
                </a:lnTo>
                <a:lnTo>
                  <a:pt x="177698" y="98760"/>
                </a:lnTo>
                <a:lnTo>
                  <a:pt x="177733" y="100207"/>
                </a:lnTo>
                <a:lnTo>
                  <a:pt x="177791" y="101636"/>
                </a:lnTo>
                <a:lnTo>
                  <a:pt x="177872" y="103046"/>
                </a:lnTo>
                <a:lnTo>
                  <a:pt x="177977" y="104438"/>
                </a:lnTo>
                <a:lnTo>
                  <a:pt x="178105" y="105813"/>
                </a:lnTo>
                <a:lnTo>
                  <a:pt x="178256" y="107169"/>
                </a:lnTo>
                <a:lnTo>
                  <a:pt x="178431" y="108507"/>
                </a:lnTo>
                <a:lnTo>
                  <a:pt x="178629" y="109826"/>
                </a:lnTo>
                <a:lnTo>
                  <a:pt x="178850" y="111128"/>
                </a:lnTo>
                <a:lnTo>
                  <a:pt x="179095" y="112412"/>
                </a:lnTo>
                <a:lnTo>
                  <a:pt x="179362" y="113677"/>
                </a:lnTo>
                <a:lnTo>
                  <a:pt x="179654" y="114924"/>
                </a:lnTo>
                <a:lnTo>
                  <a:pt x="179968" y="116153"/>
                </a:lnTo>
                <a:lnTo>
                  <a:pt x="180306" y="117364"/>
                </a:lnTo>
                <a:lnTo>
                  <a:pt x="180666" y="118557"/>
                </a:lnTo>
                <a:lnTo>
                  <a:pt x="181051" y="119731"/>
                </a:lnTo>
                <a:lnTo>
                  <a:pt x="181458" y="120887"/>
                </a:lnTo>
                <a:lnTo>
                  <a:pt x="181889" y="122026"/>
                </a:lnTo>
                <a:lnTo>
                  <a:pt x="182343" y="123146"/>
                </a:lnTo>
                <a:lnTo>
                  <a:pt x="182820" y="124248"/>
                </a:lnTo>
                <a:lnTo>
                  <a:pt x="183321" y="125331"/>
                </a:lnTo>
                <a:lnTo>
                  <a:pt x="183845" y="126397"/>
                </a:lnTo>
                <a:lnTo>
                  <a:pt x="184392" y="127444"/>
                </a:lnTo>
                <a:lnTo>
                  <a:pt x="184960" y="128472"/>
                </a:lnTo>
                <a:lnTo>
                  <a:pt x="185548" y="129480"/>
                </a:lnTo>
                <a:lnTo>
                  <a:pt x="186155" y="130467"/>
                </a:lnTo>
                <a:lnTo>
                  <a:pt x="186782" y="131433"/>
                </a:lnTo>
                <a:lnTo>
                  <a:pt x="187427" y="132379"/>
                </a:lnTo>
                <a:lnTo>
                  <a:pt x="188092" y="133305"/>
                </a:lnTo>
                <a:lnTo>
                  <a:pt x="188776" y="134210"/>
                </a:lnTo>
                <a:lnTo>
                  <a:pt x="189479" y="135094"/>
                </a:lnTo>
                <a:lnTo>
                  <a:pt x="190202" y="135958"/>
                </a:lnTo>
                <a:lnTo>
                  <a:pt x="190944" y="136802"/>
                </a:lnTo>
                <a:lnTo>
                  <a:pt x="191705" y="137625"/>
                </a:lnTo>
                <a:lnTo>
                  <a:pt x="192486" y="138428"/>
                </a:lnTo>
                <a:lnTo>
                  <a:pt x="193286" y="139211"/>
                </a:lnTo>
                <a:lnTo>
                  <a:pt x="194105" y="139973"/>
                </a:lnTo>
                <a:lnTo>
                  <a:pt x="194943" y="140714"/>
                </a:lnTo>
                <a:lnTo>
                  <a:pt x="195801" y="141435"/>
                </a:lnTo>
                <a:lnTo>
                  <a:pt x="196678" y="142136"/>
                </a:lnTo>
                <a:lnTo>
                  <a:pt x="197574" y="142816"/>
                </a:lnTo>
                <a:lnTo>
                  <a:pt x="198489" y="143475"/>
                </a:lnTo>
                <a:lnTo>
                  <a:pt x="199424" y="144114"/>
                </a:lnTo>
                <a:lnTo>
                  <a:pt x="200378" y="144733"/>
                </a:lnTo>
                <a:lnTo>
                  <a:pt x="201351" y="145331"/>
                </a:lnTo>
                <a:lnTo>
                  <a:pt x="202344" y="145909"/>
                </a:lnTo>
                <a:lnTo>
                  <a:pt x="203356" y="146466"/>
                </a:lnTo>
                <a:lnTo>
                  <a:pt x="204384" y="147002"/>
                </a:lnTo>
                <a:lnTo>
                  <a:pt x="205426" y="147514"/>
                </a:lnTo>
                <a:lnTo>
                  <a:pt x="206483" y="148004"/>
                </a:lnTo>
                <a:lnTo>
                  <a:pt x="207553" y="148471"/>
                </a:lnTo>
                <a:lnTo>
                  <a:pt x="208637" y="148916"/>
                </a:lnTo>
                <a:lnTo>
                  <a:pt x="209735" y="149337"/>
                </a:lnTo>
                <a:lnTo>
                  <a:pt x="210847" y="149736"/>
                </a:lnTo>
                <a:lnTo>
                  <a:pt x="211973" y="150112"/>
                </a:lnTo>
                <a:lnTo>
                  <a:pt x="213113" y="150465"/>
                </a:lnTo>
                <a:lnTo>
                  <a:pt x="214267" y="150795"/>
                </a:lnTo>
                <a:lnTo>
                  <a:pt x="215435" y="151103"/>
                </a:lnTo>
                <a:lnTo>
                  <a:pt x="216616" y="151388"/>
                </a:lnTo>
                <a:lnTo>
                  <a:pt x="217812" y="151650"/>
                </a:lnTo>
                <a:lnTo>
                  <a:pt x="219022" y="151889"/>
                </a:lnTo>
                <a:lnTo>
                  <a:pt x="220245" y="152105"/>
                </a:lnTo>
                <a:lnTo>
                  <a:pt x="221482" y="152299"/>
                </a:lnTo>
                <a:lnTo>
                  <a:pt x="222734" y="152470"/>
                </a:lnTo>
                <a:lnTo>
                  <a:pt x="223999" y="152618"/>
                </a:lnTo>
                <a:lnTo>
                  <a:pt x="225278" y="152743"/>
                </a:lnTo>
                <a:lnTo>
                  <a:pt x="226571" y="152846"/>
                </a:lnTo>
                <a:lnTo>
                  <a:pt x="227879" y="152926"/>
                </a:lnTo>
                <a:lnTo>
                  <a:pt x="229200" y="152982"/>
                </a:lnTo>
                <a:lnTo>
                  <a:pt x="230535" y="153017"/>
                </a:lnTo>
                <a:lnTo>
                  <a:pt x="231883" y="153028"/>
                </a:lnTo>
                <a:lnTo>
                  <a:pt x="233250" y="153017"/>
                </a:lnTo>
                <a:lnTo>
                  <a:pt x="234602" y="152982"/>
                </a:lnTo>
                <a:lnTo>
                  <a:pt x="235940" y="152926"/>
                </a:lnTo>
                <a:lnTo>
                  <a:pt x="237263" y="152846"/>
                </a:lnTo>
                <a:lnTo>
                  <a:pt x="238571" y="152743"/>
                </a:lnTo>
                <a:close/>
                <a:moveTo>
                  <a:pt x="228164" y="130624"/>
                </a:moveTo>
                <a:lnTo>
                  <a:pt x="227462" y="130538"/>
                </a:lnTo>
                <a:lnTo>
                  <a:pt x="226774" y="130435"/>
                </a:lnTo>
                <a:lnTo>
                  <a:pt x="226100" y="130317"/>
                </a:lnTo>
                <a:lnTo>
                  <a:pt x="225439" y="130183"/>
                </a:lnTo>
                <a:lnTo>
                  <a:pt x="224793" y="130033"/>
                </a:lnTo>
                <a:lnTo>
                  <a:pt x="224161" y="129867"/>
                </a:lnTo>
                <a:lnTo>
                  <a:pt x="223542" y="129686"/>
                </a:lnTo>
                <a:lnTo>
                  <a:pt x="222938" y="129489"/>
                </a:lnTo>
                <a:lnTo>
                  <a:pt x="222347" y="129276"/>
                </a:lnTo>
                <a:lnTo>
                  <a:pt x="221770" y="129047"/>
                </a:lnTo>
                <a:lnTo>
                  <a:pt x="221208" y="128803"/>
                </a:lnTo>
                <a:lnTo>
                  <a:pt x="220659" y="128543"/>
                </a:lnTo>
                <a:lnTo>
                  <a:pt x="220124" y="128267"/>
                </a:lnTo>
                <a:lnTo>
                  <a:pt x="219603" y="127975"/>
                </a:lnTo>
                <a:lnTo>
                  <a:pt x="219096" y="127667"/>
                </a:lnTo>
                <a:lnTo>
                  <a:pt x="218603" y="127344"/>
                </a:lnTo>
                <a:lnTo>
                  <a:pt x="218124" y="127005"/>
                </a:lnTo>
                <a:lnTo>
                  <a:pt x="217659" y="126650"/>
                </a:lnTo>
                <a:lnTo>
                  <a:pt x="217207" y="126280"/>
                </a:lnTo>
                <a:lnTo>
                  <a:pt x="216768" y="125896"/>
                </a:lnTo>
                <a:lnTo>
                  <a:pt x="216340" y="125501"/>
                </a:lnTo>
                <a:lnTo>
                  <a:pt x="215923" y="125096"/>
                </a:lnTo>
                <a:lnTo>
                  <a:pt x="215517" y="124680"/>
                </a:lnTo>
                <a:lnTo>
                  <a:pt x="215122" y="124254"/>
                </a:lnTo>
                <a:lnTo>
                  <a:pt x="214737" y="123816"/>
                </a:lnTo>
                <a:lnTo>
                  <a:pt x="214364" y="123368"/>
                </a:lnTo>
                <a:lnTo>
                  <a:pt x="214001" y="122910"/>
                </a:lnTo>
                <a:lnTo>
                  <a:pt x="213649" y="122440"/>
                </a:lnTo>
                <a:lnTo>
                  <a:pt x="213308" y="121960"/>
                </a:lnTo>
                <a:lnTo>
                  <a:pt x="212978" y="121469"/>
                </a:lnTo>
                <a:lnTo>
                  <a:pt x="212659" y="120968"/>
                </a:lnTo>
                <a:lnTo>
                  <a:pt x="212350" y="120455"/>
                </a:lnTo>
                <a:lnTo>
                  <a:pt x="212053" y="119933"/>
                </a:lnTo>
                <a:lnTo>
                  <a:pt x="211766" y="119399"/>
                </a:lnTo>
                <a:lnTo>
                  <a:pt x="211491" y="118855"/>
                </a:lnTo>
                <a:lnTo>
                  <a:pt x="211226" y="118300"/>
                </a:lnTo>
                <a:lnTo>
                  <a:pt x="210972" y="117734"/>
                </a:lnTo>
                <a:lnTo>
                  <a:pt x="210729" y="117157"/>
                </a:lnTo>
                <a:lnTo>
                  <a:pt x="210497" y="116570"/>
                </a:lnTo>
                <a:lnTo>
                  <a:pt x="210275" y="115973"/>
                </a:lnTo>
                <a:lnTo>
                  <a:pt x="210065" y="115364"/>
                </a:lnTo>
                <a:lnTo>
                  <a:pt x="209865" y="114745"/>
                </a:lnTo>
                <a:lnTo>
                  <a:pt x="209677" y="114115"/>
                </a:lnTo>
                <a:lnTo>
                  <a:pt x="209497" y="113477"/>
                </a:lnTo>
                <a:lnTo>
                  <a:pt x="209326" y="112833"/>
                </a:lnTo>
                <a:lnTo>
                  <a:pt x="209161" y="112185"/>
                </a:lnTo>
                <a:lnTo>
                  <a:pt x="209005" y="111530"/>
                </a:lnTo>
                <a:lnTo>
                  <a:pt x="208856" y="110870"/>
                </a:lnTo>
                <a:lnTo>
                  <a:pt x="208715" y="110205"/>
                </a:lnTo>
                <a:lnTo>
                  <a:pt x="208581" y="109534"/>
                </a:lnTo>
                <a:lnTo>
                  <a:pt x="208455" y="108858"/>
                </a:lnTo>
                <a:lnTo>
                  <a:pt x="208337" y="108177"/>
                </a:lnTo>
                <a:lnTo>
                  <a:pt x="208226" y="107490"/>
                </a:lnTo>
                <a:lnTo>
                  <a:pt x="208123" y="106797"/>
                </a:lnTo>
                <a:lnTo>
                  <a:pt x="208028" y="106099"/>
                </a:lnTo>
                <a:lnTo>
                  <a:pt x="207940" y="105396"/>
                </a:lnTo>
                <a:lnTo>
                  <a:pt x="207860" y="104687"/>
                </a:lnTo>
                <a:lnTo>
                  <a:pt x="207787" y="103973"/>
                </a:lnTo>
                <a:lnTo>
                  <a:pt x="207722" y="103253"/>
                </a:lnTo>
                <a:lnTo>
                  <a:pt x="207665" y="102528"/>
                </a:lnTo>
                <a:lnTo>
                  <a:pt x="207616" y="101797"/>
                </a:lnTo>
                <a:lnTo>
                  <a:pt x="207574" y="101061"/>
                </a:lnTo>
                <a:lnTo>
                  <a:pt x="207539" y="100319"/>
                </a:lnTo>
                <a:lnTo>
                  <a:pt x="207512" y="99572"/>
                </a:lnTo>
                <a:lnTo>
                  <a:pt x="207493" y="98820"/>
                </a:lnTo>
                <a:lnTo>
                  <a:pt x="207482" y="98062"/>
                </a:lnTo>
                <a:lnTo>
                  <a:pt x="207478" y="97298"/>
                </a:lnTo>
                <a:lnTo>
                  <a:pt x="207482" y="96516"/>
                </a:lnTo>
                <a:lnTo>
                  <a:pt x="207493" y="95740"/>
                </a:lnTo>
                <a:lnTo>
                  <a:pt x="207512" y="94970"/>
                </a:lnTo>
                <a:lnTo>
                  <a:pt x="207539" y="94205"/>
                </a:lnTo>
                <a:lnTo>
                  <a:pt x="207574" y="93446"/>
                </a:lnTo>
                <a:lnTo>
                  <a:pt x="207616" y="92694"/>
                </a:lnTo>
                <a:lnTo>
                  <a:pt x="207665" y="91947"/>
                </a:lnTo>
                <a:lnTo>
                  <a:pt x="207722" y="91205"/>
                </a:lnTo>
                <a:lnTo>
                  <a:pt x="207787" y="90470"/>
                </a:lnTo>
                <a:lnTo>
                  <a:pt x="207860" y="89741"/>
                </a:lnTo>
                <a:lnTo>
                  <a:pt x="207940" y="89017"/>
                </a:lnTo>
                <a:lnTo>
                  <a:pt x="208028" y="88299"/>
                </a:lnTo>
                <a:lnTo>
                  <a:pt x="208123" y="87587"/>
                </a:lnTo>
                <a:lnTo>
                  <a:pt x="208226" y="86881"/>
                </a:lnTo>
                <a:lnTo>
                  <a:pt x="208337" y="86181"/>
                </a:lnTo>
                <a:lnTo>
                  <a:pt x="208455" y="85487"/>
                </a:lnTo>
                <a:lnTo>
                  <a:pt x="208581" y="84798"/>
                </a:lnTo>
                <a:lnTo>
                  <a:pt x="208715" y="84115"/>
                </a:lnTo>
                <a:lnTo>
                  <a:pt x="208856" y="83438"/>
                </a:lnTo>
                <a:lnTo>
                  <a:pt x="209005" y="82767"/>
                </a:lnTo>
                <a:lnTo>
                  <a:pt x="209161" y="82102"/>
                </a:lnTo>
                <a:lnTo>
                  <a:pt x="209326" y="81443"/>
                </a:lnTo>
                <a:lnTo>
                  <a:pt x="209497" y="80789"/>
                </a:lnTo>
                <a:lnTo>
                  <a:pt x="209677" y="80142"/>
                </a:lnTo>
                <a:lnTo>
                  <a:pt x="209865" y="79503"/>
                </a:lnTo>
                <a:lnTo>
                  <a:pt x="210065" y="78874"/>
                </a:lnTo>
                <a:lnTo>
                  <a:pt x="210275" y="78257"/>
                </a:lnTo>
                <a:lnTo>
                  <a:pt x="210497" y="77650"/>
                </a:lnTo>
                <a:lnTo>
                  <a:pt x="210729" y="77055"/>
                </a:lnTo>
                <a:lnTo>
                  <a:pt x="210972" y="76470"/>
                </a:lnTo>
                <a:lnTo>
                  <a:pt x="211226" y="75896"/>
                </a:lnTo>
                <a:lnTo>
                  <a:pt x="211491" y="75333"/>
                </a:lnTo>
                <a:lnTo>
                  <a:pt x="211766" y="74781"/>
                </a:lnTo>
                <a:lnTo>
                  <a:pt x="212053" y="74240"/>
                </a:lnTo>
                <a:lnTo>
                  <a:pt x="212350" y="73710"/>
                </a:lnTo>
                <a:lnTo>
                  <a:pt x="212659" y="73190"/>
                </a:lnTo>
                <a:lnTo>
                  <a:pt x="212978" y="72682"/>
                </a:lnTo>
                <a:lnTo>
                  <a:pt x="213308" y="72184"/>
                </a:lnTo>
                <a:lnTo>
                  <a:pt x="213649" y="71698"/>
                </a:lnTo>
                <a:lnTo>
                  <a:pt x="214001" y="71222"/>
                </a:lnTo>
                <a:lnTo>
                  <a:pt x="214364" y="70757"/>
                </a:lnTo>
                <a:lnTo>
                  <a:pt x="214737" y="70303"/>
                </a:lnTo>
                <a:lnTo>
                  <a:pt x="215122" y="69860"/>
                </a:lnTo>
                <a:lnTo>
                  <a:pt x="215517" y="69428"/>
                </a:lnTo>
                <a:lnTo>
                  <a:pt x="215923" y="69007"/>
                </a:lnTo>
                <a:lnTo>
                  <a:pt x="216340" y="68597"/>
                </a:lnTo>
                <a:lnTo>
                  <a:pt x="216768" y="68197"/>
                </a:lnTo>
                <a:lnTo>
                  <a:pt x="217207" y="67809"/>
                </a:lnTo>
                <a:lnTo>
                  <a:pt x="217659" y="67434"/>
                </a:lnTo>
                <a:lnTo>
                  <a:pt x="218124" y="67074"/>
                </a:lnTo>
                <a:lnTo>
                  <a:pt x="218603" y="66731"/>
                </a:lnTo>
                <a:lnTo>
                  <a:pt x="219096" y="66404"/>
                </a:lnTo>
                <a:lnTo>
                  <a:pt x="219603" y="66093"/>
                </a:lnTo>
                <a:lnTo>
                  <a:pt x="220124" y="65798"/>
                </a:lnTo>
                <a:lnTo>
                  <a:pt x="220659" y="65518"/>
                </a:lnTo>
                <a:lnTo>
                  <a:pt x="221208" y="65255"/>
                </a:lnTo>
                <a:lnTo>
                  <a:pt x="221770" y="65008"/>
                </a:lnTo>
                <a:lnTo>
                  <a:pt x="222347" y="64776"/>
                </a:lnTo>
                <a:lnTo>
                  <a:pt x="222938" y="64561"/>
                </a:lnTo>
                <a:lnTo>
                  <a:pt x="223542" y="64361"/>
                </a:lnTo>
                <a:lnTo>
                  <a:pt x="224161" y="64178"/>
                </a:lnTo>
                <a:lnTo>
                  <a:pt x="224793" y="64010"/>
                </a:lnTo>
                <a:lnTo>
                  <a:pt x="225439" y="63858"/>
                </a:lnTo>
                <a:lnTo>
                  <a:pt x="226100" y="63723"/>
                </a:lnTo>
                <a:lnTo>
                  <a:pt x="226774" y="63603"/>
                </a:lnTo>
                <a:lnTo>
                  <a:pt x="227462" y="63499"/>
                </a:lnTo>
                <a:lnTo>
                  <a:pt x="228164" y="63412"/>
                </a:lnTo>
                <a:lnTo>
                  <a:pt x="228880" y="63340"/>
                </a:lnTo>
                <a:lnTo>
                  <a:pt x="229610" y="63284"/>
                </a:lnTo>
                <a:lnTo>
                  <a:pt x="230354" y="63244"/>
                </a:lnTo>
                <a:lnTo>
                  <a:pt x="231112" y="63220"/>
                </a:lnTo>
                <a:lnTo>
                  <a:pt x="231883" y="63212"/>
                </a:lnTo>
                <a:lnTo>
                  <a:pt x="232673" y="63220"/>
                </a:lnTo>
                <a:lnTo>
                  <a:pt x="233449" y="63244"/>
                </a:lnTo>
                <a:lnTo>
                  <a:pt x="234210" y="63284"/>
                </a:lnTo>
                <a:lnTo>
                  <a:pt x="234957" y="63340"/>
                </a:lnTo>
                <a:lnTo>
                  <a:pt x="235690" y="63412"/>
                </a:lnTo>
                <a:lnTo>
                  <a:pt x="236408" y="63499"/>
                </a:lnTo>
                <a:lnTo>
                  <a:pt x="237112" y="63603"/>
                </a:lnTo>
                <a:lnTo>
                  <a:pt x="237802" y="63723"/>
                </a:lnTo>
                <a:lnTo>
                  <a:pt x="238477" y="63858"/>
                </a:lnTo>
                <a:lnTo>
                  <a:pt x="239138" y="64010"/>
                </a:lnTo>
                <a:lnTo>
                  <a:pt x="239785" y="64178"/>
                </a:lnTo>
                <a:lnTo>
                  <a:pt x="240417" y="64361"/>
                </a:lnTo>
                <a:lnTo>
                  <a:pt x="241035" y="64561"/>
                </a:lnTo>
                <a:lnTo>
                  <a:pt x="241639" y="64776"/>
                </a:lnTo>
                <a:lnTo>
                  <a:pt x="242228" y="65008"/>
                </a:lnTo>
                <a:lnTo>
                  <a:pt x="242804" y="65255"/>
                </a:lnTo>
                <a:lnTo>
                  <a:pt x="243364" y="65518"/>
                </a:lnTo>
                <a:lnTo>
                  <a:pt x="243911" y="65798"/>
                </a:lnTo>
                <a:lnTo>
                  <a:pt x="244443" y="66093"/>
                </a:lnTo>
                <a:lnTo>
                  <a:pt x="244961" y="66404"/>
                </a:lnTo>
                <a:lnTo>
                  <a:pt x="245465" y="66731"/>
                </a:lnTo>
                <a:lnTo>
                  <a:pt x="245954" y="67074"/>
                </a:lnTo>
                <a:lnTo>
                  <a:pt x="246429" y="67434"/>
                </a:lnTo>
                <a:lnTo>
                  <a:pt x="246889" y="67809"/>
                </a:lnTo>
                <a:lnTo>
                  <a:pt x="247337" y="68197"/>
                </a:lnTo>
                <a:lnTo>
                  <a:pt x="247774" y="68597"/>
                </a:lnTo>
                <a:lnTo>
                  <a:pt x="248200" y="69007"/>
                </a:lnTo>
                <a:lnTo>
                  <a:pt x="248615" y="69428"/>
                </a:lnTo>
                <a:lnTo>
                  <a:pt x="249018" y="69860"/>
                </a:lnTo>
                <a:lnTo>
                  <a:pt x="249411" y="70303"/>
                </a:lnTo>
                <a:lnTo>
                  <a:pt x="249793" y="70757"/>
                </a:lnTo>
                <a:lnTo>
                  <a:pt x="250163" y="71222"/>
                </a:lnTo>
                <a:lnTo>
                  <a:pt x="250522" y="71698"/>
                </a:lnTo>
                <a:lnTo>
                  <a:pt x="250871" y="72184"/>
                </a:lnTo>
                <a:lnTo>
                  <a:pt x="251208" y="72682"/>
                </a:lnTo>
                <a:lnTo>
                  <a:pt x="251534" y="73190"/>
                </a:lnTo>
                <a:lnTo>
                  <a:pt x="251849" y="73710"/>
                </a:lnTo>
                <a:lnTo>
                  <a:pt x="252153" y="74240"/>
                </a:lnTo>
                <a:lnTo>
                  <a:pt x="252446" y="74781"/>
                </a:lnTo>
                <a:lnTo>
                  <a:pt x="252728" y="75333"/>
                </a:lnTo>
                <a:lnTo>
                  <a:pt x="252999" y="75896"/>
                </a:lnTo>
                <a:lnTo>
                  <a:pt x="253259" y="76470"/>
                </a:lnTo>
                <a:lnTo>
                  <a:pt x="253507" y="77055"/>
                </a:lnTo>
                <a:lnTo>
                  <a:pt x="253745" y="77650"/>
                </a:lnTo>
                <a:lnTo>
                  <a:pt x="253972" y="78257"/>
                </a:lnTo>
                <a:lnTo>
                  <a:pt x="254187" y="78874"/>
                </a:lnTo>
                <a:lnTo>
                  <a:pt x="254391" y="79503"/>
                </a:lnTo>
                <a:lnTo>
                  <a:pt x="254585" y="80142"/>
                </a:lnTo>
                <a:lnTo>
                  <a:pt x="254769" y="80789"/>
                </a:lnTo>
                <a:lnTo>
                  <a:pt x="254945" y="81443"/>
                </a:lnTo>
                <a:lnTo>
                  <a:pt x="255113" y="82102"/>
                </a:lnTo>
                <a:lnTo>
                  <a:pt x="255273" y="82767"/>
                </a:lnTo>
                <a:lnTo>
                  <a:pt x="255426" y="83438"/>
                </a:lnTo>
                <a:lnTo>
                  <a:pt x="255571" y="84115"/>
                </a:lnTo>
                <a:lnTo>
                  <a:pt x="255708" y="84798"/>
                </a:lnTo>
                <a:lnTo>
                  <a:pt x="255837" y="85487"/>
                </a:lnTo>
                <a:lnTo>
                  <a:pt x="255958" y="86181"/>
                </a:lnTo>
                <a:lnTo>
                  <a:pt x="256072" y="86881"/>
                </a:lnTo>
                <a:lnTo>
                  <a:pt x="256177" y="87587"/>
                </a:lnTo>
                <a:lnTo>
                  <a:pt x="256275" y="88299"/>
                </a:lnTo>
                <a:lnTo>
                  <a:pt x="256365" y="89017"/>
                </a:lnTo>
                <a:lnTo>
                  <a:pt x="256447" y="89741"/>
                </a:lnTo>
                <a:lnTo>
                  <a:pt x="256522" y="90470"/>
                </a:lnTo>
                <a:lnTo>
                  <a:pt x="256588" y="91205"/>
                </a:lnTo>
                <a:lnTo>
                  <a:pt x="256647" y="91947"/>
                </a:lnTo>
                <a:lnTo>
                  <a:pt x="256698" y="92694"/>
                </a:lnTo>
                <a:lnTo>
                  <a:pt x="256741" y="93446"/>
                </a:lnTo>
                <a:lnTo>
                  <a:pt x="256776" y="94205"/>
                </a:lnTo>
                <a:lnTo>
                  <a:pt x="256803" y="94970"/>
                </a:lnTo>
                <a:lnTo>
                  <a:pt x="256823" y="95740"/>
                </a:lnTo>
                <a:lnTo>
                  <a:pt x="256835" y="96516"/>
                </a:lnTo>
                <a:lnTo>
                  <a:pt x="256838" y="97298"/>
                </a:lnTo>
                <a:lnTo>
                  <a:pt x="256835" y="98062"/>
                </a:lnTo>
                <a:lnTo>
                  <a:pt x="256823" y="98820"/>
                </a:lnTo>
                <a:lnTo>
                  <a:pt x="256803" y="99572"/>
                </a:lnTo>
                <a:lnTo>
                  <a:pt x="256776" y="100319"/>
                </a:lnTo>
                <a:lnTo>
                  <a:pt x="256741" y="101061"/>
                </a:lnTo>
                <a:lnTo>
                  <a:pt x="256698" y="101797"/>
                </a:lnTo>
                <a:lnTo>
                  <a:pt x="256647" y="102528"/>
                </a:lnTo>
                <a:lnTo>
                  <a:pt x="256588" y="103253"/>
                </a:lnTo>
                <a:lnTo>
                  <a:pt x="256522" y="103973"/>
                </a:lnTo>
                <a:lnTo>
                  <a:pt x="256447" y="104687"/>
                </a:lnTo>
                <a:lnTo>
                  <a:pt x="256365" y="105396"/>
                </a:lnTo>
                <a:lnTo>
                  <a:pt x="256275" y="106099"/>
                </a:lnTo>
                <a:lnTo>
                  <a:pt x="256177" y="106797"/>
                </a:lnTo>
                <a:lnTo>
                  <a:pt x="256072" y="107490"/>
                </a:lnTo>
                <a:lnTo>
                  <a:pt x="255958" y="108177"/>
                </a:lnTo>
                <a:lnTo>
                  <a:pt x="255837" y="108858"/>
                </a:lnTo>
                <a:lnTo>
                  <a:pt x="255708" y="109534"/>
                </a:lnTo>
                <a:lnTo>
                  <a:pt x="255571" y="110205"/>
                </a:lnTo>
                <a:lnTo>
                  <a:pt x="255426" y="110870"/>
                </a:lnTo>
                <a:lnTo>
                  <a:pt x="255273" y="111530"/>
                </a:lnTo>
                <a:lnTo>
                  <a:pt x="255113" y="112185"/>
                </a:lnTo>
                <a:lnTo>
                  <a:pt x="254945" y="112833"/>
                </a:lnTo>
                <a:lnTo>
                  <a:pt x="254769" y="113477"/>
                </a:lnTo>
                <a:lnTo>
                  <a:pt x="254585" y="114115"/>
                </a:lnTo>
                <a:lnTo>
                  <a:pt x="254391" y="114745"/>
                </a:lnTo>
                <a:lnTo>
                  <a:pt x="254187" y="115364"/>
                </a:lnTo>
                <a:lnTo>
                  <a:pt x="253972" y="115973"/>
                </a:lnTo>
                <a:lnTo>
                  <a:pt x="253745" y="116570"/>
                </a:lnTo>
                <a:lnTo>
                  <a:pt x="253507" y="117157"/>
                </a:lnTo>
                <a:lnTo>
                  <a:pt x="253259" y="117734"/>
                </a:lnTo>
                <a:lnTo>
                  <a:pt x="252999" y="118300"/>
                </a:lnTo>
                <a:lnTo>
                  <a:pt x="252728" y="118855"/>
                </a:lnTo>
                <a:lnTo>
                  <a:pt x="252446" y="119399"/>
                </a:lnTo>
                <a:lnTo>
                  <a:pt x="252153" y="119933"/>
                </a:lnTo>
                <a:lnTo>
                  <a:pt x="251849" y="120455"/>
                </a:lnTo>
                <a:lnTo>
                  <a:pt x="251534" y="120968"/>
                </a:lnTo>
                <a:lnTo>
                  <a:pt x="251208" y="121469"/>
                </a:lnTo>
                <a:lnTo>
                  <a:pt x="250871" y="121960"/>
                </a:lnTo>
                <a:lnTo>
                  <a:pt x="250522" y="122440"/>
                </a:lnTo>
                <a:lnTo>
                  <a:pt x="250163" y="122910"/>
                </a:lnTo>
                <a:lnTo>
                  <a:pt x="249793" y="123368"/>
                </a:lnTo>
                <a:lnTo>
                  <a:pt x="249411" y="123816"/>
                </a:lnTo>
                <a:lnTo>
                  <a:pt x="249018" y="124254"/>
                </a:lnTo>
                <a:lnTo>
                  <a:pt x="248615" y="124680"/>
                </a:lnTo>
                <a:lnTo>
                  <a:pt x="248200" y="125096"/>
                </a:lnTo>
                <a:lnTo>
                  <a:pt x="247774" y="125501"/>
                </a:lnTo>
                <a:lnTo>
                  <a:pt x="247337" y="125896"/>
                </a:lnTo>
                <a:lnTo>
                  <a:pt x="246889" y="126280"/>
                </a:lnTo>
                <a:lnTo>
                  <a:pt x="246429" y="126650"/>
                </a:lnTo>
                <a:lnTo>
                  <a:pt x="245954" y="127005"/>
                </a:lnTo>
                <a:lnTo>
                  <a:pt x="245465" y="127344"/>
                </a:lnTo>
                <a:lnTo>
                  <a:pt x="244961" y="127667"/>
                </a:lnTo>
                <a:lnTo>
                  <a:pt x="244443" y="127975"/>
                </a:lnTo>
                <a:lnTo>
                  <a:pt x="243911" y="128267"/>
                </a:lnTo>
                <a:lnTo>
                  <a:pt x="243364" y="128543"/>
                </a:lnTo>
                <a:lnTo>
                  <a:pt x="242804" y="128803"/>
                </a:lnTo>
                <a:lnTo>
                  <a:pt x="242228" y="129047"/>
                </a:lnTo>
                <a:lnTo>
                  <a:pt x="241639" y="129276"/>
                </a:lnTo>
                <a:lnTo>
                  <a:pt x="241035" y="129489"/>
                </a:lnTo>
                <a:lnTo>
                  <a:pt x="240417" y="129686"/>
                </a:lnTo>
                <a:lnTo>
                  <a:pt x="239785" y="129867"/>
                </a:lnTo>
                <a:lnTo>
                  <a:pt x="239138" y="130033"/>
                </a:lnTo>
                <a:lnTo>
                  <a:pt x="238477" y="130183"/>
                </a:lnTo>
                <a:lnTo>
                  <a:pt x="237802" y="130317"/>
                </a:lnTo>
                <a:lnTo>
                  <a:pt x="237112" y="130435"/>
                </a:lnTo>
                <a:lnTo>
                  <a:pt x="236408" y="130538"/>
                </a:lnTo>
                <a:lnTo>
                  <a:pt x="235690" y="130624"/>
                </a:lnTo>
                <a:lnTo>
                  <a:pt x="234957" y="130695"/>
                </a:lnTo>
                <a:lnTo>
                  <a:pt x="234210" y="130750"/>
                </a:lnTo>
                <a:lnTo>
                  <a:pt x="233449" y="130790"/>
                </a:lnTo>
                <a:lnTo>
                  <a:pt x="232673" y="130814"/>
                </a:lnTo>
                <a:lnTo>
                  <a:pt x="231883" y="130821"/>
                </a:lnTo>
                <a:lnTo>
                  <a:pt x="231112" y="130814"/>
                </a:lnTo>
                <a:lnTo>
                  <a:pt x="230354" y="130790"/>
                </a:lnTo>
                <a:lnTo>
                  <a:pt x="229610" y="130750"/>
                </a:lnTo>
                <a:lnTo>
                  <a:pt x="228880" y="130695"/>
                </a:lnTo>
                <a:lnTo>
                  <a:pt x="228164" y="130624"/>
                </a:lnTo>
                <a:close/>
                <a:moveTo>
                  <a:pt x="637030" y="152846"/>
                </a:moveTo>
                <a:lnTo>
                  <a:pt x="638338" y="152743"/>
                </a:lnTo>
                <a:lnTo>
                  <a:pt x="639631" y="152618"/>
                </a:lnTo>
                <a:lnTo>
                  <a:pt x="640910" y="152470"/>
                </a:lnTo>
                <a:lnTo>
                  <a:pt x="642174" y="152299"/>
                </a:lnTo>
                <a:lnTo>
                  <a:pt x="643423" y="152105"/>
                </a:lnTo>
                <a:lnTo>
                  <a:pt x="644657" y="151889"/>
                </a:lnTo>
                <a:lnTo>
                  <a:pt x="645877" y="151650"/>
                </a:lnTo>
                <a:lnTo>
                  <a:pt x="647083" y="151388"/>
                </a:lnTo>
                <a:lnTo>
                  <a:pt x="648273" y="151103"/>
                </a:lnTo>
                <a:lnTo>
                  <a:pt x="649449" y="150795"/>
                </a:lnTo>
                <a:lnTo>
                  <a:pt x="650610" y="150465"/>
                </a:lnTo>
                <a:lnTo>
                  <a:pt x="651756" y="150112"/>
                </a:lnTo>
                <a:lnTo>
                  <a:pt x="652888" y="149736"/>
                </a:lnTo>
                <a:lnTo>
                  <a:pt x="654005" y="149337"/>
                </a:lnTo>
                <a:lnTo>
                  <a:pt x="655107" y="148916"/>
                </a:lnTo>
                <a:lnTo>
                  <a:pt x="656195" y="148471"/>
                </a:lnTo>
                <a:lnTo>
                  <a:pt x="657268" y="148004"/>
                </a:lnTo>
                <a:lnTo>
                  <a:pt x="658326" y="147514"/>
                </a:lnTo>
                <a:lnTo>
                  <a:pt x="659369" y="147002"/>
                </a:lnTo>
                <a:lnTo>
                  <a:pt x="660398" y="146466"/>
                </a:lnTo>
                <a:lnTo>
                  <a:pt x="661410" y="145909"/>
                </a:lnTo>
                <a:lnTo>
                  <a:pt x="662403" y="145331"/>
                </a:lnTo>
                <a:lnTo>
                  <a:pt x="663378" y="144733"/>
                </a:lnTo>
                <a:lnTo>
                  <a:pt x="664333" y="144114"/>
                </a:lnTo>
                <a:lnTo>
                  <a:pt x="665269" y="143475"/>
                </a:lnTo>
                <a:lnTo>
                  <a:pt x="666187" y="142816"/>
                </a:lnTo>
                <a:lnTo>
                  <a:pt x="667086" y="142136"/>
                </a:lnTo>
                <a:lnTo>
                  <a:pt x="667965" y="141435"/>
                </a:lnTo>
                <a:lnTo>
                  <a:pt x="668826" y="140714"/>
                </a:lnTo>
                <a:lnTo>
                  <a:pt x="669668" y="139973"/>
                </a:lnTo>
                <a:lnTo>
                  <a:pt x="670491" y="139211"/>
                </a:lnTo>
                <a:lnTo>
                  <a:pt x="671295" y="138428"/>
                </a:lnTo>
                <a:lnTo>
                  <a:pt x="672081" y="137625"/>
                </a:lnTo>
                <a:lnTo>
                  <a:pt x="672847" y="136802"/>
                </a:lnTo>
                <a:lnTo>
                  <a:pt x="673595" y="135958"/>
                </a:lnTo>
                <a:lnTo>
                  <a:pt x="674323" y="135094"/>
                </a:lnTo>
                <a:lnTo>
                  <a:pt x="675033" y="134210"/>
                </a:lnTo>
                <a:lnTo>
                  <a:pt x="675724" y="133305"/>
                </a:lnTo>
                <a:lnTo>
                  <a:pt x="676396" y="132379"/>
                </a:lnTo>
                <a:lnTo>
                  <a:pt x="677049" y="131433"/>
                </a:lnTo>
                <a:lnTo>
                  <a:pt x="677683" y="130467"/>
                </a:lnTo>
                <a:lnTo>
                  <a:pt x="678298" y="129480"/>
                </a:lnTo>
                <a:lnTo>
                  <a:pt x="678894" y="128472"/>
                </a:lnTo>
                <a:lnTo>
                  <a:pt x="679472" y="127444"/>
                </a:lnTo>
                <a:lnTo>
                  <a:pt x="680028" y="126397"/>
                </a:lnTo>
                <a:lnTo>
                  <a:pt x="680560" y="125331"/>
                </a:lnTo>
                <a:lnTo>
                  <a:pt x="681069" y="124248"/>
                </a:lnTo>
                <a:lnTo>
                  <a:pt x="681554" y="123146"/>
                </a:lnTo>
                <a:lnTo>
                  <a:pt x="682016" y="122026"/>
                </a:lnTo>
                <a:lnTo>
                  <a:pt x="682454" y="120887"/>
                </a:lnTo>
                <a:lnTo>
                  <a:pt x="682868" y="119731"/>
                </a:lnTo>
                <a:lnTo>
                  <a:pt x="683258" y="118557"/>
                </a:lnTo>
                <a:lnTo>
                  <a:pt x="683625" y="117364"/>
                </a:lnTo>
                <a:lnTo>
                  <a:pt x="683968" y="116153"/>
                </a:lnTo>
                <a:lnTo>
                  <a:pt x="684288" y="114924"/>
                </a:lnTo>
                <a:lnTo>
                  <a:pt x="684584" y="113677"/>
                </a:lnTo>
                <a:lnTo>
                  <a:pt x="684856" y="112412"/>
                </a:lnTo>
                <a:lnTo>
                  <a:pt x="685104" y="111128"/>
                </a:lnTo>
                <a:lnTo>
                  <a:pt x="685329" y="109826"/>
                </a:lnTo>
                <a:lnTo>
                  <a:pt x="685530" y="108507"/>
                </a:lnTo>
                <a:lnTo>
                  <a:pt x="685708" y="107169"/>
                </a:lnTo>
                <a:lnTo>
                  <a:pt x="685862" y="105813"/>
                </a:lnTo>
                <a:lnTo>
                  <a:pt x="685992" y="104438"/>
                </a:lnTo>
                <a:lnTo>
                  <a:pt x="686098" y="103046"/>
                </a:lnTo>
                <a:lnTo>
                  <a:pt x="686181" y="101636"/>
                </a:lnTo>
                <a:lnTo>
                  <a:pt x="686240" y="100207"/>
                </a:lnTo>
                <a:lnTo>
                  <a:pt x="686276" y="98760"/>
                </a:lnTo>
                <a:lnTo>
                  <a:pt x="686288" y="97295"/>
                </a:lnTo>
                <a:lnTo>
                  <a:pt x="686276" y="95803"/>
                </a:lnTo>
                <a:lnTo>
                  <a:pt x="686240" y="94329"/>
                </a:lnTo>
                <a:lnTo>
                  <a:pt x="686181" y="92875"/>
                </a:lnTo>
                <a:lnTo>
                  <a:pt x="686098" y="91439"/>
                </a:lnTo>
                <a:lnTo>
                  <a:pt x="685992" y="90021"/>
                </a:lnTo>
                <a:lnTo>
                  <a:pt x="685862" y="88623"/>
                </a:lnTo>
                <a:lnTo>
                  <a:pt x="685708" y="87243"/>
                </a:lnTo>
                <a:lnTo>
                  <a:pt x="685530" y="85882"/>
                </a:lnTo>
                <a:lnTo>
                  <a:pt x="685329" y="84539"/>
                </a:lnTo>
                <a:lnTo>
                  <a:pt x="685104" y="83216"/>
                </a:lnTo>
                <a:lnTo>
                  <a:pt x="684856" y="81911"/>
                </a:lnTo>
                <a:lnTo>
                  <a:pt x="684584" y="80625"/>
                </a:lnTo>
                <a:lnTo>
                  <a:pt x="684288" y="79357"/>
                </a:lnTo>
                <a:lnTo>
                  <a:pt x="683968" y="78108"/>
                </a:lnTo>
                <a:lnTo>
                  <a:pt x="683625" y="76878"/>
                </a:lnTo>
                <a:lnTo>
                  <a:pt x="683258" y="75667"/>
                </a:lnTo>
                <a:lnTo>
                  <a:pt x="682868" y="74474"/>
                </a:lnTo>
                <a:lnTo>
                  <a:pt x="682454" y="73301"/>
                </a:lnTo>
                <a:lnTo>
                  <a:pt x="682016" y="72145"/>
                </a:lnTo>
                <a:lnTo>
                  <a:pt x="681554" y="71009"/>
                </a:lnTo>
                <a:lnTo>
                  <a:pt x="681069" y="69891"/>
                </a:lnTo>
                <a:lnTo>
                  <a:pt x="680560" y="68793"/>
                </a:lnTo>
                <a:lnTo>
                  <a:pt x="680028" y="67712"/>
                </a:lnTo>
                <a:lnTo>
                  <a:pt x="679472" y="66651"/>
                </a:lnTo>
                <a:lnTo>
                  <a:pt x="678894" y="65609"/>
                </a:lnTo>
                <a:lnTo>
                  <a:pt x="678298" y="64588"/>
                </a:lnTo>
                <a:lnTo>
                  <a:pt x="677683" y="63588"/>
                </a:lnTo>
                <a:lnTo>
                  <a:pt x="677049" y="62608"/>
                </a:lnTo>
                <a:lnTo>
                  <a:pt x="676396" y="61650"/>
                </a:lnTo>
                <a:lnTo>
                  <a:pt x="675724" y="60712"/>
                </a:lnTo>
                <a:lnTo>
                  <a:pt x="675033" y="59796"/>
                </a:lnTo>
                <a:lnTo>
                  <a:pt x="674323" y="58900"/>
                </a:lnTo>
                <a:lnTo>
                  <a:pt x="673595" y="58025"/>
                </a:lnTo>
                <a:lnTo>
                  <a:pt x="672847" y="57171"/>
                </a:lnTo>
                <a:lnTo>
                  <a:pt x="672081" y="56338"/>
                </a:lnTo>
                <a:lnTo>
                  <a:pt x="671295" y="55525"/>
                </a:lnTo>
                <a:lnTo>
                  <a:pt x="670491" y="54734"/>
                </a:lnTo>
                <a:lnTo>
                  <a:pt x="669668" y="53963"/>
                </a:lnTo>
                <a:lnTo>
                  <a:pt x="668826" y="53214"/>
                </a:lnTo>
                <a:lnTo>
                  <a:pt x="667965" y="52485"/>
                </a:lnTo>
                <a:lnTo>
                  <a:pt x="667086" y="51777"/>
                </a:lnTo>
                <a:lnTo>
                  <a:pt x="666187" y="51090"/>
                </a:lnTo>
                <a:lnTo>
                  <a:pt x="665269" y="50423"/>
                </a:lnTo>
                <a:lnTo>
                  <a:pt x="664333" y="49778"/>
                </a:lnTo>
                <a:lnTo>
                  <a:pt x="663378" y="49154"/>
                </a:lnTo>
                <a:lnTo>
                  <a:pt x="662403" y="48550"/>
                </a:lnTo>
                <a:lnTo>
                  <a:pt x="661410" y="47967"/>
                </a:lnTo>
                <a:lnTo>
                  <a:pt x="660398" y="47406"/>
                </a:lnTo>
                <a:lnTo>
                  <a:pt x="659369" y="46865"/>
                </a:lnTo>
                <a:lnTo>
                  <a:pt x="658326" y="46348"/>
                </a:lnTo>
                <a:lnTo>
                  <a:pt x="657268" y="45854"/>
                </a:lnTo>
                <a:lnTo>
                  <a:pt x="656195" y="45383"/>
                </a:lnTo>
                <a:lnTo>
                  <a:pt x="655107" y="44935"/>
                </a:lnTo>
                <a:lnTo>
                  <a:pt x="654005" y="44509"/>
                </a:lnTo>
                <a:lnTo>
                  <a:pt x="652888" y="44107"/>
                </a:lnTo>
                <a:lnTo>
                  <a:pt x="651756" y="43728"/>
                </a:lnTo>
                <a:lnTo>
                  <a:pt x="650610" y="43371"/>
                </a:lnTo>
                <a:lnTo>
                  <a:pt x="649449" y="43038"/>
                </a:lnTo>
                <a:lnTo>
                  <a:pt x="648273" y="42728"/>
                </a:lnTo>
                <a:lnTo>
                  <a:pt x="647083" y="42441"/>
                </a:lnTo>
                <a:lnTo>
                  <a:pt x="645877" y="42176"/>
                </a:lnTo>
                <a:lnTo>
                  <a:pt x="644657" y="41935"/>
                </a:lnTo>
                <a:lnTo>
                  <a:pt x="643423" y="41716"/>
                </a:lnTo>
                <a:lnTo>
                  <a:pt x="642174" y="41521"/>
                </a:lnTo>
                <a:lnTo>
                  <a:pt x="640910" y="41349"/>
                </a:lnTo>
                <a:lnTo>
                  <a:pt x="639631" y="41199"/>
                </a:lnTo>
                <a:lnTo>
                  <a:pt x="638338" y="41073"/>
                </a:lnTo>
                <a:lnTo>
                  <a:pt x="637030" y="40969"/>
                </a:lnTo>
                <a:lnTo>
                  <a:pt x="635707" y="40889"/>
                </a:lnTo>
                <a:lnTo>
                  <a:pt x="634369" y="40831"/>
                </a:lnTo>
                <a:lnTo>
                  <a:pt x="633017" y="40797"/>
                </a:lnTo>
                <a:lnTo>
                  <a:pt x="631651" y="40785"/>
                </a:lnTo>
                <a:lnTo>
                  <a:pt x="630302" y="40797"/>
                </a:lnTo>
                <a:lnTo>
                  <a:pt x="628967" y="40831"/>
                </a:lnTo>
                <a:lnTo>
                  <a:pt x="627646" y="40889"/>
                </a:lnTo>
                <a:lnTo>
                  <a:pt x="626339" y="40969"/>
                </a:lnTo>
                <a:lnTo>
                  <a:pt x="625045" y="41073"/>
                </a:lnTo>
                <a:lnTo>
                  <a:pt x="623766" y="41199"/>
                </a:lnTo>
                <a:lnTo>
                  <a:pt x="622501" y="41349"/>
                </a:lnTo>
                <a:lnTo>
                  <a:pt x="621250" y="41521"/>
                </a:lnTo>
                <a:lnTo>
                  <a:pt x="620012" y="41716"/>
                </a:lnTo>
                <a:lnTo>
                  <a:pt x="618789" y="41935"/>
                </a:lnTo>
                <a:lnTo>
                  <a:pt x="617579" y="42176"/>
                </a:lnTo>
                <a:lnTo>
                  <a:pt x="616383" y="42441"/>
                </a:lnTo>
                <a:lnTo>
                  <a:pt x="615202" y="42728"/>
                </a:lnTo>
                <a:lnTo>
                  <a:pt x="614034" y="43038"/>
                </a:lnTo>
                <a:lnTo>
                  <a:pt x="612880" y="43371"/>
                </a:lnTo>
                <a:lnTo>
                  <a:pt x="611740" y="43728"/>
                </a:lnTo>
                <a:lnTo>
                  <a:pt x="610614" y="44107"/>
                </a:lnTo>
                <a:lnTo>
                  <a:pt x="609502" y="44509"/>
                </a:lnTo>
                <a:lnTo>
                  <a:pt x="608404" y="44935"/>
                </a:lnTo>
                <a:lnTo>
                  <a:pt x="607320" y="45383"/>
                </a:lnTo>
                <a:lnTo>
                  <a:pt x="606250" y="45854"/>
                </a:lnTo>
                <a:lnTo>
                  <a:pt x="605193" y="46348"/>
                </a:lnTo>
                <a:lnTo>
                  <a:pt x="604151" y="46865"/>
                </a:lnTo>
                <a:lnTo>
                  <a:pt x="603123" y="47406"/>
                </a:lnTo>
                <a:lnTo>
                  <a:pt x="602111" y="47967"/>
                </a:lnTo>
                <a:lnTo>
                  <a:pt x="601118" y="48550"/>
                </a:lnTo>
                <a:lnTo>
                  <a:pt x="600145" y="49154"/>
                </a:lnTo>
                <a:lnTo>
                  <a:pt x="599191" y="49778"/>
                </a:lnTo>
                <a:lnTo>
                  <a:pt x="598256" y="50423"/>
                </a:lnTo>
                <a:lnTo>
                  <a:pt x="597341" y="51090"/>
                </a:lnTo>
                <a:lnTo>
                  <a:pt x="596445" y="51777"/>
                </a:lnTo>
                <a:lnTo>
                  <a:pt x="595568" y="52485"/>
                </a:lnTo>
                <a:lnTo>
                  <a:pt x="594710" y="53214"/>
                </a:lnTo>
                <a:lnTo>
                  <a:pt x="593872" y="53963"/>
                </a:lnTo>
                <a:lnTo>
                  <a:pt x="593053" y="54734"/>
                </a:lnTo>
                <a:lnTo>
                  <a:pt x="592253" y="55525"/>
                </a:lnTo>
                <a:lnTo>
                  <a:pt x="591472" y="56338"/>
                </a:lnTo>
                <a:lnTo>
                  <a:pt x="590711" y="57171"/>
                </a:lnTo>
                <a:lnTo>
                  <a:pt x="589969" y="58025"/>
                </a:lnTo>
                <a:lnTo>
                  <a:pt x="589247" y="58900"/>
                </a:lnTo>
                <a:lnTo>
                  <a:pt x="588543" y="59796"/>
                </a:lnTo>
                <a:lnTo>
                  <a:pt x="587859" y="60712"/>
                </a:lnTo>
                <a:lnTo>
                  <a:pt x="587194" y="61650"/>
                </a:lnTo>
                <a:lnTo>
                  <a:pt x="586549" y="62608"/>
                </a:lnTo>
                <a:lnTo>
                  <a:pt x="585922" y="63588"/>
                </a:lnTo>
                <a:lnTo>
                  <a:pt x="585315" y="64588"/>
                </a:lnTo>
                <a:lnTo>
                  <a:pt x="584728" y="65609"/>
                </a:lnTo>
                <a:lnTo>
                  <a:pt x="584159" y="66651"/>
                </a:lnTo>
                <a:lnTo>
                  <a:pt x="583612" y="67712"/>
                </a:lnTo>
                <a:lnTo>
                  <a:pt x="583088" y="68793"/>
                </a:lnTo>
                <a:lnTo>
                  <a:pt x="582587" y="69891"/>
                </a:lnTo>
                <a:lnTo>
                  <a:pt x="582110" y="71009"/>
                </a:lnTo>
                <a:lnTo>
                  <a:pt x="581656" y="72145"/>
                </a:lnTo>
                <a:lnTo>
                  <a:pt x="581225" y="73301"/>
                </a:lnTo>
                <a:lnTo>
                  <a:pt x="580818" y="74474"/>
                </a:lnTo>
                <a:lnTo>
                  <a:pt x="580434" y="75667"/>
                </a:lnTo>
                <a:lnTo>
                  <a:pt x="580073" y="76878"/>
                </a:lnTo>
                <a:lnTo>
                  <a:pt x="579735" y="78108"/>
                </a:lnTo>
                <a:lnTo>
                  <a:pt x="579421" y="79357"/>
                </a:lnTo>
                <a:lnTo>
                  <a:pt x="579130" y="80625"/>
                </a:lnTo>
                <a:lnTo>
                  <a:pt x="578862" y="81911"/>
                </a:lnTo>
                <a:lnTo>
                  <a:pt x="578617" y="83216"/>
                </a:lnTo>
                <a:lnTo>
                  <a:pt x="578396" y="84539"/>
                </a:lnTo>
                <a:lnTo>
                  <a:pt x="578198" y="85882"/>
                </a:lnTo>
                <a:lnTo>
                  <a:pt x="578024" y="87243"/>
                </a:lnTo>
                <a:lnTo>
                  <a:pt x="577872" y="88623"/>
                </a:lnTo>
                <a:lnTo>
                  <a:pt x="577744" y="90021"/>
                </a:lnTo>
                <a:lnTo>
                  <a:pt x="577639" y="91439"/>
                </a:lnTo>
                <a:lnTo>
                  <a:pt x="577558" y="92875"/>
                </a:lnTo>
                <a:lnTo>
                  <a:pt x="577500" y="94329"/>
                </a:lnTo>
                <a:lnTo>
                  <a:pt x="577465" y="95803"/>
                </a:lnTo>
                <a:lnTo>
                  <a:pt x="577453" y="97295"/>
                </a:lnTo>
                <a:lnTo>
                  <a:pt x="577465" y="98760"/>
                </a:lnTo>
                <a:lnTo>
                  <a:pt x="577500" y="100207"/>
                </a:lnTo>
                <a:lnTo>
                  <a:pt x="577558" y="101636"/>
                </a:lnTo>
                <a:lnTo>
                  <a:pt x="577639" y="103046"/>
                </a:lnTo>
                <a:lnTo>
                  <a:pt x="577744" y="104438"/>
                </a:lnTo>
                <a:lnTo>
                  <a:pt x="577872" y="105813"/>
                </a:lnTo>
                <a:lnTo>
                  <a:pt x="578024" y="107169"/>
                </a:lnTo>
                <a:lnTo>
                  <a:pt x="578198" y="108507"/>
                </a:lnTo>
                <a:lnTo>
                  <a:pt x="578396" y="109826"/>
                </a:lnTo>
                <a:lnTo>
                  <a:pt x="578617" y="111128"/>
                </a:lnTo>
                <a:lnTo>
                  <a:pt x="578862" y="112412"/>
                </a:lnTo>
                <a:lnTo>
                  <a:pt x="579130" y="113677"/>
                </a:lnTo>
                <a:lnTo>
                  <a:pt x="579421" y="114924"/>
                </a:lnTo>
                <a:lnTo>
                  <a:pt x="579735" y="116153"/>
                </a:lnTo>
                <a:lnTo>
                  <a:pt x="580073" y="117364"/>
                </a:lnTo>
                <a:lnTo>
                  <a:pt x="580434" y="118557"/>
                </a:lnTo>
                <a:lnTo>
                  <a:pt x="580818" y="119731"/>
                </a:lnTo>
                <a:lnTo>
                  <a:pt x="581225" y="120887"/>
                </a:lnTo>
                <a:lnTo>
                  <a:pt x="581656" y="122026"/>
                </a:lnTo>
                <a:lnTo>
                  <a:pt x="582110" y="123146"/>
                </a:lnTo>
                <a:lnTo>
                  <a:pt x="582587" y="124248"/>
                </a:lnTo>
                <a:lnTo>
                  <a:pt x="583088" y="125331"/>
                </a:lnTo>
                <a:lnTo>
                  <a:pt x="583612" y="126397"/>
                </a:lnTo>
                <a:lnTo>
                  <a:pt x="584159" y="127444"/>
                </a:lnTo>
                <a:lnTo>
                  <a:pt x="584728" y="128472"/>
                </a:lnTo>
                <a:lnTo>
                  <a:pt x="585315" y="129480"/>
                </a:lnTo>
                <a:lnTo>
                  <a:pt x="585922" y="130467"/>
                </a:lnTo>
                <a:lnTo>
                  <a:pt x="586549" y="131433"/>
                </a:lnTo>
                <a:lnTo>
                  <a:pt x="587194" y="132379"/>
                </a:lnTo>
                <a:lnTo>
                  <a:pt x="587859" y="133305"/>
                </a:lnTo>
                <a:lnTo>
                  <a:pt x="588543" y="134210"/>
                </a:lnTo>
                <a:lnTo>
                  <a:pt x="589247" y="135094"/>
                </a:lnTo>
                <a:lnTo>
                  <a:pt x="589969" y="135958"/>
                </a:lnTo>
                <a:lnTo>
                  <a:pt x="590711" y="136802"/>
                </a:lnTo>
                <a:lnTo>
                  <a:pt x="591472" y="137625"/>
                </a:lnTo>
                <a:lnTo>
                  <a:pt x="592253" y="138428"/>
                </a:lnTo>
                <a:lnTo>
                  <a:pt x="593053" y="139211"/>
                </a:lnTo>
                <a:lnTo>
                  <a:pt x="593872" y="139973"/>
                </a:lnTo>
                <a:lnTo>
                  <a:pt x="594710" y="140714"/>
                </a:lnTo>
                <a:lnTo>
                  <a:pt x="595568" y="141435"/>
                </a:lnTo>
                <a:lnTo>
                  <a:pt x="596445" y="142136"/>
                </a:lnTo>
                <a:lnTo>
                  <a:pt x="597341" y="142816"/>
                </a:lnTo>
                <a:lnTo>
                  <a:pt x="598256" y="143475"/>
                </a:lnTo>
                <a:lnTo>
                  <a:pt x="599191" y="144114"/>
                </a:lnTo>
                <a:lnTo>
                  <a:pt x="600145" y="144733"/>
                </a:lnTo>
                <a:lnTo>
                  <a:pt x="601118" y="145331"/>
                </a:lnTo>
                <a:lnTo>
                  <a:pt x="602111" y="145909"/>
                </a:lnTo>
                <a:lnTo>
                  <a:pt x="603123" y="146466"/>
                </a:lnTo>
                <a:lnTo>
                  <a:pt x="604151" y="147002"/>
                </a:lnTo>
                <a:lnTo>
                  <a:pt x="605193" y="147514"/>
                </a:lnTo>
                <a:lnTo>
                  <a:pt x="606250" y="148004"/>
                </a:lnTo>
                <a:lnTo>
                  <a:pt x="607320" y="148471"/>
                </a:lnTo>
                <a:lnTo>
                  <a:pt x="608404" y="148916"/>
                </a:lnTo>
                <a:lnTo>
                  <a:pt x="609502" y="149337"/>
                </a:lnTo>
                <a:lnTo>
                  <a:pt x="610614" y="149736"/>
                </a:lnTo>
                <a:lnTo>
                  <a:pt x="611740" y="150112"/>
                </a:lnTo>
                <a:lnTo>
                  <a:pt x="612880" y="150465"/>
                </a:lnTo>
                <a:lnTo>
                  <a:pt x="614034" y="150795"/>
                </a:lnTo>
                <a:lnTo>
                  <a:pt x="615202" y="151103"/>
                </a:lnTo>
                <a:lnTo>
                  <a:pt x="616383" y="151388"/>
                </a:lnTo>
                <a:lnTo>
                  <a:pt x="617579" y="151650"/>
                </a:lnTo>
                <a:lnTo>
                  <a:pt x="618789" y="151889"/>
                </a:lnTo>
                <a:lnTo>
                  <a:pt x="620012" y="152105"/>
                </a:lnTo>
                <a:lnTo>
                  <a:pt x="621250" y="152299"/>
                </a:lnTo>
                <a:lnTo>
                  <a:pt x="622501" y="152470"/>
                </a:lnTo>
                <a:lnTo>
                  <a:pt x="623766" y="152618"/>
                </a:lnTo>
                <a:lnTo>
                  <a:pt x="625045" y="152743"/>
                </a:lnTo>
                <a:lnTo>
                  <a:pt x="626339" y="152846"/>
                </a:lnTo>
                <a:lnTo>
                  <a:pt x="627646" y="152926"/>
                </a:lnTo>
                <a:lnTo>
                  <a:pt x="628967" y="152982"/>
                </a:lnTo>
                <a:lnTo>
                  <a:pt x="630302" y="153017"/>
                </a:lnTo>
                <a:lnTo>
                  <a:pt x="631651" y="153028"/>
                </a:lnTo>
                <a:lnTo>
                  <a:pt x="633017" y="153017"/>
                </a:lnTo>
                <a:lnTo>
                  <a:pt x="634369" y="152982"/>
                </a:lnTo>
                <a:lnTo>
                  <a:pt x="635707" y="152926"/>
                </a:lnTo>
                <a:lnTo>
                  <a:pt x="637030" y="152846"/>
                </a:lnTo>
                <a:close/>
                <a:moveTo>
                  <a:pt x="628647" y="130695"/>
                </a:moveTo>
                <a:lnTo>
                  <a:pt x="627931" y="130624"/>
                </a:lnTo>
                <a:lnTo>
                  <a:pt x="627229" y="130538"/>
                </a:lnTo>
                <a:lnTo>
                  <a:pt x="626541" y="130435"/>
                </a:lnTo>
                <a:lnTo>
                  <a:pt x="625867" y="130317"/>
                </a:lnTo>
                <a:lnTo>
                  <a:pt x="625207" y="130183"/>
                </a:lnTo>
                <a:lnTo>
                  <a:pt x="624560" y="130033"/>
                </a:lnTo>
                <a:lnTo>
                  <a:pt x="623928" y="129867"/>
                </a:lnTo>
                <a:lnTo>
                  <a:pt x="623309" y="129686"/>
                </a:lnTo>
                <a:lnTo>
                  <a:pt x="622705" y="129489"/>
                </a:lnTo>
                <a:lnTo>
                  <a:pt x="622114" y="129276"/>
                </a:lnTo>
                <a:lnTo>
                  <a:pt x="621537" y="129047"/>
                </a:lnTo>
                <a:lnTo>
                  <a:pt x="620975" y="128803"/>
                </a:lnTo>
                <a:lnTo>
                  <a:pt x="620426" y="128543"/>
                </a:lnTo>
                <a:lnTo>
                  <a:pt x="619891" y="128267"/>
                </a:lnTo>
                <a:lnTo>
                  <a:pt x="619370" y="127975"/>
                </a:lnTo>
                <a:lnTo>
                  <a:pt x="618863" y="127667"/>
                </a:lnTo>
                <a:lnTo>
                  <a:pt x="618370" y="127344"/>
                </a:lnTo>
                <a:lnTo>
                  <a:pt x="617891" y="127005"/>
                </a:lnTo>
                <a:lnTo>
                  <a:pt x="617426" y="126650"/>
                </a:lnTo>
                <a:lnTo>
                  <a:pt x="616974" y="126280"/>
                </a:lnTo>
                <a:lnTo>
                  <a:pt x="616535" y="125896"/>
                </a:lnTo>
                <a:lnTo>
                  <a:pt x="616107" y="125501"/>
                </a:lnTo>
                <a:lnTo>
                  <a:pt x="615690" y="125096"/>
                </a:lnTo>
                <a:lnTo>
                  <a:pt x="615284" y="124680"/>
                </a:lnTo>
                <a:lnTo>
                  <a:pt x="614889" y="124254"/>
                </a:lnTo>
                <a:lnTo>
                  <a:pt x="614504" y="123816"/>
                </a:lnTo>
                <a:lnTo>
                  <a:pt x="614131" y="123368"/>
                </a:lnTo>
                <a:lnTo>
                  <a:pt x="613768" y="122910"/>
                </a:lnTo>
                <a:lnTo>
                  <a:pt x="613416" y="122440"/>
                </a:lnTo>
                <a:lnTo>
                  <a:pt x="613075" y="121960"/>
                </a:lnTo>
                <a:lnTo>
                  <a:pt x="612745" y="121469"/>
                </a:lnTo>
                <a:lnTo>
                  <a:pt x="612426" y="120968"/>
                </a:lnTo>
                <a:lnTo>
                  <a:pt x="612118" y="120455"/>
                </a:lnTo>
                <a:lnTo>
                  <a:pt x="611820" y="119933"/>
                </a:lnTo>
                <a:lnTo>
                  <a:pt x="611533" y="119399"/>
                </a:lnTo>
                <a:lnTo>
                  <a:pt x="611258" y="118855"/>
                </a:lnTo>
                <a:lnTo>
                  <a:pt x="610993" y="118300"/>
                </a:lnTo>
                <a:lnTo>
                  <a:pt x="610739" y="117734"/>
                </a:lnTo>
                <a:lnTo>
                  <a:pt x="610496" y="117157"/>
                </a:lnTo>
                <a:lnTo>
                  <a:pt x="610264" y="116570"/>
                </a:lnTo>
                <a:lnTo>
                  <a:pt x="610043" y="115973"/>
                </a:lnTo>
                <a:lnTo>
                  <a:pt x="609832" y="115364"/>
                </a:lnTo>
                <a:lnTo>
                  <a:pt x="609633" y="114745"/>
                </a:lnTo>
                <a:lnTo>
                  <a:pt x="609444" y="114115"/>
                </a:lnTo>
                <a:lnTo>
                  <a:pt x="609264" y="113477"/>
                </a:lnTo>
                <a:lnTo>
                  <a:pt x="609093" y="112833"/>
                </a:lnTo>
                <a:lnTo>
                  <a:pt x="608929" y="112185"/>
                </a:lnTo>
                <a:lnTo>
                  <a:pt x="608772" y="111530"/>
                </a:lnTo>
                <a:lnTo>
                  <a:pt x="608623" y="110870"/>
                </a:lnTo>
                <a:lnTo>
                  <a:pt x="608482" y="110205"/>
                </a:lnTo>
                <a:lnTo>
                  <a:pt x="608348" y="109534"/>
                </a:lnTo>
                <a:lnTo>
                  <a:pt x="608222" y="108858"/>
                </a:lnTo>
                <a:lnTo>
                  <a:pt x="608104" y="108177"/>
                </a:lnTo>
                <a:lnTo>
                  <a:pt x="607993" y="107490"/>
                </a:lnTo>
                <a:lnTo>
                  <a:pt x="607890" y="106797"/>
                </a:lnTo>
                <a:lnTo>
                  <a:pt x="607795" y="106099"/>
                </a:lnTo>
                <a:lnTo>
                  <a:pt x="607707" y="105396"/>
                </a:lnTo>
                <a:lnTo>
                  <a:pt x="607627" y="104687"/>
                </a:lnTo>
                <a:lnTo>
                  <a:pt x="607554" y="103973"/>
                </a:lnTo>
                <a:lnTo>
                  <a:pt x="607490" y="103253"/>
                </a:lnTo>
                <a:lnTo>
                  <a:pt x="607432" y="102528"/>
                </a:lnTo>
                <a:lnTo>
                  <a:pt x="607383" y="101797"/>
                </a:lnTo>
                <a:lnTo>
                  <a:pt x="607341" y="101061"/>
                </a:lnTo>
                <a:lnTo>
                  <a:pt x="607306" y="100319"/>
                </a:lnTo>
                <a:lnTo>
                  <a:pt x="607280" y="99572"/>
                </a:lnTo>
                <a:lnTo>
                  <a:pt x="607260" y="98820"/>
                </a:lnTo>
                <a:lnTo>
                  <a:pt x="607249" y="98062"/>
                </a:lnTo>
                <a:lnTo>
                  <a:pt x="607245" y="97298"/>
                </a:lnTo>
                <a:lnTo>
                  <a:pt x="607249" y="96516"/>
                </a:lnTo>
                <a:lnTo>
                  <a:pt x="607260" y="95740"/>
                </a:lnTo>
                <a:lnTo>
                  <a:pt x="607280" y="94970"/>
                </a:lnTo>
                <a:lnTo>
                  <a:pt x="607306" y="94205"/>
                </a:lnTo>
                <a:lnTo>
                  <a:pt x="607341" y="93446"/>
                </a:lnTo>
                <a:lnTo>
                  <a:pt x="607383" y="92694"/>
                </a:lnTo>
                <a:lnTo>
                  <a:pt x="607432" y="91947"/>
                </a:lnTo>
                <a:lnTo>
                  <a:pt x="607490" y="91205"/>
                </a:lnTo>
                <a:lnTo>
                  <a:pt x="607554" y="90470"/>
                </a:lnTo>
                <a:lnTo>
                  <a:pt x="607627" y="89741"/>
                </a:lnTo>
                <a:lnTo>
                  <a:pt x="607707" y="89017"/>
                </a:lnTo>
                <a:lnTo>
                  <a:pt x="607795" y="88299"/>
                </a:lnTo>
                <a:lnTo>
                  <a:pt x="607890" y="87587"/>
                </a:lnTo>
                <a:lnTo>
                  <a:pt x="607993" y="86881"/>
                </a:lnTo>
                <a:lnTo>
                  <a:pt x="608104" y="86181"/>
                </a:lnTo>
                <a:lnTo>
                  <a:pt x="608222" y="85487"/>
                </a:lnTo>
                <a:lnTo>
                  <a:pt x="608348" y="84798"/>
                </a:lnTo>
                <a:lnTo>
                  <a:pt x="608482" y="84115"/>
                </a:lnTo>
                <a:lnTo>
                  <a:pt x="608623" y="83438"/>
                </a:lnTo>
                <a:lnTo>
                  <a:pt x="608772" y="82767"/>
                </a:lnTo>
                <a:lnTo>
                  <a:pt x="608929" y="82102"/>
                </a:lnTo>
                <a:lnTo>
                  <a:pt x="609093" y="81443"/>
                </a:lnTo>
                <a:lnTo>
                  <a:pt x="609264" y="80789"/>
                </a:lnTo>
                <a:lnTo>
                  <a:pt x="609444" y="80142"/>
                </a:lnTo>
                <a:lnTo>
                  <a:pt x="609633" y="79503"/>
                </a:lnTo>
                <a:lnTo>
                  <a:pt x="609832" y="78874"/>
                </a:lnTo>
                <a:lnTo>
                  <a:pt x="610043" y="78257"/>
                </a:lnTo>
                <a:lnTo>
                  <a:pt x="610264" y="77650"/>
                </a:lnTo>
                <a:lnTo>
                  <a:pt x="610496" y="77055"/>
                </a:lnTo>
                <a:lnTo>
                  <a:pt x="610739" y="76470"/>
                </a:lnTo>
                <a:lnTo>
                  <a:pt x="610993" y="75896"/>
                </a:lnTo>
                <a:lnTo>
                  <a:pt x="611258" y="75333"/>
                </a:lnTo>
                <a:lnTo>
                  <a:pt x="611533" y="74781"/>
                </a:lnTo>
                <a:lnTo>
                  <a:pt x="611820" y="74240"/>
                </a:lnTo>
                <a:lnTo>
                  <a:pt x="612118" y="73710"/>
                </a:lnTo>
                <a:lnTo>
                  <a:pt x="612426" y="73190"/>
                </a:lnTo>
                <a:lnTo>
                  <a:pt x="612745" y="72682"/>
                </a:lnTo>
                <a:lnTo>
                  <a:pt x="613075" y="72184"/>
                </a:lnTo>
                <a:lnTo>
                  <a:pt x="613416" y="71698"/>
                </a:lnTo>
                <a:lnTo>
                  <a:pt x="613768" y="71222"/>
                </a:lnTo>
                <a:lnTo>
                  <a:pt x="614131" y="70757"/>
                </a:lnTo>
                <a:lnTo>
                  <a:pt x="614504" y="70303"/>
                </a:lnTo>
                <a:lnTo>
                  <a:pt x="614889" y="69860"/>
                </a:lnTo>
                <a:lnTo>
                  <a:pt x="615284" y="69428"/>
                </a:lnTo>
                <a:lnTo>
                  <a:pt x="615690" y="69007"/>
                </a:lnTo>
                <a:lnTo>
                  <a:pt x="616107" y="68597"/>
                </a:lnTo>
                <a:lnTo>
                  <a:pt x="616535" y="68197"/>
                </a:lnTo>
                <a:lnTo>
                  <a:pt x="616974" y="67809"/>
                </a:lnTo>
                <a:lnTo>
                  <a:pt x="617426" y="67434"/>
                </a:lnTo>
                <a:lnTo>
                  <a:pt x="617891" y="67074"/>
                </a:lnTo>
                <a:lnTo>
                  <a:pt x="618370" y="66731"/>
                </a:lnTo>
                <a:lnTo>
                  <a:pt x="618863" y="66404"/>
                </a:lnTo>
                <a:lnTo>
                  <a:pt x="619370" y="66093"/>
                </a:lnTo>
                <a:lnTo>
                  <a:pt x="619891" y="65798"/>
                </a:lnTo>
                <a:lnTo>
                  <a:pt x="620426" y="65518"/>
                </a:lnTo>
                <a:lnTo>
                  <a:pt x="620975" y="65255"/>
                </a:lnTo>
                <a:lnTo>
                  <a:pt x="621537" y="65008"/>
                </a:lnTo>
                <a:lnTo>
                  <a:pt x="622114" y="64776"/>
                </a:lnTo>
                <a:lnTo>
                  <a:pt x="622705" y="64561"/>
                </a:lnTo>
                <a:lnTo>
                  <a:pt x="623309" y="64361"/>
                </a:lnTo>
                <a:lnTo>
                  <a:pt x="623928" y="64178"/>
                </a:lnTo>
                <a:lnTo>
                  <a:pt x="624560" y="64010"/>
                </a:lnTo>
                <a:lnTo>
                  <a:pt x="625207" y="63858"/>
                </a:lnTo>
                <a:lnTo>
                  <a:pt x="625867" y="63723"/>
                </a:lnTo>
                <a:lnTo>
                  <a:pt x="626541" y="63603"/>
                </a:lnTo>
                <a:lnTo>
                  <a:pt x="627229" y="63499"/>
                </a:lnTo>
                <a:lnTo>
                  <a:pt x="627931" y="63412"/>
                </a:lnTo>
                <a:lnTo>
                  <a:pt x="628647" y="63340"/>
                </a:lnTo>
                <a:lnTo>
                  <a:pt x="629377" y="63284"/>
                </a:lnTo>
                <a:lnTo>
                  <a:pt x="630121" y="63244"/>
                </a:lnTo>
                <a:lnTo>
                  <a:pt x="630879" y="63220"/>
                </a:lnTo>
                <a:lnTo>
                  <a:pt x="631651" y="63212"/>
                </a:lnTo>
                <a:lnTo>
                  <a:pt x="632440" y="63220"/>
                </a:lnTo>
                <a:lnTo>
                  <a:pt x="633216" y="63244"/>
                </a:lnTo>
                <a:lnTo>
                  <a:pt x="633977" y="63284"/>
                </a:lnTo>
                <a:lnTo>
                  <a:pt x="634724" y="63340"/>
                </a:lnTo>
                <a:lnTo>
                  <a:pt x="635457" y="63412"/>
                </a:lnTo>
                <a:lnTo>
                  <a:pt x="636175" y="63499"/>
                </a:lnTo>
                <a:lnTo>
                  <a:pt x="636879" y="63603"/>
                </a:lnTo>
                <a:lnTo>
                  <a:pt x="637569" y="63723"/>
                </a:lnTo>
                <a:lnTo>
                  <a:pt x="638244" y="63858"/>
                </a:lnTo>
                <a:lnTo>
                  <a:pt x="638905" y="64010"/>
                </a:lnTo>
                <a:lnTo>
                  <a:pt x="639552" y="64178"/>
                </a:lnTo>
                <a:lnTo>
                  <a:pt x="640184" y="64361"/>
                </a:lnTo>
                <a:lnTo>
                  <a:pt x="640802" y="64561"/>
                </a:lnTo>
                <a:lnTo>
                  <a:pt x="641406" y="64776"/>
                </a:lnTo>
                <a:lnTo>
                  <a:pt x="641995" y="65008"/>
                </a:lnTo>
                <a:lnTo>
                  <a:pt x="642571" y="65255"/>
                </a:lnTo>
                <a:lnTo>
                  <a:pt x="643131" y="65518"/>
                </a:lnTo>
                <a:lnTo>
                  <a:pt x="643678" y="65798"/>
                </a:lnTo>
                <a:lnTo>
                  <a:pt x="644210" y="66093"/>
                </a:lnTo>
                <a:lnTo>
                  <a:pt x="644728" y="66404"/>
                </a:lnTo>
                <a:lnTo>
                  <a:pt x="645232" y="66731"/>
                </a:lnTo>
                <a:lnTo>
                  <a:pt x="645721" y="67074"/>
                </a:lnTo>
                <a:lnTo>
                  <a:pt x="646196" y="67434"/>
                </a:lnTo>
                <a:lnTo>
                  <a:pt x="646657" y="67809"/>
                </a:lnTo>
                <a:lnTo>
                  <a:pt x="647104" y="68197"/>
                </a:lnTo>
                <a:lnTo>
                  <a:pt x="647541" y="68597"/>
                </a:lnTo>
                <a:lnTo>
                  <a:pt x="647967" y="69007"/>
                </a:lnTo>
                <a:lnTo>
                  <a:pt x="648382" y="69428"/>
                </a:lnTo>
                <a:lnTo>
                  <a:pt x="648786" y="69860"/>
                </a:lnTo>
                <a:lnTo>
                  <a:pt x="649178" y="70303"/>
                </a:lnTo>
                <a:lnTo>
                  <a:pt x="649560" y="70757"/>
                </a:lnTo>
                <a:lnTo>
                  <a:pt x="649930" y="71222"/>
                </a:lnTo>
                <a:lnTo>
                  <a:pt x="650289" y="71698"/>
                </a:lnTo>
                <a:lnTo>
                  <a:pt x="650638" y="72184"/>
                </a:lnTo>
                <a:lnTo>
                  <a:pt x="650975" y="72682"/>
                </a:lnTo>
                <a:lnTo>
                  <a:pt x="651301" y="73190"/>
                </a:lnTo>
                <a:lnTo>
                  <a:pt x="651616" y="73710"/>
                </a:lnTo>
                <a:lnTo>
                  <a:pt x="651920" y="74240"/>
                </a:lnTo>
                <a:lnTo>
                  <a:pt x="652213" y="74781"/>
                </a:lnTo>
                <a:lnTo>
                  <a:pt x="652495" y="75333"/>
                </a:lnTo>
                <a:lnTo>
                  <a:pt x="652766" y="75896"/>
                </a:lnTo>
                <a:lnTo>
                  <a:pt x="653026" y="76470"/>
                </a:lnTo>
                <a:lnTo>
                  <a:pt x="653275" y="77055"/>
                </a:lnTo>
                <a:lnTo>
                  <a:pt x="653512" y="77650"/>
                </a:lnTo>
                <a:lnTo>
                  <a:pt x="653739" y="78257"/>
                </a:lnTo>
                <a:lnTo>
                  <a:pt x="653954" y="78874"/>
                </a:lnTo>
                <a:lnTo>
                  <a:pt x="654159" y="79503"/>
                </a:lnTo>
                <a:lnTo>
                  <a:pt x="654352" y="80142"/>
                </a:lnTo>
                <a:lnTo>
                  <a:pt x="654536" y="80789"/>
                </a:lnTo>
                <a:lnTo>
                  <a:pt x="654712" y="81443"/>
                </a:lnTo>
                <a:lnTo>
                  <a:pt x="654880" y="82102"/>
                </a:lnTo>
                <a:lnTo>
                  <a:pt x="655041" y="82767"/>
                </a:lnTo>
                <a:lnTo>
                  <a:pt x="655193" y="83438"/>
                </a:lnTo>
                <a:lnTo>
                  <a:pt x="655338" y="84115"/>
                </a:lnTo>
                <a:lnTo>
                  <a:pt x="655475" y="84798"/>
                </a:lnTo>
                <a:lnTo>
                  <a:pt x="655604" y="85487"/>
                </a:lnTo>
                <a:lnTo>
                  <a:pt x="655725" y="86181"/>
                </a:lnTo>
                <a:lnTo>
                  <a:pt x="655839" y="86881"/>
                </a:lnTo>
                <a:lnTo>
                  <a:pt x="655944" y="87587"/>
                </a:lnTo>
                <a:lnTo>
                  <a:pt x="656042" y="88299"/>
                </a:lnTo>
                <a:lnTo>
                  <a:pt x="656132" y="89017"/>
                </a:lnTo>
                <a:lnTo>
                  <a:pt x="656214" y="89741"/>
                </a:lnTo>
                <a:lnTo>
                  <a:pt x="656289" y="90470"/>
                </a:lnTo>
                <a:lnTo>
                  <a:pt x="656355" y="91205"/>
                </a:lnTo>
                <a:lnTo>
                  <a:pt x="656414" y="91947"/>
                </a:lnTo>
                <a:lnTo>
                  <a:pt x="656465" y="92694"/>
                </a:lnTo>
                <a:lnTo>
                  <a:pt x="656508" y="93446"/>
                </a:lnTo>
                <a:lnTo>
                  <a:pt x="656543" y="94205"/>
                </a:lnTo>
                <a:lnTo>
                  <a:pt x="656570" y="94970"/>
                </a:lnTo>
                <a:lnTo>
                  <a:pt x="656590" y="95740"/>
                </a:lnTo>
                <a:lnTo>
                  <a:pt x="656602" y="96516"/>
                </a:lnTo>
                <a:lnTo>
                  <a:pt x="656606" y="97298"/>
                </a:lnTo>
                <a:lnTo>
                  <a:pt x="656602" y="98062"/>
                </a:lnTo>
                <a:lnTo>
                  <a:pt x="656590" y="98820"/>
                </a:lnTo>
                <a:lnTo>
                  <a:pt x="656570" y="99572"/>
                </a:lnTo>
                <a:lnTo>
                  <a:pt x="656543" y="100319"/>
                </a:lnTo>
                <a:lnTo>
                  <a:pt x="656508" y="101061"/>
                </a:lnTo>
                <a:lnTo>
                  <a:pt x="656465" y="101797"/>
                </a:lnTo>
                <a:lnTo>
                  <a:pt x="656414" y="102528"/>
                </a:lnTo>
                <a:lnTo>
                  <a:pt x="656355" y="103253"/>
                </a:lnTo>
                <a:lnTo>
                  <a:pt x="656289" y="103973"/>
                </a:lnTo>
                <a:lnTo>
                  <a:pt x="656214" y="104687"/>
                </a:lnTo>
                <a:lnTo>
                  <a:pt x="656132" y="105396"/>
                </a:lnTo>
                <a:lnTo>
                  <a:pt x="656042" y="106099"/>
                </a:lnTo>
                <a:lnTo>
                  <a:pt x="655944" y="106797"/>
                </a:lnTo>
                <a:lnTo>
                  <a:pt x="655839" y="107490"/>
                </a:lnTo>
                <a:lnTo>
                  <a:pt x="655725" y="108177"/>
                </a:lnTo>
                <a:lnTo>
                  <a:pt x="655604" y="108858"/>
                </a:lnTo>
                <a:lnTo>
                  <a:pt x="655475" y="109534"/>
                </a:lnTo>
                <a:lnTo>
                  <a:pt x="655338" y="110205"/>
                </a:lnTo>
                <a:lnTo>
                  <a:pt x="655193" y="110870"/>
                </a:lnTo>
                <a:lnTo>
                  <a:pt x="655041" y="111530"/>
                </a:lnTo>
                <a:lnTo>
                  <a:pt x="654880" y="112185"/>
                </a:lnTo>
                <a:lnTo>
                  <a:pt x="654712" y="112833"/>
                </a:lnTo>
                <a:lnTo>
                  <a:pt x="654536" y="113477"/>
                </a:lnTo>
                <a:lnTo>
                  <a:pt x="654352" y="114115"/>
                </a:lnTo>
                <a:lnTo>
                  <a:pt x="654159" y="114745"/>
                </a:lnTo>
                <a:lnTo>
                  <a:pt x="653954" y="115364"/>
                </a:lnTo>
                <a:lnTo>
                  <a:pt x="653739" y="115973"/>
                </a:lnTo>
                <a:lnTo>
                  <a:pt x="653512" y="116570"/>
                </a:lnTo>
                <a:lnTo>
                  <a:pt x="653275" y="117157"/>
                </a:lnTo>
                <a:lnTo>
                  <a:pt x="653026" y="117734"/>
                </a:lnTo>
                <a:lnTo>
                  <a:pt x="652766" y="118300"/>
                </a:lnTo>
                <a:lnTo>
                  <a:pt x="652495" y="118855"/>
                </a:lnTo>
                <a:lnTo>
                  <a:pt x="652213" y="119399"/>
                </a:lnTo>
                <a:lnTo>
                  <a:pt x="651920" y="119933"/>
                </a:lnTo>
                <a:lnTo>
                  <a:pt x="651616" y="120455"/>
                </a:lnTo>
                <a:lnTo>
                  <a:pt x="651301" y="120968"/>
                </a:lnTo>
                <a:lnTo>
                  <a:pt x="650975" y="121469"/>
                </a:lnTo>
                <a:lnTo>
                  <a:pt x="650638" y="121960"/>
                </a:lnTo>
                <a:lnTo>
                  <a:pt x="650289" y="122440"/>
                </a:lnTo>
                <a:lnTo>
                  <a:pt x="649930" y="122910"/>
                </a:lnTo>
                <a:lnTo>
                  <a:pt x="649560" y="123368"/>
                </a:lnTo>
                <a:lnTo>
                  <a:pt x="649178" y="123816"/>
                </a:lnTo>
                <a:lnTo>
                  <a:pt x="648786" y="124254"/>
                </a:lnTo>
                <a:lnTo>
                  <a:pt x="648382" y="124680"/>
                </a:lnTo>
                <a:lnTo>
                  <a:pt x="647967" y="125096"/>
                </a:lnTo>
                <a:lnTo>
                  <a:pt x="647541" y="125501"/>
                </a:lnTo>
                <a:lnTo>
                  <a:pt x="647104" y="125896"/>
                </a:lnTo>
                <a:lnTo>
                  <a:pt x="646657" y="126280"/>
                </a:lnTo>
                <a:lnTo>
                  <a:pt x="646196" y="126650"/>
                </a:lnTo>
                <a:lnTo>
                  <a:pt x="645721" y="127005"/>
                </a:lnTo>
                <a:lnTo>
                  <a:pt x="645232" y="127344"/>
                </a:lnTo>
                <a:lnTo>
                  <a:pt x="644728" y="127667"/>
                </a:lnTo>
                <a:lnTo>
                  <a:pt x="644210" y="127975"/>
                </a:lnTo>
                <a:lnTo>
                  <a:pt x="643678" y="128267"/>
                </a:lnTo>
                <a:lnTo>
                  <a:pt x="643131" y="128543"/>
                </a:lnTo>
                <a:lnTo>
                  <a:pt x="642571" y="128803"/>
                </a:lnTo>
                <a:lnTo>
                  <a:pt x="641995" y="129047"/>
                </a:lnTo>
                <a:lnTo>
                  <a:pt x="641406" y="129276"/>
                </a:lnTo>
                <a:lnTo>
                  <a:pt x="640802" y="129489"/>
                </a:lnTo>
                <a:lnTo>
                  <a:pt x="640184" y="129686"/>
                </a:lnTo>
                <a:lnTo>
                  <a:pt x="639552" y="129867"/>
                </a:lnTo>
                <a:lnTo>
                  <a:pt x="638905" y="130033"/>
                </a:lnTo>
                <a:lnTo>
                  <a:pt x="638244" y="130183"/>
                </a:lnTo>
                <a:lnTo>
                  <a:pt x="637569" y="130317"/>
                </a:lnTo>
                <a:lnTo>
                  <a:pt x="636879" y="130435"/>
                </a:lnTo>
                <a:lnTo>
                  <a:pt x="636175" y="130538"/>
                </a:lnTo>
                <a:lnTo>
                  <a:pt x="635457" y="130624"/>
                </a:lnTo>
                <a:lnTo>
                  <a:pt x="634724" y="130695"/>
                </a:lnTo>
                <a:lnTo>
                  <a:pt x="633977" y="130750"/>
                </a:lnTo>
                <a:lnTo>
                  <a:pt x="633216" y="130790"/>
                </a:lnTo>
                <a:lnTo>
                  <a:pt x="632440" y="130814"/>
                </a:lnTo>
                <a:lnTo>
                  <a:pt x="631651" y="130821"/>
                </a:lnTo>
                <a:lnTo>
                  <a:pt x="630879" y="130814"/>
                </a:lnTo>
                <a:lnTo>
                  <a:pt x="630121" y="130790"/>
                </a:lnTo>
                <a:lnTo>
                  <a:pt x="629377" y="130750"/>
                </a:lnTo>
                <a:lnTo>
                  <a:pt x="628647" y="130695"/>
                </a:lnTo>
                <a:close/>
                <a:moveTo>
                  <a:pt x="811282" y="28250"/>
                </a:moveTo>
                <a:lnTo>
                  <a:pt x="811891" y="28186"/>
                </a:lnTo>
                <a:lnTo>
                  <a:pt x="812488" y="28109"/>
                </a:lnTo>
                <a:lnTo>
                  <a:pt x="813071" y="28017"/>
                </a:lnTo>
                <a:lnTo>
                  <a:pt x="813641" y="27911"/>
                </a:lnTo>
                <a:lnTo>
                  <a:pt x="814198" y="27791"/>
                </a:lnTo>
                <a:lnTo>
                  <a:pt x="814741" y="27657"/>
                </a:lnTo>
                <a:lnTo>
                  <a:pt x="815272" y="27508"/>
                </a:lnTo>
                <a:lnTo>
                  <a:pt x="815789" y="27346"/>
                </a:lnTo>
                <a:lnTo>
                  <a:pt x="816293" y="27170"/>
                </a:lnTo>
                <a:lnTo>
                  <a:pt x="816784" y="26979"/>
                </a:lnTo>
                <a:lnTo>
                  <a:pt x="817262" y="26774"/>
                </a:lnTo>
                <a:lnTo>
                  <a:pt x="817727" y="26555"/>
                </a:lnTo>
                <a:lnTo>
                  <a:pt x="818178" y="26322"/>
                </a:lnTo>
                <a:lnTo>
                  <a:pt x="818616" y="26075"/>
                </a:lnTo>
                <a:lnTo>
                  <a:pt x="819041" y="25814"/>
                </a:lnTo>
                <a:lnTo>
                  <a:pt x="819453" y="25538"/>
                </a:lnTo>
                <a:lnTo>
                  <a:pt x="819852" y="25249"/>
                </a:lnTo>
                <a:lnTo>
                  <a:pt x="820238" y="24945"/>
                </a:lnTo>
                <a:lnTo>
                  <a:pt x="820610" y="24627"/>
                </a:lnTo>
                <a:lnTo>
                  <a:pt x="820970" y="24295"/>
                </a:lnTo>
                <a:lnTo>
                  <a:pt x="821315" y="23953"/>
                </a:lnTo>
                <a:lnTo>
                  <a:pt x="821646" y="23604"/>
                </a:lnTo>
                <a:lnTo>
                  <a:pt x="821962" y="23248"/>
                </a:lnTo>
                <a:lnTo>
                  <a:pt x="822263" y="22885"/>
                </a:lnTo>
                <a:lnTo>
                  <a:pt x="822549" y="22515"/>
                </a:lnTo>
                <a:lnTo>
                  <a:pt x="822821" y="22138"/>
                </a:lnTo>
                <a:lnTo>
                  <a:pt x="823078" y="21754"/>
                </a:lnTo>
                <a:lnTo>
                  <a:pt x="823321" y="21364"/>
                </a:lnTo>
                <a:lnTo>
                  <a:pt x="823549" y="20966"/>
                </a:lnTo>
                <a:lnTo>
                  <a:pt x="823762" y="20562"/>
                </a:lnTo>
                <a:lnTo>
                  <a:pt x="823960" y="20151"/>
                </a:lnTo>
                <a:lnTo>
                  <a:pt x="824144" y="19733"/>
                </a:lnTo>
                <a:lnTo>
                  <a:pt x="824313" y="19308"/>
                </a:lnTo>
                <a:lnTo>
                  <a:pt x="824467" y="18877"/>
                </a:lnTo>
                <a:lnTo>
                  <a:pt x="824607" y="18438"/>
                </a:lnTo>
                <a:lnTo>
                  <a:pt x="824732" y="17993"/>
                </a:lnTo>
                <a:lnTo>
                  <a:pt x="824842" y="17540"/>
                </a:lnTo>
                <a:lnTo>
                  <a:pt x="824938" y="17081"/>
                </a:lnTo>
                <a:lnTo>
                  <a:pt x="825018" y="16615"/>
                </a:lnTo>
                <a:lnTo>
                  <a:pt x="825085" y="16142"/>
                </a:lnTo>
                <a:lnTo>
                  <a:pt x="825136" y="15662"/>
                </a:lnTo>
                <a:lnTo>
                  <a:pt x="825173" y="15175"/>
                </a:lnTo>
                <a:lnTo>
                  <a:pt x="825195" y="14682"/>
                </a:lnTo>
                <a:lnTo>
                  <a:pt x="825202" y="14181"/>
                </a:lnTo>
                <a:lnTo>
                  <a:pt x="825195" y="13672"/>
                </a:lnTo>
                <a:lnTo>
                  <a:pt x="825173" y="13170"/>
                </a:lnTo>
                <a:lnTo>
                  <a:pt x="825136" y="12676"/>
                </a:lnTo>
                <a:lnTo>
                  <a:pt x="825085" y="12189"/>
                </a:lnTo>
                <a:lnTo>
                  <a:pt x="825018" y="11709"/>
                </a:lnTo>
                <a:lnTo>
                  <a:pt x="824938" y="11237"/>
                </a:lnTo>
                <a:lnTo>
                  <a:pt x="824842" y="10773"/>
                </a:lnTo>
                <a:lnTo>
                  <a:pt x="824732" y="10315"/>
                </a:lnTo>
                <a:lnTo>
                  <a:pt x="824607" y="9866"/>
                </a:lnTo>
                <a:lnTo>
                  <a:pt x="824467" y="9423"/>
                </a:lnTo>
                <a:lnTo>
                  <a:pt x="824313" y="8989"/>
                </a:lnTo>
                <a:lnTo>
                  <a:pt x="824144" y="8561"/>
                </a:lnTo>
                <a:lnTo>
                  <a:pt x="823960" y="8141"/>
                </a:lnTo>
                <a:lnTo>
                  <a:pt x="823762" y="7729"/>
                </a:lnTo>
                <a:lnTo>
                  <a:pt x="823549" y="7323"/>
                </a:lnTo>
                <a:lnTo>
                  <a:pt x="823321" y="6926"/>
                </a:lnTo>
                <a:lnTo>
                  <a:pt x="823078" y="6536"/>
                </a:lnTo>
                <a:lnTo>
                  <a:pt x="822821" y="6153"/>
                </a:lnTo>
                <a:lnTo>
                  <a:pt x="822549" y="5778"/>
                </a:lnTo>
                <a:lnTo>
                  <a:pt x="822263" y="5410"/>
                </a:lnTo>
                <a:lnTo>
                  <a:pt x="821962" y="5049"/>
                </a:lnTo>
                <a:lnTo>
                  <a:pt x="821646" y="4696"/>
                </a:lnTo>
                <a:lnTo>
                  <a:pt x="821315" y="4351"/>
                </a:lnTo>
                <a:lnTo>
                  <a:pt x="820970" y="4013"/>
                </a:lnTo>
                <a:lnTo>
                  <a:pt x="820610" y="3685"/>
                </a:lnTo>
                <a:lnTo>
                  <a:pt x="820238" y="3372"/>
                </a:lnTo>
                <a:lnTo>
                  <a:pt x="819852" y="3072"/>
                </a:lnTo>
                <a:lnTo>
                  <a:pt x="819453" y="2787"/>
                </a:lnTo>
                <a:lnTo>
                  <a:pt x="819041" y="2515"/>
                </a:lnTo>
                <a:lnTo>
                  <a:pt x="818616" y="2257"/>
                </a:lnTo>
                <a:lnTo>
                  <a:pt x="818178" y="2013"/>
                </a:lnTo>
                <a:lnTo>
                  <a:pt x="817727" y="1783"/>
                </a:lnTo>
                <a:lnTo>
                  <a:pt x="817262" y="1567"/>
                </a:lnTo>
                <a:lnTo>
                  <a:pt x="816784" y="1365"/>
                </a:lnTo>
                <a:lnTo>
                  <a:pt x="816293" y="1177"/>
                </a:lnTo>
                <a:lnTo>
                  <a:pt x="815789" y="1003"/>
                </a:lnTo>
                <a:lnTo>
                  <a:pt x="815272" y="843"/>
                </a:lnTo>
                <a:lnTo>
                  <a:pt x="814741" y="697"/>
                </a:lnTo>
                <a:lnTo>
                  <a:pt x="814198" y="564"/>
                </a:lnTo>
                <a:lnTo>
                  <a:pt x="813641" y="446"/>
                </a:lnTo>
                <a:lnTo>
                  <a:pt x="813071" y="341"/>
                </a:lnTo>
                <a:lnTo>
                  <a:pt x="812488" y="251"/>
                </a:lnTo>
                <a:lnTo>
                  <a:pt x="811891" y="174"/>
                </a:lnTo>
                <a:lnTo>
                  <a:pt x="811282" y="111"/>
                </a:lnTo>
                <a:lnTo>
                  <a:pt x="810659" y="63"/>
                </a:lnTo>
                <a:lnTo>
                  <a:pt x="810023" y="28"/>
                </a:lnTo>
                <a:lnTo>
                  <a:pt x="809374" y="7"/>
                </a:lnTo>
                <a:lnTo>
                  <a:pt x="808712" y="0"/>
                </a:lnTo>
                <a:lnTo>
                  <a:pt x="808050" y="7"/>
                </a:lnTo>
                <a:lnTo>
                  <a:pt x="807401" y="28"/>
                </a:lnTo>
                <a:lnTo>
                  <a:pt x="806765" y="63"/>
                </a:lnTo>
                <a:lnTo>
                  <a:pt x="806142" y="111"/>
                </a:lnTo>
                <a:lnTo>
                  <a:pt x="805533" y="174"/>
                </a:lnTo>
                <a:lnTo>
                  <a:pt x="804936" y="251"/>
                </a:lnTo>
                <a:lnTo>
                  <a:pt x="804353" y="341"/>
                </a:lnTo>
                <a:lnTo>
                  <a:pt x="803783" y="446"/>
                </a:lnTo>
                <a:lnTo>
                  <a:pt x="803226" y="564"/>
                </a:lnTo>
                <a:lnTo>
                  <a:pt x="802683" y="697"/>
                </a:lnTo>
                <a:lnTo>
                  <a:pt x="802152" y="843"/>
                </a:lnTo>
                <a:lnTo>
                  <a:pt x="801635" y="1003"/>
                </a:lnTo>
                <a:lnTo>
                  <a:pt x="801131" y="1177"/>
                </a:lnTo>
                <a:lnTo>
                  <a:pt x="800640" y="1365"/>
                </a:lnTo>
                <a:lnTo>
                  <a:pt x="800162" y="1567"/>
                </a:lnTo>
                <a:lnTo>
                  <a:pt x="799697" y="1783"/>
                </a:lnTo>
                <a:lnTo>
                  <a:pt x="799246" y="2013"/>
                </a:lnTo>
                <a:lnTo>
                  <a:pt x="798808" y="2257"/>
                </a:lnTo>
                <a:lnTo>
                  <a:pt x="798382" y="2515"/>
                </a:lnTo>
                <a:lnTo>
                  <a:pt x="797971" y="2787"/>
                </a:lnTo>
                <a:lnTo>
                  <a:pt x="797572" y="3072"/>
                </a:lnTo>
                <a:lnTo>
                  <a:pt x="797186" y="3372"/>
                </a:lnTo>
                <a:lnTo>
                  <a:pt x="796814" y="3685"/>
                </a:lnTo>
                <a:lnTo>
                  <a:pt x="796454" y="4013"/>
                </a:lnTo>
                <a:lnTo>
                  <a:pt x="796109" y="4351"/>
                </a:lnTo>
                <a:lnTo>
                  <a:pt x="795778" y="4696"/>
                </a:lnTo>
                <a:lnTo>
                  <a:pt x="795462" y="5049"/>
                </a:lnTo>
                <a:lnTo>
                  <a:pt x="795161" y="5410"/>
                </a:lnTo>
                <a:lnTo>
                  <a:pt x="794875" y="5778"/>
                </a:lnTo>
                <a:lnTo>
                  <a:pt x="794603" y="6153"/>
                </a:lnTo>
                <a:lnTo>
                  <a:pt x="794345" y="6536"/>
                </a:lnTo>
                <a:lnTo>
                  <a:pt x="794103" y="6926"/>
                </a:lnTo>
                <a:lnTo>
                  <a:pt x="793875" y="7323"/>
                </a:lnTo>
                <a:lnTo>
                  <a:pt x="793662" y="7729"/>
                </a:lnTo>
                <a:lnTo>
                  <a:pt x="793464" y="8141"/>
                </a:lnTo>
                <a:lnTo>
                  <a:pt x="793280" y="8561"/>
                </a:lnTo>
                <a:lnTo>
                  <a:pt x="793111" y="8989"/>
                </a:lnTo>
                <a:lnTo>
                  <a:pt x="792957" y="9423"/>
                </a:lnTo>
                <a:lnTo>
                  <a:pt x="792817" y="9866"/>
                </a:lnTo>
                <a:lnTo>
                  <a:pt x="792692" y="10315"/>
                </a:lnTo>
                <a:lnTo>
                  <a:pt x="792582" y="10773"/>
                </a:lnTo>
                <a:lnTo>
                  <a:pt x="792486" y="11237"/>
                </a:lnTo>
                <a:lnTo>
                  <a:pt x="792406" y="11709"/>
                </a:lnTo>
                <a:lnTo>
                  <a:pt x="792339" y="12189"/>
                </a:lnTo>
                <a:lnTo>
                  <a:pt x="792288" y="12676"/>
                </a:lnTo>
                <a:lnTo>
                  <a:pt x="792251" y="13170"/>
                </a:lnTo>
                <a:lnTo>
                  <a:pt x="792229" y="13672"/>
                </a:lnTo>
                <a:lnTo>
                  <a:pt x="792222" y="14181"/>
                </a:lnTo>
                <a:lnTo>
                  <a:pt x="792229" y="14682"/>
                </a:lnTo>
                <a:lnTo>
                  <a:pt x="792251" y="15175"/>
                </a:lnTo>
                <a:lnTo>
                  <a:pt x="792288" y="15662"/>
                </a:lnTo>
                <a:lnTo>
                  <a:pt x="792339" y="16142"/>
                </a:lnTo>
                <a:lnTo>
                  <a:pt x="792406" y="16615"/>
                </a:lnTo>
                <a:lnTo>
                  <a:pt x="792486" y="17081"/>
                </a:lnTo>
                <a:lnTo>
                  <a:pt x="792582" y="17540"/>
                </a:lnTo>
                <a:lnTo>
                  <a:pt x="792692" y="17993"/>
                </a:lnTo>
                <a:lnTo>
                  <a:pt x="792817" y="18438"/>
                </a:lnTo>
                <a:lnTo>
                  <a:pt x="792957" y="18877"/>
                </a:lnTo>
                <a:lnTo>
                  <a:pt x="793111" y="19308"/>
                </a:lnTo>
                <a:lnTo>
                  <a:pt x="793280" y="19733"/>
                </a:lnTo>
                <a:lnTo>
                  <a:pt x="793464" y="20151"/>
                </a:lnTo>
                <a:lnTo>
                  <a:pt x="793662" y="20562"/>
                </a:lnTo>
                <a:lnTo>
                  <a:pt x="793875" y="20966"/>
                </a:lnTo>
                <a:lnTo>
                  <a:pt x="794103" y="21364"/>
                </a:lnTo>
                <a:lnTo>
                  <a:pt x="794345" y="21754"/>
                </a:lnTo>
                <a:lnTo>
                  <a:pt x="794603" y="22138"/>
                </a:lnTo>
                <a:lnTo>
                  <a:pt x="794875" y="22515"/>
                </a:lnTo>
                <a:lnTo>
                  <a:pt x="795161" y="22885"/>
                </a:lnTo>
                <a:lnTo>
                  <a:pt x="795462" y="23248"/>
                </a:lnTo>
                <a:lnTo>
                  <a:pt x="795778" y="23604"/>
                </a:lnTo>
                <a:lnTo>
                  <a:pt x="796109" y="23953"/>
                </a:lnTo>
                <a:lnTo>
                  <a:pt x="796454" y="24295"/>
                </a:lnTo>
                <a:lnTo>
                  <a:pt x="796814" y="24627"/>
                </a:lnTo>
                <a:lnTo>
                  <a:pt x="797186" y="24945"/>
                </a:lnTo>
                <a:lnTo>
                  <a:pt x="797572" y="25249"/>
                </a:lnTo>
                <a:lnTo>
                  <a:pt x="797971" y="25538"/>
                </a:lnTo>
                <a:lnTo>
                  <a:pt x="798382" y="25814"/>
                </a:lnTo>
                <a:lnTo>
                  <a:pt x="798808" y="26075"/>
                </a:lnTo>
                <a:lnTo>
                  <a:pt x="799246" y="26322"/>
                </a:lnTo>
                <a:lnTo>
                  <a:pt x="799697" y="26555"/>
                </a:lnTo>
                <a:lnTo>
                  <a:pt x="800162" y="26774"/>
                </a:lnTo>
                <a:lnTo>
                  <a:pt x="800640" y="26979"/>
                </a:lnTo>
                <a:lnTo>
                  <a:pt x="801131" y="27170"/>
                </a:lnTo>
                <a:lnTo>
                  <a:pt x="801635" y="27346"/>
                </a:lnTo>
                <a:lnTo>
                  <a:pt x="802152" y="27508"/>
                </a:lnTo>
                <a:lnTo>
                  <a:pt x="802683" y="27657"/>
                </a:lnTo>
                <a:lnTo>
                  <a:pt x="803226" y="27791"/>
                </a:lnTo>
                <a:lnTo>
                  <a:pt x="803783" y="27911"/>
                </a:lnTo>
                <a:lnTo>
                  <a:pt x="804353" y="28017"/>
                </a:lnTo>
                <a:lnTo>
                  <a:pt x="804936" y="28109"/>
                </a:lnTo>
                <a:lnTo>
                  <a:pt x="805533" y="28186"/>
                </a:lnTo>
                <a:lnTo>
                  <a:pt x="806142" y="28250"/>
                </a:lnTo>
                <a:lnTo>
                  <a:pt x="806765" y="28299"/>
                </a:lnTo>
                <a:lnTo>
                  <a:pt x="807401" y="28335"/>
                </a:lnTo>
                <a:lnTo>
                  <a:pt x="808050" y="28356"/>
                </a:lnTo>
                <a:lnTo>
                  <a:pt x="808712" y="28363"/>
                </a:lnTo>
                <a:lnTo>
                  <a:pt x="809374" y="28356"/>
                </a:lnTo>
                <a:lnTo>
                  <a:pt x="810023" y="28335"/>
                </a:lnTo>
                <a:lnTo>
                  <a:pt x="810659" y="28299"/>
                </a:lnTo>
                <a:lnTo>
                  <a:pt x="811282" y="28250"/>
                </a:lnTo>
                <a:close/>
                <a:moveTo>
                  <a:pt x="1063019" y="52603"/>
                </a:moveTo>
                <a:lnTo>
                  <a:pt x="1063505" y="52329"/>
                </a:lnTo>
                <a:lnTo>
                  <a:pt x="1064003" y="52071"/>
                </a:lnTo>
                <a:lnTo>
                  <a:pt x="1064513" y="51830"/>
                </a:lnTo>
                <a:lnTo>
                  <a:pt x="1065036" y="51606"/>
                </a:lnTo>
                <a:lnTo>
                  <a:pt x="1065571" y="51399"/>
                </a:lnTo>
                <a:lnTo>
                  <a:pt x="1066118" y="51208"/>
                </a:lnTo>
                <a:lnTo>
                  <a:pt x="1066678" y="51033"/>
                </a:lnTo>
                <a:lnTo>
                  <a:pt x="1067250" y="50876"/>
                </a:lnTo>
                <a:lnTo>
                  <a:pt x="1067835" y="50735"/>
                </a:lnTo>
                <a:lnTo>
                  <a:pt x="1068429" y="50604"/>
                </a:lnTo>
                <a:lnTo>
                  <a:pt x="1069027" y="50480"/>
                </a:lnTo>
                <a:lnTo>
                  <a:pt x="1069631" y="50361"/>
                </a:lnTo>
                <a:lnTo>
                  <a:pt x="1070240" y="50247"/>
                </a:lnTo>
                <a:lnTo>
                  <a:pt x="1070854" y="50140"/>
                </a:lnTo>
                <a:lnTo>
                  <a:pt x="1071473" y="50037"/>
                </a:lnTo>
                <a:lnTo>
                  <a:pt x="1072098" y="49940"/>
                </a:lnTo>
                <a:lnTo>
                  <a:pt x="1072727" y="49849"/>
                </a:lnTo>
                <a:lnTo>
                  <a:pt x="1073362" y="49763"/>
                </a:lnTo>
                <a:lnTo>
                  <a:pt x="1074002" y="49683"/>
                </a:lnTo>
                <a:lnTo>
                  <a:pt x="1074647" y="49608"/>
                </a:lnTo>
                <a:lnTo>
                  <a:pt x="1075297" y="49539"/>
                </a:lnTo>
                <a:lnTo>
                  <a:pt x="1075952" y="49475"/>
                </a:lnTo>
                <a:lnTo>
                  <a:pt x="1076613" y="49417"/>
                </a:lnTo>
                <a:lnTo>
                  <a:pt x="1077278" y="49365"/>
                </a:lnTo>
                <a:lnTo>
                  <a:pt x="1077949" y="49318"/>
                </a:lnTo>
                <a:lnTo>
                  <a:pt x="1078625" y="49276"/>
                </a:lnTo>
                <a:lnTo>
                  <a:pt x="1079306" y="49240"/>
                </a:lnTo>
                <a:lnTo>
                  <a:pt x="1079992" y="49210"/>
                </a:lnTo>
                <a:lnTo>
                  <a:pt x="1080684" y="49185"/>
                </a:lnTo>
                <a:lnTo>
                  <a:pt x="1081380" y="49165"/>
                </a:lnTo>
                <a:lnTo>
                  <a:pt x="1082082" y="49152"/>
                </a:lnTo>
                <a:lnTo>
                  <a:pt x="1082789" y="49143"/>
                </a:lnTo>
                <a:lnTo>
                  <a:pt x="1083501" y="49140"/>
                </a:lnTo>
                <a:lnTo>
                  <a:pt x="1083501" y="27923"/>
                </a:lnTo>
                <a:lnTo>
                  <a:pt x="1082454" y="27939"/>
                </a:lnTo>
                <a:lnTo>
                  <a:pt x="1081419" y="27970"/>
                </a:lnTo>
                <a:lnTo>
                  <a:pt x="1080398" y="28014"/>
                </a:lnTo>
                <a:lnTo>
                  <a:pt x="1079389" y="28073"/>
                </a:lnTo>
                <a:lnTo>
                  <a:pt x="1078393" y="28146"/>
                </a:lnTo>
                <a:lnTo>
                  <a:pt x="1077410" y="28232"/>
                </a:lnTo>
                <a:lnTo>
                  <a:pt x="1076439" y="28333"/>
                </a:lnTo>
                <a:lnTo>
                  <a:pt x="1075482" y="28448"/>
                </a:lnTo>
                <a:lnTo>
                  <a:pt x="1074537" y="28578"/>
                </a:lnTo>
                <a:lnTo>
                  <a:pt x="1073605" y="28721"/>
                </a:lnTo>
                <a:lnTo>
                  <a:pt x="1072685" y="28878"/>
                </a:lnTo>
                <a:lnTo>
                  <a:pt x="1071779" y="29050"/>
                </a:lnTo>
                <a:lnTo>
                  <a:pt x="1070885" y="29236"/>
                </a:lnTo>
                <a:lnTo>
                  <a:pt x="1070004" y="29436"/>
                </a:lnTo>
                <a:lnTo>
                  <a:pt x="1069136" y="29650"/>
                </a:lnTo>
                <a:lnTo>
                  <a:pt x="1068281" y="29878"/>
                </a:lnTo>
                <a:lnTo>
                  <a:pt x="1067438" y="30120"/>
                </a:lnTo>
                <a:lnTo>
                  <a:pt x="1066609" y="30376"/>
                </a:lnTo>
                <a:lnTo>
                  <a:pt x="1065792" y="30647"/>
                </a:lnTo>
                <a:lnTo>
                  <a:pt x="1064987" y="30931"/>
                </a:lnTo>
                <a:lnTo>
                  <a:pt x="1064196" y="31230"/>
                </a:lnTo>
                <a:lnTo>
                  <a:pt x="1063418" y="31543"/>
                </a:lnTo>
                <a:lnTo>
                  <a:pt x="1062652" y="31870"/>
                </a:lnTo>
                <a:lnTo>
                  <a:pt x="1061899" y="32211"/>
                </a:lnTo>
                <a:lnTo>
                  <a:pt x="1061160" y="32571"/>
                </a:lnTo>
                <a:lnTo>
                  <a:pt x="1060438" y="32957"/>
                </a:lnTo>
                <a:lnTo>
                  <a:pt x="1059732" y="33368"/>
                </a:lnTo>
                <a:lnTo>
                  <a:pt x="1059042" y="33805"/>
                </a:lnTo>
                <a:lnTo>
                  <a:pt x="1058368" y="34266"/>
                </a:lnTo>
                <a:lnTo>
                  <a:pt x="1057711" y="34753"/>
                </a:lnTo>
                <a:lnTo>
                  <a:pt x="1057070" y="35265"/>
                </a:lnTo>
                <a:lnTo>
                  <a:pt x="1056445" y="35802"/>
                </a:lnTo>
                <a:lnTo>
                  <a:pt x="1055836" y="36364"/>
                </a:lnTo>
                <a:lnTo>
                  <a:pt x="1055243" y="36952"/>
                </a:lnTo>
                <a:lnTo>
                  <a:pt x="1054667" y="37564"/>
                </a:lnTo>
                <a:lnTo>
                  <a:pt x="1054107" y="38202"/>
                </a:lnTo>
                <a:lnTo>
                  <a:pt x="1053563" y="38865"/>
                </a:lnTo>
                <a:lnTo>
                  <a:pt x="1053036" y="39553"/>
                </a:lnTo>
                <a:lnTo>
                  <a:pt x="1052524" y="40267"/>
                </a:lnTo>
                <a:lnTo>
                  <a:pt x="1052029" y="41005"/>
                </a:lnTo>
                <a:lnTo>
                  <a:pt x="1051550" y="41769"/>
                </a:lnTo>
                <a:lnTo>
                  <a:pt x="1051087" y="42558"/>
                </a:lnTo>
                <a:lnTo>
                  <a:pt x="1050641" y="43372"/>
                </a:lnTo>
                <a:lnTo>
                  <a:pt x="1050211" y="44212"/>
                </a:lnTo>
                <a:lnTo>
                  <a:pt x="1049796" y="45076"/>
                </a:lnTo>
                <a:lnTo>
                  <a:pt x="1049399" y="45966"/>
                </a:lnTo>
                <a:lnTo>
                  <a:pt x="1049359" y="46062"/>
                </a:lnTo>
                <a:lnTo>
                  <a:pt x="1049056" y="45942"/>
                </a:lnTo>
                <a:lnTo>
                  <a:pt x="1048136" y="45600"/>
                </a:lnTo>
                <a:lnTo>
                  <a:pt x="1047198" y="45275"/>
                </a:lnTo>
                <a:lnTo>
                  <a:pt x="1046242" y="44968"/>
                </a:lnTo>
                <a:lnTo>
                  <a:pt x="1045268" y="44679"/>
                </a:lnTo>
                <a:lnTo>
                  <a:pt x="1044276" y="44407"/>
                </a:lnTo>
                <a:lnTo>
                  <a:pt x="1043265" y="44153"/>
                </a:lnTo>
                <a:lnTo>
                  <a:pt x="1042237" y="43916"/>
                </a:lnTo>
                <a:lnTo>
                  <a:pt x="1041190" y="43697"/>
                </a:lnTo>
                <a:lnTo>
                  <a:pt x="1040125" y="43495"/>
                </a:lnTo>
                <a:lnTo>
                  <a:pt x="1039042" y="43311"/>
                </a:lnTo>
                <a:lnTo>
                  <a:pt x="1037941" y="43145"/>
                </a:lnTo>
                <a:lnTo>
                  <a:pt x="1036822" y="42996"/>
                </a:lnTo>
                <a:lnTo>
                  <a:pt x="1035684" y="42864"/>
                </a:lnTo>
                <a:lnTo>
                  <a:pt x="1034529" y="42750"/>
                </a:lnTo>
                <a:lnTo>
                  <a:pt x="1033355" y="42654"/>
                </a:lnTo>
                <a:lnTo>
                  <a:pt x="1032163" y="42575"/>
                </a:lnTo>
                <a:lnTo>
                  <a:pt x="1030953" y="42513"/>
                </a:lnTo>
                <a:lnTo>
                  <a:pt x="1029725" y="42470"/>
                </a:lnTo>
                <a:lnTo>
                  <a:pt x="1028479" y="42443"/>
                </a:lnTo>
                <a:lnTo>
                  <a:pt x="1027215" y="42435"/>
                </a:lnTo>
                <a:lnTo>
                  <a:pt x="1025986" y="42443"/>
                </a:lnTo>
                <a:lnTo>
                  <a:pt x="1024772" y="42470"/>
                </a:lnTo>
                <a:lnTo>
                  <a:pt x="1023575" y="42513"/>
                </a:lnTo>
                <a:lnTo>
                  <a:pt x="1022393" y="42575"/>
                </a:lnTo>
                <a:lnTo>
                  <a:pt x="1021226" y="42654"/>
                </a:lnTo>
                <a:lnTo>
                  <a:pt x="1020076" y="42750"/>
                </a:lnTo>
                <a:lnTo>
                  <a:pt x="1018941" y="42864"/>
                </a:lnTo>
                <a:lnTo>
                  <a:pt x="1017821" y="42996"/>
                </a:lnTo>
                <a:lnTo>
                  <a:pt x="1016718" y="43145"/>
                </a:lnTo>
                <a:lnTo>
                  <a:pt x="1015629" y="43311"/>
                </a:lnTo>
                <a:lnTo>
                  <a:pt x="1014557" y="43495"/>
                </a:lnTo>
                <a:lnTo>
                  <a:pt x="1013500" y="43697"/>
                </a:lnTo>
                <a:lnTo>
                  <a:pt x="1012459" y="43916"/>
                </a:lnTo>
                <a:lnTo>
                  <a:pt x="1011434" y="44153"/>
                </a:lnTo>
                <a:lnTo>
                  <a:pt x="1010424" y="44407"/>
                </a:lnTo>
                <a:lnTo>
                  <a:pt x="1009430" y="44679"/>
                </a:lnTo>
                <a:lnTo>
                  <a:pt x="1008451" y="44968"/>
                </a:lnTo>
                <a:lnTo>
                  <a:pt x="1007488" y="45275"/>
                </a:lnTo>
                <a:lnTo>
                  <a:pt x="1006541" y="45600"/>
                </a:lnTo>
                <a:lnTo>
                  <a:pt x="1005609" y="45942"/>
                </a:lnTo>
                <a:lnTo>
                  <a:pt x="1004694" y="46301"/>
                </a:lnTo>
                <a:lnTo>
                  <a:pt x="1003793" y="46678"/>
                </a:lnTo>
                <a:lnTo>
                  <a:pt x="1002909" y="47073"/>
                </a:lnTo>
                <a:lnTo>
                  <a:pt x="1002040" y="47485"/>
                </a:lnTo>
                <a:lnTo>
                  <a:pt x="1001187" y="47911"/>
                </a:lnTo>
                <a:lnTo>
                  <a:pt x="1000352" y="48350"/>
                </a:lnTo>
                <a:lnTo>
                  <a:pt x="999534" y="48799"/>
                </a:lnTo>
                <a:lnTo>
                  <a:pt x="998734" y="49261"/>
                </a:lnTo>
                <a:lnTo>
                  <a:pt x="997951" y="49734"/>
                </a:lnTo>
                <a:lnTo>
                  <a:pt x="997185" y="50219"/>
                </a:lnTo>
                <a:lnTo>
                  <a:pt x="996437" y="50715"/>
                </a:lnTo>
                <a:lnTo>
                  <a:pt x="995706" y="51223"/>
                </a:lnTo>
                <a:lnTo>
                  <a:pt x="994993" y="51743"/>
                </a:lnTo>
                <a:lnTo>
                  <a:pt x="994297" y="52274"/>
                </a:lnTo>
                <a:lnTo>
                  <a:pt x="993618" y="52817"/>
                </a:lnTo>
                <a:lnTo>
                  <a:pt x="992956" y="53371"/>
                </a:lnTo>
                <a:lnTo>
                  <a:pt x="992312" y="53937"/>
                </a:lnTo>
                <a:lnTo>
                  <a:pt x="991686" y="54515"/>
                </a:lnTo>
                <a:lnTo>
                  <a:pt x="991076" y="55104"/>
                </a:lnTo>
                <a:lnTo>
                  <a:pt x="990484" y="55705"/>
                </a:lnTo>
                <a:lnTo>
                  <a:pt x="989910" y="56318"/>
                </a:lnTo>
                <a:lnTo>
                  <a:pt x="989353" y="56942"/>
                </a:lnTo>
                <a:lnTo>
                  <a:pt x="988813" y="57578"/>
                </a:lnTo>
                <a:lnTo>
                  <a:pt x="988290" y="58225"/>
                </a:lnTo>
                <a:lnTo>
                  <a:pt x="987785" y="58884"/>
                </a:lnTo>
                <a:lnTo>
                  <a:pt x="987297" y="59555"/>
                </a:lnTo>
                <a:lnTo>
                  <a:pt x="986827" y="60237"/>
                </a:lnTo>
                <a:lnTo>
                  <a:pt x="986374" y="60931"/>
                </a:lnTo>
                <a:lnTo>
                  <a:pt x="985939" y="61634"/>
                </a:lnTo>
                <a:lnTo>
                  <a:pt x="985522" y="62344"/>
                </a:lnTo>
                <a:lnTo>
                  <a:pt x="985124" y="63062"/>
                </a:lnTo>
                <a:lnTo>
                  <a:pt x="984745" y="63786"/>
                </a:lnTo>
                <a:lnTo>
                  <a:pt x="984384" y="64518"/>
                </a:lnTo>
                <a:lnTo>
                  <a:pt x="984041" y="65256"/>
                </a:lnTo>
                <a:lnTo>
                  <a:pt x="983717" y="66002"/>
                </a:lnTo>
                <a:lnTo>
                  <a:pt x="983412" y="66754"/>
                </a:lnTo>
                <a:lnTo>
                  <a:pt x="983125" y="67514"/>
                </a:lnTo>
                <a:lnTo>
                  <a:pt x="982857" y="68281"/>
                </a:lnTo>
                <a:lnTo>
                  <a:pt x="982607" y="69055"/>
                </a:lnTo>
                <a:lnTo>
                  <a:pt x="982375" y="69836"/>
                </a:lnTo>
                <a:lnTo>
                  <a:pt x="982162" y="70623"/>
                </a:lnTo>
                <a:lnTo>
                  <a:pt x="981968" y="71419"/>
                </a:lnTo>
                <a:lnTo>
                  <a:pt x="981792" y="72221"/>
                </a:lnTo>
                <a:lnTo>
                  <a:pt x="981635" y="73030"/>
                </a:lnTo>
                <a:lnTo>
                  <a:pt x="981496" y="73846"/>
                </a:lnTo>
                <a:lnTo>
                  <a:pt x="981375" y="74669"/>
                </a:lnTo>
                <a:lnTo>
                  <a:pt x="981274" y="75500"/>
                </a:lnTo>
                <a:lnTo>
                  <a:pt x="981190" y="76337"/>
                </a:lnTo>
                <a:lnTo>
                  <a:pt x="981126" y="77181"/>
                </a:lnTo>
                <a:lnTo>
                  <a:pt x="981079" y="78033"/>
                </a:lnTo>
                <a:lnTo>
                  <a:pt x="981052" y="78891"/>
                </a:lnTo>
                <a:lnTo>
                  <a:pt x="981042" y="79757"/>
                </a:lnTo>
                <a:lnTo>
                  <a:pt x="981051" y="80569"/>
                </a:lnTo>
                <a:lnTo>
                  <a:pt x="981079" y="81376"/>
                </a:lnTo>
                <a:lnTo>
                  <a:pt x="981125" y="82179"/>
                </a:lnTo>
                <a:lnTo>
                  <a:pt x="981189" y="82977"/>
                </a:lnTo>
                <a:lnTo>
                  <a:pt x="981271" y="83771"/>
                </a:lnTo>
                <a:lnTo>
                  <a:pt x="981372" y="84560"/>
                </a:lnTo>
                <a:lnTo>
                  <a:pt x="981491" y="85344"/>
                </a:lnTo>
                <a:lnTo>
                  <a:pt x="981629" y="86124"/>
                </a:lnTo>
                <a:lnTo>
                  <a:pt x="981784" y="86899"/>
                </a:lnTo>
                <a:lnTo>
                  <a:pt x="981958" y="87670"/>
                </a:lnTo>
                <a:lnTo>
                  <a:pt x="982151" y="88436"/>
                </a:lnTo>
                <a:lnTo>
                  <a:pt x="982361" y="89198"/>
                </a:lnTo>
                <a:lnTo>
                  <a:pt x="982590" y="89955"/>
                </a:lnTo>
                <a:lnTo>
                  <a:pt x="982838" y="90707"/>
                </a:lnTo>
                <a:lnTo>
                  <a:pt x="983104" y="91455"/>
                </a:lnTo>
                <a:lnTo>
                  <a:pt x="983388" y="92198"/>
                </a:lnTo>
                <a:lnTo>
                  <a:pt x="983690" y="92937"/>
                </a:lnTo>
                <a:lnTo>
                  <a:pt x="984010" y="93671"/>
                </a:lnTo>
                <a:lnTo>
                  <a:pt x="984349" y="94400"/>
                </a:lnTo>
                <a:lnTo>
                  <a:pt x="984707" y="95125"/>
                </a:lnTo>
                <a:lnTo>
                  <a:pt x="985082" y="95845"/>
                </a:lnTo>
                <a:lnTo>
                  <a:pt x="985476" y="96561"/>
                </a:lnTo>
                <a:lnTo>
                  <a:pt x="985889" y="97272"/>
                </a:lnTo>
                <a:lnTo>
                  <a:pt x="986319" y="97979"/>
                </a:lnTo>
                <a:lnTo>
                  <a:pt x="986767" y="98677"/>
                </a:lnTo>
                <a:lnTo>
                  <a:pt x="987233" y="99364"/>
                </a:lnTo>
                <a:lnTo>
                  <a:pt x="987716" y="100040"/>
                </a:lnTo>
                <a:lnTo>
                  <a:pt x="988215" y="100704"/>
                </a:lnTo>
                <a:lnTo>
                  <a:pt x="988732" y="101357"/>
                </a:lnTo>
                <a:lnTo>
                  <a:pt x="989267" y="101999"/>
                </a:lnTo>
                <a:lnTo>
                  <a:pt x="989818" y="102629"/>
                </a:lnTo>
                <a:lnTo>
                  <a:pt x="990387" y="103247"/>
                </a:lnTo>
                <a:lnTo>
                  <a:pt x="990972" y="103854"/>
                </a:lnTo>
                <a:lnTo>
                  <a:pt x="991575" y="104450"/>
                </a:lnTo>
                <a:lnTo>
                  <a:pt x="992195" y="105034"/>
                </a:lnTo>
                <a:lnTo>
                  <a:pt x="992833" y="105607"/>
                </a:lnTo>
                <a:lnTo>
                  <a:pt x="993487" y="106168"/>
                </a:lnTo>
                <a:lnTo>
                  <a:pt x="994159" y="106718"/>
                </a:lnTo>
                <a:lnTo>
                  <a:pt x="994848" y="107257"/>
                </a:lnTo>
                <a:lnTo>
                  <a:pt x="995554" y="107784"/>
                </a:lnTo>
                <a:lnTo>
                  <a:pt x="996277" y="108300"/>
                </a:lnTo>
                <a:lnTo>
                  <a:pt x="997017" y="108804"/>
                </a:lnTo>
                <a:lnTo>
                  <a:pt x="997697" y="109247"/>
                </a:lnTo>
                <a:lnTo>
                  <a:pt x="997411" y="109361"/>
                </a:lnTo>
                <a:lnTo>
                  <a:pt x="996649" y="109676"/>
                </a:lnTo>
                <a:lnTo>
                  <a:pt x="995906" y="109995"/>
                </a:lnTo>
                <a:lnTo>
                  <a:pt x="995181" y="110319"/>
                </a:lnTo>
                <a:lnTo>
                  <a:pt x="994474" y="110646"/>
                </a:lnTo>
                <a:lnTo>
                  <a:pt x="993785" y="110977"/>
                </a:lnTo>
                <a:lnTo>
                  <a:pt x="993114" y="111312"/>
                </a:lnTo>
                <a:lnTo>
                  <a:pt x="992462" y="111652"/>
                </a:lnTo>
                <a:lnTo>
                  <a:pt x="991827" y="111995"/>
                </a:lnTo>
                <a:lnTo>
                  <a:pt x="991211" y="112342"/>
                </a:lnTo>
                <a:lnTo>
                  <a:pt x="990613" y="112693"/>
                </a:lnTo>
                <a:lnTo>
                  <a:pt x="990032" y="113049"/>
                </a:lnTo>
                <a:lnTo>
                  <a:pt x="989470" y="113408"/>
                </a:lnTo>
                <a:lnTo>
                  <a:pt x="988927" y="113771"/>
                </a:lnTo>
                <a:lnTo>
                  <a:pt x="988401" y="114139"/>
                </a:lnTo>
                <a:lnTo>
                  <a:pt x="987893" y="114510"/>
                </a:lnTo>
                <a:lnTo>
                  <a:pt x="987404" y="114885"/>
                </a:lnTo>
                <a:lnTo>
                  <a:pt x="986932" y="115265"/>
                </a:lnTo>
                <a:lnTo>
                  <a:pt x="986479" y="115648"/>
                </a:lnTo>
                <a:lnTo>
                  <a:pt x="986044" y="116035"/>
                </a:lnTo>
                <a:lnTo>
                  <a:pt x="985627" y="116428"/>
                </a:lnTo>
                <a:lnTo>
                  <a:pt x="985228" y="116828"/>
                </a:lnTo>
                <a:lnTo>
                  <a:pt x="984846" y="117235"/>
                </a:lnTo>
                <a:lnTo>
                  <a:pt x="984482" y="117649"/>
                </a:lnTo>
                <a:lnTo>
                  <a:pt x="984136" y="118070"/>
                </a:lnTo>
                <a:lnTo>
                  <a:pt x="983808" y="118498"/>
                </a:lnTo>
                <a:lnTo>
                  <a:pt x="983497" y="118934"/>
                </a:lnTo>
                <a:lnTo>
                  <a:pt x="983204" y="119376"/>
                </a:lnTo>
                <a:lnTo>
                  <a:pt x="982929" y="119825"/>
                </a:lnTo>
                <a:lnTo>
                  <a:pt x="982672" y="120282"/>
                </a:lnTo>
                <a:lnTo>
                  <a:pt x="982432" y="120745"/>
                </a:lnTo>
                <a:lnTo>
                  <a:pt x="982210" y="121216"/>
                </a:lnTo>
                <a:lnTo>
                  <a:pt x="982006" y="121694"/>
                </a:lnTo>
                <a:lnTo>
                  <a:pt x="981820" y="122178"/>
                </a:lnTo>
                <a:lnTo>
                  <a:pt x="981651" y="122670"/>
                </a:lnTo>
                <a:lnTo>
                  <a:pt x="981500" y="123169"/>
                </a:lnTo>
                <a:lnTo>
                  <a:pt x="981367" y="123675"/>
                </a:lnTo>
                <a:lnTo>
                  <a:pt x="981252" y="124188"/>
                </a:lnTo>
                <a:lnTo>
                  <a:pt x="981154" y="124708"/>
                </a:lnTo>
                <a:lnTo>
                  <a:pt x="981074" y="125235"/>
                </a:lnTo>
                <a:lnTo>
                  <a:pt x="981012" y="125769"/>
                </a:lnTo>
                <a:lnTo>
                  <a:pt x="980968" y="126310"/>
                </a:lnTo>
                <a:lnTo>
                  <a:pt x="980941" y="126858"/>
                </a:lnTo>
                <a:lnTo>
                  <a:pt x="980932" y="127413"/>
                </a:lnTo>
                <a:lnTo>
                  <a:pt x="980938" y="127771"/>
                </a:lnTo>
                <a:lnTo>
                  <a:pt x="980955" y="128129"/>
                </a:lnTo>
                <a:lnTo>
                  <a:pt x="980984" y="128487"/>
                </a:lnTo>
                <a:lnTo>
                  <a:pt x="981024" y="128846"/>
                </a:lnTo>
                <a:lnTo>
                  <a:pt x="981075" y="129205"/>
                </a:lnTo>
                <a:lnTo>
                  <a:pt x="981138" y="129564"/>
                </a:lnTo>
                <a:lnTo>
                  <a:pt x="981213" y="129924"/>
                </a:lnTo>
                <a:lnTo>
                  <a:pt x="981299" y="130284"/>
                </a:lnTo>
                <a:lnTo>
                  <a:pt x="981396" y="130644"/>
                </a:lnTo>
                <a:lnTo>
                  <a:pt x="981505" y="131005"/>
                </a:lnTo>
                <a:lnTo>
                  <a:pt x="981625" y="131367"/>
                </a:lnTo>
                <a:lnTo>
                  <a:pt x="981757" y="131728"/>
                </a:lnTo>
                <a:lnTo>
                  <a:pt x="981900" y="132090"/>
                </a:lnTo>
                <a:lnTo>
                  <a:pt x="982055" y="132453"/>
                </a:lnTo>
                <a:lnTo>
                  <a:pt x="982221" y="132816"/>
                </a:lnTo>
                <a:lnTo>
                  <a:pt x="982398" y="133179"/>
                </a:lnTo>
                <a:lnTo>
                  <a:pt x="982587" y="133542"/>
                </a:lnTo>
                <a:lnTo>
                  <a:pt x="982787" y="133906"/>
                </a:lnTo>
                <a:lnTo>
                  <a:pt x="982999" y="134271"/>
                </a:lnTo>
                <a:lnTo>
                  <a:pt x="983223" y="134635"/>
                </a:lnTo>
                <a:lnTo>
                  <a:pt x="983457" y="135001"/>
                </a:lnTo>
                <a:lnTo>
                  <a:pt x="983704" y="135366"/>
                </a:lnTo>
                <a:lnTo>
                  <a:pt x="983961" y="135732"/>
                </a:lnTo>
                <a:lnTo>
                  <a:pt x="984230" y="136098"/>
                </a:lnTo>
                <a:lnTo>
                  <a:pt x="984512" y="136463"/>
                </a:lnTo>
                <a:lnTo>
                  <a:pt x="984807" y="136824"/>
                </a:lnTo>
                <a:lnTo>
                  <a:pt x="985115" y="137181"/>
                </a:lnTo>
                <a:lnTo>
                  <a:pt x="985437" y="137535"/>
                </a:lnTo>
                <a:lnTo>
                  <a:pt x="985772" y="137885"/>
                </a:lnTo>
                <a:lnTo>
                  <a:pt x="986120" y="138232"/>
                </a:lnTo>
                <a:lnTo>
                  <a:pt x="986481" y="138575"/>
                </a:lnTo>
                <a:lnTo>
                  <a:pt x="986857" y="138914"/>
                </a:lnTo>
                <a:lnTo>
                  <a:pt x="987245" y="139249"/>
                </a:lnTo>
                <a:lnTo>
                  <a:pt x="987647" y="139581"/>
                </a:lnTo>
                <a:lnTo>
                  <a:pt x="988062" y="139910"/>
                </a:lnTo>
                <a:lnTo>
                  <a:pt x="988490" y="140234"/>
                </a:lnTo>
                <a:lnTo>
                  <a:pt x="988932" y="140556"/>
                </a:lnTo>
                <a:lnTo>
                  <a:pt x="989387" y="140873"/>
                </a:lnTo>
                <a:lnTo>
                  <a:pt x="989856" y="141187"/>
                </a:lnTo>
                <a:lnTo>
                  <a:pt x="990338" y="141497"/>
                </a:lnTo>
                <a:lnTo>
                  <a:pt x="990833" y="141804"/>
                </a:lnTo>
                <a:lnTo>
                  <a:pt x="991342" y="142107"/>
                </a:lnTo>
                <a:lnTo>
                  <a:pt x="991864" y="142406"/>
                </a:lnTo>
                <a:lnTo>
                  <a:pt x="992399" y="142702"/>
                </a:lnTo>
                <a:lnTo>
                  <a:pt x="992948" y="142994"/>
                </a:lnTo>
                <a:lnTo>
                  <a:pt x="993510" y="143282"/>
                </a:lnTo>
                <a:lnTo>
                  <a:pt x="993787" y="143420"/>
                </a:lnTo>
                <a:lnTo>
                  <a:pt x="993375" y="143590"/>
                </a:lnTo>
                <a:lnTo>
                  <a:pt x="992353" y="144041"/>
                </a:lnTo>
                <a:lnTo>
                  <a:pt x="991366" y="144507"/>
                </a:lnTo>
                <a:lnTo>
                  <a:pt x="990414" y="144988"/>
                </a:lnTo>
                <a:lnTo>
                  <a:pt x="989497" y="145482"/>
                </a:lnTo>
                <a:lnTo>
                  <a:pt x="988615" y="145991"/>
                </a:lnTo>
                <a:lnTo>
                  <a:pt x="987769" y="146515"/>
                </a:lnTo>
                <a:lnTo>
                  <a:pt x="986957" y="147052"/>
                </a:lnTo>
                <a:lnTo>
                  <a:pt x="986181" y="147604"/>
                </a:lnTo>
                <a:lnTo>
                  <a:pt x="985440" y="148170"/>
                </a:lnTo>
                <a:lnTo>
                  <a:pt x="984731" y="148748"/>
                </a:lnTo>
                <a:lnTo>
                  <a:pt x="984052" y="149333"/>
                </a:lnTo>
                <a:lnTo>
                  <a:pt x="983404" y="149926"/>
                </a:lnTo>
                <a:lnTo>
                  <a:pt x="982786" y="150527"/>
                </a:lnTo>
                <a:lnTo>
                  <a:pt x="982198" y="151136"/>
                </a:lnTo>
                <a:lnTo>
                  <a:pt x="981640" y="151752"/>
                </a:lnTo>
                <a:lnTo>
                  <a:pt x="981112" y="152377"/>
                </a:lnTo>
                <a:lnTo>
                  <a:pt x="980615" y="153009"/>
                </a:lnTo>
                <a:lnTo>
                  <a:pt x="980147" y="153649"/>
                </a:lnTo>
                <a:lnTo>
                  <a:pt x="979710" y="154297"/>
                </a:lnTo>
                <a:lnTo>
                  <a:pt x="979303" y="154953"/>
                </a:lnTo>
                <a:lnTo>
                  <a:pt x="978926" y="155617"/>
                </a:lnTo>
                <a:lnTo>
                  <a:pt x="978579" y="156288"/>
                </a:lnTo>
                <a:lnTo>
                  <a:pt x="978263" y="156968"/>
                </a:lnTo>
                <a:lnTo>
                  <a:pt x="977976" y="157655"/>
                </a:lnTo>
                <a:lnTo>
                  <a:pt x="977720" y="158350"/>
                </a:lnTo>
                <a:lnTo>
                  <a:pt x="977494" y="159053"/>
                </a:lnTo>
                <a:lnTo>
                  <a:pt x="977298" y="159764"/>
                </a:lnTo>
                <a:lnTo>
                  <a:pt x="977132" y="160482"/>
                </a:lnTo>
                <a:lnTo>
                  <a:pt x="976996" y="161209"/>
                </a:lnTo>
                <a:lnTo>
                  <a:pt x="976891" y="161943"/>
                </a:lnTo>
                <a:lnTo>
                  <a:pt x="976815" y="162685"/>
                </a:lnTo>
                <a:lnTo>
                  <a:pt x="976770" y="163435"/>
                </a:lnTo>
                <a:lnTo>
                  <a:pt x="976755" y="164193"/>
                </a:lnTo>
                <a:lnTo>
                  <a:pt x="976763" y="164816"/>
                </a:lnTo>
                <a:lnTo>
                  <a:pt x="976789" y="165434"/>
                </a:lnTo>
                <a:lnTo>
                  <a:pt x="976832" y="166049"/>
                </a:lnTo>
                <a:lnTo>
                  <a:pt x="976892" y="166661"/>
                </a:lnTo>
                <a:lnTo>
                  <a:pt x="976970" y="167268"/>
                </a:lnTo>
                <a:lnTo>
                  <a:pt x="977064" y="167872"/>
                </a:lnTo>
                <a:lnTo>
                  <a:pt x="977176" y="168473"/>
                </a:lnTo>
                <a:lnTo>
                  <a:pt x="977304" y="169070"/>
                </a:lnTo>
                <a:lnTo>
                  <a:pt x="977450" y="169663"/>
                </a:lnTo>
                <a:lnTo>
                  <a:pt x="977614" y="170252"/>
                </a:lnTo>
                <a:lnTo>
                  <a:pt x="977794" y="170838"/>
                </a:lnTo>
                <a:lnTo>
                  <a:pt x="977992" y="171421"/>
                </a:lnTo>
                <a:lnTo>
                  <a:pt x="978206" y="171999"/>
                </a:lnTo>
                <a:lnTo>
                  <a:pt x="978438" y="172574"/>
                </a:lnTo>
                <a:lnTo>
                  <a:pt x="978687" y="173145"/>
                </a:lnTo>
                <a:lnTo>
                  <a:pt x="978954" y="173713"/>
                </a:lnTo>
                <a:lnTo>
                  <a:pt x="979237" y="174277"/>
                </a:lnTo>
                <a:lnTo>
                  <a:pt x="979538" y="174838"/>
                </a:lnTo>
                <a:lnTo>
                  <a:pt x="979855" y="175394"/>
                </a:lnTo>
                <a:lnTo>
                  <a:pt x="980190" y="175948"/>
                </a:lnTo>
                <a:lnTo>
                  <a:pt x="980542" y="176497"/>
                </a:lnTo>
                <a:lnTo>
                  <a:pt x="980912" y="177043"/>
                </a:lnTo>
                <a:lnTo>
                  <a:pt x="981298" y="177585"/>
                </a:lnTo>
                <a:lnTo>
                  <a:pt x="981702" y="178124"/>
                </a:lnTo>
                <a:lnTo>
                  <a:pt x="982125" y="178656"/>
                </a:lnTo>
                <a:lnTo>
                  <a:pt x="982571" y="179180"/>
                </a:lnTo>
                <a:lnTo>
                  <a:pt x="983038" y="179696"/>
                </a:lnTo>
                <a:lnTo>
                  <a:pt x="983528" y="180202"/>
                </a:lnTo>
                <a:lnTo>
                  <a:pt x="984040" y="180700"/>
                </a:lnTo>
                <a:lnTo>
                  <a:pt x="984574" y="181190"/>
                </a:lnTo>
                <a:lnTo>
                  <a:pt x="985130" y="181671"/>
                </a:lnTo>
                <a:lnTo>
                  <a:pt x="985708" y="182143"/>
                </a:lnTo>
                <a:lnTo>
                  <a:pt x="986309" y="182607"/>
                </a:lnTo>
                <a:lnTo>
                  <a:pt x="986931" y="183062"/>
                </a:lnTo>
                <a:lnTo>
                  <a:pt x="987576" y="183508"/>
                </a:lnTo>
                <a:lnTo>
                  <a:pt x="988243" y="183946"/>
                </a:lnTo>
                <a:lnTo>
                  <a:pt x="988932" y="184375"/>
                </a:lnTo>
                <a:lnTo>
                  <a:pt x="989643" y="184796"/>
                </a:lnTo>
                <a:lnTo>
                  <a:pt x="990376" y="185208"/>
                </a:lnTo>
                <a:lnTo>
                  <a:pt x="991132" y="185612"/>
                </a:lnTo>
                <a:lnTo>
                  <a:pt x="991909" y="186007"/>
                </a:lnTo>
                <a:lnTo>
                  <a:pt x="992709" y="186393"/>
                </a:lnTo>
                <a:lnTo>
                  <a:pt x="993531" y="186770"/>
                </a:lnTo>
                <a:lnTo>
                  <a:pt x="994375" y="187140"/>
                </a:lnTo>
                <a:lnTo>
                  <a:pt x="995241" y="187500"/>
                </a:lnTo>
                <a:lnTo>
                  <a:pt x="996129" y="187852"/>
                </a:lnTo>
                <a:lnTo>
                  <a:pt x="997040" y="188195"/>
                </a:lnTo>
                <a:lnTo>
                  <a:pt x="997972" y="188530"/>
                </a:lnTo>
                <a:lnTo>
                  <a:pt x="998929" y="188853"/>
                </a:lnTo>
                <a:lnTo>
                  <a:pt x="999914" y="189163"/>
                </a:lnTo>
                <a:lnTo>
                  <a:pt x="1000927" y="189459"/>
                </a:lnTo>
                <a:lnTo>
                  <a:pt x="1001966" y="189741"/>
                </a:lnTo>
                <a:lnTo>
                  <a:pt x="1003034" y="190010"/>
                </a:lnTo>
                <a:lnTo>
                  <a:pt x="1004128" y="190264"/>
                </a:lnTo>
                <a:lnTo>
                  <a:pt x="1005251" y="190505"/>
                </a:lnTo>
                <a:lnTo>
                  <a:pt x="1006400" y="190732"/>
                </a:lnTo>
                <a:lnTo>
                  <a:pt x="1007578" y="190946"/>
                </a:lnTo>
                <a:lnTo>
                  <a:pt x="1008782" y="191145"/>
                </a:lnTo>
                <a:lnTo>
                  <a:pt x="1010014" y="191331"/>
                </a:lnTo>
                <a:lnTo>
                  <a:pt x="1011274" y="191503"/>
                </a:lnTo>
                <a:lnTo>
                  <a:pt x="1012561" y="191662"/>
                </a:lnTo>
                <a:lnTo>
                  <a:pt x="1013876" y="191806"/>
                </a:lnTo>
                <a:lnTo>
                  <a:pt x="1015218" y="191937"/>
                </a:lnTo>
                <a:lnTo>
                  <a:pt x="1016588" y="192054"/>
                </a:lnTo>
                <a:lnTo>
                  <a:pt x="1017985" y="192157"/>
                </a:lnTo>
                <a:lnTo>
                  <a:pt x="1019409" y="192247"/>
                </a:lnTo>
                <a:lnTo>
                  <a:pt x="1020861" y="192322"/>
                </a:lnTo>
                <a:lnTo>
                  <a:pt x="1022341" y="192384"/>
                </a:lnTo>
                <a:lnTo>
                  <a:pt x="1023848" y="192432"/>
                </a:lnTo>
                <a:lnTo>
                  <a:pt x="1025382" y="192467"/>
                </a:lnTo>
                <a:lnTo>
                  <a:pt x="1026944" y="192487"/>
                </a:lnTo>
                <a:lnTo>
                  <a:pt x="1028534" y="192494"/>
                </a:lnTo>
                <a:lnTo>
                  <a:pt x="1030747" y="192478"/>
                </a:lnTo>
                <a:lnTo>
                  <a:pt x="1032916" y="192429"/>
                </a:lnTo>
                <a:lnTo>
                  <a:pt x="1035040" y="192346"/>
                </a:lnTo>
                <a:lnTo>
                  <a:pt x="1037121" y="192231"/>
                </a:lnTo>
                <a:lnTo>
                  <a:pt x="1039157" y="192083"/>
                </a:lnTo>
                <a:lnTo>
                  <a:pt x="1041149" y="191902"/>
                </a:lnTo>
                <a:lnTo>
                  <a:pt x="1043096" y="191689"/>
                </a:lnTo>
                <a:lnTo>
                  <a:pt x="1044999" y="191442"/>
                </a:lnTo>
                <a:lnTo>
                  <a:pt x="1046858" y="191162"/>
                </a:lnTo>
                <a:lnTo>
                  <a:pt x="1048673" y="190850"/>
                </a:lnTo>
                <a:lnTo>
                  <a:pt x="1050443" y="190505"/>
                </a:lnTo>
                <a:lnTo>
                  <a:pt x="1052170" y="190126"/>
                </a:lnTo>
                <a:lnTo>
                  <a:pt x="1053851" y="189715"/>
                </a:lnTo>
                <a:lnTo>
                  <a:pt x="1055489" y="189271"/>
                </a:lnTo>
                <a:lnTo>
                  <a:pt x="1057082" y="188795"/>
                </a:lnTo>
                <a:lnTo>
                  <a:pt x="1058631" y="188285"/>
                </a:lnTo>
                <a:lnTo>
                  <a:pt x="1060136" y="187742"/>
                </a:lnTo>
                <a:lnTo>
                  <a:pt x="1061596" y="187167"/>
                </a:lnTo>
                <a:lnTo>
                  <a:pt x="1063013" y="186558"/>
                </a:lnTo>
                <a:lnTo>
                  <a:pt x="1064384" y="185917"/>
                </a:lnTo>
                <a:lnTo>
                  <a:pt x="1065712" y="185243"/>
                </a:lnTo>
                <a:lnTo>
                  <a:pt x="1066995" y="184536"/>
                </a:lnTo>
                <a:lnTo>
                  <a:pt x="1068234" y="183796"/>
                </a:lnTo>
                <a:lnTo>
                  <a:pt x="1069429" y="183023"/>
                </a:lnTo>
                <a:lnTo>
                  <a:pt x="1070577" y="182224"/>
                </a:lnTo>
                <a:lnTo>
                  <a:pt x="1071677" y="181404"/>
                </a:lnTo>
                <a:lnTo>
                  <a:pt x="1072727" y="180563"/>
                </a:lnTo>
                <a:lnTo>
                  <a:pt x="1073729" y="179702"/>
                </a:lnTo>
                <a:lnTo>
                  <a:pt x="1074682" y="178820"/>
                </a:lnTo>
                <a:lnTo>
                  <a:pt x="1075585" y="177917"/>
                </a:lnTo>
                <a:lnTo>
                  <a:pt x="1076440" y="176994"/>
                </a:lnTo>
                <a:lnTo>
                  <a:pt x="1077247" y="176050"/>
                </a:lnTo>
                <a:lnTo>
                  <a:pt x="1078004" y="175085"/>
                </a:lnTo>
                <a:lnTo>
                  <a:pt x="1078712" y="174100"/>
                </a:lnTo>
                <a:lnTo>
                  <a:pt x="1079372" y="173094"/>
                </a:lnTo>
                <a:lnTo>
                  <a:pt x="1079983" y="172067"/>
                </a:lnTo>
                <a:lnTo>
                  <a:pt x="1080545" y="171020"/>
                </a:lnTo>
                <a:lnTo>
                  <a:pt x="1081058" y="169952"/>
                </a:lnTo>
                <a:lnTo>
                  <a:pt x="1081522" y="168863"/>
                </a:lnTo>
                <a:lnTo>
                  <a:pt x="1081937" y="167754"/>
                </a:lnTo>
                <a:lnTo>
                  <a:pt x="1082304" y="166624"/>
                </a:lnTo>
                <a:lnTo>
                  <a:pt x="1082621" y="165474"/>
                </a:lnTo>
                <a:lnTo>
                  <a:pt x="1082890" y="164303"/>
                </a:lnTo>
                <a:lnTo>
                  <a:pt x="1083110" y="163111"/>
                </a:lnTo>
                <a:lnTo>
                  <a:pt x="1083281" y="161898"/>
                </a:lnTo>
                <a:lnTo>
                  <a:pt x="1083403" y="160665"/>
                </a:lnTo>
                <a:lnTo>
                  <a:pt x="1083476" y="159411"/>
                </a:lnTo>
                <a:lnTo>
                  <a:pt x="1083501" y="158137"/>
                </a:lnTo>
                <a:lnTo>
                  <a:pt x="1083479" y="156884"/>
                </a:lnTo>
                <a:lnTo>
                  <a:pt x="1083416" y="155658"/>
                </a:lnTo>
                <a:lnTo>
                  <a:pt x="1083309" y="154459"/>
                </a:lnTo>
                <a:lnTo>
                  <a:pt x="1083160" y="153288"/>
                </a:lnTo>
                <a:lnTo>
                  <a:pt x="1082969" y="152143"/>
                </a:lnTo>
                <a:lnTo>
                  <a:pt x="1082735" y="151026"/>
                </a:lnTo>
                <a:lnTo>
                  <a:pt x="1082458" y="149936"/>
                </a:lnTo>
                <a:lnTo>
                  <a:pt x="1082139" y="148873"/>
                </a:lnTo>
                <a:lnTo>
                  <a:pt x="1081777" y="147838"/>
                </a:lnTo>
                <a:lnTo>
                  <a:pt x="1081373" y="146829"/>
                </a:lnTo>
                <a:lnTo>
                  <a:pt x="1080926" y="145848"/>
                </a:lnTo>
                <a:lnTo>
                  <a:pt x="1080436" y="144894"/>
                </a:lnTo>
                <a:lnTo>
                  <a:pt x="1079904" y="143967"/>
                </a:lnTo>
                <a:lnTo>
                  <a:pt x="1079330" y="143067"/>
                </a:lnTo>
                <a:lnTo>
                  <a:pt x="1078713" y="142194"/>
                </a:lnTo>
                <a:lnTo>
                  <a:pt x="1078053" y="141349"/>
                </a:lnTo>
                <a:lnTo>
                  <a:pt x="1077351" y="140530"/>
                </a:lnTo>
                <a:lnTo>
                  <a:pt x="1076606" y="139739"/>
                </a:lnTo>
                <a:lnTo>
                  <a:pt x="1075818" y="138975"/>
                </a:lnTo>
                <a:lnTo>
                  <a:pt x="1074988" y="138238"/>
                </a:lnTo>
                <a:lnTo>
                  <a:pt x="1074116" y="137528"/>
                </a:lnTo>
                <a:lnTo>
                  <a:pt x="1073201" y="136846"/>
                </a:lnTo>
                <a:lnTo>
                  <a:pt x="1072243" y="136191"/>
                </a:lnTo>
                <a:lnTo>
                  <a:pt x="1071243" y="135562"/>
                </a:lnTo>
                <a:lnTo>
                  <a:pt x="1070196" y="134960"/>
                </a:lnTo>
                <a:lnTo>
                  <a:pt x="1069100" y="134384"/>
                </a:lnTo>
                <a:lnTo>
                  <a:pt x="1067953" y="133833"/>
                </a:lnTo>
                <a:lnTo>
                  <a:pt x="1066756" y="133308"/>
                </a:lnTo>
                <a:lnTo>
                  <a:pt x="1065508" y="132808"/>
                </a:lnTo>
                <a:lnTo>
                  <a:pt x="1064211" y="132334"/>
                </a:lnTo>
                <a:lnTo>
                  <a:pt x="1062863" y="131885"/>
                </a:lnTo>
                <a:lnTo>
                  <a:pt x="1061465" y="131463"/>
                </a:lnTo>
                <a:lnTo>
                  <a:pt x="1060017" y="131066"/>
                </a:lnTo>
                <a:lnTo>
                  <a:pt x="1058519" y="130694"/>
                </a:lnTo>
                <a:lnTo>
                  <a:pt x="1056970" y="130348"/>
                </a:lnTo>
                <a:lnTo>
                  <a:pt x="1055371" y="130028"/>
                </a:lnTo>
                <a:lnTo>
                  <a:pt x="1053722" y="129733"/>
                </a:lnTo>
                <a:lnTo>
                  <a:pt x="1052023" y="129464"/>
                </a:lnTo>
                <a:lnTo>
                  <a:pt x="1050274" y="129221"/>
                </a:lnTo>
                <a:lnTo>
                  <a:pt x="1048475" y="129003"/>
                </a:lnTo>
                <a:lnTo>
                  <a:pt x="1046625" y="128811"/>
                </a:lnTo>
                <a:lnTo>
                  <a:pt x="1044725" y="128644"/>
                </a:lnTo>
                <a:lnTo>
                  <a:pt x="1042775" y="128503"/>
                </a:lnTo>
                <a:lnTo>
                  <a:pt x="1040775" y="128388"/>
                </a:lnTo>
                <a:lnTo>
                  <a:pt x="1038724" y="128298"/>
                </a:lnTo>
                <a:lnTo>
                  <a:pt x="1036623" y="128234"/>
                </a:lnTo>
                <a:lnTo>
                  <a:pt x="1034473" y="128196"/>
                </a:lnTo>
                <a:lnTo>
                  <a:pt x="1032271" y="128183"/>
                </a:lnTo>
                <a:lnTo>
                  <a:pt x="1029633" y="128183"/>
                </a:lnTo>
                <a:lnTo>
                  <a:pt x="1028780" y="128182"/>
                </a:lnTo>
                <a:lnTo>
                  <a:pt x="1027942" y="128178"/>
                </a:lnTo>
                <a:lnTo>
                  <a:pt x="1027119" y="128172"/>
                </a:lnTo>
                <a:lnTo>
                  <a:pt x="1026312" y="128163"/>
                </a:lnTo>
                <a:lnTo>
                  <a:pt x="1025521" y="128152"/>
                </a:lnTo>
                <a:lnTo>
                  <a:pt x="1024744" y="128138"/>
                </a:lnTo>
                <a:lnTo>
                  <a:pt x="1023984" y="128122"/>
                </a:lnTo>
                <a:lnTo>
                  <a:pt x="1023239" y="128104"/>
                </a:lnTo>
                <a:lnTo>
                  <a:pt x="1022509" y="128082"/>
                </a:lnTo>
                <a:lnTo>
                  <a:pt x="1021795" y="128059"/>
                </a:lnTo>
                <a:lnTo>
                  <a:pt x="1021096" y="128033"/>
                </a:lnTo>
                <a:lnTo>
                  <a:pt x="1020412" y="128004"/>
                </a:lnTo>
                <a:lnTo>
                  <a:pt x="1019744" y="127973"/>
                </a:lnTo>
                <a:lnTo>
                  <a:pt x="1019092" y="127940"/>
                </a:lnTo>
                <a:lnTo>
                  <a:pt x="1018455" y="127904"/>
                </a:lnTo>
                <a:lnTo>
                  <a:pt x="1017833" y="127865"/>
                </a:lnTo>
                <a:lnTo>
                  <a:pt x="1017227" y="127824"/>
                </a:lnTo>
                <a:lnTo>
                  <a:pt x="1016637" y="127781"/>
                </a:lnTo>
                <a:lnTo>
                  <a:pt x="1016062" y="127735"/>
                </a:lnTo>
                <a:lnTo>
                  <a:pt x="1015502" y="127687"/>
                </a:lnTo>
                <a:lnTo>
                  <a:pt x="1014958" y="127636"/>
                </a:lnTo>
                <a:lnTo>
                  <a:pt x="1014429" y="127583"/>
                </a:lnTo>
                <a:lnTo>
                  <a:pt x="1013916" y="127527"/>
                </a:lnTo>
                <a:lnTo>
                  <a:pt x="1013418" y="127468"/>
                </a:lnTo>
                <a:lnTo>
                  <a:pt x="1012934" y="127408"/>
                </a:lnTo>
                <a:lnTo>
                  <a:pt x="1012462" y="127344"/>
                </a:lnTo>
                <a:lnTo>
                  <a:pt x="1012002" y="127279"/>
                </a:lnTo>
                <a:lnTo>
                  <a:pt x="1011555" y="127210"/>
                </a:lnTo>
                <a:lnTo>
                  <a:pt x="1011120" y="127140"/>
                </a:lnTo>
                <a:lnTo>
                  <a:pt x="1010697" y="127066"/>
                </a:lnTo>
                <a:lnTo>
                  <a:pt x="1010286" y="126991"/>
                </a:lnTo>
                <a:lnTo>
                  <a:pt x="1009888" y="126913"/>
                </a:lnTo>
                <a:lnTo>
                  <a:pt x="1009501" y="126832"/>
                </a:lnTo>
                <a:lnTo>
                  <a:pt x="1009127" y="126749"/>
                </a:lnTo>
                <a:lnTo>
                  <a:pt x="1008765" y="126663"/>
                </a:lnTo>
                <a:lnTo>
                  <a:pt x="1008416" y="126575"/>
                </a:lnTo>
                <a:lnTo>
                  <a:pt x="1008078" y="126485"/>
                </a:lnTo>
                <a:lnTo>
                  <a:pt x="1007753" y="126392"/>
                </a:lnTo>
                <a:lnTo>
                  <a:pt x="1007440" y="126296"/>
                </a:lnTo>
                <a:lnTo>
                  <a:pt x="1007139" y="126198"/>
                </a:lnTo>
                <a:lnTo>
                  <a:pt x="1006851" y="126098"/>
                </a:lnTo>
                <a:lnTo>
                  <a:pt x="1006574" y="125995"/>
                </a:lnTo>
                <a:lnTo>
                  <a:pt x="1006310" y="125889"/>
                </a:lnTo>
                <a:lnTo>
                  <a:pt x="1006058" y="125781"/>
                </a:lnTo>
                <a:lnTo>
                  <a:pt x="1005819" y="125671"/>
                </a:lnTo>
                <a:lnTo>
                  <a:pt x="1005591" y="125558"/>
                </a:lnTo>
                <a:lnTo>
                  <a:pt x="1005376" y="125443"/>
                </a:lnTo>
                <a:lnTo>
                  <a:pt x="1005173" y="125325"/>
                </a:lnTo>
                <a:lnTo>
                  <a:pt x="1004980" y="125204"/>
                </a:lnTo>
                <a:lnTo>
                  <a:pt x="1004795" y="125082"/>
                </a:lnTo>
                <a:lnTo>
                  <a:pt x="1004619" y="124957"/>
                </a:lnTo>
                <a:lnTo>
                  <a:pt x="1004451" y="124830"/>
                </a:lnTo>
                <a:lnTo>
                  <a:pt x="1004291" y="124701"/>
                </a:lnTo>
                <a:lnTo>
                  <a:pt x="1004139" y="124569"/>
                </a:lnTo>
                <a:lnTo>
                  <a:pt x="1003995" y="124435"/>
                </a:lnTo>
                <a:lnTo>
                  <a:pt x="1003860" y="124299"/>
                </a:lnTo>
                <a:lnTo>
                  <a:pt x="1003732" y="124160"/>
                </a:lnTo>
                <a:lnTo>
                  <a:pt x="1003613" y="124019"/>
                </a:lnTo>
                <a:lnTo>
                  <a:pt x="1003503" y="123876"/>
                </a:lnTo>
                <a:lnTo>
                  <a:pt x="1003400" y="123731"/>
                </a:lnTo>
                <a:lnTo>
                  <a:pt x="1003306" y="123583"/>
                </a:lnTo>
                <a:lnTo>
                  <a:pt x="1003220" y="123433"/>
                </a:lnTo>
                <a:lnTo>
                  <a:pt x="1003142" y="123281"/>
                </a:lnTo>
                <a:lnTo>
                  <a:pt x="1003072" y="123126"/>
                </a:lnTo>
                <a:lnTo>
                  <a:pt x="1003010" y="122969"/>
                </a:lnTo>
                <a:lnTo>
                  <a:pt x="1002957" y="122810"/>
                </a:lnTo>
                <a:lnTo>
                  <a:pt x="1002912" y="122648"/>
                </a:lnTo>
                <a:lnTo>
                  <a:pt x="1002875" y="122485"/>
                </a:lnTo>
                <a:lnTo>
                  <a:pt x="1002846" y="122319"/>
                </a:lnTo>
                <a:lnTo>
                  <a:pt x="1002826" y="122150"/>
                </a:lnTo>
                <a:lnTo>
                  <a:pt x="1002813" y="121980"/>
                </a:lnTo>
                <a:lnTo>
                  <a:pt x="1002809" y="121807"/>
                </a:lnTo>
                <a:lnTo>
                  <a:pt x="1002816" y="121561"/>
                </a:lnTo>
                <a:lnTo>
                  <a:pt x="1002837" y="121319"/>
                </a:lnTo>
                <a:lnTo>
                  <a:pt x="1002871" y="121079"/>
                </a:lnTo>
                <a:lnTo>
                  <a:pt x="1002919" y="120843"/>
                </a:lnTo>
                <a:lnTo>
                  <a:pt x="1002981" y="120611"/>
                </a:lnTo>
                <a:lnTo>
                  <a:pt x="1003057" y="120381"/>
                </a:lnTo>
                <a:lnTo>
                  <a:pt x="1003146" y="120155"/>
                </a:lnTo>
                <a:lnTo>
                  <a:pt x="1003249" y="119932"/>
                </a:lnTo>
                <a:lnTo>
                  <a:pt x="1003366" y="119712"/>
                </a:lnTo>
                <a:lnTo>
                  <a:pt x="1003496" y="119496"/>
                </a:lnTo>
                <a:lnTo>
                  <a:pt x="1003641" y="119282"/>
                </a:lnTo>
                <a:lnTo>
                  <a:pt x="1003799" y="119072"/>
                </a:lnTo>
                <a:lnTo>
                  <a:pt x="1003970" y="118865"/>
                </a:lnTo>
                <a:lnTo>
                  <a:pt x="1004156" y="118662"/>
                </a:lnTo>
                <a:lnTo>
                  <a:pt x="1004355" y="118462"/>
                </a:lnTo>
                <a:lnTo>
                  <a:pt x="1004568" y="118264"/>
                </a:lnTo>
                <a:lnTo>
                  <a:pt x="1004795" y="118071"/>
                </a:lnTo>
                <a:lnTo>
                  <a:pt x="1005035" y="117880"/>
                </a:lnTo>
                <a:lnTo>
                  <a:pt x="1005290" y="117693"/>
                </a:lnTo>
                <a:lnTo>
                  <a:pt x="1005558" y="117509"/>
                </a:lnTo>
                <a:lnTo>
                  <a:pt x="1005839" y="117328"/>
                </a:lnTo>
                <a:lnTo>
                  <a:pt x="1006135" y="117150"/>
                </a:lnTo>
                <a:lnTo>
                  <a:pt x="1006444" y="116976"/>
                </a:lnTo>
                <a:lnTo>
                  <a:pt x="1006767" y="116805"/>
                </a:lnTo>
                <a:lnTo>
                  <a:pt x="1007100" y="116636"/>
                </a:lnTo>
                <a:lnTo>
                  <a:pt x="1007440" y="116470"/>
                </a:lnTo>
                <a:lnTo>
                  <a:pt x="1007787" y="116306"/>
                </a:lnTo>
                <a:lnTo>
                  <a:pt x="1008141" y="116144"/>
                </a:lnTo>
                <a:lnTo>
                  <a:pt x="1008502" y="115984"/>
                </a:lnTo>
                <a:lnTo>
                  <a:pt x="1008869" y="115826"/>
                </a:lnTo>
                <a:lnTo>
                  <a:pt x="1009244" y="115670"/>
                </a:lnTo>
                <a:lnTo>
                  <a:pt x="1009625" y="115516"/>
                </a:lnTo>
                <a:lnTo>
                  <a:pt x="1010013" y="115365"/>
                </a:lnTo>
                <a:lnTo>
                  <a:pt x="1010408" y="115215"/>
                </a:lnTo>
                <a:lnTo>
                  <a:pt x="1010810" y="115068"/>
                </a:lnTo>
                <a:lnTo>
                  <a:pt x="1011045" y="114984"/>
                </a:lnTo>
                <a:lnTo>
                  <a:pt x="1011084" y="114994"/>
                </a:lnTo>
                <a:lnTo>
                  <a:pt x="1012092" y="115236"/>
                </a:lnTo>
                <a:lnTo>
                  <a:pt x="1013115" y="115460"/>
                </a:lnTo>
                <a:lnTo>
                  <a:pt x="1014154" y="115666"/>
                </a:lnTo>
                <a:lnTo>
                  <a:pt x="1015207" y="115854"/>
                </a:lnTo>
                <a:lnTo>
                  <a:pt x="1016274" y="116024"/>
                </a:lnTo>
                <a:lnTo>
                  <a:pt x="1017357" y="116177"/>
                </a:lnTo>
                <a:lnTo>
                  <a:pt x="1018455" y="116311"/>
                </a:lnTo>
                <a:lnTo>
                  <a:pt x="1019567" y="116427"/>
                </a:lnTo>
                <a:lnTo>
                  <a:pt x="1020695" y="116526"/>
                </a:lnTo>
                <a:lnTo>
                  <a:pt x="1021837" y="116607"/>
                </a:lnTo>
                <a:lnTo>
                  <a:pt x="1022994" y="116669"/>
                </a:lnTo>
                <a:lnTo>
                  <a:pt x="1024166" y="116714"/>
                </a:lnTo>
                <a:lnTo>
                  <a:pt x="1025353" y="116741"/>
                </a:lnTo>
                <a:lnTo>
                  <a:pt x="1026555" y="116750"/>
                </a:lnTo>
                <a:lnTo>
                  <a:pt x="1027837" y="116741"/>
                </a:lnTo>
                <a:lnTo>
                  <a:pt x="1029101" y="116715"/>
                </a:lnTo>
                <a:lnTo>
                  <a:pt x="1030347" y="116671"/>
                </a:lnTo>
                <a:lnTo>
                  <a:pt x="1031574" y="116610"/>
                </a:lnTo>
                <a:lnTo>
                  <a:pt x="1032782" y="116531"/>
                </a:lnTo>
                <a:lnTo>
                  <a:pt x="1033972" y="116434"/>
                </a:lnTo>
                <a:lnTo>
                  <a:pt x="1035143" y="116320"/>
                </a:lnTo>
                <a:lnTo>
                  <a:pt x="1036296" y="116189"/>
                </a:lnTo>
                <a:lnTo>
                  <a:pt x="1037431" y="116040"/>
                </a:lnTo>
                <a:lnTo>
                  <a:pt x="1038546" y="115873"/>
                </a:lnTo>
                <a:lnTo>
                  <a:pt x="1039644" y="115689"/>
                </a:lnTo>
                <a:lnTo>
                  <a:pt x="1040723" y="115487"/>
                </a:lnTo>
                <a:lnTo>
                  <a:pt x="1041783" y="115268"/>
                </a:lnTo>
                <a:lnTo>
                  <a:pt x="1042825" y="115031"/>
                </a:lnTo>
                <a:lnTo>
                  <a:pt x="1043848" y="114777"/>
                </a:lnTo>
                <a:lnTo>
                  <a:pt x="1044853" y="114505"/>
                </a:lnTo>
                <a:lnTo>
                  <a:pt x="1045839" y="114216"/>
                </a:lnTo>
                <a:lnTo>
                  <a:pt x="1046807" y="113909"/>
                </a:lnTo>
                <a:lnTo>
                  <a:pt x="1047756" y="113585"/>
                </a:lnTo>
                <a:lnTo>
                  <a:pt x="1048687" y="113243"/>
                </a:lnTo>
                <a:lnTo>
                  <a:pt x="1049599" y="112883"/>
                </a:lnTo>
                <a:lnTo>
                  <a:pt x="1050493" y="112506"/>
                </a:lnTo>
                <a:lnTo>
                  <a:pt x="1051368" y="112112"/>
                </a:lnTo>
                <a:lnTo>
                  <a:pt x="1052224" y="111700"/>
                </a:lnTo>
                <a:lnTo>
                  <a:pt x="1053063" y="111273"/>
                </a:lnTo>
                <a:lnTo>
                  <a:pt x="1053884" y="110834"/>
                </a:lnTo>
                <a:lnTo>
                  <a:pt x="1054688" y="110384"/>
                </a:lnTo>
                <a:lnTo>
                  <a:pt x="1055474" y="109922"/>
                </a:lnTo>
                <a:lnTo>
                  <a:pt x="1056242" y="109448"/>
                </a:lnTo>
                <a:lnTo>
                  <a:pt x="1056993" y="108962"/>
                </a:lnTo>
                <a:lnTo>
                  <a:pt x="1057726" y="108465"/>
                </a:lnTo>
                <a:lnTo>
                  <a:pt x="1058442" y="107955"/>
                </a:lnTo>
                <a:lnTo>
                  <a:pt x="1059140" y="107434"/>
                </a:lnTo>
                <a:lnTo>
                  <a:pt x="1059821" y="106901"/>
                </a:lnTo>
                <a:lnTo>
                  <a:pt x="1060484" y="106356"/>
                </a:lnTo>
                <a:lnTo>
                  <a:pt x="1061129" y="105799"/>
                </a:lnTo>
                <a:lnTo>
                  <a:pt x="1061757" y="105231"/>
                </a:lnTo>
                <a:lnTo>
                  <a:pt x="1062367" y="104651"/>
                </a:lnTo>
                <a:lnTo>
                  <a:pt x="1062960" y="104059"/>
                </a:lnTo>
                <a:lnTo>
                  <a:pt x="1063535" y="103455"/>
                </a:lnTo>
                <a:lnTo>
                  <a:pt x="1064093" y="102839"/>
                </a:lnTo>
                <a:lnTo>
                  <a:pt x="1064633" y="102212"/>
                </a:lnTo>
                <a:lnTo>
                  <a:pt x="1065156" y="101572"/>
                </a:lnTo>
                <a:lnTo>
                  <a:pt x="1065661" y="100921"/>
                </a:lnTo>
                <a:lnTo>
                  <a:pt x="1066148" y="100258"/>
                </a:lnTo>
                <a:lnTo>
                  <a:pt x="1066618" y="99583"/>
                </a:lnTo>
                <a:lnTo>
                  <a:pt x="1067071" y="98897"/>
                </a:lnTo>
                <a:lnTo>
                  <a:pt x="1067505" y="98198"/>
                </a:lnTo>
                <a:lnTo>
                  <a:pt x="1067922" y="97492"/>
                </a:lnTo>
                <a:lnTo>
                  <a:pt x="1068322" y="96779"/>
                </a:lnTo>
                <a:lnTo>
                  <a:pt x="1068703" y="96062"/>
                </a:lnTo>
                <a:lnTo>
                  <a:pt x="1069067" y="95339"/>
                </a:lnTo>
                <a:lnTo>
                  <a:pt x="1069413" y="94610"/>
                </a:lnTo>
                <a:lnTo>
                  <a:pt x="1069742" y="93877"/>
                </a:lnTo>
                <a:lnTo>
                  <a:pt x="1070052" y="93138"/>
                </a:lnTo>
                <a:lnTo>
                  <a:pt x="1070345" y="92393"/>
                </a:lnTo>
                <a:lnTo>
                  <a:pt x="1070620" y="91644"/>
                </a:lnTo>
                <a:lnTo>
                  <a:pt x="1070878" y="90889"/>
                </a:lnTo>
                <a:lnTo>
                  <a:pt x="1071117" y="90128"/>
                </a:lnTo>
                <a:lnTo>
                  <a:pt x="1071339" y="89363"/>
                </a:lnTo>
                <a:lnTo>
                  <a:pt x="1071543" y="88591"/>
                </a:lnTo>
                <a:lnTo>
                  <a:pt x="1071730" y="87815"/>
                </a:lnTo>
                <a:lnTo>
                  <a:pt x="1071898" y="87033"/>
                </a:lnTo>
                <a:lnTo>
                  <a:pt x="1072049" y="86246"/>
                </a:lnTo>
                <a:lnTo>
                  <a:pt x="1072182" y="85454"/>
                </a:lnTo>
                <a:lnTo>
                  <a:pt x="1072298" y="84656"/>
                </a:lnTo>
                <a:lnTo>
                  <a:pt x="1072395" y="83853"/>
                </a:lnTo>
                <a:lnTo>
                  <a:pt x="1072475" y="83044"/>
                </a:lnTo>
                <a:lnTo>
                  <a:pt x="1072537" y="82231"/>
                </a:lnTo>
                <a:lnTo>
                  <a:pt x="1072582" y="81411"/>
                </a:lnTo>
                <a:lnTo>
                  <a:pt x="1072608" y="80587"/>
                </a:lnTo>
                <a:lnTo>
                  <a:pt x="1072617" y="79757"/>
                </a:lnTo>
                <a:lnTo>
                  <a:pt x="1072609" y="78891"/>
                </a:lnTo>
                <a:lnTo>
                  <a:pt x="1072582" y="78033"/>
                </a:lnTo>
                <a:lnTo>
                  <a:pt x="1072539" y="77181"/>
                </a:lnTo>
                <a:lnTo>
                  <a:pt x="1072478" y="76337"/>
                </a:lnTo>
                <a:lnTo>
                  <a:pt x="1072400" y="75500"/>
                </a:lnTo>
                <a:lnTo>
                  <a:pt x="1072305" y="74669"/>
                </a:lnTo>
                <a:lnTo>
                  <a:pt x="1072192" y="73846"/>
                </a:lnTo>
                <a:lnTo>
                  <a:pt x="1072061" y="73030"/>
                </a:lnTo>
                <a:lnTo>
                  <a:pt x="1071914" y="72221"/>
                </a:lnTo>
                <a:lnTo>
                  <a:pt x="1071749" y="71419"/>
                </a:lnTo>
                <a:lnTo>
                  <a:pt x="1071566" y="70623"/>
                </a:lnTo>
                <a:lnTo>
                  <a:pt x="1071367" y="69836"/>
                </a:lnTo>
                <a:lnTo>
                  <a:pt x="1071150" y="69055"/>
                </a:lnTo>
                <a:lnTo>
                  <a:pt x="1070915" y="68281"/>
                </a:lnTo>
                <a:lnTo>
                  <a:pt x="1070663" y="67514"/>
                </a:lnTo>
                <a:lnTo>
                  <a:pt x="1070394" y="66754"/>
                </a:lnTo>
                <a:lnTo>
                  <a:pt x="1070108" y="66002"/>
                </a:lnTo>
                <a:lnTo>
                  <a:pt x="1069804" y="65256"/>
                </a:lnTo>
                <a:lnTo>
                  <a:pt x="1069482" y="64518"/>
                </a:lnTo>
                <a:lnTo>
                  <a:pt x="1069144" y="63786"/>
                </a:lnTo>
                <a:lnTo>
                  <a:pt x="1068788" y="63062"/>
                </a:lnTo>
                <a:lnTo>
                  <a:pt x="1068414" y="62344"/>
                </a:lnTo>
                <a:lnTo>
                  <a:pt x="1068023" y="61634"/>
                </a:lnTo>
                <a:lnTo>
                  <a:pt x="1067615" y="60931"/>
                </a:lnTo>
                <a:lnTo>
                  <a:pt x="1067190" y="60237"/>
                </a:lnTo>
                <a:lnTo>
                  <a:pt x="1066746" y="59555"/>
                </a:lnTo>
                <a:lnTo>
                  <a:pt x="1066286" y="58884"/>
                </a:lnTo>
                <a:lnTo>
                  <a:pt x="1065807" y="58225"/>
                </a:lnTo>
                <a:lnTo>
                  <a:pt x="1065312" y="57578"/>
                </a:lnTo>
                <a:lnTo>
                  <a:pt x="1064798" y="56942"/>
                </a:lnTo>
                <a:lnTo>
                  <a:pt x="1064267" y="56318"/>
                </a:lnTo>
                <a:lnTo>
                  <a:pt x="1063719" y="55705"/>
                </a:lnTo>
                <a:lnTo>
                  <a:pt x="1063153" y="55104"/>
                </a:lnTo>
                <a:lnTo>
                  <a:pt x="1062569" y="54515"/>
                </a:lnTo>
                <a:lnTo>
                  <a:pt x="1061968" y="53937"/>
                </a:lnTo>
                <a:lnTo>
                  <a:pt x="1061572" y="53575"/>
                </a:lnTo>
                <a:lnTo>
                  <a:pt x="1061638" y="53524"/>
                </a:lnTo>
                <a:lnTo>
                  <a:pt x="1062086" y="53200"/>
                </a:lnTo>
                <a:lnTo>
                  <a:pt x="1062546" y="52893"/>
                </a:lnTo>
                <a:lnTo>
                  <a:pt x="1063019" y="52603"/>
                </a:lnTo>
                <a:close/>
                <a:moveTo>
                  <a:pt x="1023647" y="99056"/>
                </a:moveTo>
                <a:lnTo>
                  <a:pt x="1023082" y="98962"/>
                </a:lnTo>
                <a:lnTo>
                  <a:pt x="1022522" y="98851"/>
                </a:lnTo>
                <a:lnTo>
                  <a:pt x="1021968" y="98722"/>
                </a:lnTo>
                <a:lnTo>
                  <a:pt x="1021420" y="98577"/>
                </a:lnTo>
                <a:lnTo>
                  <a:pt x="1020877" y="98414"/>
                </a:lnTo>
                <a:lnTo>
                  <a:pt x="1020340" y="98234"/>
                </a:lnTo>
                <a:lnTo>
                  <a:pt x="1019808" y="98037"/>
                </a:lnTo>
                <a:lnTo>
                  <a:pt x="1019281" y="97823"/>
                </a:lnTo>
                <a:lnTo>
                  <a:pt x="1018761" y="97592"/>
                </a:lnTo>
                <a:lnTo>
                  <a:pt x="1018245" y="97343"/>
                </a:lnTo>
                <a:lnTo>
                  <a:pt x="1017736" y="97078"/>
                </a:lnTo>
                <a:lnTo>
                  <a:pt x="1017232" y="96795"/>
                </a:lnTo>
                <a:lnTo>
                  <a:pt x="1016733" y="96495"/>
                </a:lnTo>
                <a:lnTo>
                  <a:pt x="1016240" y="96178"/>
                </a:lnTo>
                <a:lnTo>
                  <a:pt x="1015752" y="95844"/>
                </a:lnTo>
                <a:lnTo>
                  <a:pt x="1015270" y="95493"/>
                </a:lnTo>
                <a:lnTo>
                  <a:pt x="1014794" y="95125"/>
                </a:lnTo>
                <a:lnTo>
                  <a:pt x="1014323" y="94740"/>
                </a:lnTo>
                <a:lnTo>
                  <a:pt x="1013858" y="94337"/>
                </a:lnTo>
                <a:lnTo>
                  <a:pt x="1013405" y="93918"/>
                </a:lnTo>
                <a:lnTo>
                  <a:pt x="1012971" y="93482"/>
                </a:lnTo>
                <a:lnTo>
                  <a:pt x="1012556" y="93030"/>
                </a:lnTo>
                <a:lnTo>
                  <a:pt x="1012161" y="92562"/>
                </a:lnTo>
                <a:lnTo>
                  <a:pt x="1011785" y="92077"/>
                </a:lnTo>
                <a:lnTo>
                  <a:pt x="1011429" y="91576"/>
                </a:lnTo>
                <a:lnTo>
                  <a:pt x="1011091" y="91058"/>
                </a:lnTo>
                <a:lnTo>
                  <a:pt x="1010773" y="90524"/>
                </a:lnTo>
                <a:lnTo>
                  <a:pt x="1010474" y="89974"/>
                </a:lnTo>
                <a:lnTo>
                  <a:pt x="1010195" y="89408"/>
                </a:lnTo>
                <a:lnTo>
                  <a:pt x="1009935" y="88825"/>
                </a:lnTo>
                <a:lnTo>
                  <a:pt x="1009694" y="88225"/>
                </a:lnTo>
                <a:lnTo>
                  <a:pt x="1009472" y="87610"/>
                </a:lnTo>
                <a:lnTo>
                  <a:pt x="1009270" y="86978"/>
                </a:lnTo>
                <a:lnTo>
                  <a:pt x="1009087" y="86329"/>
                </a:lnTo>
                <a:lnTo>
                  <a:pt x="1008923" y="85664"/>
                </a:lnTo>
                <a:lnTo>
                  <a:pt x="1008778" y="84983"/>
                </a:lnTo>
                <a:lnTo>
                  <a:pt x="1008653" y="84286"/>
                </a:lnTo>
                <a:lnTo>
                  <a:pt x="1008547" y="83572"/>
                </a:lnTo>
                <a:lnTo>
                  <a:pt x="1008460" y="82842"/>
                </a:lnTo>
                <a:lnTo>
                  <a:pt x="1008393" y="82095"/>
                </a:lnTo>
                <a:lnTo>
                  <a:pt x="1008344" y="81332"/>
                </a:lnTo>
                <a:lnTo>
                  <a:pt x="1008316" y="80553"/>
                </a:lnTo>
                <a:lnTo>
                  <a:pt x="1008306" y="79757"/>
                </a:lnTo>
                <a:lnTo>
                  <a:pt x="1008315" y="78952"/>
                </a:lnTo>
                <a:lnTo>
                  <a:pt x="1008343" y="78163"/>
                </a:lnTo>
                <a:lnTo>
                  <a:pt x="1008390" y="77391"/>
                </a:lnTo>
                <a:lnTo>
                  <a:pt x="1008455" y="76634"/>
                </a:lnTo>
                <a:lnTo>
                  <a:pt x="1008540" y="75894"/>
                </a:lnTo>
                <a:lnTo>
                  <a:pt x="1008643" y="75170"/>
                </a:lnTo>
                <a:lnTo>
                  <a:pt x="1008764" y="74462"/>
                </a:lnTo>
                <a:lnTo>
                  <a:pt x="1008904" y="73770"/>
                </a:lnTo>
                <a:lnTo>
                  <a:pt x="1009063" y="73095"/>
                </a:lnTo>
                <a:lnTo>
                  <a:pt x="1009241" y="72435"/>
                </a:lnTo>
                <a:lnTo>
                  <a:pt x="1009437" y="71792"/>
                </a:lnTo>
                <a:lnTo>
                  <a:pt x="1009653" y="71165"/>
                </a:lnTo>
                <a:lnTo>
                  <a:pt x="1009886" y="70554"/>
                </a:lnTo>
                <a:lnTo>
                  <a:pt x="1010139" y="69960"/>
                </a:lnTo>
                <a:lnTo>
                  <a:pt x="1010410" y="69381"/>
                </a:lnTo>
                <a:lnTo>
                  <a:pt x="1010700" y="68819"/>
                </a:lnTo>
                <a:lnTo>
                  <a:pt x="1011009" y="68272"/>
                </a:lnTo>
                <a:lnTo>
                  <a:pt x="1011336" y="67743"/>
                </a:lnTo>
                <a:lnTo>
                  <a:pt x="1011682" y="67229"/>
                </a:lnTo>
                <a:lnTo>
                  <a:pt x="1012047" y="66731"/>
                </a:lnTo>
                <a:lnTo>
                  <a:pt x="1012430" y="66250"/>
                </a:lnTo>
                <a:lnTo>
                  <a:pt x="1012832" y="65784"/>
                </a:lnTo>
                <a:lnTo>
                  <a:pt x="1013253" y="65335"/>
                </a:lnTo>
                <a:lnTo>
                  <a:pt x="1013693" y="64902"/>
                </a:lnTo>
                <a:lnTo>
                  <a:pt x="1014146" y="64486"/>
                </a:lnTo>
                <a:lnTo>
                  <a:pt x="1014610" y="64088"/>
                </a:lnTo>
                <a:lnTo>
                  <a:pt x="1015084" y="63707"/>
                </a:lnTo>
                <a:lnTo>
                  <a:pt x="1015568" y="63344"/>
                </a:lnTo>
                <a:lnTo>
                  <a:pt x="1016061" y="62999"/>
                </a:lnTo>
                <a:lnTo>
                  <a:pt x="1016565" y="62672"/>
                </a:lnTo>
                <a:lnTo>
                  <a:pt x="1017078" y="62362"/>
                </a:lnTo>
                <a:lnTo>
                  <a:pt x="1017601" y="62070"/>
                </a:lnTo>
                <a:lnTo>
                  <a:pt x="1018135" y="61796"/>
                </a:lnTo>
                <a:lnTo>
                  <a:pt x="1018678" y="61539"/>
                </a:lnTo>
                <a:lnTo>
                  <a:pt x="1019231" y="61300"/>
                </a:lnTo>
                <a:lnTo>
                  <a:pt x="1019794" y="61079"/>
                </a:lnTo>
                <a:lnTo>
                  <a:pt x="1020367" y="60875"/>
                </a:lnTo>
                <a:lnTo>
                  <a:pt x="1020950" y="60689"/>
                </a:lnTo>
                <a:lnTo>
                  <a:pt x="1021543" y="60521"/>
                </a:lnTo>
                <a:lnTo>
                  <a:pt x="1022145" y="60371"/>
                </a:lnTo>
                <a:lnTo>
                  <a:pt x="1022758" y="60238"/>
                </a:lnTo>
                <a:lnTo>
                  <a:pt x="1023381" y="60123"/>
                </a:lnTo>
                <a:lnTo>
                  <a:pt x="1024013" y="60025"/>
                </a:lnTo>
                <a:lnTo>
                  <a:pt x="1024655" y="59946"/>
                </a:lnTo>
                <a:lnTo>
                  <a:pt x="1025308" y="59884"/>
                </a:lnTo>
                <a:lnTo>
                  <a:pt x="1025970" y="59839"/>
                </a:lnTo>
                <a:lnTo>
                  <a:pt x="1026642" y="59813"/>
                </a:lnTo>
                <a:lnTo>
                  <a:pt x="1027324" y="59804"/>
                </a:lnTo>
                <a:lnTo>
                  <a:pt x="1027997" y="59813"/>
                </a:lnTo>
                <a:lnTo>
                  <a:pt x="1028659" y="59838"/>
                </a:lnTo>
                <a:lnTo>
                  <a:pt x="1029310" y="59881"/>
                </a:lnTo>
                <a:lnTo>
                  <a:pt x="1029951" y="59941"/>
                </a:lnTo>
                <a:lnTo>
                  <a:pt x="1030580" y="60018"/>
                </a:lnTo>
                <a:lnTo>
                  <a:pt x="1031200" y="60112"/>
                </a:lnTo>
                <a:lnTo>
                  <a:pt x="1031808" y="60224"/>
                </a:lnTo>
                <a:lnTo>
                  <a:pt x="1032406" y="60352"/>
                </a:lnTo>
                <a:lnTo>
                  <a:pt x="1032993" y="60498"/>
                </a:lnTo>
                <a:lnTo>
                  <a:pt x="1033569" y="60661"/>
                </a:lnTo>
                <a:lnTo>
                  <a:pt x="1034135" y="60840"/>
                </a:lnTo>
                <a:lnTo>
                  <a:pt x="1034690" y="61037"/>
                </a:lnTo>
                <a:lnTo>
                  <a:pt x="1035234" y="61252"/>
                </a:lnTo>
                <a:lnTo>
                  <a:pt x="1035768" y="61483"/>
                </a:lnTo>
                <a:lnTo>
                  <a:pt x="1036291" y="61731"/>
                </a:lnTo>
                <a:lnTo>
                  <a:pt x="1036803" y="61997"/>
                </a:lnTo>
                <a:lnTo>
                  <a:pt x="1037305" y="62279"/>
                </a:lnTo>
                <a:lnTo>
                  <a:pt x="1037796" y="62579"/>
                </a:lnTo>
                <a:lnTo>
                  <a:pt x="1038276" y="62896"/>
                </a:lnTo>
                <a:lnTo>
                  <a:pt x="1038745" y="63230"/>
                </a:lnTo>
                <a:lnTo>
                  <a:pt x="1039204" y="63581"/>
                </a:lnTo>
                <a:lnTo>
                  <a:pt x="1039652" y="63949"/>
                </a:lnTo>
                <a:lnTo>
                  <a:pt x="1040090" y="64335"/>
                </a:lnTo>
                <a:lnTo>
                  <a:pt x="1040517" y="64737"/>
                </a:lnTo>
                <a:lnTo>
                  <a:pt x="1040929" y="65157"/>
                </a:lnTo>
                <a:lnTo>
                  <a:pt x="1041324" y="65595"/>
                </a:lnTo>
                <a:lnTo>
                  <a:pt x="1041702" y="66051"/>
                </a:lnTo>
                <a:lnTo>
                  <a:pt x="1042062" y="66525"/>
                </a:lnTo>
                <a:lnTo>
                  <a:pt x="1042404" y="67017"/>
                </a:lnTo>
                <a:lnTo>
                  <a:pt x="1042729" y="67526"/>
                </a:lnTo>
                <a:lnTo>
                  <a:pt x="1043036" y="68053"/>
                </a:lnTo>
                <a:lnTo>
                  <a:pt x="1043326" y="68599"/>
                </a:lnTo>
                <a:lnTo>
                  <a:pt x="1043598" y="69162"/>
                </a:lnTo>
                <a:lnTo>
                  <a:pt x="1043853" y="69743"/>
                </a:lnTo>
                <a:lnTo>
                  <a:pt x="1044090" y="70342"/>
                </a:lnTo>
                <a:lnTo>
                  <a:pt x="1044309" y="70959"/>
                </a:lnTo>
                <a:lnTo>
                  <a:pt x="1044511" y="71594"/>
                </a:lnTo>
                <a:lnTo>
                  <a:pt x="1044696" y="72246"/>
                </a:lnTo>
                <a:lnTo>
                  <a:pt x="1044862" y="72917"/>
                </a:lnTo>
                <a:lnTo>
                  <a:pt x="1045012" y="73605"/>
                </a:lnTo>
                <a:lnTo>
                  <a:pt x="1045143" y="74312"/>
                </a:lnTo>
                <a:lnTo>
                  <a:pt x="1045257" y="75036"/>
                </a:lnTo>
                <a:lnTo>
                  <a:pt x="1045354" y="75778"/>
                </a:lnTo>
                <a:lnTo>
                  <a:pt x="1045433" y="76538"/>
                </a:lnTo>
                <a:lnTo>
                  <a:pt x="1045494" y="77316"/>
                </a:lnTo>
                <a:lnTo>
                  <a:pt x="1045538" y="78112"/>
                </a:lnTo>
                <a:lnTo>
                  <a:pt x="1045565" y="78925"/>
                </a:lnTo>
                <a:lnTo>
                  <a:pt x="1045573" y="79757"/>
                </a:lnTo>
                <a:lnTo>
                  <a:pt x="1045564" y="80544"/>
                </a:lnTo>
                <a:lnTo>
                  <a:pt x="1045536" y="81315"/>
                </a:lnTo>
                <a:lnTo>
                  <a:pt x="1045488" y="82070"/>
                </a:lnTo>
                <a:lnTo>
                  <a:pt x="1045422" y="82810"/>
                </a:lnTo>
                <a:lnTo>
                  <a:pt x="1045337" y="83533"/>
                </a:lnTo>
                <a:lnTo>
                  <a:pt x="1045233" y="84241"/>
                </a:lnTo>
                <a:lnTo>
                  <a:pt x="1045111" y="84933"/>
                </a:lnTo>
                <a:lnTo>
                  <a:pt x="1044969" y="85610"/>
                </a:lnTo>
                <a:lnTo>
                  <a:pt x="1044808" y="86270"/>
                </a:lnTo>
                <a:lnTo>
                  <a:pt x="1044629" y="86915"/>
                </a:lnTo>
                <a:lnTo>
                  <a:pt x="1044430" y="87544"/>
                </a:lnTo>
                <a:lnTo>
                  <a:pt x="1044213" y="88157"/>
                </a:lnTo>
                <a:lnTo>
                  <a:pt x="1043977" y="88754"/>
                </a:lnTo>
                <a:lnTo>
                  <a:pt x="1043722" y="89336"/>
                </a:lnTo>
                <a:lnTo>
                  <a:pt x="1043448" y="89901"/>
                </a:lnTo>
                <a:lnTo>
                  <a:pt x="1043155" y="90451"/>
                </a:lnTo>
                <a:lnTo>
                  <a:pt x="1042843" y="90985"/>
                </a:lnTo>
                <a:lnTo>
                  <a:pt x="1042512" y="91504"/>
                </a:lnTo>
                <a:lnTo>
                  <a:pt x="1042163" y="92006"/>
                </a:lnTo>
                <a:lnTo>
                  <a:pt x="1041794" y="92493"/>
                </a:lnTo>
                <a:lnTo>
                  <a:pt x="1041407" y="92964"/>
                </a:lnTo>
                <a:lnTo>
                  <a:pt x="1041001" y="93419"/>
                </a:lnTo>
                <a:lnTo>
                  <a:pt x="1040576" y="93859"/>
                </a:lnTo>
                <a:lnTo>
                  <a:pt x="1040132" y="94282"/>
                </a:lnTo>
                <a:lnTo>
                  <a:pt x="1039674" y="94689"/>
                </a:lnTo>
                <a:lnTo>
                  <a:pt x="1039206" y="95079"/>
                </a:lnTo>
                <a:lnTo>
                  <a:pt x="1038729" y="95451"/>
                </a:lnTo>
                <a:lnTo>
                  <a:pt x="1038243" y="95806"/>
                </a:lnTo>
                <a:lnTo>
                  <a:pt x="1037747" y="96144"/>
                </a:lnTo>
                <a:lnTo>
                  <a:pt x="1037243" y="96464"/>
                </a:lnTo>
                <a:lnTo>
                  <a:pt x="1036728" y="96768"/>
                </a:lnTo>
                <a:lnTo>
                  <a:pt x="1036205" y="97053"/>
                </a:lnTo>
                <a:lnTo>
                  <a:pt x="1035672" y="97322"/>
                </a:lnTo>
                <a:lnTo>
                  <a:pt x="1035129" y="97573"/>
                </a:lnTo>
                <a:lnTo>
                  <a:pt x="1034578" y="97807"/>
                </a:lnTo>
                <a:lnTo>
                  <a:pt x="1034017" y="98023"/>
                </a:lnTo>
                <a:lnTo>
                  <a:pt x="1033446" y="98222"/>
                </a:lnTo>
                <a:lnTo>
                  <a:pt x="1032867" y="98404"/>
                </a:lnTo>
                <a:lnTo>
                  <a:pt x="1032277" y="98569"/>
                </a:lnTo>
                <a:lnTo>
                  <a:pt x="1031679" y="98716"/>
                </a:lnTo>
                <a:lnTo>
                  <a:pt x="1031071" y="98846"/>
                </a:lnTo>
                <a:lnTo>
                  <a:pt x="1030454" y="98959"/>
                </a:lnTo>
                <a:lnTo>
                  <a:pt x="1029828" y="99054"/>
                </a:lnTo>
                <a:lnTo>
                  <a:pt x="1029192" y="99132"/>
                </a:lnTo>
                <a:lnTo>
                  <a:pt x="1028547" y="99192"/>
                </a:lnTo>
                <a:lnTo>
                  <a:pt x="1027892" y="99236"/>
                </a:lnTo>
                <a:lnTo>
                  <a:pt x="1027228" y="99262"/>
                </a:lnTo>
                <a:lnTo>
                  <a:pt x="1026555" y="99270"/>
                </a:lnTo>
                <a:lnTo>
                  <a:pt x="1025962" y="99262"/>
                </a:lnTo>
                <a:lnTo>
                  <a:pt x="1025375" y="99236"/>
                </a:lnTo>
                <a:lnTo>
                  <a:pt x="1024793" y="99193"/>
                </a:lnTo>
                <a:lnTo>
                  <a:pt x="1024217" y="99133"/>
                </a:lnTo>
                <a:lnTo>
                  <a:pt x="1023647" y="99056"/>
                </a:lnTo>
                <a:close/>
                <a:moveTo>
                  <a:pt x="1023045" y="174073"/>
                </a:moveTo>
                <a:lnTo>
                  <a:pt x="1022109" y="173997"/>
                </a:lnTo>
                <a:lnTo>
                  <a:pt x="1021199" y="173907"/>
                </a:lnTo>
                <a:lnTo>
                  <a:pt x="1020313" y="173804"/>
                </a:lnTo>
                <a:lnTo>
                  <a:pt x="1019452" y="173686"/>
                </a:lnTo>
                <a:lnTo>
                  <a:pt x="1018616" y="173555"/>
                </a:lnTo>
                <a:lnTo>
                  <a:pt x="1017805" y="173410"/>
                </a:lnTo>
                <a:lnTo>
                  <a:pt x="1017018" y="173252"/>
                </a:lnTo>
                <a:lnTo>
                  <a:pt x="1016256" y="173079"/>
                </a:lnTo>
                <a:lnTo>
                  <a:pt x="1015520" y="172893"/>
                </a:lnTo>
                <a:lnTo>
                  <a:pt x="1014807" y="172693"/>
                </a:lnTo>
                <a:lnTo>
                  <a:pt x="1014120" y="172479"/>
                </a:lnTo>
                <a:lnTo>
                  <a:pt x="1013458" y="172251"/>
                </a:lnTo>
                <a:lnTo>
                  <a:pt x="1012820" y="172009"/>
                </a:lnTo>
                <a:lnTo>
                  <a:pt x="1012207" y="171754"/>
                </a:lnTo>
                <a:lnTo>
                  <a:pt x="1011619" y="171485"/>
                </a:lnTo>
                <a:lnTo>
                  <a:pt x="1011056" y="171202"/>
                </a:lnTo>
                <a:lnTo>
                  <a:pt x="1010518" y="170905"/>
                </a:lnTo>
                <a:lnTo>
                  <a:pt x="1010004" y="170595"/>
                </a:lnTo>
                <a:lnTo>
                  <a:pt x="1009515" y="170271"/>
                </a:lnTo>
                <a:lnTo>
                  <a:pt x="1009049" y="169938"/>
                </a:lnTo>
                <a:lnTo>
                  <a:pt x="1008602" y="169603"/>
                </a:lnTo>
                <a:lnTo>
                  <a:pt x="1008175" y="169266"/>
                </a:lnTo>
                <a:lnTo>
                  <a:pt x="1007768" y="168927"/>
                </a:lnTo>
                <a:lnTo>
                  <a:pt x="1007381" y="168585"/>
                </a:lnTo>
                <a:lnTo>
                  <a:pt x="1007014" y="168241"/>
                </a:lnTo>
                <a:lnTo>
                  <a:pt x="1006667" y="167895"/>
                </a:lnTo>
                <a:lnTo>
                  <a:pt x="1006339" y="167547"/>
                </a:lnTo>
                <a:lnTo>
                  <a:pt x="1006032" y="167196"/>
                </a:lnTo>
                <a:lnTo>
                  <a:pt x="1005744" y="166842"/>
                </a:lnTo>
                <a:lnTo>
                  <a:pt x="1005476" y="166487"/>
                </a:lnTo>
                <a:lnTo>
                  <a:pt x="1005228" y="166129"/>
                </a:lnTo>
                <a:lnTo>
                  <a:pt x="1004999" y="165769"/>
                </a:lnTo>
                <a:lnTo>
                  <a:pt x="1004791" y="165406"/>
                </a:lnTo>
                <a:lnTo>
                  <a:pt x="1004602" y="165042"/>
                </a:lnTo>
                <a:lnTo>
                  <a:pt x="1004434" y="164675"/>
                </a:lnTo>
                <a:lnTo>
                  <a:pt x="1004285" y="164305"/>
                </a:lnTo>
                <a:lnTo>
                  <a:pt x="1004156" y="163933"/>
                </a:lnTo>
                <a:lnTo>
                  <a:pt x="1004047" y="163559"/>
                </a:lnTo>
                <a:lnTo>
                  <a:pt x="1003957" y="163183"/>
                </a:lnTo>
                <a:lnTo>
                  <a:pt x="1003888" y="162804"/>
                </a:lnTo>
                <a:lnTo>
                  <a:pt x="1003838" y="162423"/>
                </a:lnTo>
                <a:lnTo>
                  <a:pt x="1003808" y="162040"/>
                </a:lnTo>
                <a:lnTo>
                  <a:pt x="1003799" y="161654"/>
                </a:lnTo>
                <a:lnTo>
                  <a:pt x="1003803" y="161325"/>
                </a:lnTo>
                <a:lnTo>
                  <a:pt x="1003817" y="160998"/>
                </a:lnTo>
                <a:lnTo>
                  <a:pt x="1003841" y="160675"/>
                </a:lnTo>
                <a:lnTo>
                  <a:pt x="1003873" y="160356"/>
                </a:lnTo>
                <a:lnTo>
                  <a:pt x="1003915" y="160039"/>
                </a:lnTo>
                <a:lnTo>
                  <a:pt x="1003967" y="159726"/>
                </a:lnTo>
                <a:lnTo>
                  <a:pt x="1004028" y="159416"/>
                </a:lnTo>
                <a:lnTo>
                  <a:pt x="1004098" y="159109"/>
                </a:lnTo>
                <a:lnTo>
                  <a:pt x="1004177" y="158805"/>
                </a:lnTo>
                <a:lnTo>
                  <a:pt x="1004266" y="158505"/>
                </a:lnTo>
                <a:lnTo>
                  <a:pt x="1004364" y="158208"/>
                </a:lnTo>
                <a:lnTo>
                  <a:pt x="1004472" y="157914"/>
                </a:lnTo>
                <a:lnTo>
                  <a:pt x="1004589" y="157624"/>
                </a:lnTo>
                <a:lnTo>
                  <a:pt x="1004715" y="157336"/>
                </a:lnTo>
                <a:lnTo>
                  <a:pt x="1004851" y="157052"/>
                </a:lnTo>
                <a:lnTo>
                  <a:pt x="1004996" y="156772"/>
                </a:lnTo>
                <a:lnTo>
                  <a:pt x="1005150" y="156494"/>
                </a:lnTo>
                <a:lnTo>
                  <a:pt x="1005314" y="156220"/>
                </a:lnTo>
                <a:lnTo>
                  <a:pt x="1005487" y="155949"/>
                </a:lnTo>
                <a:lnTo>
                  <a:pt x="1005669" y="155681"/>
                </a:lnTo>
                <a:lnTo>
                  <a:pt x="1005861" y="155417"/>
                </a:lnTo>
                <a:lnTo>
                  <a:pt x="1006062" y="155155"/>
                </a:lnTo>
                <a:lnTo>
                  <a:pt x="1006272" y="154897"/>
                </a:lnTo>
                <a:lnTo>
                  <a:pt x="1006492" y="154643"/>
                </a:lnTo>
                <a:lnTo>
                  <a:pt x="1006719" y="154392"/>
                </a:lnTo>
                <a:lnTo>
                  <a:pt x="1006952" y="154146"/>
                </a:lnTo>
                <a:lnTo>
                  <a:pt x="1007190" y="153905"/>
                </a:lnTo>
                <a:lnTo>
                  <a:pt x="1007434" y="153669"/>
                </a:lnTo>
                <a:lnTo>
                  <a:pt x="1007683" y="153437"/>
                </a:lnTo>
                <a:lnTo>
                  <a:pt x="1007938" y="153211"/>
                </a:lnTo>
                <a:lnTo>
                  <a:pt x="1008199" y="152989"/>
                </a:lnTo>
                <a:lnTo>
                  <a:pt x="1008465" y="152772"/>
                </a:lnTo>
                <a:lnTo>
                  <a:pt x="1008736" y="152559"/>
                </a:lnTo>
                <a:lnTo>
                  <a:pt x="1009013" y="152352"/>
                </a:lnTo>
                <a:lnTo>
                  <a:pt x="1009296" y="152149"/>
                </a:lnTo>
                <a:lnTo>
                  <a:pt x="1009584" y="151951"/>
                </a:lnTo>
                <a:lnTo>
                  <a:pt x="1009877" y="151758"/>
                </a:lnTo>
                <a:lnTo>
                  <a:pt x="1010177" y="151570"/>
                </a:lnTo>
                <a:lnTo>
                  <a:pt x="1010481" y="151386"/>
                </a:lnTo>
                <a:lnTo>
                  <a:pt x="1010792" y="151207"/>
                </a:lnTo>
                <a:lnTo>
                  <a:pt x="1011107" y="151033"/>
                </a:lnTo>
                <a:lnTo>
                  <a:pt x="1011429" y="150864"/>
                </a:lnTo>
                <a:lnTo>
                  <a:pt x="1011756" y="150700"/>
                </a:lnTo>
                <a:lnTo>
                  <a:pt x="1012088" y="150540"/>
                </a:lnTo>
                <a:lnTo>
                  <a:pt x="1012426" y="150385"/>
                </a:lnTo>
                <a:lnTo>
                  <a:pt x="1012769" y="150235"/>
                </a:lnTo>
                <a:lnTo>
                  <a:pt x="1013118" y="150090"/>
                </a:lnTo>
                <a:lnTo>
                  <a:pt x="1013473" y="149950"/>
                </a:lnTo>
                <a:lnTo>
                  <a:pt x="1033041" y="149950"/>
                </a:lnTo>
                <a:lnTo>
                  <a:pt x="1033704" y="149952"/>
                </a:lnTo>
                <a:lnTo>
                  <a:pt x="1034356" y="149959"/>
                </a:lnTo>
                <a:lnTo>
                  <a:pt x="1034997" y="149971"/>
                </a:lnTo>
                <a:lnTo>
                  <a:pt x="1035628" y="149987"/>
                </a:lnTo>
                <a:lnTo>
                  <a:pt x="1036246" y="150007"/>
                </a:lnTo>
                <a:lnTo>
                  <a:pt x="1036854" y="150033"/>
                </a:lnTo>
                <a:lnTo>
                  <a:pt x="1037451" y="150062"/>
                </a:lnTo>
                <a:lnTo>
                  <a:pt x="1038037" y="150097"/>
                </a:lnTo>
                <a:lnTo>
                  <a:pt x="1038612" y="150136"/>
                </a:lnTo>
                <a:lnTo>
                  <a:pt x="1039175" y="150180"/>
                </a:lnTo>
                <a:lnTo>
                  <a:pt x="1039728" y="150228"/>
                </a:lnTo>
                <a:lnTo>
                  <a:pt x="1040269" y="150281"/>
                </a:lnTo>
                <a:lnTo>
                  <a:pt x="1040800" y="150338"/>
                </a:lnTo>
                <a:lnTo>
                  <a:pt x="1041319" y="150400"/>
                </a:lnTo>
                <a:lnTo>
                  <a:pt x="1041827" y="150467"/>
                </a:lnTo>
                <a:lnTo>
                  <a:pt x="1042324" y="150538"/>
                </a:lnTo>
                <a:lnTo>
                  <a:pt x="1042810" y="150614"/>
                </a:lnTo>
                <a:lnTo>
                  <a:pt x="1043285" y="150694"/>
                </a:lnTo>
                <a:lnTo>
                  <a:pt x="1043749" y="150779"/>
                </a:lnTo>
                <a:lnTo>
                  <a:pt x="1044202" y="150868"/>
                </a:lnTo>
                <a:lnTo>
                  <a:pt x="1044644" y="150963"/>
                </a:lnTo>
                <a:lnTo>
                  <a:pt x="1045075" y="151061"/>
                </a:lnTo>
                <a:lnTo>
                  <a:pt x="1045495" y="151165"/>
                </a:lnTo>
                <a:lnTo>
                  <a:pt x="1045903" y="151273"/>
                </a:lnTo>
                <a:lnTo>
                  <a:pt x="1046302" y="151385"/>
                </a:lnTo>
                <a:lnTo>
                  <a:pt x="1046690" y="151501"/>
                </a:lnTo>
                <a:lnTo>
                  <a:pt x="1047070" y="151621"/>
                </a:lnTo>
                <a:lnTo>
                  <a:pt x="1047439" y="151745"/>
                </a:lnTo>
                <a:lnTo>
                  <a:pt x="1047799" y="151873"/>
                </a:lnTo>
                <a:lnTo>
                  <a:pt x="1048150" y="152005"/>
                </a:lnTo>
                <a:lnTo>
                  <a:pt x="1048491" y="152140"/>
                </a:lnTo>
                <a:lnTo>
                  <a:pt x="1048823" y="152279"/>
                </a:lnTo>
                <a:lnTo>
                  <a:pt x="1049145" y="152422"/>
                </a:lnTo>
                <a:lnTo>
                  <a:pt x="1049457" y="152569"/>
                </a:lnTo>
                <a:lnTo>
                  <a:pt x="1049760" y="152720"/>
                </a:lnTo>
                <a:lnTo>
                  <a:pt x="1050053" y="152874"/>
                </a:lnTo>
                <a:lnTo>
                  <a:pt x="1050337" y="153033"/>
                </a:lnTo>
                <a:lnTo>
                  <a:pt x="1050611" y="153195"/>
                </a:lnTo>
                <a:lnTo>
                  <a:pt x="1050876" y="153361"/>
                </a:lnTo>
                <a:lnTo>
                  <a:pt x="1051131" y="153531"/>
                </a:lnTo>
                <a:lnTo>
                  <a:pt x="1051377" y="153704"/>
                </a:lnTo>
                <a:lnTo>
                  <a:pt x="1051613" y="153882"/>
                </a:lnTo>
                <a:lnTo>
                  <a:pt x="1051840" y="154063"/>
                </a:lnTo>
                <a:lnTo>
                  <a:pt x="1052057" y="154248"/>
                </a:lnTo>
                <a:lnTo>
                  <a:pt x="1052264" y="154437"/>
                </a:lnTo>
                <a:lnTo>
                  <a:pt x="1052462" y="154630"/>
                </a:lnTo>
                <a:lnTo>
                  <a:pt x="1052650" y="154827"/>
                </a:lnTo>
                <a:lnTo>
                  <a:pt x="1052829" y="155027"/>
                </a:lnTo>
                <a:lnTo>
                  <a:pt x="1053000" y="155232"/>
                </a:lnTo>
                <a:lnTo>
                  <a:pt x="1053163" y="155441"/>
                </a:lnTo>
                <a:lnTo>
                  <a:pt x="1053319" y="155653"/>
                </a:lnTo>
                <a:lnTo>
                  <a:pt x="1053467" y="155869"/>
                </a:lnTo>
                <a:lnTo>
                  <a:pt x="1053609" y="156089"/>
                </a:lnTo>
                <a:lnTo>
                  <a:pt x="1053743" y="156313"/>
                </a:lnTo>
                <a:lnTo>
                  <a:pt x="1053870" y="156540"/>
                </a:lnTo>
                <a:lnTo>
                  <a:pt x="1053990" y="156772"/>
                </a:lnTo>
                <a:lnTo>
                  <a:pt x="1054102" y="157007"/>
                </a:lnTo>
                <a:lnTo>
                  <a:pt x="1054207" y="157246"/>
                </a:lnTo>
                <a:lnTo>
                  <a:pt x="1054305" y="157489"/>
                </a:lnTo>
                <a:lnTo>
                  <a:pt x="1054396" y="157735"/>
                </a:lnTo>
                <a:lnTo>
                  <a:pt x="1054479" y="157986"/>
                </a:lnTo>
                <a:lnTo>
                  <a:pt x="1054555" y="158240"/>
                </a:lnTo>
                <a:lnTo>
                  <a:pt x="1054624" y="158499"/>
                </a:lnTo>
                <a:lnTo>
                  <a:pt x="1054686" y="158761"/>
                </a:lnTo>
                <a:lnTo>
                  <a:pt x="1054740" y="159027"/>
                </a:lnTo>
                <a:lnTo>
                  <a:pt x="1054787" y="159296"/>
                </a:lnTo>
                <a:lnTo>
                  <a:pt x="1054827" y="159570"/>
                </a:lnTo>
                <a:lnTo>
                  <a:pt x="1054860" y="159847"/>
                </a:lnTo>
                <a:lnTo>
                  <a:pt x="1054885" y="160128"/>
                </a:lnTo>
                <a:lnTo>
                  <a:pt x="1054903" y="160413"/>
                </a:lnTo>
                <a:lnTo>
                  <a:pt x="1054914" y="160702"/>
                </a:lnTo>
                <a:lnTo>
                  <a:pt x="1054918" y="160995"/>
                </a:lnTo>
                <a:lnTo>
                  <a:pt x="1054907" y="161452"/>
                </a:lnTo>
                <a:lnTo>
                  <a:pt x="1054876" y="161903"/>
                </a:lnTo>
                <a:lnTo>
                  <a:pt x="1054823" y="162349"/>
                </a:lnTo>
                <a:lnTo>
                  <a:pt x="1054750" y="162789"/>
                </a:lnTo>
                <a:lnTo>
                  <a:pt x="1054655" y="163223"/>
                </a:lnTo>
                <a:lnTo>
                  <a:pt x="1054540" y="163652"/>
                </a:lnTo>
                <a:lnTo>
                  <a:pt x="1054403" y="164074"/>
                </a:lnTo>
                <a:lnTo>
                  <a:pt x="1054246" y="164491"/>
                </a:lnTo>
                <a:lnTo>
                  <a:pt x="1054068" y="164903"/>
                </a:lnTo>
                <a:lnTo>
                  <a:pt x="1053868" y="165308"/>
                </a:lnTo>
                <a:lnTo>
                  <a:pt x="1053648" y="165708"/>
                </a:lnTo>
                <a:lnTo>
                  <a:pt x="1053406" y="166102"/>
                </a:lnTo>
                <a:lnTo>
                  <a:pt x="1053144" y="166490"/>
                </a:lnTo>
                <a:lnTo>
                  <a:pt x="1052860" y="166872"/>
                </a:lnTo>
                <a:lnTo>
                  <a:pt x="1052556" y="167249"/>
                </a:lnTo>
                <a:lnTo>
                  <a:pt x="1052231" y="167620"/>
                </a:lnTo>
                <a:lnTo>
                  <a:pt x="1051884" y="167985"/>
                </a:lnTo>
                <a:lnTo>
                  <a:pt x="1051517" y="168345"/>
                </a:lnTo>
                <a:lnTo>
                  <a:pt x="1051128" y="168698"/>
                </a:lnTo>
                <a:lnTo>
                  <a:pt x="1050719" y="169046"/>
                </a:lnTo>
                <a:lnTo>
                  <a:pt x="1050289" y="169388"/>
                </a:lnTo>
                <a:lnTo>
                  <a:pt x="1049837" y="169725"/>
                </a:lnTo>
                <a:lnTo>
                  <a:pt x="1049365" y="170055"/>
                </a:lnTo>
                <a:lnTo>
                  <a:pt x="1048871" y="170380"/>
                </a:lnTo>
                <a:lnTo>
                  <a:pt x="1048353" y="170696"/>
                </a:lnTo>
                <a:lnTo>
                  <a:pt x="1047803" y="170998"/>
                </a:lnTo>
                <a:lnTo>
                  <a:pt x="1047224" y="171286"/>
                </a:lnTo>
                <a:lnTo>
                  <a:pt x="1046615" y="171561"/>
                </a:lnTo>
                <a:lnTo>
                  <a:pt x="1045975" y="171823"/>
                </a:lnTo>
                <a:lnTo>
                  <a:pt x="1045306" y="172071"/>
                </a:lnTo>
                <a:lnTo>
                  <a:pt x="1044606" y="172306"/>
                </a:lnTo>
                <a:lnTo>
                  <a:pt x="1043876" y="172528"/>
                </a:lnTo>
                <a:lnTo>
                  <a:pt x="1043115" y="172736"/>
                </a:lnTo>
                <a:lnTo>
                  <a:pt x="1042325" y="172930"/>
                </a:lnTo>
                <a:lnTo>
                  <a:pt x="1041505" y="173111"/>
                </a:lnTo>
                <a:lnTo>
                  <a:pt x="1040654" y="173279"/>
                </a:lnTo>
                <a:lnTo>
                  <a:pt x="1039773" y="173433"/>
                </a:lnTo>
                <a:lnTo>
                  <a:pt x="1038862" y="173574"/>
                </a:lnTo>
                <a:lnTo>
                  <a:pt x="1037921" y="173702"/>
                </a:lnTo>
                <a:lnTo>
                  <a:pt x="1036950" y="173816"/>
                </a:lnTo>
                <a:lnTo>
                  <a:pt x="1035948" y="173917"/>
                </a:lnTo>
                <a:lnTo>
                  <a:pt x="1034917" y="174004"/>
                </a:lnTo>
                <a:lnTo>
                  <a:pt x="1033855" y="174078"/>
                </a:lnTo>
                <a:lnTo>
                  <a:pt x="1032763" y="174138"/>
                </a:lnTo>
                <a:lnTo>
                  <a:pt x="1031641" y="174185"/>
                </a:lnTo>
                <a:lnTo>
                  <a:pt x="1030489" y="174218"/>
                </a:lnTo>
                <a:lnTo>
                  <a:pt x="1029306" y="174239"/>
                </a:lnTo>
                <a:lnTo>
                  <a:pt x="1028094" y="174245"/>
                </a:lnTo>
                <a:lnTo>
                  <a:pt x="1027035" y="174238"/>
                </a:lnTo>
                <a:lnTo>
                  <a:pt x="1026000" y="174218"/>
                </a:lnTo>
                <a:lnTo>
                  <a:pt x="1024990" y="174183"/>
                </a:lnTo>
                <a:lnTo>
                  <a:pt x="1024005" y="174135"/>
                </a:lnTo>
                <a:lnTo>
                  <a:pt x="1023045" y="174073"/>
                </a:lnTo>
                <a:close/>
                <a:moveTo>
                  <a:pt x="884995" y="77312"/>
                </a:moveTo>
                <a:lnTo>
                  <a:pt x="885394" y="76834"/>
                </a:lnTo>
                <a:lnTo>
                  <a:pt x="885798" y="76362"/>
                </a:lnTo>
                <a:lnTo>
                  <a:pt x="886208" y="75896"/>
                </a:lnTo>
                <a:lnTo>
                  <a:pt x="886623" y="75437"/>
                </a:lnTo>
                <a:lnTo>
                  <a:pt x="887044" y="74984"/>
                </a:lnTo>
                <a:lnTo>
                  <a:pt x="887470" y="74537"/>
                </a:lnTo>
                <a:lnTo>
                  <a:pt x="887902" y="74096"/>
                </a:lnTo>
                <a:lnTo>
                  <a:pt x="888339" y="73661"/>
                </a:lnTo>
                <a:lnTo>
                  <a:pt x="888782" y="73233"/>
                </a:lnTo>
                <a:lnTo>
                  <a:pt x="889231" y="72811"/>
                </a:lnTo>
                <a:lnTo>
                  <a:pt x="889685" y="72395"/>
                </a:lnTo>
                <a:lnTo>
                  <a:pt x="890144" y="71985"/>
                </a:lnTo>
                <a:lnTo>
                  <a:pt x="890609" y="71581"/>
                </a:lnTo>
                <a:lnTo>
                  <a:pt x="891080" y="71184"/>
                </a:lnTo>
                <a:lnTo>
                  <a:pt x="891556" y="70793"/>
                </a:lnTo>
                <a:lnTo>
                  <a:pt x="892037" y="70408"/>
                </a:lnTo>
                <a:lnTo>
                  <a:pt x="892525" y="70029"/>
                </a:lnTo>
                <a:lnTo>
                  <a:pt x="893017" y="69656"/>
                </a:lnTo>
                <a:lnTo>
                  <a:pt x="893515" y="69290"/>
                </a:lnTo>
                <a:lnTo>
                  <a:pt x="894019" y="68930"/>
                </a:lnTo>
                <a:lnTo>
                  <a:pt x="894529" y="68576"/>
                </a:lnTo>
                <a:lnTo>
                  <a:pt x="895043" y="68228"/>
                </a:lnTo>
                <a:lnTo>
                  <a:pt x="895565" y="67890"/>
                </a:lnTo>
                <a:lnTo>
                  <a:pt x="896096" y="67567"/>
                </a:lnTo>
                <a:lnTo>
                  <a:pt x="896635" y="67258"/>
                </a:lnTo>
                <a:lnTo>
                  <a:pt x="897183" y="66964"/>
                </a:lnTo>
                <a:lnTo>
                  <a:pt x="897739" y="66684"/>
                </a:lnTo>
                <a:lnTo>
                  <a:pt x="898304" y="66418"/>
                </a:lnTo>
                <a:lnTo>
                  <a:pt x="898877" y="66167"/>
                </a:lnTo>
                <a:lnTo>
                  <a:pt x="899459" y="65930"/>
                </a:lnTo>
                <a:lnTo>
                  <a:pt x="900050" y="65707"/>
                </a:lnTo>
                <a:lnTo>
                  <a:pt x="900649" y="65499"/>
                </a:lnTo>
                <a:lnTo>
                  <a:pt x="901257" y="65305"/>
                </a:lnTo>
                <a:lnTo>
                  <a:pt x="901873" y="65126"/>
                </a:lnTo>
                <a:lnTo>
                  <a:pt x="902498" y="64960"/>
                </a:lnTo>
                <a:lnTo>
                  <a:pt x="903132" y="64810"/>
                </a:lnTo>
                <a:lnTo>
                  <a:pt x="903774" y="64673"/>
                </a:lnTo>
                <a:lnTo>
                  <a:pt x="904424" y="64551"/>
                </a:lnTo>
                <a:lnTo>
                  <a:pt x="905084" y="64443"/>
                </a:lnTo>
                <a:lnTo>
                  <a:pt x="905752" y="64350"/>
                </a:lnTo>
                <a:lnTo>
                  <a:pt x="906428" y="64271"/>
                </a:lnTo>
                <a:lnTo>
                  <a:pt x="907113" y="64206"/>
                </a:lnTo>
                <a:lnTo>
                  <a:pt x="907807" y="64156"/>
                </a:lnTo>
                <a:lnTo>
                  <a:pt x="908509" y="64120"/>
                </a:lnTo>
                <a:lnTo>
                  <a:pt x="909220" y="64099"/>
                </a:lnTo>
                <a:lnTo>
                  <a:pt x="909939" y="64091"/>
                </a:lnTo>
                <a:lnTo>
                  <a:pt x="910421" y="64096"/>
                </a:lnTo>
                <a:lnTo>
                  <a:pt x="910895" y="64109"/>
                </a:lnTo>
                <a:lnTo>
                  <a:pt x="911361" y="64130"/>
                </a:lnTo>
                <a:lnTo>
                  <a:pt x="911819" y="64160"/>
                </a:lnTo>
                <a:lnTo>
                  <a:pt x="912269" y="64198"/>
                </a:lnTo>
                <a:lnTo>
                  <a:pt x="912712" y="64245"/>
                </a:lnTo>
                <a:lnTo>
                  <a:pt x="913147" y="64301"/>
                </a:lnTo>
                <a:lnTo>
                  <a:pt x="913573" y="64365"/>
                </a:lnTo>
                <a:lnTo>
                  <a:pt x="913992" y="64437"/>
                </a:lnTo>
                <a:lnTo>
                  <a:pt x="914404" y="64519"/>
                </a:lnTo>
                <a:lnTo>
                  <a:pt x="914807" y="64608"/>
                </a:lnTo>
                <a:lnTo>
                  <a:pt x="915203" y="64706"/>
                </a:lnTo>
                <a:lnTo>
                  <a:pt x="915590" y="64813"/>
                </a:lnTo>
                <a:lnTo>
                  <a:pt x="915970" y="64928"/>
                </a:lnTo>
                <a:lnTo>
                  <a:pt x="916342" y="65052"/>
                </a:lnTo>
                <a:lnTo>
                  <a:pt x="916706" y="65185"/>
                </a:lnTo>
                <a:lnTo>
                  <a:pt x="917063" y="65326"/>
                </a:lnTo>
                <a:lnTo>
                  <a:pt x="917411" y="65475"/>
                </a:lnTo>
                <a:lnTo>
                  <a:pt x="917752" y="65633"/>
                </a:lnTo>
                <a:lnTo>
                  <a:pt x="918085" y="65800"/>
                </a:lnTo>
                <a:lnTo>
                  <a:pt x="918410" y="65975"/>
                </a:lnTo>
                <a:lnTo>
                  <a:pt x="918728" y="66158"/>
                </a:lnTo>
                <a:lnTo>
                  <a:pt x="919037" y="66351"/>
                </a:lnTo>
                <a:lnTo>
                  <a:pt x="919339" y="66551"/>
                </a:lnTo>
                <a:lnTo>
                  <a:pt x="919633" y="66760"/>
                </a:lnTo>
                <a:lnTo>
                  <a:pt x="919921" y="66975"/>
                </a:lnTo>
                <a:lnTo>
                  <a:pt x="920202" y="67198"/>
                </a:lnTo>
                <a:lnTo>
                  <a:pt x="920476" y="67427"/>
                </a:lnTo>
                <a:lnTo>
                  <a:pt x="920744" y="67663"/>
                </a:lnTo>
                <a:lnTo>
                  <a:pt x="921005" y="67907"/>
                </a:lnTo>
                <a:lnTo>
                  <a:pt x="921259" y="68157"/>
                </a:lnTo>
                <a:lnTo>
                  <a:pt x="921507" y="68414"/>
                </a:lnTo>
                <a:lnTo>
                  <a:pt x="921748" y="68679"/>
                </a:lnTo>
                <a:lnTo>
                  <a:pt x="921982" y="68950"/>
                </a:lnTo>
                <a:lnTo>
                  <a:pt x="922210" y="69228"/>
                </a:lnTo>
                <a:lnTo>
                  <a:pt x="922431" y="69513"/>
                </a:lnTo>
                <a:lnTo>
                  <a:pt x="922645" y="69806"/>
                </a:lnTo>
                <a:lnTo>
                  <a:pt x="922852" y="70105"/>
                </a:lnTo>
                <a:lnTo>
                  <a:pt x="923053" y="70411"/>
                </a:lnTo>
                <a:lnTo>
                  <a:pt x="923248" y="70724"/>
                </a:lnTo>
                <a:lnTo>
                  <a:pt x="923435" y="71044"/>
                </a:lnTo>
                <a:lnTo>
                  <a:pt x="923616" y="71371"/>
                </a:lnTo>
                <a:lnTo>
                  <a:pt x="923790" y="71705"/>
                </a:lnTo>
                <a:lnTo>
                  <a:pt x="923958" y="72047"/>
                </a:lnTo>
                <a:lnTo>
                  <a:pt x="924118" y="72395"/>
                </a:lnTo>
                <a:lnTo>
                  <a:pt x="924272" y="72750"/>
                </a:lnTo>
                <a:lnTo>
                  <a:pt x="924420" y="73112"/>
                </a:lnTo>
                <a:lnTo>
                  <a:pt x="924561" y="73481"/>
                </a:lnTo>
                <a:lnTo>
                  <a:pt x="924695" y="73856"/>
                </a:lnTo>
                <a:lnTo>
                  <a:pt x="924824" y="74236"/>
                </a:lnTo>
                <a:lnTo>
                  <a:pt x="924947" y="74621"/>
                </a:lnTo>
                <a:lnTo>
                  <a:pt x="925065" y="75011"/>
                </a:lnTo>
                <a:lnTo>
                  <a:pt x="925176" y="75406"/>
                </a:lnTo>
                <a:lnTo>
                  <a:pt x="925282" y="75806"/>
                </a:lnTo>
                <a:lnTo>
                  <a:pt x="925382" y="76212"/>
                </a:lnTo>
                <a:lnTo>
                  <a:pt x="925477" y="76622"/>
                </a:lnTo>
                <a:lnTo>
                  <a:pt x="925566" y="77038"/>
                </a:lnTo>
                <a:lnTo>
                  <a:pt x="925649" y="77458"/>
                </a:lnTo>
                <a:lnTo>
                  <a:pt x="925726" y="77884"/>
                </a:lnTo>
                <a:lnTo>
                  <a:pt x="925797" y="78314"/>
                </a:lnTo>
                <a:lnTo>
                  <a:pt x="925863" y="78750"/>
                </a:lnTo>
                <a:lnTo>
                  <a:pt x="925923" y="79191"/>
                </a:lnTo>
                <a:lnTo>
                  <a:pt x="925978" y="79636"/>
                </a:lnTo>
                <a:lnTo>
                  <a:pt x="926026" y="80087"/>
                </a:lnTo>
                <a:lnTo>
                  <a:pt x="926069" y="80543"/>
                </a:lnTo>
                <a:lnTo>
                  <a:pt x="926107" y="81004"/>
                </a:lnTo>
                <a:lnTo>
                  <a:pt x="926138" y="81470"/>
                </a:lnTo>
                <a:lnTo>
                  <a:pt x="926164" y="81941"/>
                </a:lnTo>
                <a:lnTo>
                  <a:pt x="926184" y="82417"/>
                </a:lnTo>
                <a:lnTo>
                  <a:pt x="926198" y="82899"/>
                </a:lnTo>
                <a:lnTo>
                  <a:pt x="926207" y="83385"/>
                </a:lnTo>
                <a:lnTo>
                  <a:pt x="926210" y="83876"/>
                </a:lnTo>
                <a:lnTo>
                  <a:pt x="926210" y="151049"/>
                </a:lnTo>
                <a:lnTo>
                  <a:pt x="955122" y="151049"/>
                </a:lnTo>
                <a:lnTo>
                  <a:pt x="955122" y="80324"/>
                </a:lnTo>
                <a:lnTo>
                  <a:pt x="955107" y="78725"/>
                </a:lnTo>
                <a:lnTo>
                  <a:pt x="955060" y="77159"/>
                </a:lnTo>
                <a:lnTo>
                  <a:pt x="954981" y="75624"/>
                </a:lnTo>
                <a:lnTo>
                  <a:pt x="954872" y="74122"/>
                </a:lnTo>
                <a:lnTo>
                  <a:pt x="954731" y="72653"/>
                </a:lnTo>
                <a:lnTo>
                  <a:pt x="954559" y="71216"/>
                </a:lnTo>
                <a:lnTo>
                  <a:pt x="954355" y="69810"/>
                </a:lnTo>
                <a:lnTo>
                  <a:pt x="954121" y="68438"/>
                </a:lnTo>
                <a:lnTo>
                  <a:pt x="953855" y="67097"/>
                </a:lnTo>
                <a:lnTo>
                  <a:pt x="953557" y="65789"/>
                </a:lnTo>
                <a:lnTo>
                  <a:pt x="953229" y="64513"/>
                </a:lnTo>
                <a:lnTo>
                  <a:pt x="952869" y="63270"/>
                </a:lnTo>
                <a:lnTo>
                  <a:pt x="952477" y="62058"/>
                </a:lnTo>
                <a:lnTo>
                  <a:pt x="952055" y="60879"/>
                </a:lnTo>
                <a:lnTo>
                  <a:pt x="951601" y="59733"/>
                </a:lnTo>
                <a:lnTo>
                  <a:pt x="951116" y="58618"/>
                </a:lnTo>
                <a:lnTo>
                  <a:pt x="950599" y="57536"/>
                </a:lnTo>
                <a:lnTo>
                  <a:pt x="950052" y="56486"/>
                </a:lnTo>
                <a:lnTo>
                  <a:pt x="949473" y="55469"/>
                </a:lnTo>
                <a:lnTo>
                  <a:pt x="948862" y="54483"/>
                </a:lnTo>
                <a:lnTo>
                  <a:pt x="948220" y="53530"/>
                </a:lnTo>
                <a:lnTo>
                  <a:pt x="947548" y="52610"/>
                </a:lnTo>
                <a:lnTo>
                  <a:pt x="946843" y="51721"/>
                </a:lnTo>
                <a:lnTo>
                  <a:pt x="946108" y="50865"/>
                </a:lnTo>
                <a:lnTo>
                  <a:pt x="945344" y="50043"/>
                </a:lnTo>
                <a:lnTo>
                  <a:pt x="944554" y="49255"/>
                </a:lnTo>
                <a:lnTo>
                  <a:pt x="943739" y="48503"/>
                </a:lnTo>
                <a:lnTo>
                  <a:pt x="942898" y="47785"/>
                </a:lnTo>
                <a:lnTo>
                  <a:pt x="942032" y="47103"/>
                </a:lnTo>
                <a:lnTo>
                  <a:pt x="941140" y="46455"/>
                </a:lnTo>
                <a:lnTo>
                  <a:pt x="940223" y="45843"/>
                </a:lnTo>
                <a:lnTo>
                  <a:pt x="939280" y="45265"/>
                </a:lnTo>
                <a:lnTo>
                  <a:pt x="938311" y="44723"/>
                </a:lnTo>
                <a:lnTo>
                  <a:pt x="937317" y="44215"/>
                </a:lnTo>
                <a:lnTo>
                  <a:pt x="936297" y="43743"/>
                </a:lnTo>
                <a:lnTo>
                  <a:pt x="935252" y="43305"/>
                </a:lnTo>
                <a:lnTo>
                  <a:pt x="934181" y="42903"/>
                </a:lnTo>
                <a:lnTo>
                  <a:pt x="933084" y="42535"/>
                </a:lnTo>
                <a:lnTo>
                  <a:pt x="931962" y="42203"/>
                </a:lnTo>
                <a:lnTo>
                  <a:pt x="930815" y="41905"/>
                </a:lnTo>
                <a:lnTo>
                  <a:pt x="929641" y="41643"/>
                </a:lnTo>
                <a:lnTo>
                  <a:pt x="928443" y="41415"/>
                </a:lnTo>
                <a:lnTo>
                  <a:pt x="927218" y="41223"/>
                </a:lnTo>
                <a:lnTo>
                  <a:pt x="925968" y="41065"/>
                </a:lnTo>
                <a:lnTo>
                  <a:pt x="924693" y="40943"/>
                </a:lnTo>
                <a:lnTo>
                  <a:pt x="923392" y="40855"/>
                </a:lnTo>
                <a:lnTo>
                  <a:pt x="922065" y="40803"/>
                </a:lnTo>
                <a:lnTo>
                  <a:pt x="920713" y="40785"/>
                </a:lnTo>
                <a:lnTo>
                  <a:pt x="919549" y="40795"/>
                </a:lnTo>
                <a:lnTo>
                  <a:pt x="918404" y="40823"/>
                </a:lnTo>
                <a:lnTo>
                  <a:pt x="917278" y="40869"/>
                </a:lnTo>
                <a:lnTo>
                  <a:pt x="916169" y="40934"/>
                </a:lnTo>
                <a:lnTo>
                  <a:pt x="915079" y="41017"/>
                </a:lnTo>
                <a:lnTo>
                  <a:pt x="914007" y="41119"/>
                </a:lnTo>
                <a:lnTo>
                  <a:pt x="912953" y="41239"/>
                </a:lnTo>
                <a:lnTo>
                  <a:pt x="911918" y="41378"/>
                </a:lnTo>
                <a:lnTo>
                  <a:pt x="910901" y="41535"/>
                </a:lnTo>
                <a:lnTo>
                  <a:pt x="909903" y="41711"/>
                </a:lnTo>
                <a:lnTo>
                  <a:pt x="908923" y="41906"/>
                </a:lnTo>
                <a:lnTo>
                  <a:pt x="907961" y="42118"/>
                </a:lnTo>
                <a:lnTo>
                  <a:pt x="907017" y="42350"/>
                </a:lnTo>
                <a:lnTo>
                  <a:pt x="906092" y="42600"/>
                </a:lnTo>
                <a:lnTo>
                  <a:pt x="905185" y="42868"/>
                </a:lnTo>
                <a:lnTo>
                  <a:pt x="904296" y="43155"/>
                </a:lnTo>
                <a:lnTo>
                  <a:pt x="903426" y="43461"/>
                </a:lnTo>
                <a:lnTo>
                  <a:pt x="902574" y="43785"/>
                </a:lnTo>
                <a:lnTo>
                  <a:pt x="901740" y="44127"/>
                </a:lnTo>
                <a:lnTo>
                  <a:pt x="900925" y="44488"/>
                </a:lnTo>
                <a:lnTo>
                  <a:pt x="900128" y="44868"/>
                </a:lnTo>
                <a:lnTo>
                  <a:pt x="899349" y="45266"/>
                </a:lnTo>
                <a:lnTo>
                  <a:pt x="898589" y="45682"/>
                </a:lnTo>
                <a:lnTo>
                  <a:pt x="897847" y="46117"/>
                </a:lnTo>
                <a:lnTo>
                  <a:pt x="897120" y="46564"/>
                </a:lnTo>
                <a:lnTo>
                  <a:pt x="896405" y="47017"/>
                </a:lnTo>
                <a:lnTo>
                  <a:pt x="895701" y="47475"/>
                </a:lnTo>
                <a:lnTo>
                  <a:pt x="895010" y="47939"/>
                </a:lnTo>
                <a:lnTo>
                  <a:pt x="894330" y="48408"/>
                </a:lnTo>
                <a:lnTo>
                  <a:pt x="893662" y="48883"/>
                </a:lnTo>
                <a:lnTo>
                  <a:pt x="893006" y="49363"/>
                </a:lnTo>
                <a:lnTo>
                  <a:pt x="892362" y="49849"/>
                </a:lnTo>
                <a:lnTo>
                  <a:pt x="891730" y="50340"/>
                </a:lnTo>
                <a:lnTo>
                  <a:pt x="891109" y="50837"/>
                </a:lnTo>
                <a:lnTo>
                  <a:pt x="890501" y="51340"/>
                </a:lnTo>
                <a:lnTo>
                  <a:pt x="889904" y="51848"/>
                </a:lnTo>
                <a:lnTo>
                  <a:pt x="889319" y="52361"/>
                </a:lnTo>
                <a:lnTo>
                  <a:pt x="888746" y="52880"/>
                </a:lnTo>
                <a:lnTo>
                  <a:pt x="888185" y="53405"/>
                </a:lnTo>
                <a:lnTo>
                  <a:pt x="887635" y="53935"/>
                </a:lnTo>
                <a:lnTo>
                  <a:pt x="887097" y="54470"/>
                </a:lnTo>
                <a:lnTo>
                  <a:pt x="886572" y="55012"/>
                </a:lnTo>
                <a:lnTo>
                  <a:pt x="886058" y="55558"/>
                </a:lnTo>
                <a:lnTo>
                  <a:pt x="885555" y="56111"/>
                </a:lnTo>
                <a:lnTo>
                  <a:pt x="885065" y="56668"/>
                </a:lnTo>
                <a:lnTo>
                  <a:pt x="884587" y="57232"/>
                </a:lnTo>
                <a:lnTo>
                  <a:pt x="884120" y="57801"/>
                </a:lnTo>
                <a:lnTo>
                  <a:pt x="883665" y="58375"/>
                </a:lnTo>
                <a:lnTo>
                  <a:pt x="883116" y="42435"/>
                </a:lnTo>
                <a:lnTo>
                  <a:pt x="855082" y="42435"/>
                </a:lnTo>
                <a:lnTo>
                  <a:pt x="855082" y="151049"/>
                </a:lnTo>
                <a:lnTo>
                  <a:pt x="884215" y="151049"/>
                </a:lnTo>
                <a:lnTo>
                  <a:pt x="884215" y="78287"/>
                </a:lnTo>
                <a:lnTo>
                  <a:pt x="884602" y="77796"/>
                </a:lnTo>
                <a:lnTo>
                  <a:pt x="884995" y="77312"/>
                </a:lnTo>
                <a:close/>
                <a:moveTo>
                  <a:pt x="823223" y="151049"/>
                </a:moveTo>
                <a:lnTo>
                  <a:pt x="823223" y="42435"/>
                </a:lnTo>
                <a:lnTo>
                  <a:pt x="794091" y="42435"/>
                </a:lnTo>
                <a:lnTo>
                  <a:pt x="794091" y="151049"/>
                </a:lnTo>
                <a:lnTo>
                  <a:pt x="823223" y="151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229849266474c"/>
          <a:stretch xmlns:a="http://schemas.openxmlformats.org/drawingml/2006/main"/>
        </p:blipFill>
        <p:spPr>
          <a:xfrm xmlns:a="http://schemas.openxmlformats.org/drawingml/2006/main">
            <a:off x="572147" y="3679071"/>
            <a:ext cx="1354962" cy="1354962"/>
          </a:xfrm>
          <a:prstGeom xmlns:a="http://schemas.openxmlformats.org/drawingml/2006/main" prst="rect">
            <a:avLst/>
          </a:prstGeom>
        </p:spPr>
      </p:pic>
      <p:sp>
        <p:nvSpPr>
          <p:cNvPr id="101" name="Text Database">
            <a:extLst xmlns:a="http://schemas.openxmlformats.org/drawingml/2006/main">
              <a:ext uri="{FF2B5EF4-FFF2-40B4-BE49-F238E27FC236}">
                <a16:creationId xmlns:a16="http://schemas.microsoft.com/office/drawing/2014/main" id="{2FE0DB8F-55FD-4B8E-8429-28505F99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44" y="5017054"/>
            <a:ext cx="955318" cy="149950"/>
          </a:xfrm>
          <a:custGeom xmlns:a="http://schemas.openxmlformats.org/drawingml/2006/main">
            <a:pathLst>
              <a:path w="955318" h="149950">
                <a:moveTo>
                  <a:pt x="0" y="147971"/>
                </a:moveTo>
                <a:lnTo>
                  <a:pt x="0" y="0"/>
                </a:lnTo>
                <a:lnTo>
                  <a:pt x="55077" y="0"/>
                </a:lnTo>
                <a:cubicBezTo>
                  <a:pt x="70907" y="0"/>
                  <a:pt x="84448" y="2932"/>
                  <a:pt x="95697" y="8795"/>
                </a:cubicBezTo>
                <a:cubicBezTo>
                  <a:pt x="106947" y="14658"/>
                  <a:pt x="115541" y="23086"/>
                  <a:pt x="121477" y="34080"/>
                </a:cubicBezTo>
                <a:cubicBezTo>
                  <a:pt x="127413" y="45073"/>
                  <a:pt x="130382" y="58265"/>
                  <a:pt x="130382" y="73656"/>
                </a:cubicBezTo>
                <a:cubicBezTo>
                  <a:pt x="130382" y="89560"/>
                  <a:pt x="127377" y="103045"/>
                  <a:pt x="121367" y="114111"/>
                </a:cubicBezTo>
                <a:cubicBezTo>
                  <a:pt x="115357" y="125178"/>
                  <a:pt x="106728" y="133588"/>
                  <a:pt x="95478" y="139341"/>
                </a:cubicBezTo>
                <a:cubicBezTo>
                  <a:pt x="84228" y="145094"/>
                  <a:pt x="70761" y="147971"/>
                  <a:pt x="55077" y="147971"/>
                </a:cubicBezTo>
                <a:lnTo>
                  <a:pt x="0" y="147971"/>
                </a:lnTo>
                <a:moveTo>
                  <a:pt x="30891" y="122247"/>
                </a:moveTo>
                <a:lnTo>
                  <a:pt x="51779" y="122247"/>
                </a:lnTo>
                <a:cubicBezTo>
                  <a:pt x="62259" y="122247"/>
                  <a:pt x="70962" y="120469"/>
                  <a:pt x="77888" y="116915"/>
                </a:cubicBezTo>
                <a:cubicBezTo>
                  <a:pt x="84814" y="113360"/>
                  <a:pt x="89999" y="107973"/>
                  <a:pt x="93444" y="100754"/>
                </a:cubicBezTo>
                <a:cubicBezTo>
                  <a:pt x="96888" y="93535"/>
                  <a:pt x="98611" y="84429"/>
                  <a:pt x="98611" y="73436"/>
                </a:cubicBezTo>
                <a:cubicBezTo>
                  <a:pt x="98611" y="62956"/>
                  <a:pt x="96760" y="54179"/>
                  <a:pt x="93059" y="47107"/>
                </a:cubicBezTo>
                <a:cubicBezTo>
                  <a:pt x="89358" y="40034"/>
                  <a:pt x="84026" y="34702"/>
                  <a:pt x="77064" y="31111"/>
                </a:cubicBezTo>
                <a:cubicBezTo>
                  <a:pt x="70101" y="27520"/>
                  <a:pt x="61673" y="25725"/>
                  <a:pt x="51779" y="25725"/>
                </a:cubicBezTo>
                <a:lnTo>
                  <a:pt x="30891" y="25725"/>
                </a:lnTo>
                <a:lnTo>
                  <a:pt x="30891" y="122247"/>
                </a:lnTo>
                <a:close/>
                <a:moveTo>
                  <a:pt x="185881" y="149950"/>
                </a:moveTo>
                <a:cubicBezTo>
                  <a:pt x="179798" y="149950"/>
                  <a:pt x="174118" y="148766"/>
                  <a:pt x="168841" y="146398"/>
                </a:cubicBezTo>
                <a:cubicBezTo>
                  <a:pt x="163564" y="144030"/>
                  <a:pt x="159295" y="140459"/>
                  <a:pt x="156034" y="135686"/>
                </a:cubicBezTo>
                <a:cubicBezTo>
                  <a:pt x="152772" y="130911"/>
                  <a:pt x="151142" y="124934"/>
                  <a:pt x="151142" y="117756"/>
                </a:cubicBezTo>
                <a:cubicBezTo>
                  <a:pt x="151142" y="107766"/>
                  <a:pt x="154110" y="100237"/>
                  <a:pt x="160046" y="95168"/>
                </a:cubicBezTo>
                <a:cubicBezTo>
                  <a:pt x="165983" y="90098"/>
                  <a:pt x="174283" y="86655"/>
                  <a:pt x="184946" y="84842"/>
                </a:cubicBezTo>
                <a:cubicBezTo>
                  <a:pt x="195610" y="83028"/>
                  <a:pt x="208014" y="81973"/>
                  <a:pt x="222159" y="81677"/>
                </a:cubicBezTo>
                <a:lnTo>
                  <a:pt x="222159" y="75779"/>
                </a:lnTo>
                <a:cubicBezTo>
                  <a:pt x="222159" y="68592"/>
                  <a:pt x="220492" y="63675"/>
                  <a:pt x="217157" y="61027"/>
                </a:cubicBezTo>
                <a:cubicBezTo>
                  <a:pt x="213822" y="58380"/>
                  <a:pt x="209516" y="57056"/>
                  <a:pt x="204240" y="57056"/>
                </a:cubicBezTo>
                <a:cubicBezTo>
                  <a:pt x="198450" y="57056"/>
                  <a:pt x="193686" y="58468"/>
                  <a:pt x="189948" y="61292"/>
                </a:cubicBezTo>
                <a:cubicBezTo>
                  <a:pt x="186210" y="64113"/>
                  <a:pt x="184342" y="68686"/>
                  <a:pt x="184342" y="75009"/>
                </a:cubicBezTo>
                <a:lnTo>
                  <a:pt x="157078" y="75009"/>
                </a:lnTo>
                <a:cubicBezTo>
                  <a:pt x="157078" y="65731"/>
                  <a:pt x="159075" y="58383"/>
                  <a:pt x="163069" y="52964"/>
                </a:cubicBezTo>
                <a:cubicBezTo>
                  <a:pt x="167064" y="47543"/>
                  <a:pt x="172597" y="43645"/>
                  <a:pt x="179669" y="41270"/>
                </a:cubicBezTo>
                <a:cubicBezTo>
                  <a:pt x="186742" y="38895"/>
                  <a:pt x="194932" y="37707"/>
                  <a:pt x="204240" y="37707"/>
                </a:cubicBezTo>
                <a:cubicBezTo>
                  <a:pt x="211056" y="37707"/>
                  <a:pt x="217285" y="38282"/>
                  <a:pt x="222928" y="39432"/>
                </a:cubicBezTo>
                <a:cubicBezTo>
                  <a:pt x="228572" y="40582"/>
                  <a:pt x="233464" y="42566"/>
                  <a:pt x="237605" y="45386"/>
                </a:cubicBezTo>
                <a:cubicBezTo>
                  <a:pt x="241745" y="48203"/>
                  <a:pt x="244952" y="52041"/>
                  <a:pt x="247224" y="56901"/>
                </a:cubicBezTo>
                <a:cubicBezTo>
                  <a:pt x="249496" y="61759"/>
                  <a:pt x="250632" y="67822"/>
                  <a:pt x="250632" y="75092"/>
                </a:cubicBezTo>
                <a:lnTo>
                  <a:pt x="250632" y="147971"/>
                </a:lnTo>
                <a:lnTo>
                  <a:pt x="223368" y="147971"/>
                </a:lnTo>
                <a:lnTo>
                  <a:pt x="222489" y="134119"/>
                </a:lnTo>
                <a:cubicBezTo>
                  <a:pt x="217945" y="139323"/>
                  <a:pt x="212668" y="143262"/>
                  <a:pt x="206658" y="145937"/>
                </a:cubicBezTo>
                <a:cubicBezTo>
                  <a:pt x="200648" y="148612"/>
                  <a:pt x="193723" y="149950"/>
                  <a:pt x="185881" y="149950"/>
                </a:cubicBezTo>
                <a:moveTo>
                  <a:pt x="195445" y="129942"/>
                </a:moveTo>
                <a:cubicBezTo>
                  <a:pt x="200942" y="129942"/>
                  <a:pt x="206017" y="128483"/>
                  <a:pt x="210671" y="125565"/>
                </a:cubicBezTo>
                <a:cubicBezTo>
                  <a:pt x="215325" y="122645"/>
                  <a:pt x="219044" y="119315"/>
                  <a:pt x="221829" y="115575"/>
                </a:cubicBezTo>
                <a:lnTo>
                  <a:pt x="221829" y="97838"/>
                </a:lnTo>
                <a:cubicBezTo>
                  <a:pt x="206438" y="97913"/>
                  <a:pt x="195665" y="99392"/>
                  <a:pt x="189509" y="102273"/>
                </a:cubicBezTo>
                <a:cubicBezTo>
                  <a:pt x="183352" y="105154"/>
                  <a:pt x="180274" y="109813"/>
                  <a:pt x="180274" y="116248"/>
                </a:cubicBezTo>
                <a:cubicBezTo>
                  <a:pt x="180274" y="120888"/>
                  <a:pt x="181685" y="124331"/>
                  <a:pt x="184507" y="126575"/>
                </a:cubicBezTo>
                <a:cubicBezTo>
                  <a:pt x="187328" y="128820"/>
                  <a:pt x="190974" y="129942"/>
                  <a:pt x="195445" y="129942"/>
                </a:cubicBezTo>
                <a:close/>
                <a:moveTo>
                  <a:pt x="325410" y="147971"/>
                </a:moveTo>
                <a:cubicBezTo>
                  <a:pt x="314563" y="147971"/>
                  <a:pt x="306153" y="146651"/>
                  <a:pt x="300180" y="144010"/>
                </a:cubicBezTo>
                <a:cubicBezTo>
                  <a:pt x="294207" y="141367"/>
                  <a:pt x="290048" y="137273"/>
                  <a:pt x="287702" y="131728"/>
                </a:cubicBezTo>
                <a:cubicBezTo>
                  <a:pt x="285357" y="126184"/>
                  <a:pt x="284185" y="118945"/>
                  <a:pt x="284185" y="110013"/>
                </a:cubicBezTo>
                <a:lnTo>
                  <a:pt x="284185" y="61783"/>
                </a:lnTo>
                <a:lnTo>
                  <a:pt x="266375" y="61783"/>
                </a:lnTo>
                <a:lnTo>
                  <a:pt x="266375" y="39356"/>
                </a:lnTo>
                <a:lnTo>
                  <a:pt x="284185" y="39356"/>
                </a:lnTo>
                <a:lnTo>
                  <a:pt x="284185" y="14072"/>
                </a:lnTo>
                <a:lnTo>
                  <a:pt x="313317" y="14072"/>
                </a:lnTo>
                <a:lnTo>
                  <a:pt x="313317" y="39356"/>
                </a:lnTo>
                <a:lnTo>
                  <a:pt x="336733" y="39356"/>
                </a:lnTo>
                <a:lnTo>
                  <a:pt x="336733" y="61783"/>
                </a:lnTo>
                <a:lnTo>
                  <a:pt x="313317" y="61783"/>
                </a:lnTo>
                <a:lnTo>
                  <a:pt x="313317" y="108484"/>
                </a:lnTo>
                <a:cubicBezTo>
                  <a:pt x="313317" y="114247"/>
                  <a:pt x="314105" y="118512"/>
                  <a:pt x="315681" y="121281"/>
                </a:cubicBezTo>
                <a:cubicBezTo>
                  <a:pt x="317256" y="124050"/>
                  <a:pt x="320829" y="125435"/>
                  <a:pt x="326399" y="125435"/>
                </a:cubicBezTo>
                <a:lnTo>
                  <a:pt x="336733" y="125435"/>
                </a:lnTo>
                <a:lnTo>
                  <a:pt x="336733" y="147971"/>
                </a:lnTo>
                <a:lnTo>
                  <a:pt x="325410" y="147971"/>
                </a:lnTo>
                <a:close/>
                <a:moveTo>
                  <a:pt x="388061" y="149950"/>
                </a:moveTo>
                <a:cubicBezTo>
                  <a:pt x="381978" y="149950"/>
                  <a:pt x="376298" y="148766"/>
                  <a:pt x="371021" y="146398"/>
                </a:cubicBezTo>
                <a:cubicBezTo>
                  <a:pt x="365744" y="144030"/>
                  <a:pt x="361475" y="140459"/>
                  <a:pt x="358214" y="135686"/>
                </a:cubicBezTo>
                <a:cubicBezTo>
                  <a:pt x="354952" y="130911"/>
                  <a:pt x="353322" y="124934"/>
                  <a:pt x="353322" y="117756"/>
                </a:cubicBezTo>
                <a:cubicBezTo>
                  <a:pt x="353322" y="107766"/>
                  <a:pt x="356290" y="100237"/>
                  <a:pt x="362226" y="95168"/>
                </a:cubicBezTo>
                <a:cubicBezTo>
                  <a:pt x="368163" y="90098"/>
                  <a:pt x="376463" y="86655"/>
                  <a:pt x="387126" y="84842"/>
                </a:cubicBezTo>
                <a:cubicBezTo>
                  <a:pt x="397790" y="83028"/>
                  <a:pt x="410194" y="81973"/>
                  <a:pt x="424339" y="81677"/>
                </a:cubicBezTo>
                <a:lnTo>
                  <a:pt x="424339" y="75779"/>
                </a:lnTo>
                <a:cubicBezTo>
                  <a:pt x="424339" y="68592"/>
                  <a:pt x="422672" y="63675"/>
                  <a:pt x="419337" y="61027"/>
                </a:cubicBezTo>
                <a:cubicBezTo>
                  <a:pt x="416002" y="58380"/>
                  <a:pt x="411697" y="57056"/>
                  <a:pt x="406420" y="57056"/>
                </a:cubicBezTo>
                <a:cubicBezTo>
                  <a:pt x="400630" y="57056"/>
                  <a:pt x="395866" y="58468"/>
                  <a:pt x="392128" y="61292"/>
                </a:cubicBezTo>
                <a:cubicBezTo>
                  <a:pt x="388391" y="64113"/>
                  <a:pt x="386522" y="68686"/>
                  <a:pt x="386522" y="75009"/>
                </a:cubicBezTo>
                <a:lnTo>
                  <a:pt x="359258" y="75009"/>
                </a:lnTo>
                <a:cubicBezTo>
                  <a:pt x="359258" y="65731"/>
                  <a:pt x="361255" y="58383"/>
                  <a:pt x="365249" y="52964"/>
                </a:cubicBezTo>
                <a:cubicBezTo>
                  <a:pt x="369244" y="47543"/>
                  <a:pt x="374777" y="43645"/>
                  <a:pt x="381849" y="41270"/>
                </a:cubicBezTo>
                <a:cubicBezTo>
                  <a:pt x="388922" y="38895"/>
                  <a:pt x="397112" y="37707"/>
                  <a:pt x="406420" y="37707"/>
                </a:cubicBezTo>
                <a:cubicBezTo>
                  <a:pt x="413236" y="37707"/>
                  <a:pt x="419465" y="38282"/>
                  <a:pt x="425108" y="39432"/>
                </a:cubicBezTo>
                <a:cubicBezTo>
                  <a:pt x="430752" y="40582"/>
                  <a:pt x="435644" y="42566"/>
                  <a:pt x="439785" y="45386"/>
                </a:cubicBezTo>
                <a:cubicBezTo>
                  <a:pt x="443926" y="48203"/>
                  <a:pt x="447132" y="52041"/>
                  <a:pt x="449404" y="56901"/>
                </a:cubicBezTo>
                <a:cubicBezTo>
                  <a:pt x="451676" y="61759"/>
                  <a:pt x="452812" y="67822"/>
                  <a:pt x="452812" y="75092"/>
                </a:cubicBezTo>
                <a:lnTo>
                  <a:pt x="452812" y="147971"/>
                </a:lnTo>
                <a:lnTo>
                  <a:pt x="425548" y="147971"/>
                </a:lnTo>
                <a:lnTo>
                  <a:pt x="424669" y="134119"/>
                </a:lnTo>
                <a:cubicBezTo>
                  <a:pt x="420125" y="139323"/>
                  <a:pt x="414848" y="143262"/>
                  <a:pt x="408838" y="145937"/>
                </a:cubicBezTo>
                <a:cubicBezTo>
                  <a:pt x="402829" y="148612"/>
                  <a:pt x="395903" y="149950"/>
                  <a:pt x="388061" y="149950"/>
                </a:cubicBezTo>
                <a:moveTo>
                  <a:pt x="397625" y="129942"/>
                </a:moveTo>
                <a:cubicBezTo>
                  <a:pt x="403122" y="129942"/>
                  <a:pt x="408197" y="128483"/>
                  <a:pt x="412851" y="125565"/>
                </a:cubicBezTo>
                <a:cubicBezTo>
                  <a:pt x="417505" y="122645"/>
                  <a:pt x="421224" y="119315"/>
                  <a:pt x="424009" y="115575"/>
                </a:cubicBezTo>
                <a:lnTo>
                  <a:pt x="424009" y="97838"/>
                </a:lnTo>
                <a:cubicBezTo>
                  <a:pt x="408618" y="97913"/>
                  <a:pt x="397845" y="99392"/>
                  <a:pt x="391689" y="102273"/>
                </a:cubicBezTo>
                <a:cubicBezTo>
                  <a:pt x="385532" y="105154"/>
                  <a:pt x="382454" y="109813"/>
                  <a:pt x="382454" y="116248"/>
                </a:cubicBezTo>
                <a:cubicBezTo>
                  <a:pt x="382454" y="120888"/>
                  <a:pt x="383865" y="124331"/>
                  <a:pt x="386687" y="126575"/>
                </a:cubicBezTo>
                <a:cubicBezTo>
                  <a:pt x="389508" y="128820"/>
                  <a:pt x="393154" y="129942"/>
                  <a:pt x="397625" y="129942"/>
                </a:cubicBezTo>
                <a:close/>
                <a:moveTo>
                  <a:pt x="544221" y="149950"/>
                </a:moveTo>
                <a:cubicBezTo>
                  <a:pt x="536379" y="149950"/>
                  <a:pt x="529930" y="148447"/>
                  <a:pt x="524873" y="145443"/>
                </a:cubicBezTo>
                <a:cubicBezTo>
                  <a:pt x="519816" y="142438"/>
                  <a:pt x="515492" y="138297"/>
                  <a:pt x="511901" y="133020"/>
                </a:cubicBezTo>
                <a:lnTo>
                  <a:pt x="510692" y="147971"/>
                </a:lnTo>
                <a:lnTo>
                  <a:pt x="483098" y="147971"/>
                </a:lnTo>
                <a:lnTo>
                  <a:pt x="483098" y="0"/>
                </a:lnTo>
                <a:lnTo>
                  <a:pt x="512231" y="0"/>
                </a:lnTo>
                <a:lnTo>
                  <a:pt x="512231" y="54857"/>
                </a:lnTo>
                <a:cubicBezTo>
                  <a:pt x="516042" y="49654"/>
                  <a:pt x="520696" y="45494"/>
                  <a:pt x="526192" y="42380"/>
                </a:cubicBezTo>
                <a:cubicBezTo>
                  <a:pt x="531689" y="39265"/>
                  <a:pt x="538468" y="37707"/>
                  <a:pt x="546530" y="37707"/>
                </a:cubicBezTo>
                <a:cubicBezTo>
                  <a:pt x="554738" y="37707"/>
                  <a:pt x="562067" y="39726"/>
                  <a:pt x="568517" y="43764"/>
                </a:cubicBezTo>
                <a:cubicBezTo>
                  <a:pt x="574966" y="47802"/>
                  <a:pt x="580060" y="53951"/>
                  <a:pt x="583798" y="62212"/>
                </a:cubicBezTo>
                <a:cubicBezTo>
                  <a:pt x="587535" y="70473"/>
                  <a:pt x="589404" y="81012"/>
                  <a:pt x="589404" y="93829"/>
                </a:cubicBezTo>
                <a:cubicBezTo>
                  <a:pt x="589404" y="106572"/>
                  <a:pt x="587407" y="117092"/>
                  <a:pt x="583413" y="125390"/>
                </a:cubicBezTo>
                <a:cubicBezTo>
                  <a:pt x="579419" y="133688"/>
                  <a:pt x="574013" y="139855"/>
                  <a:pt x="567198" y="143893"/>
                </a:cubicBezTo>
                <a:cubicBezTo>
                  <a:pt x="560382" y="147931"/>
                  <a:pt x="552723" y="149950"/>
                  <a:pt x="544221" y="149950"/>
                </a:cubicBezTo>
                <a:moveTo>
                  <a:pt x="536966" y="127633"/>
                </a:moveTo>
                <a:cubicBezTo>
                  <a:pt x="544075" y="127633"/>
                  <a:pt x="549626" y="124798"/>
                  <a:pt x="553621" y="119127"/>
                </a:cubicBezTo>
                <a:cubicBezTo>
                  <a:pt x="557615" y="113456"/>
                  <a:pt x="559612" y="105211"/>
                  <a:pt x="559612" y="94392"/>
                </a:cubicBezTo>
                <a:cubicBezTo>
                  <a:pt x="559612" y="82677"/>
                  <a:pt x="557725" y="73966"/>
                  <a:pt x="553951" y="68259"/>
                </a:cubicBezTo>
                <a:cubicBezTo>
                  <a:pt x="550176" y="62549"/>
                  <a:pt x="544918" y="59694"/>
                  <a:pt x="538175" y="59694"/>
                </a:cubicBezTo>
                <a:cubicBezTo>
                  <a:pt x="532165" y="59694"/>
                  <a:pt x="526907" y="61523"/>
                  <a:pt x="522400" y="65181"/>
                </a:cubicBezTo>
                <a:cubicBezTo>
                  <a:pt x="517892" y="68836"/>
                  <a:pt x="514503" y="73126"/>
                  <a:pt x="512231" y="78050"/>
                </a:cubicBezTo>
                <a:lnTo>
                  <a:pt x="512231" y="110061"/>
                </a:lnTo>
                <a:cubicBezTo>
                  <a:pt x="514356" y="114761"/>
                  <a:pt x="517526" y="118865"/>
                  <a:pt x="521740" y="122374"/>
                </a:cubicBezTo>
                <a:cubicBezTo>
                  <a:pt x="525954" y="125880"/>
                  <a:pt x="531029" y="127633"/>
                  <a:pt x="536966" y="127633"/>
                </a:cubicBezTo>
                <a:close/>
                <a:moveTo>
                  <a:pt x="643600" y="149950"/>
                </a:moveTo>
                <a:cubicBezTo>
                  <a:pt x="637517" y="149950"/>
                  <a:pt x="631837" y="148766"/>
                  <a:pt x="626560" y="146398"/>
                </a:cubicBezTo>
                <a:cubicBezTo>
                  <a:pt x="621283" y="144030"/>
                  <a:pt x="617014" y="140459"/>
                  <a:pt x="613753" y="135686"/>
                </a:cubicBezTo>
                <a:cubicBezTo>
                  <a:pt x="610491" y="130911"/>
                  <a:pt x="608861" y="124934"/>
                  <a:pt x="608861" y="117756"/>
                </a:cubicBezTo>
                <a:cubicBezTo>
                  <a:pt x="608861" y="107766"/>
                  <a:pt x="611829" y="100237"/>
                  <a:pt x="617765" y="95168"/>
                </a:cubicBezTo>
                <a:cubicBezTo>
                  <a:pt x="623702" y="90098"/>
                  <a:pt x="632002" y="86655"/>
                  <a:pt x="642665" y="84842"/>
                </a:cubicBezTo>
                <a:cubicBezTo>
                  <a:pt x="653329" y="83028"/>
                  <a:pt x="665733" y="81973"/>
                  <a:pt x="679878" y="81677"/>
                </a:cubicBezTo>
                <a:lnTo>
                  <a:pt x="679878" y="75779"/>
                </a:lnTo>
                <a:cubicBezTo>
                  <a:pt x="679878" y="68592"/>
                  <a:pt x="678211" y="63675"/>
                  <a:pt x="674876" y="61027"/>
                </a:cubicBezTo>
                <a:cubicBezTo>
                  <a:pt x="671541" y="58380"/>
                  <a:pt x="667236" y="57056"/>
                  <a:pt x="661959" y="57056"/>
                </a:cubicBezTo>
                <a:cubicBezTo>
                  <a:pt x="656169" y="57056"/>
                  <a:pt x="651405" y="58468"/>
                  <a:pt x="647667" y="61292"/>
                </a:cubicBezTo>
                <a:cubicBezTo>
                  <a:pt x="643930" y="64113"/>
                  <a:pt x="642061" y="68686"/>
                  <a:pt x="642061" y="75009"/>
                </a:cubicBezTo>
                <a:lnTo>
                  <a:pt x="614797" y="75009"/>
                </a:lnTo>
                <a:cubicBezTo>
                  <a:pt x="614797" y="65731"/>
                  <a:pt x="616794" y="58383"/>
                  <a:pt x="620789" y="52964"/>
                </a:cubicBezTo>
                <a:cubicBezTo>
                  <a:pt x="624783" y="47543"/>
                  <a:pt x="630316" y="43645"/>
                  <a:pt x="637389" y="41270"/>
                </a:cubicBezTo>
                <a:cubicBezTo>
                  <a:pt x="644461" y="38895"/>
                  <a:pt x="652651" y="37707"/>
                  <a:pt x="661959" y="37707"/>
                </a:cubicBezTo>
                <a:cubicBezTo>
                  <a:pt x="668775" y="37707"/>
                  <a:pt x="675004" y="38282"/>
                  <a:pt x="680648" y="39432"/>
                </a:cubicBezTo>
                <a:cubicBezTo>
                  <a:pt x="686291" y="40582"/>
                  <a:pt x="691183" y="42566"/>
                  <a:pt x="695324" y="45386"/>
                </a:cubicBezTo>
                <a:cubicBezTo>
                  <a:pt x="699465" y="48203"/>
                  <a:pt x="702671" y="52041"/>
                  <a:pt x="704943" y="56901"/>
                </a:cubicBezTo>
                <a:cubicBezTo>
                  <a:pt x="707215" y="61759"/>
                  <a:pt x="708351" y="67822"/>
                  <a:pt x="708351" y="75092"/>
                </a:cubicBezTo>
                <a:lnTo>
                  <a:pt x="708351" y="147971"/>
                </a:lnTo>
                <a:lnTo>
                  <a:pt x="681087" y="147971"/>
                </a:lnTo>
                <a:lnTo>
                  <a:pt x="680208" y="134119"/>
                </a:lnTo>
                <a:cubicBezTo>
                  <a:pt x="675664" y="139323"/>
                  <a:pt x="670387" y="143262"/>
                  <a:pt x="664377" y="145937"/>
                </a:cubicBezTo>
                <a:cubicBezTo>
                  <a:pt x="658368" y="148612"/>
                  <a:pt x="651442" y="149950"/>
                  <a:pt x="643600" y="149950"/>
                </a:cubicBezTo>
                <a:moveTo>
                  <a:pt x="653164" y="129942"/>
                </a:moveTo>
                <a:cubicBezTo>
                  <a:pt x="658661" y="129942"/>
                  <a:pt x="663736" y="128483"/>
                  <a:pt x="668390" y="125565"/>
                </a:cubicBezTo>
                <a:cubicBezTo>
                  <a:pt x="673044" y="122645"/>
                  <a:pt x="676763" y="119315"/>
                  <a:pt x="679548" y="115575"/>
                </a:cubicBezTo>
                <a:lnTo>
                  <a:pt x="679548" y="97838"/>
                </a:lnTo>
                <a:cubicBezTo>
                  <a:pt x="664158" y="97913"/>
                  <a:pt x="653384" y="99392"/>
                  <a:pt x="647228" y="102273"/>
                </a:cubicBezTo>
                <a:cubicBezTo>
                  <a:pt x="641071" y="105154"/>
                  <a:pt x="637993" y="109813"/>
                  <a:pt x="637993" y="116248"/>
                </a:cubicBezTo>
                <a:cubicBezTo>
                  <a:pt x="637993" y="120888"/>
                  <a:pt x="639404" y="124331"/>
                  <a:pt x="642226" y="126575"/>
                </a:cubicBezTo>
                <a:cubicBezTo>
                  <a:pt x="645047" y="128820"/>
                  <a:pt x="648694" y="129942"/>
                  <a:pt x="653164" y="129942"/>
                </a:cubicBezTo>
                <a:close/>
                <a:moveTo>
                  <a:pt x="781731" y="149950"/>
                </a:moveTo>
                <a:cubicBezTo>
                  <a:pt x="775795" y="149950"/>
                  <a:pt x="769968" y="149395"/>
                  <a:pt x="764252" y="148284"/>
                </a:cubicBezTo>
                <a:cubicBezTo>
                  <a:pt x="758535" y="147173"/>
                  <a:pt x="753368" y="145265"/>
                  <a:pt x="748751" y="142560"/>
                </a:cubicBezTo>
                <a:cubicBezTo>
                  <a:pt x="744134" y="139855"/>
                  <a:pt x="740470" y="136169"/>
                  <a:pt x="737758" y="131502"/>
                </a:cubicBezTo>
                <a:cubicBezTo>
                  <a:pt x="735046" y="126834"/>
                  <a:pt x="733690" y="121018"/>
                  <a:pt x="733690" y="114053"/>
                </a:cubicBezTo>
                <a:lnTo>
                  <a:pt x="760734" y="114053"/>
                </a:lnTo>
                <a:cubicBezTo>
                  <a:pt x="760734" y="120207"/>
                  <a:pt x="762841" y="124485"/>
                  <a:pt x="767055" y="126888"/>
                </a:cubicBezTo>
                <a:cubicBezTo>
                  <a:pt x="771269" y="129290"/>
                  <a:pt x="776198" y="130492"/>
                  <a:pt x="781841" y="130492"/>
                </a:cubicBezTo>
                <a:cubicBezTo>
                  <a:pt x="787411" y="130492"/>
                  <a:pt x="791735" y="129569"/>
                  <a:pt x="794814" y="127723"/>
                </a:cubicBezTo>
                <a:cubicBezTo>
                  <a:pt x="797892" y="125874"/>
                  <a:pt x="799431" y="122763"/>
                  <a:pt x="799431" y="118389"/>
                </a:cubicBezTo>
                <a:cubicBezTo>
                  <a:pt x="799431" y="114314"/>
                  <a:pt x="797617" y="111277"/>
                  <a:pt x="793989" y="109278"/>
                </a:cubicBezTo>
                <a:cubicBezTo>
                  <a:pt x="790361" y="107276"/>
                  <a:pt x="784003" y="105238"/>
                  <a:pt x="774916" y="103163"/>
                </a:cubicBezTo>
                <a:cubicBezTo>
                  <a:pt x="767293" y="101310"/>
                  <a:pt x="760496" y="99069"/>
                  <a:pt x="754523" y="96440"/>
                </a:cubicBezTo>
                <a:cubicBezTo>
                  <a:pt x="748550" y="93810"/>
                  <a:pt x="743878" y="90292"/>
                  <a:pt x="740506" y="85886"/>
                </a:cubicBezTo>
                <a:cubicBezTo>
                  <a:pt x="737135" y="81477"/>
                  <a:pt x="735449" y="75679"/>
                  <a:pt x="735449" y="68492"/>
                </a:cubicBezTo>
                <a:cubicBezTo>
                  <a:pt x="735449" y="62860"/>
                  <a:pt x="736732" y="58082"/>
                  <a:pt x="739297" y="54156"/>
                </a:cubicBezTo>
                <a:cubicBezTo>
                  <a:pt x="741862" y="50228"/>
                  <a:pt x="745288" y="47061"/>
                  <a:pt x="749576" y="44654"/>
                </a:cubicBezTo>
                <a:cubicBezTo>
                  <a:pt x="753863" y="42247"/>
                  <a:pt x="758700" y="40488"/>
                  <a:pt x="764087" y="39377"/>
                </a:cubicBezTo>
                <a:cubicBezTo>
                  <a:pt x="769474" y="38264"/>
                  <a:pt x="774989" y="37707"/>
                  <a:pt x="780632" y="37707"/>
                </a:cubicBezTo>
                <a:cubicBezTo>
                  <a:pt x="786129" y="37707"/>
                  <a:pt x="791516" y="38263"/>
                  <a:pt x="796792" y="39374"/>
                </a:cubicBezTo>
                <a:cubicBezTo>
                  <a:pt x="802069" y="40484"/>
                  <a:pt x="806833" y="42355"/>
                  <a:pt x="811084" y="44987"/>
                </a:cubicBezTo>
                <a:cubicBezTo>
                  <a:pt x="815335" y="47616"/>
                  <a:pt x="818743" y="51154"/>
                  <a:pt x="821308" y="55599"/>
                </a:cubicBezTo>
                <a:cubicBezTo>
                  <a:pt x="823873" y="60045"/>
                  <a:pt x="825155" y="65601"/>
                  <a:pt x="825155" y="72268"/>
                </a:cubicBezTo>
                <a:lnTo>
                  <a:pt x="798112" y="72268"/>
                </a:lnTo>
                <a:cubicBezTo>
                  <a:pt x="798112" y="66631"/>
                  <a:pt x="796371" y="62724"/>
                  <a:pt x="792890" y="60546"/>
                </a:cubicBezTo>
                <a:cubicBezTo>
                  <a:pt x="789408" y="58366"/>
                  <a:pt x="785323" y="57276"/>
                  <a:pt x="780632" y="57276"/>
                </a:cubicBezTo>
                <a:cubicBezTo>
                  <a:pt x="775575" y="57276"/>
                  <a:pt x="771599" y="58034"/>
                  <a:pt x="768704" y="59550"/>
                </a:cubicBezTo>
                <a:cubicBezTo>
                  <a:pt x="765809" y="61064"/>
                  <a:pt x="764362" y="63562"/>
                  <a:pt x="764362" y="67046"/>
                </a:cubicBezTo>
                <a:cubicBezTo>
                  <a:pt x="764362" y="69045"/>
                  <a:pt x="765278" y="70805"/>
                  <a:pt x="767110" y="72326"/>
                </a:cubicBezTo>
                <a:cubicBezTo>
                  <a:pt x="768942" y="73845"/>
                  <a:pt x="771874" y="75252"/>
                  <a:pt x="775905" y="76548"/>
                </a:cubicBezTo>
                <a:cubicBezTo>
                  <a:pt x="779936" y="77845"/>
                  <a:pt x="785249" y="79234"/>
                  <a:pt x="791845" y="80716"/>
                </a:cubicBezTo>
                <a:cubicBezTo>
                  <a:pt x="798808" y="82346"/>
                  <a:pt x="805037" y="84458"/>
                  <a:pt x="810534" y="87051"/>
                </a:cubicBezTo>
                <a:cubicBezTo>
                  <a:pt x="816031" y="89643"/>
                  <a:pt x="820392" y="93126"/>
                  <a:pt x="823616" y="97498"/>
                </a:cubicBezTo>
                <a:cubicBezTo>
                  <a:pt x="826841" y="101868"/>
                  <a:pt x="828453" y="107535"/>
                  <a:pt x="828453" y="114500"/>
                </a:cubicBezTo>
                <a:cubicBezTo>
                  <a:pt x="828453" y="121020"/>
                  <a:pt x="827152" y="126540"/>
                  <a:pt x="824551" y="131058"/>
                </a:cubicBezTo>
                <a:cubicBezTo>
                  <a:pt x="821949" y="135577"/>
                  <a:pt x="818468" y="139226"/>
                  <a:pt x="814107" y="142004"/>
                </a:cubicBezTo>
                <a:cubicBezTo>
                  <a:pt x="809746" y="144782"/>
                  <a:pt x="804763" y="146801"/>
                  <a:pt x="799156" y="148060"/>
                </a:cubicBezTo>
                <a:cubicBezTo>
                  <a:pt x="793549" y="149320"/>
                  <a:pt x="787741" y="149950"/>
                  <a:pt x="781731" y="149950"/>
                </a:cubicBezTo>
                <a:close/>
                <a:moveTo>
                  <a:pt x="905298" y="149950"/>
                </a:moveTo>
                <a:cubicBezTo>
                  <a:pt x="893352" y="149950"/>
                  <a:pt x="883311" y="147707"/>
                  <a:pt x="875176" y="143220"/>
                </a:cubicBezTo>
                <a:cubicBezTo>
                  <a:pt x="867041" y="138733"/>
                  <a:pt x="860885" y="132263"/>
                  <a:pt x="856707" y="123810"/>
                </a:cubicBezTo>
                <a:cubicBezTo>
                  <a:pt x="852530" y="115354"/>
                  <a:pt x="850441" y="105193"/>
                  <a:pt x="850441" y="93327"/>
                </a:cubicBezTo>
                <a:cubicBezTo>
                  <a:pt x="850441" y="81832"/>
                  <a:pt x="852475" y="71932"/>
                  <a:pt x="856543" y="63628"/>
                </a:cubicBezTo>
                <a:cubicBezTo>
                  <a:pt x="860610" y="55321"/>
                  <a:pt x="866583" y="48924"/>
                  <a:pt x="874462" y="44437"/>
                </a:cubicBezTo>
                <a:cubicBezTo>
                  <a:pt x="882340" y="39951"/>
                  <a:pt x="892033" y="37707"/>
                  <a:pt x="903539" y="37707"/>
                </a:cubicBezTo>
                <a:cubicBezTo>
                  <a:pt x="919516" y="37707"/>
                  <a:pt x="932140" y="42430"/>
                  <a:pt x="941412" y="51875"/>
                </a:cubicBezTo>
                <a:cubicBezTo>
                  <a:pt x="950683" y="61320"/>
                  <a:pt x="955318" y="74785"/>
                  <a:pt x="955318" y="92269"/>
                </a:cubicBezTo>
                <a:cubicBezTo>
                  <a:pt x="955318" y="93158"/>
                  <a:pt x="955281" y="94361"/>
                  <a:pt x="955208" y="95880"/>
                </a:cubicBezTo>
                <a:cubicBezTo>
                  <a:pt x="955135" y="97398"/>
                  <a:pt x="955025" y="98565"/>
                  <a:pt x="954878" y="99380"/>
                </a:cubicBezTo>
                <a:lnTo>
                  <a:pt x="879574" y="99380"/>
                </a:lnTo>
                <a:cubicBezTo>
                  <a:pt x="879720" y="104554"/>
                  <a:pt x="880655" y="109390"/>
                  <a:pt x="882377" y="113888"/>
                </a:cubicBezTo>
                <a:cubicBezTo>
                  <a:pt x="884099" y="118386"/>
                  <a:pt x="886829" y="122004"/>
                  <a:pt x="890567" y="124741"/>
                </a:cubicBezTo>
                <a:cubicBezTo>
                  <a:pt x="894305" y="127475"/>
                  <a:pt x="899215" y="128843"/>
                  <a:pt x="905298" y="128843"/>
                </a:cubicBezTo>
                <a:cubicBezTo>
                  <a:pt x="911601" y="128843"/>
                  <a:pt x="916658" y="127427"/>
                  <a:pt x="920469" y="124596"/>
                </a:cubicBezTo>
                <a:cubicBezTo>
                  <a:pt x="924280" y="121766"/>
                  <a:pt x="926222" y="117556"/>
                  <a:pt x="926296" y="111968"/>
                </a:cubicBezTo>
                <a:lnTo>
                  <a:pt x="954988" y="111968"/>
                </a:lnTo>
                <a:cubicBezTo>
                  <a:pt x="954622" y="120433"/>
                  <a:pt x="952332" y="127487"/>
                  <a:pt x="948117" y="133130"/>
                </a:cubicBezTo>
                <a:cubicBezTo>
                  <a:pt x="943903" y="138773"/>
                  <a:pt x="938150" y="142987"/>
                  <a:pt x="930858" y="145772"/>
                </a:cubicBezTo>
                <a:cubicBezTo>
                  <a:pt x="923566" y="148557"/>
                  <a:pt x="915046" y="149950"/>
                  <a:pt x="905298" y="149950"/>
                </a:cubicBezTo>
                <a:moveTo>
                  <a:pt x="879903" y="80911"/>
                </a:moveTo>
                <a:lnTo>
                  <a:pt x="926406" y="80911"/>
                </a:lnTo>
                <a:cubicBezTo>
                  <a:pt x="926186" y="73216"/>
                  <a:pt x="923969" y="67463"/>
                  <a:pt x="919755" y="63652"/>
                </a:cubicBezTo>
                <a:cubicBezTo>
                  <a:pt x="915540" y="59841"/>
                  <a:pt x="910135" y="57935"/>
                  <a:pt x="903539" y="57935"/>
                </a:cubicBezTo>
                <a:cubicBezTo>
                  <a:pt x="896797" y="57935"/>
                  <a:pt x="891282" y="59897"/>
                  <a:pt x="886994" y="63820"/>
                </a:cubicBezTo>
                <a:cubicBezTo>
                  <a:pt x="882707" y="67743"/>
                  <a:pt x="880343" y="73440"/>
                  <a:pt x="879903" y="809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F">
            <a:extLst xmlns:a="http://schemas.openxmlformats.org/drawingml/2006/main">
              <a:ext uri="{FF2B5EF4-FFF2-40B4-BE49-F238E27FC236}">
                <a16:creationId xmlns:a16="http://schemas.microsoft.com/office/drawing/2014/main" id="{78832EF6-6D59-48E5-AFD9-022EC24F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" y="5191505"/>
            <a:ext cx="172185" cy="112572"/>
          </a:xfrm>
          <a:custGeom xmlns:a="http://schemas.openxmlformats.org/drawingml/2006/main">
            <a:pathLst>
              <a:path w="172185" h="112572">
                <a:moveTo>
                  <a:pt x="172185" y="112572"/>
                </a:moveTo>
                <a:lnTo>
                  <a:pt x="0" y="112572"/>
                </a:lnTo>
                <a:lnTo>
                  <a:pt x="0" y="0"/>
                </a:lnTo>
                <a:lnTo>
                  <a:pt x="29806" y="0"/>
                </a:lnTo>
                <a:lnTo>
                  <a:pt x="29806" y="76626"/>
                </a:lnTo>
                <a:lnTo>
                  <a:pt x="69974" y="76626"/>
                </a:lnTo>
                <a:lnTo>
                  <a:pt x="69974" y="7931"/>
                </a:lnTo>
                <a:lnTo>
                  <a:pt x="98501" y="7931"/>
                </a:lnTo>
                <a:lnTo>
                  <a:pt x="98501" y="76626"/>
                </a:lnTo>
                <a:lnTo>
                  <a:pt x="172185" y="76626"/>
                </a:lnTo>
                <a:lnTo>
                  <a:pt x="172185" y="112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u">
            <a:extLst xmlns:a="http://schemas.openxmlformats.org/drawingml/2006/main">
              <a:ext uri="{FF2B5EF4-FFF2-40B4-BE49-F238E27FC236}">
                <a16:creationId xmlns:a16="http://schemas.microsoft.com/office/drawing/2014/main" id="{134441C4-6EAB-496D-9D1D-5512DA85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31" y="5051079"/>
            <a:ext cx="128691" cy="117178"/>
          </a:xfrm>
          <a:custGeom xmlns:a="http://schemas.openxmlformats.org/drawingml/2006/main">
            <a:pathLst>
              <a:path w="128691" h="117178">
                <a:moveTo>
                  <a:pt x="128691" y="77521"/>
                </a:moveTo>
                <a:cubicBezTo>
                  <a:pt x="128691" y="90143"/>
                  <a:pt x="124722" y="99908"/>
                  <a:pt x="116786" y="106816"/>
                </a:cubicBezTo>
                <a:cubicBezTo>
                  <a:pt x="108847" y="113724"/>
                  <a:pt x="97547" y="117178"/>
                  <a:pt x="82886" y="117178"/>
                </a:cubicBezTo>
                <a:lnTo>
                  <a:pt x="0" y="117178"/>
                </a:lnTo>
                <a:lnTo>
                  <a:pt x="0" y="83278"/>
                </a:lnTo>
                <a:lnTo>
                  <a:pt x="79092" y="83278"/>
                </a:lnTo>
                <a:cubicBezTo>
                  <a:pt x="83450" y="83278"/>
                  <a:pt x="87306" y="82660"/>
                  <a:pt x="90662" y="81423"/>
                </a:cubicBezTo>
                <a:cubicBezTo>
                  <a:pt x="94017" y="80186"/>
                  <a:pt x="96610" y="78140"/>
                  <a:pt x="98441" y="75283"/>
                </a:cubicBezTo>
                <a:cubicBezTo>
                  <a:pt x="100272" y="72426"/>
                  <a:pt x="101187" y="68652"/>
                  <a:pt x="101187" y="63962"/>
                </a:cubicBezTo>
                <a:cubicBezTo>
                  <a:pt x="101187" y="57139"/>
                  <a:pt x="99640" y="51319"/>
                  <a:pt x="96546" y="46500"/>
                </a:cubicBezTo>
                <a:cubicBezTo>
                  <a:pt x="93452" y="41682"/>
                  <a:pt x="89682" y="37481"/>
                  <a:pt x="85237" y="33900"/>
                </a:cubicBezTo>
                <a:lnTo>
                  <a:pt x="0" y="33900"/>
                </a:lnTo>
                <a:lnTo>
                  <a:pt x="0" y="0"/>
                </a:lnTo>
                <a:lnTo>
                  <a:pt x="126388" y="0"/>
                </a:lnTo>
                <a:lnTo>
                  <a:pt x="126388" y="32748"/>
                </a:lnTo>
                <a:lnTo>
                  <a:pt x="108223" y="33260"/>
                </a:lnTo>
                <a:cubicBezTo>
                  <a:pt x="113510" y="37439"/>
                  <a:pt x="118244" y="43153"/>
                  <a:pt x="122422" y="50402"/>
                </a:cubicBezTo>
                <a:cubicBezTo>
                  <a:pt x="126601" y="57651"/>
                  <a:pt x="128691" y="66691"/>
                  <a:pt x="128691" y="775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z">
            <a:extLst xmlns:a="http://schemas.openxmlformats.org/drawingml/2006/main">
              <a:ext uri="{FF2B5EF4-FFF2-40B4-BE49-F238E27FC236}">
                <a16:creationId xmlns:a16="http://schemas.microsoft.com/office/drawing/2014/main" id="{37504300-F6A6-4BAA-8342-EB06BBC6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31" y="4920068"/>
            <a:ext cx="126388" cy="103362"/>
          </a:xfrm>
          <a:custGeom xmlns:a="http://schemas.openxmlformats.org/drawingml/2006/main">
            <a:pathLst>
              <a:path w="126388" h="103362">
                <a:moveTo>
                  <a:pt x="126388" y="103362"/>
                </a:moveTo>
                <a:lnTo>
                  <a:pt x="101523" y="103362"/>
                </a:lnTo>
                <a:lnTo>
                  <a:pt x="26096" y="44133"/>
                </a:lnTo>
                <a:lnTo>
                  <a:pt x="26096" y="98245"/>
                </a:lnTo>
                <a:lnTo>
                  <a:pt x="0" y="98245"/>
                </a:lnTo>
                <a:lnTo>
                  <a:pt x="0" y="4094"/>
                </a:lnTo>
                <a:lnTo>
                  <a:pt x="23958" y="4094"/>
                </a:lnTo>
                <a:lnTo>
                  <a:pt x="100164" y="63450"/>
                </a:lnTo>
                <a:lnTo>
                  <a:pt x="100164" y="0"/>
                </a:lnTo>
                <a:lnTo>
                  <a:pt x="126388" y="0"/>
                </a:lnTo>
                <a:lnTo>
                  <a:pt x="126388" y="10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z">
            <a:extLst xmlns:a="http://schemas.openxmlformats.org/drawingml/2006/main">
              <a:ext uri="{FF2B5EF4-FFF2-40B4-BE49-F238E27FC236}">
                <a16:creationId xmlns:a16="http://schemas.microsoft.com/office/drawing/2014/main" id="{0CB83AAD-C1CA-4B23-AA38-003021A9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31" y="4798218"/>
            <a:ext cx="126388" cy="103362"/>
          </a:xfrm>
          <a:custGeom xmlns:a="http://schemas.openxmlformats.org/drawingml/2006/main">
            <a:pathLst>
              <a:path w="126388" h="103362">
                <a:moveTo>
                  <a:pt x="126388" y="103362"/>
                </a:moveTo>
                <a:lnTo>
                  <a:pt x="101523" y="103362"/>
                </a:lnTo>
                <a:lnTo>
                  <a:pt x="26096" y="44133"/>
                </a:lnTo>
                <a:lnTo>
                  <a:pt x="26096" y="98245"/>
                </a:lnTo>
                <a:lnTo>
                  <a:pt x="0" y="98245"/>
                </a:lnTo>
                <a:lnTo>
                  <a:pt x="0" y="4094"/>
                </a:lnTo>
                <a:lnTo>
                  <a:pt x="23958" y="4094"/>
                </a:lnTo>
                <a:lnTo>
                  <a:pt x="100164" y="63450"/>
                </a:lnTo>
                <a:lnTo>
                  <a:pt x="100164" y="0"/>
                </a:lnTo>
                <a:lnTo>
                  <a:pt x="126388" y="0"/>
                </a:lnTo>
                <a:lnTo>
                  <a:pt x="126388" y="103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e">
            <a:extLst xmlns:a="http://schemas.openxmlformats.org/drawingml/2006/main">
              <a:ext uri="{FF2B5EF4-FFF2-40B4-BE49-F238E27FC236}">
                <a16:creationId xmlns:a16="http://schemas.microsoft.com/office/drawing/2014/main" id="{38574DA1-AD9B-4533-92AE-0A568AAE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4659190"/>
            <a:ext cx="130610" cy="122039"/>
          </a:xfrm>
          <a:custGeom xmlns:a="http://schemas.openxmlformats.org/drawingml/2006/main">
            <a:pathLst>
              <a:path w="130610" h="122039">
                <a:moveTo>
                  <a:pt x="130610" y="58205"/>
                </a:moveTo>
                <a:cubicBezTo>
                  <a:pt x="130610" y="72106"/>
                  <a:pt x="127999" y="83790"/>
                  <a:pt x="122778" y="93256"/>
                </a:cubicBezTo>
                <a:cubicBezTo>
                  <a:pt x="117557" y="102722"/>
                  <a:pt x="110029" y="109886"/>
                  <a:pt x="100192" y="114747"/>
                </a:cubicBezTo>
                <a:cubicBezTo>
                  <a:pt x="90352" y="119608"/>
                  <a:pt x="78529" y="122039"/>
                  <a:pt x="64721" y="122039"/>
                </a:cubicBezTo>
                <a:cubicBezTo>
                  <a:pt x="51345" y="122039"/>
                  <a:pt x="39825" y="119672"/>
                  <a:pt x="30162" y="114939"/>
                </a:cubicBezTo>
                <a:cubicBezTo>
                  <a:pt x="20496" y="110206"/>
                  <a:pt x="13052" y="103255"/>
                  <a:pt x="7831" y="94087"/>
                </a:cubicBezTo>
                <a:cubicBezTo>
                  <a:pt x="2610" y="84920"/>
                  <a:pt x="0" y="73641"/>
                  <a:pt x="0" y="60252"/>
                </a:cubicBezTo>
                <a:cubicBezTo>
                  <a:pt x="0" y="41660"/>
                  <a:pt x="5495" y="26970"/>
                  <a:pt x="16486" y="16182"/>
                </a:cubicBezTo>
                <a:cubicBezTo>
                  <a:pt x="27477" y="5394"/>
                  <a:pt x="43145" y="0"/>
                  <a:pt x="63490" y="0"/>
                </a:cubicBezTo>
                <a:cubicBezTo>
                  <a:pt x="64524" y="0"/>
                  <a:pt x="65924" y="43"/>
                  <a:pt x="67691" y="128"/>
                </a:cubicBezTo>
                <a:cubicBezTo>
                  <a:pt x="69458" y="213"/>
                  <a:pt x="70816" y="341"/>
                  <a:pt x="71765" y="512"/>
                </a:cubicBezTo>
                <a:lnTo>
                  <a:pt x="71765" y="88139"/>
                </a:lnTo>
                <a:cubicBezTo>
                  <a:pt x="77785" y="87968"/>
                  <a:pt x="83413" y="86881"/>
                  <a:pt x="88647" y="84877"/>
                </a:cubicBezTo>
                <a:cubicBezTo>
                  <a:pt x="93881" y="82873"/>
                  <a:pt x="98090" y="79696"/>
                  <a:pt x="101275" y="75347"/>
                </a:cubicBezTo>
                <a:cubicBezTo>
                  <a:pt x="104457" y="70997"/>
                  <a:pt x="106048" y="65283"/>
                  <a:pt x="106048" y="58205"/>
                </a:cubicBezTo>
                <a:cubicBezTo>
                  <a:pt x="106048" y="50871"/>
                  <a:pt x="104401" y="44986"/>
                  <a:pt x="101107" y="40552"/>
                </a:cubicBezTo>
                <a:cubicBezTo>
                  <a:pt x="97813" y="36117"/>
                  <a:pt x="92915" y="33857"/>
                  <a:pt x="86412" y="33772"/>
                </a:cubicBezTo>
                <a:lnTo>
                  <a:pt x="86412" y="384"/>
                </a:lnTo>
                <a:cubicBezTo>
                  <a:pt x="96262" y="810"/>
                  <a:pt x="104471" y="3475"/>
                  <a:pt x="111037" y="8379"/>
                </a:cubicBezTo>
                <a:cubicBezTo>
                  <a:pt x="117604" y="13283"/>
                  <a:pt x="122508" y="19977"/>
                  <a:pt x="125748" y="28463"/>
                </a:cubicBezTo>
                <a:cubicBezTo>
                  <a:pt x="128989" y="36948"/>
                  <a:pt x="130610" y="46863"/>
                  <a:pt x="130610" y="58205"/>
                </a:cubicBezTo>
                <a:moveTo>
                  <a:pt x="50274" y="87755"/>
                </a:moveTo>
                <a:lnTo>
                  <a:pt x="50274" y="33644"/>
                </a:lnTo>
                <a:cubicBezTo>
                  <a:pt x="41319" y="33900"/>
                  <a:pt x="34625" y="36479"/>
                  <a:pt x="30190" y="41383"/>
                </a:cubicBezTo>
                <a:cubicBezTo>
                  <a:pt x="25755" y="46287"/>
                  <a:pt x="23538" y="52576"/>
                  <a:pt x="23538" y="60252"/>
                </a:cubicBezTo>
                <a:cubicBezTo>
                  <a:pt x="23538" y="68098"/>
                  <a:pt x="25820" y="74515"/>
                  <a:pt x="30386" y="79504"/>
                </a:cubicBezTo>
                <a:cubicBezTo>
                  <a:pt x="34951" y="84493"/>
                  <a:pt x="41580" y="87244"/>
                  <a:pt x="50274" y="87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r">
            <a:extLst xmlns:a="http://schemas.openxmlformats.org/drawingml/2006/main">
              <a:ext uri="{FF2B5EF4-FFF2-40B4-BE49-F238E27FC236}">
                <a16:creationId xmlns:a16="http://schemas.microsoft.com/office/drawing/2014/main" id="{4AA09A4E-8716-41EB-A055-F40A079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4555592"/>
            <a:ext cx="128307" cy="73812"/>
          </a:xfrm>
          <a:custGeom xmlns:a="http://schemas.openxmlformats.org/drawingml/2006/main">
            <a:pathLst>
              <a:path w="128307" h="73812">
                <a:moveTo>
                  <a:pt x="128307" y="73812"/>
                </a:moveTo>
                <a:lnTo>
                  <a:pt x="1919" y="73812"/>
                </a:lnTo>
                <a:lnTo>
                  <a:pt x="1919" y="41319"/>
                </a:lnTo>
                <a:lnTo>
                  <a:pt x="23282" y="40680"/>
                </a:lnTo>
                <a:cubicBezTo>
                  <a:pt x="15777" y="37439"/>
                  <a:pt x="10021" y="32578"/>
                  <a:pt x="6012" y="26096"/>
                </a:cubicBezTo>
                <a:cubicBezTo>
                  <a:pt x="2004" y="19615"/>
                  <a:pt x="0" y="11769"/>
                  <a:pt x="0" y="2558"/>
                </a:cubicBezTo>
                <a:lnTo>
                  <a:pt x="0" y="0"/>
                </a:lnTo>
                <a:lnTo>
                  <a:pt x="28527" y="0"/>
                </a:lnTo>
                <a:lnTo>
                  <a:pt x="28527" y="3198"/>
                </a:lnTo>
                <a:cubicBezTo>
                  <a:pt x="28527" y="8230"/>
                  <a:pt x="28983" y="13048"/>
                  <a:pt x="29894" y="17653"/>
                </a:cubicBezTo>
                <a:cubicBezTo>
                  <a:pt x="30805" y="22259"/>
                  <a:pt x="32369" y="26437"/>
                  <a:pt x="34583" y="30190"/>
                </a:cubicBezTo>
                <a:cubicBezTo>
                  <a:pt x="36798" y="33942"/>
                  <a:pt x="39859" y="37183"/>
                  <a:pt x="43766" y="39912"/>
                </a:cubicBezTo>
                <a:lnTo>
                  <a:pt x="128307" y="39912"/>
                </a:lnTo>
                <a:lnTo>
                  <a:pt x="128307" y="7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C">
            <a:extLst xmlns:a="http://schemas.openxmlformats.org/drawingml/2006/main">
              <a:ext uri="{FF2B5EF4-FFF2-40B4-BE49-F238E27FC236}">
                <a16:creationId xmlns:a16="http://schemas.microsoft.com/office/drawing/2014/main" id="{F3934BF6-D6FA-487D-8036-666E267F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32" y="4324442"/>
            <a:ext cx="176790" cy="160671"/>
          </a:xfrm>
          <a:custGeom xmlns:a="http://schemas.openxmlformats.org/drawingml/2006/main">
            <a:pathLst>
              <a:path w="176790" h="160671">
                <a:moveTo>
                  <a:pt x="176790" y="76754"/>
                </a:moveTo>
                <a:cubicBezTo>
                  <a:pt x="176790" y="94151"/>
                  <a:pt x="173144" y="109118"/>
                  <a:pt x="165852" y="121655"/>
                </a:cubicBezTo>
                <a:cubicBezTo>
                  <a:pt x="158561" y="134191"/>
                  <a:pt x="148327" y="143828"/>
                  <a:pt x="135151" y="150566"/>
                </a:cubicBezTo>
                <a:cubicBezTo>
                  <a:pt x="121975" y="157303"/>
                  <a:pt x="106432" y="160671"/>
                  <a:pt x="88523" y="160671"/>
                </a:cubicBezTo>
                <a:cubicBezTo>
                  <a:pt x="70614" y="160671"/>
                  <a:pt x="55028" y="157303"/>
                  <a:pt x="41767" y="150566"/>
                </a:cubicBezTo>
                <a:cubicBezTo>
                  <a:pt x="28506" y="143828"/>
                  <a:pt x="18229" y="134191"/>
                  <a:pt x="10937" y="121655"/>
                </a:cubicBezTo>
                <a:cubicBezTo>
                  <a:pt x="3646" y="109118"/>
                  <a:pt x="0" y="94151"/>
                  <a:pt x="0" y="76754"/>
                </a:cubicBezTo>
                <a:cubicBezTo>
                  <a:pt x="0" y="63279"/>
                  <a:pt x="2324" y="50871"/>
                  <a:pt x="6972" y="39528"/>
                </a:cubicBezTo>
                <a:cubicBezTo>
                  <a:pt x="11620" y="28186"/>
                  <a:pt x="18485" y="18975"/>
                  <a:pt x="27567" y="11897"/>
                </a:cubicBezTo>
                <a:cubicBezTo>
                  <a:pt x="36650" y="4818"/>
                  <a:pt x="47843" y="938"/>
                  <a:pt x="61147" y="256"/>
                </a:cubicBezTo>
                <a:lnTo>
                  <a:pt x="61147" y="37098"/>
                </a:lnTo>
                <a:cubicBezTo>
                  <a:pt x="54154" y="38036"/>
                  <a:pt x="48355" y="40317"/>
                  <a:pt x="43750" y="43942"/>
                </a:cubicBezTo>
                <a:cubicBezTo>
                  <a:pt x="39144" y="47566"/>
                  <a:pt x="35691" y="52193"/>
                  <a:pt x="33388" y="57821"/>
                </a:cubicBezTo>
                <a:cubicBezTo>
                  <a:pt x="31085" y="63450"/>
                  <a:pt x="29934" y="69761"/>
                  <a:pt x="29934" y="76754"/>
                </a:cubicBezTo>
                <a:cubicBezTo>
                  <a:pt x="29934" y="88011"/>
                  <a:pt x="32663" y="97072"/>
                  <a:pt x="38121" y="103938"/>
                </a:cubicBezTo>
                <a:cubicBezTo>
                  <a:pt x="43579" y="110803"/>
                  <a:pt x="50722" y="115792"/>
                  <a:pt x="59548" y="118905"/>
                </a:cubicBezTo>
                <a:cubicBezTo>
                  <a:pt x="68375" y="122017"/>
                  <a:pt x="78033" y="123574"/>
                  <a:pt x="88523" y="123574"/>
                </a:cubicBezTo>
                <a:cubicBezTo>
                  <a:pt x="98927" y="123574"/>
                  <a:pt x="108564" y="122017"/>
                  <a:pt x="117433" y="118905"/>
                </a:cubicBezTo>
                <a:cubicBezTo>
                  <a:pt x="126303" y="115792"/>
                  <a:pt x="133424" y="110803"/>
                  <a:pt x="138797" y="103938"/>
                </a:cubicBezTo>
                <a:cubicBezTo>
                  <a:pt x="144169" y="97072"/>
                  <a:pt x="146856" y="88011"/>
                  <a:pt x="146856" y="76754"/>
                </a:cubicBezTo>
                <a:cubicBezTo>
                  <a:pt x="146856" y="64900"/>
                  <a:pt x="143807" y="55540"/>
                  <a:pt x="137709" y="48675"/>
                </a:cubicBezTo>
                <a:cubicBezTo>
                  <a:pt x="131612" y="41810"/>
                  <a:pt x="122934" y="37865"/>
                  <a:pt x="111677" y="36842"/>
                </a:cubicBezTo>
                <a:lnTo>
                  <a:pt x="111677" y="0"/>
                </a:lnTo>
                <a:cubicBezTo>
                  <a:pt x="125748" y="1023"/>
                  <a:pt x="137624" y="4733"/>
                  <a:pt x="147303" y="11129"/>
                </a:cubicBezTo>
                <a:cubicBezTo>
                  <a:pt x="156983" y="17525"/>
                  <a:pt x="164317" y="26267"/>
                  <a:pt x="169306" y="37354"/>
                </a:cubicBezTo>
                <a:cubicBezTo>
                  <a:pt x="174295" y="48440"/>
                  <a:pt x="176790" y="61574"/>
                  <a:pt x="176790" y="767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o">
            <a:extLst xmlns:a="http://schemas.openxmlformats.org/drawingml/2006/main">
              <a:ext uri="{FF2B5EF4-FFF2-40B4-BE49-F238E27FC236}">
                <a16:creationId xmlns:a16="http://schemas.microsoft.com/office/drawing/2014/main" id="{23CD858B-2EDC-4007-A870-F40EBFD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4174088"/>
            <a:ext cx="130610" cy="126644"/>
          </a:xfrm>
          <a:custGeom xmlns:a="http://schemas.openxmlformats.org/drawingml/2006/main">
            <a:pathLst>
              <a:path w="130610" h="126644">
                <a:moveTo>
                  <a:pt x="130610" y="63578"/>
                </a:moveTo>
                <a:cubicBezTo>
                  <a:pt x="130610" y="76200"/>
                  <a:pt x="128064" y="87265"/>
                  <a:pt x="122974" y="96774"/>
                </a:cubicBezTo>
                <a:cubicBezTo>
                  <a:pt x="117881" y="106283"/>
                  <a:pt x="110503" y="113638"/>
                  <a:pt x="100839" y="118841"/>
                </a:cubicBezTo>
                <a:cubicBezTo>
                  <a:pt x="91173" y="124043"/>
                  <a:pt x="79479" y="126644"/>
                  <a:pt x="65756" y="126644"/>
                </a:cubicBezTo>
                <a:cubicBezTo>
                  <a:pt x="51778" y="126644"/>
                  <a:pt x="39892" y="124043"/>
                  <a:pt x="30098" y="118841"/>
                </a:cubicBezTo>
                <a:cubicBezTo>
                  <a:pt x="20301" y="113638"/>
                  <a:pt x="12836" y="106283"/>
                  <a:pt x="7703" y="96774"/>
                </a:cubicBezTo>
                <a:cubicBezTo>
                  <a:pt x="2568" y="87265"/>
                  <a:pt x="0" y="76200"/>
                  <a:pt x="0" y="63578"/>
                </a:cubicBezTo>
                <a:cubicBezTo>
                  <a:pt x="0" y="50785"/>
                  <a:pt x="2568" y="39635"/>
                  <a:pt x="7703" y="30126"/>
                </a:cubicBezTo>
                <a:cubicBezTo>
                  <a:pt x="12836" y="20617"/>
                  <a:pt x="20301" y="13219"/>
                  <a:pt x="30098" y="7931"/>
                </a:cubicBezTo>
                <a:cubicBezTo>
                  <a:pt x="39892" y="2644"/>
                  <a:pt x="51778" y="0"/>
                  <a:pt x="65756" y="0"/>
                </a:cubicBezTo>
                <a:cubicBezTo>
                  <a:pt x="79479" y="0"/>
                  <a:pt x="91173" y="2644"/>
                  <a:pt x="100839" y="7931"/>
                </a:cubicBezTo>
                <a:cubicBezTo>
                  <a:pt x="110503" y="13219"/>
                  <a:pt x="117881" y="20617"/>
                  <a:pt x="122974" y="30126"/>
                </a:cubicBezTo>
                <a:cubicBezTo>
                  <a:pt x="128064" y="39635"/>
                  <a:pt x="130610" y="50785"/>
                  <a:pt x="130610" y="63578"/>
                </a:cubicBezTo>
                <a:moveTo>
                  <a:pt x="104769" y="63578"/>
                </a:moveTo>
                <a:cubicBezTo>
                  <a:pt x="104769" y="56158"/>
                  <a:pt x="103007" y="50338"/>
                  <a:pt x="99484" y="46116"/>
                </a:cubicBezTo>
                <a:cubicBezTo>
                  <a:pt x="95961" y="41895"/>
                  <a:pt x="91243" y="38910"/>
                  <a:pt x="85329" y="37162"/>
                </a:cubicBezTo>
                <a:cubicBezTo>
                  <a:pt x="79415" y="35413"/>
                  <a:pt x="72892" y="34539"/>
                  <a:pt x="65760" y="34539"/>
                </a:cubicBezTo>
                <a:cubicBezTo>
                  <a:pt x="58453" y="34539"/>
                  <a:pt x="51798" y="35413"/>
                  <a:pt x="45796" y="37162"/>
                </a:cubicBezTo>
                <a:cubicBezTo>
                  <a:pt x="39795" y="38910"/>
                  <a:pt x="35011" y="41895"/>
                  <a:pt x="31445" y="46116"/>
                </a:cubicBezTo>
                <a:cubicBezTo>
                  <a:pt x="27879" y="50338"/>
                  <a:pt x="26096" y="56158"/>
                  <a:pt x="26096" y="63578"/>
                </a:cubicBezTo>
                <a:cubicBezTo>
                  <a:pt x="26096" y="70827"/>
                  <a:pt x="27879" y="76519"/>
                  <a:pt x="31445" y="80656"/>
                </a:cubicBezTo>
                <a:cubicBezTo>
                  <a:pt x="35011" y="84792"/>
                  <a:pt x="39795" y="87713"/>
                  <a:pt x="45796" y="89418"/>
                </a:cubicBezTo>
                <a:cubicBezTo>
                  <a:pt x="51798" y="91124"/>
                  <a:pt x="58453" y="91977"/>
                  <a:pt x="65760" y="91977"/>
                </a:cubicBezTo>
                <a:cubicBezTo>
                  <a:pt x="72892" y="91977"/>
                  <a:pt x="79415" y="91124"/>
                  <a:pt x="85329" y="89418"/>
                </a:cubicBezTo>
                <a:cubicBezTo>
                  <a:pt x="91243" y="87713"/>
                  <a:pt x="95961" y="84792"/>
                  <a:pt x="99484" y="80656"/>
                </a:cubicBezTo>
                <a:cubicBezTo>
                  <a:pt x="103007" y="76519"/>
                  <a:pt x="104769" y="70827"/>
                  <a:pt x="104769" y="63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n">
            <a:extLst xmlns:a="http://schemas.openxmlformats.org/drawingml/2006/main">
              <a:ext uri="{FF2B5EF4-FFF2-40B4-BE49-F238E27FC236}">
                <a16:creationId xmlns:a16="http://schemas.microsoft.com/office/drawing/2014/main" id="{0A8208F0-426C-4FCB-9745-49A4077E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4027755"/>
            <a:ext cx="128307" cy="116410"/>
          </a:xfrm>
          <a:custGeom xmlns:a="http://schemas.openxmlformats.org/drawingml/2006/main">
            <a:pathLst>
              <a:path w="128307" h="116410">
                <a:moveTo>
                  <a:pt x="128307" y="116410"/>
                </a:moveTo>
                <a:lnTo>
                  <a:pt x="1919" y="116410"/>
                </a:lnTo>
                <a:lnTo>
                  <a:pt x="1919" y="83790"/>
                </a:lnTo>
                <a:lnTo>
                  <a:pt x="20468" y="83150"/>
                </a:lnTo>
                <a:cubicBezTo>
                  <a:pt x="15095" y="78971"/>
                  <a:pt x="10340" y="73471"/>
                  <a:pt x="6204" y="66648"/>
                </a:cubicBezTo>
                <a:cubicBezTo>
                  <a:pt x="2068" y="59825"/>
                  <a:pt x="0" y="50956"/>
                  <a:pt x="0" y="40040"/>
                </a:cubicBezTo>
                <a:cubicBezTo>
                  <a:pt x="0" y="27333"/>
                  <a:pt x="3910" y="17483"/>
                  <a:pt x="11729" y="10490"/>
                </a:cubicBezTo>
                <a:cubicBezTo>
                  <a:pt x="19548" y="3497"/>
                  <a:pt x="30975" y="0"/>
                  <a:pt x="46008" y="0"/>
                </a:cubicBezTo>
                <a:lnTo>
                  <a:pt x="128307" y="0"/>
                </a:lnTo>
                <a:lnTo>
                  <a:pt x="128307" y="33644"/>
                </a:lnTo>
                <a:lnTo>
                  <a:pt x="50142" y="33644"/>
                </a:lnTo>
                <a:cubicBezTo>
                  <a:pt x="45545" y="33644"/>
                  <a:pt x="41512" y="34283"/>
                  <a:pt x="38045" y="35563"/>
                </a:cubicBezTo>
                <a:cubicBezTo>
                  <a:pt x="34578" y="36842"/>
                  <a:pt x="31890" y="38867"/>
                  <a:pt x="29982" y="41639"/>
                </a:cubicBezTo>
                <a:cubicBezTo>
                  <a:pt x="28074" y="44411"/>
                  <a:pt x="27120" y="48056"/>
                  <a:pt x="27120" y="52576"/>
                </a:cubicBezTo>
                <a:cubicBezTo>
                  <a:pt x="27120" y="59314"/>
                  <a:pt x="28724" y="65092"/>
                  <a:pt x="31933" y="69910"/>
                </a:cubicBezTo>
                <a:cubicBezTo>
                  <a:pt x="35142" y="74728"/>
                  <a:pt x="39043" y="78929"/>
                  <a:pt x="43638" y="82510"/>
                </a:cubicBezTo>
                <a:lnTo>
                  <a:pt x="128307" y="82510"/>
                </a:lnTo>
                <a:lnTo>
                  <a:pt x="128307" y="116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t">
            <a:extLst xmlns:a="http://schemas.openxmlformats.org/drawingml/2006/main">
              <a:ext uri="{FF2B5EF4-FFF2-40B4-BE49-F238E27FC236}">
                <a16:creationId xmlns:a16="http://schemas.microsoft.com/office/drawing/2014/main" id="{4DB01BE6-A37F-4959-9039-72D7251F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8" y="3925117"/>
            <a:ext cx="155810" cy="81871"/>
          </a:xfrm>
          <a:custGeom xmlns:a="http://schemas.openxmlformats.org/drawingml/2006/main">
            <a:pathLst>
              <a:path w="155810" h="81871">
                <a:moveTo>
                  <a:pt x="155810" y="13176"/>
                </a:moveTo>
                <a:cubicBezTo>
                  <a:pt x="155810" y="25798"/>
                  <a:pt x="154274" y="35584"/>
                  <a:pt x="151201" y="42534"/>
                </a:cubicBezTo>
                <a:cubicBezTo>
                  <a:pt x="148126" y="49485"/>
                  <a:pt x="143362" y="54325"/>
                  <a:pt x="136910" y="57054"/>
                </a:cubicBezTo>
                <a:cubicBezTo>
                  <a:pt x="130458" y="59783"/>
                  <a:pt x="122035" y="61147"/>
                  <a:pt x="111641" y="61147"/>
                </a:cubicBezTo>
                <a:lnTo>
                  <a:pt x="55519" y="61147"/>
                </a:lnTo>
                <a:lnTo>
                  <a:pt x="55519" y="81871"/>
                </a:lnTo>
                <a:lnTo>
                  <a:pt x="29422" y="81871"/>
                </a:lnTo>
                <a:lnTo>
                  <a:pt x="29422" y="61147"/>
                </a:lnTo>
                <a:lnTo>
                  <a:pt x="0" y="61147"/>
                </a:lnTo>
                <a:lnTo>
                  <a:pt x="0" y="27248"/>
                </a:lnTo>
                <a:lnTo>
                  <a:pt x="29422" y="27248"/>
                </a:lnTo>
                <a:lnTo>
                  <a:pt x="29422" y="0"/>
                </a:lnTo>
                <a:lnTo>
                  <a:pt x="55519" y="0"/>
                </a:lnTo>
                <a:lnTo>
                  <a:pt x="55519" y="27248"/>
                </a:lnTo>
                <a:lnTo>
                  <a:pt x="109862" y="27248"/>
                </a:lnTo>
                <a:cubicBezTo>
                  <a:pt x="116567" y="27248"/>
                  <a:pt x="121531" y="26331"/>
                  <a:pt x="124753" y="24497"/>
                </a:cubicBezTo>
                <a:cubicBezTo>
                  <a:pt x="127975" y="22664"/>
                  <a:pt x="129586" y="18506"/>
                  <a:pt x="129586" y="12025"/>
                </a:cubicBezTo>
                <a:lnTo>
                  <a:pt x="129586" y="0"/>
                </a:lnTo>
                <a:lnTo>
                  <a:pt x="155810" y="0"/>
                </a:lnTo>
                <a:lnTo>
                  <a:pt x="155810" y="131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r">
            <a:extLst xmlns:a="http://schemas.openxmlformats.org/drawingml/2006/main">
              <a:ext uri="{FF2B5EF4-FFF2-40B4-BE49-F238E27FC236}">
                <a16:creationId xmlns:a16="http://schemas.microsoft.com/office/drawing/2014/main" id="{74B50673-D5A1-49C7-9679-AD17AD3A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3823982"/>
            <a:ext cx="128307" cy="73812"/>
          </a:xfrm>
          <a:custGeom xmlns:a="http://schemas.openxmlformats.org/drawingml/2006/main">
            <a:pathLst>
              <a:path w="128307" h="73812">
                <a:moveTo>
                  <a:pt x="128307" y="73812"/>
                </a:moveTo>
                <a:lnTo>
                  <a:pt x="1919" y="73812"/>
                </a:lnTo>
                <a:lnTo>
                  <a:pt x="1919" y="41319"/>
                </a:lnTo>
                <a:lnTo>
                  <a:pt x="23282" y="40680"/>
                </a:lnTo>
                <a:cubicBezTo>
                  <a:pt x="15777" y="37439"/>
                  <a:pt x="10021" y="32578"/>
                  <a:pt x="6012" y="26096"/>
                </a:cubicBezTo>
                <a:cubicBezTo>
                  <a:pt x="2004" y="19615"/>
                  <a:pt x="0" y="11769"/>
                  <a:pt x="0" y="2558"/>
                </a:cubicBezTo>
                <a:lnTo>
                  <a:pt x="0" y="0"/>
                </a:lnTo>
                <a:lnTo>
                  <a:pt x="28527" y="0"/>
                </a:lnTo>
                <a:lnTo>
                  <a:pt x="28527" y="3198"/>
                </a:lnTo>
                <a:cubicBezTo>
                  <a:pt x="28527" y="8230"/>
                  <a:pt x="28983" y="13048"/>
                  <a:pt x="29894" y="17653"/>
                </a:cubicBezTo>
                <a:cubicBezTo>
                  <a:pt x="30805" y="22259"/>
                  <a:pt x="32369" y="26437"/>
                  <a:pt x="34583" y="30190"/>
                </a:cubicBezTo>
                <a:cubicBezTo>
                  <a:pt x="36798" y="33942"/>
                  <a:pt x="39859" y="37183"/>
                  <a:pt x="43766" y="39912"/>
                </a:cubicBezTo>
                <a:lnTo>
                  <a:pt x="128307" y="39912"/>
                </a:lnTo>
                <a:lnTo>
                  <a:pt x="128307" y="7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o">
            <a:extLst xmlns:a="http://schemas.openxmlformats.org/drawingml/2006/main">
              <a:ext uri="{FF2B5EF4-FFF2-40B4-BE49-F238E27FC236}">
                <a16:creationId xmlns:a16="http://schemas.microsoft.com/office/drawing/2014/main" id="{A76738FF-2A7E-4155-BEC5-F9F5B41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3684226"/>
            <a:ext cx="130610" cy="126644"/>
          </a:xfrm>
          <a:custGeom xmlns:a="http://schemas.openxmlformats.org/drawingml/2006/main">
            <a:pathLst>
              <a:path w="130610" h="126644">
                <a:moveTo>
                  <a:pt x="130610" y="63578"/>
                </a:moveTo>
                <a:cubicBezTo>
                  <a:pt x="130610" y="76200"/>
                  <a:pt x="128064" y="87265"/>
                  <a:pt x="122974" y="96774"/>
                </a:cubicBezTo>
                <a:cubicBezTo>
                  <a:pt x="117881" y="106283"/>
                  <a:pt x="110503" y="113638"/>
                  <a:pt x="100839" y="118841"/>
                </a:cubicBezTo>
                <a:cubicBezTo>
                  <a:pt x="91173" y="124043"/>
                  <a:pt x="79479" y="126644"/>
                  <a:pt x="65756" y="126644"/>
                </a:cubicBezTo>
                <a:cubicBezTo>
                  <a:pt x="51778" y="126644"/>
                  <a:pt x="39892" y="124043"/>
                  <a:pt x="30098" y="118841"/>
                </a:cubicBezTo>
                <a:cubicBezTo>
                  <a:pt x="20301" y="113638"/>
                  <a:pt x="12836" y="106283"/>
                  <a:pt x="7703" y="96774"/>
                </a:cubicBezTo>
                <a:cubicBezTo>
                  <a:pt x="2568" y="87265"/>
                  <a:pt x="0" y="76200"/>
                  <a:pt x="0" y="63578"/>
                </a:cubicBezTo>
                <a:cubicBezTo>
                  <a:pt x="0" y="50785"/>
                  <a:pt x="2568" y="39635"/>
                  <a:pt x="7703" y="30126"/>
                </a:cubicBezTo>
                <a:cubicBezTo>
                  <a:pt x="12836" y="20617"/>
                  <a:pt x="20301" y="13219"/>
                  <a:pt x="30098" y="7931"/>
                </a:cubicBezTo>
                <a:cubicBezTo>
                  <a:pt x="39892" y="2644"/>
                  <a:pt x="51778" y="0"/>
                  <a:pt x="65756" y="0"/>
                </a:cubicBezTo>
                <a:cubicBezTo>
                  <a:pt x="79479" y="0"/>
                  <a:pt x="91173" y="2644"/>
                  <a:pt x="100839" y="7931"/>
                </a:cubicBezTo>
                <a:cubicBezTo>
                  <a:pt x="110503" y="13219"/>
                  <a:pt x="117881" y="20617"/>
                  <a:pt x="122974" y="30126"/>
                </a:cubicBezTo>
                <a:cubicBezTo>
                  <a:pt x="128064" y="39635"/>
                  <a:pt x="130610" y="50785"/>
                  <a:pt x="130610" y="63578"/>
                </a:cubicBezTo>
                <a:moveTo>
                  <a:pt x="104769" y="63578"/>
                </a:moveTo>
                <a:cubicBezTo>
                  <a:pt x="104769" y="56158"/>
                  <a:pt x="103007" y="50338"/>
                  <a:pt x="99484" y="46116"/>
                </a:cubicBezTo>
                <a:cubicBezTo>
                  <a:pt x="95961" y="41895"/>
                  <a:pt x="91243" y="38910"/>
                  <a:pt x="85329" y="37162"/>
                </a:cubicBezTo>
                <a:cubicBezTo>
                  <a:pt x="79415" y="35413"/>
                  <a:pt x="72892" y="34539"/>
                  <a:pt x="65760" y="34539"/>
                </a:cubicBezTo>
                <a:cubicBezTo>
                  <a:pt x="58453" y="34539"/>
                  <a:pt x="51798" y="35413"/>
                  <a:pt x="45796" y="37162"/>
                </a:cubicBezTo>
                <a:cubicBezTo>
                  <a:pt x="39795" y="38910"/>
                  <a:pt x="35011" y="41895"/>
                  <a:pt x="31445" y="46116"/>
                </a:cubicBezTo>
                <a:cubicBezTo>
                  <a:pt x="27879" y="50338"/>
                  <a:pt x="26096" y="56158"/>
                  <a:pt x="26096" y="63578"/>
                </a:cubicBezTo>
                <a:cubicBezTo>
                  <a:pt x="26096" y="70827"/>
                  <a:pt x="27879" y="76519"/>
                  <a:pt x="31445" y="80656"/>
                </a:cubicBezTo>
                <a:cubicBezTo>
                  <a:pt x="35011" y="84792"/>
                  <a:pt x="39795" y="87713"/>
                  <a:pt x="45796" y="89418"/>
                </a:cubicBezTo>
                <a:cubicBezTo>
                  <a:pt x="51798" y="91124"/>
                  <a:pt x="58453" y="91977"/>
                  <a:pt x="65760" y="91977"/>
                </a:cubicBezTo>
                <a:cubicBezTo>
                  <a:pt x="72892" y="91977"/>
                  <a:pt x="79415" y="91124"/>
                  <a:pt x="85329" y="89418"/>
                </a:cubicBezTo>
                <a:cubicBezTo>
                  <a:pt x="91243" y="87713"/>
                  <a:pt x="95961" y="84792"/>
                  <a:pt x="99484" y="80656"/>
                </a:cubicBezTo>
                <a:cubicBezTo>
                  <a:pt x="103007" y="76519"/>
                  <a:pt x="104769" y="70827"/>
                  <a:pt x="104769" y="635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l">
            <a:extLst xmlns:a="http://schemas.openxmlformats.org/drawingml/2006/main">
              <a:ext uri="{FF2B5EF4-FFF2-40B4-BE49-F238E27FC236}">
                <a16:creationId xmlns:a16="http://schemas.microsoft.com/office/drawing/2014/main" id="{38DC68A3-E3E8-47F1-AE47-682B0067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" y="3598656"/>
            <a:ext cx="172185" cy="56798"/>
          </a:xfrm>
          <a:custGeom xmlns:a="http://schemas.openxmlformats.org/drawingml/2006/main">
            <a:pathLst>
              <a:path w="172185" h="56798">
                <a:moveTo>
                  <a:pt x="172185" y="8827"/>
                </a:moveTo>
                <a:cubicBezTo>
                  <a:pt x="172185" y="21534"/>
                  <a:pt x="170671" y="31341"/>
                  <a:pt x="167643" y="38249"/>
                </a:cubicBezTo>
                <a:cubicBezTo>
                  <a:pt x="164616" y="45157"/>
                  <a:pt x="159925" y="49975"/>
                  <a:pt x="153572" y="52704"/>
                </a:cubicBezTo>
                <a:cubicBezTo>
                  <a:pt x="147218" y="55433"/>
                  <a:pt x="138925" y="56798"/>
                  <a:pt x="128691" y="56798"/>
                </a:cubicBezTo>
                <a:lnTo>
                  <a:pt x="0" y="56798"/>
                </a:lnTo>
                <a:lnTo>
                  <a:pt x="0" y="23026"/>
                </a:lnTo>
                <a:lnTo>
                  <a:pt x="126644" y="23026"/>
                </a:lnTo>
                <a:cubicBezTo>
                  <a:pt x="133211" y="23026"/>
                  <a:pt x="138029" y="22131"/>
                  <a:pt x="141099" y="20340"/>
                </a:cubicBezTo>
                <a:cubicBezTo>
                  <a:pt x="144169" y="18549"/>
                  <a:pt x="145704" y="14370"/>
                  <a:pt x="145704" y="7803"/>
                </a:cubicBezTo>
                <a:lnTo>
                  <a:pt x="145704" y="0"/>
                </a:lnTo>
                <a:lnTo>
                  <a:pt x="172185" y="0"/>
                </a:lnTo>
                <a:lnTo>
                  <a:pt x="172185" y="8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l">
            <a:extLst xmlns:a="http://schemas.openxmlformats.org/drawingml/2006/main">
              <a:ext uri="{FF2B5EF4-FFF2-40B4-BE49-F238E27FC236}">
                <a16:creationId xmlns:a16="http://schemas.microsoft.com/office/drawing/2014/main" id="{AB795C4C-7C7D-464C-9086-860352B3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34" y="3521318"/>
            <a:ext cx="172185" cy="56798"/>
          </a:xfrm>
          <a:custGeom xmlns:a="http://schemas.openxmlformats.org/drawingml/2006/main">
            <a:pathLst>
              <a:path w="172185" h="56798">
                <a:moveTo>
                  <a:pt x="172185" y="8827"/>
                </a:moveTo>
                <a:cubicBezTo>
                  <a:pt x="172185" y="21534"/>
                  <a:pt x="170671" y="31341"/>
                  <a:pt x="167643" y="38249"/>
                </a:cubicBezTo>
                <a:cubicBezTo>
                  <a:pt x="164616" y="45157"/>
                  <a:pt x="159925" y="49975"/>
                  <a:pt x="153572" y="52704"/>
                </a:cubicBezTo>
                <a:cubicBezTo>
                  <a:pt x="147218" y="55433"/>
                  <a:pt x="138925" y="56798"/>
                  <a:pt x="128691" y="56798"/>
                </a:cubicBezTo>
                <a:lnTo>
                  <a:pt x="0" y="56798"/>
                </a:lnTo>
                <a:lnTo>
                  <a:pt x="0" y="23026"/>
                </a:lnTo>
                <a:lnTo>
                  <a:pt x="126644" y="23026"/>
                </a:lnTo>
                <a:cubicBezTo>
                  <a:pt x="133211" y="23026"/>
                  <a:pt x="138029" y="22131"/>
                  <a:pt x="141099" y="20340"/>
                </a:cubicBezTo>
                <a:cubicBezTo>
                  <a:pt x="144169" y="18549"/>
                  <a:pt x="145704" y="14370"/>
                  <a:pt x="145704" y="7803"/>
                </a:cubicBezTo>
                <a:lnTo>
                  <a:pt x="145704" y="0"/>
                </a:lnTo>
                <a:lnTo>
                  <a:pt x="172185" y="0"/>
                </a:lnTo>
                <a:lnTo>
                  <a:pt x="172185" y="8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e">
            <a:extLst xmlns:a="http://schemas.openxmlformats.org/drawingml/2006/main">
              <a:ext uri="{FF2B5EF4-FFF2-40B4-BE49-F238E27FC236}">
                <a16:creationId xmlns:a16="http://schemas.microsoft.com/office/drawing/2014/main" id="{A4EB88E1-5674-4389-BA04-DA33A7FA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3383983"/>
            <a:ext cx="130610" cy="122039"/>
          </a:xfrm>
          <a:custGeom xmlns:a="http://schemas.openxmlformats.org/drawingml/2006/main">
            <a:pathLst>
              <a:path w="130610" h="122039">
                <a:moveTo>
                  <a:pt x="130610" y="58205"/>
                </a:moveTo>
                <a:cubicBezTo>
                  <a:pt x="130610" y="72106"/>
                  <a:pt x="127999" y="83790"/>
                  <a:pt x="122778" y="93256"/>
                </a:cubicBezTo>
                <a:cubicBezTo>
                  <a:pt x="117557" y="102722"/>
                  <a:pt x="110029" y="109886"/>
                  <a:pt x="100192" y="114747"/>
                </a:cubicBezTo>
                <a:cubicBezTo>
                  <a:pt x="90352" y="119608"/>
                  <a:pt x="78529" y="122039"/>
                  <a:pt x="64721" y="122039"/>
                </a:cubicBezTo>
                <a:cubicBezTo>
                  <a:pt x="51345" y="122039"/>
                  <a:pt x="39825" y="119672"/>
                  <a:pt x="30162" y="114939"/>
                </a:cubicBezTo>
                <a:cubicBezTo>
                  <a:pt x="20496" y="110206"/>
                  <a:pt x="13052" y="103255"/>
                  <a:pt x="7831" y="94087"/>
                </a:cubicBezTo>
                <a:cubicBezTo>
                  <a:pt x="2610" y="84920"/>
                  <a:pt x="0" y="73641"/>
                  <a:pt x="0" y="60252"/>
                </a:cubicBezTo>
                <a:cubicBezTo>
                  <a:pt x="0" y="41660"/>
                  <a:pt x="5495" y="26970"/>
                  <a:pt x="16486" y="16182"/>
                </a:cubicBezTo>
                <a:cubicBezTo>
                  <a:pt x="27477" y="5394"/>
                  <a:pt x="43145" y="0"/>
                  <a:pt x="63490" y="0"/>
                </a:cubicBezTo>
                <a:cubicBezTo>
                  <a:pt x="64524" y="0"/>
                  <a:pt x="65924" y="43"/>
                  <a:pt x="67691" y="128"/>
                </a:cubicBezTo>
                <a:cubicBezTo>
                  <a:pt x="69458" y="213"/>
                  <a:pt x="70816" y="341"/>
                  <a:pt x="71765" y="512"/>
                </a:cubicBezTo>
                <a:lnTo>
                  <a:pt x="71765" y="88139"/>
                </a:lnTo>
                <a:cubicBezTo>
                  <a:pt x="77785" y="87968"/>
                  <a:pt x="83413" y="86881"/>
                  <a:pt x="88647" y="84877"/>
                </a:cubicBezTo>
                <a:cubicBezTo>
                  <a:pt x="93881" y="82873"/>
                  <a:pt x="98090" y="79696"/>
                  <a:pt x="101275" y="75347"/>
                </a:cubicBezTo>
                <a:cubicBezTo>
                  <a:pt x="104457" y="70997"/>
                  <a:pt x="106048" y="65283"/>
                  <a:pt x="106048" y="58205"/>
                </a:cubicBezTo>
                <a:cubicBezTo>
                  <a:pt x="106048" y="50871"/>
                  <a:pt x="104401" y="44986"/>
                  <a:pt x="101107" y="40552"/>
                </a:cubicBezTo>
                <a:cubicBezTo>
                  <a:pt x="97813" y="36117"/>
                  <a:pt x="92915" y="33857"/>
                  <a:pt x="86412" y="33772"/>
                </a:cubicBezTo>
                <a:lnTo>
                  <a:pt x="86412" y="384"/>
                </a:lnTo>
                <a:cubicBezTo>
                  <a:pt x="96262" y="810"/>
                  <a:pt x="104471" y="3475"/>
                  <a:pt x="111037" y="8379"/>
                </a:cubicBezTo>
                <a:cubicBezTo>
                  <a:pt x="117604" y="13283"/>
                  <a:pt x="122508" y="19977"/>
                  <a:pt x="125748" y="28463"/>
                </a:cubicBezTo>
                <a:cubicBezTo>
                  <a:pt x="128989" y="36948"/>
                  <a:pt x="130610" y="46863"/>
                  <a:pt x="130610" y="58205"/>
                </a:cubicBezTo>
                <a:moveTo>
                  <a:pt x="50274" y="87755"/>
                </a:moveTo>
                <a:lnTo>
                  <a:pt x="50274" y="33644"/>
                </a:lnTo>
                <a:cubicBezTo>
                  <a:pt x="41319" y="33900"/>
                  <a:pt x="34625" y="36479"/>
                  <a:pt x="30190" y="41383"/>
                </a:cubicBezTo>
                <a:cubicBezTo>
                  <a:pt x="25755" y="46287"/>
                  <a:pt x="23538" y="52576"/>
                  <a:pt x="23538" y="60252"/>
                </a:cubicBezTo>
                <a:cubicBezTo>
                  <a:pt x="23538" y="68098"/>
                  <a:pt x="25820" y="74515"/>
                  <a:pt x="30386" y="79504"/>
                </a:cubicBezTo>
                <a:cubicBezTo>
                  <a:pt x="34951" y="84493"/>
                  <a:pt x="41580" y="87244"/>
                  <a:pt x="50274" y="877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r">
            <a:extLst xmlns:a="http://schemas.openxmlformats.org/drawingml/2006/main">
              <a:ext uri="{FF2B5EF4-FFF2-40B4-BE49-F238E27FC236}">
                <a16:creationId xmlns:a16="http://schemas.microsoft.com/office/drawing/2014/main" id="{981F4C4C-2CB6-479A-B0DC-503A9F98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212" y="3280359"/>
            <a:ext cx="128307" cy="73812"/>
          </a:xfrm>
          <a:custGeom xmlns:a="http://schemas.openxmlformats.org/drawingml/2006/main">
            <a:pathLst>
              <a:path w="128307" h="73812">
                <a:moveTo>
                  <a:pt x="128307" y="73812"/>
                </a:moveTo>
                <a:lnTo>
                  <a:pt x="1919" y="73812"/>
                </a:lnTo>
                <a:lnTo>
                  <a:pt x="1919" y="41319"/>
                </a:lnTo>
                <a:lnTo>
                  <a:pt x="23282" y="40680"/>
                </a:lnTo>
                <a:cubicBezTo>
                  <a:pt x="15777" y="37439"/>
                  <a:pt x="10021" y="32578"/>
                  <a:pt x="6012" y="26096"/>
                </a:cubicBezTo>
                <a:cubicBezTo>
                  <a:pt x="2004" y="19615"/>
                  <a:pt x="0" y="11769"/>
                  <a:pt x="0" y="2558"/>
                </a:cubicBezTo>
                <a:lnTo>
                  <a:pt x="0" y="0"/>
                </a:lnTo>
                <a:lnTo>
                  <a:pt x="28527" y="0"/>
                </a:lnTo>
                <a:lnTo>
                  <a:pt x="28527" y="3198"/>
                </a:lnTo>
                <a:cubicBezTo>
                  <a:pt x="28527" y="8230"/>
                  <a:pt x="28983" y="13048"/>
                  <a:pt x="29894" y="17653"/>
                </a:cubicBezTo>
                <a:cubicBezTo>
                  <a:pt x="30805" y="22259"/>
                  <a:pt x="32369" y="26437"/>
                  <a:pt x="34583" y="30190"/>
                </a:cubicBezTo>
                <a:cubicBezTo>
                  <a:pt x="36798" y="33942"/>
                  <a:pt x="39859" y="37183"/>
                  <a:pt x="43766" y="39912"/>
                </a:cubicBezTo>
                <a:lnTo>
                  <a:pt x="128307" y="39912"/>
                </a:lnTo>
                <a:lnTo>
                  <a:pt x="128307" y="7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46D92-8D05-412C-A1BC-3D8C5E9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707" y="4304869"/>
            <a:ext cx="1350868" cy="168859"/>
          </a:xfrm>
          <a:custGeom xmlns:a="http://schemas.openxmlformats.org/drawingml/2006/main">
            <a:pathLst>
              <a:path w="1350868" h="168859">
                <a:moveTo>
                  <a:pt x="168858" y="0"/>
                </a:moveTo>
                <a:lnTo>
                  <a:pt x="0" y="84429"/>
                </a:lnTo>
                <a:lnTo>
                  <a:pt x="168858" y="168859"/>
                </a:lnTo>
                <a:lnTo>
                  <a:pt x="168858" y="112572"/>
                </a:lnTo>
                <a:lnTo>
                  <a:pt x="1350868" y="112574"/>
                </a:lnTo>
                <a:lnTo>
                  <a:pt x="1350868" y="56287"/>
                </a:lnTo>
                <a:lnTo>
                  <a:pt x="168858" y="56286"/>
                </a:lnTo>
                <a:lnTo>
                  <a:pt x="1688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B87CD-0360-45B3-BF0C-BB552EA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42" y="3390475"/>
            <a:ext cx="168859" cy="405260"/>
          </a:xfrm>
          <a:custGeom xmlns:a="http://schemas.openxmlformats.org/drawingml/2006/main">
            <a:pathLst>
              <a:path w="168859" h="405260">
                <a:moveTo>
                  <a:pt x="56286" y="236402"/>
                </a:moveTo>
                <a:lnTo>
                  <a:pt x="0" y="236402"/>
                </a:lnTo>
                <a:lnTo>
                  <a:pt x="84429" y="405260"/>
                </a:lnTo>
                <a:lnTo>
                  <a:pt x="168859" y="236402"/>
                </a:lnTo>
                <a:lnTo>
                  <a:pt x="112572" y="236402"/>
                </a:lnTo>
                <a:lnTo>
                  <a:pt x="112573" y="0"/>
                </a:lnTo>
                <a:lnTo>
                  <a:pt x="56287" y="0"/>
                </a:lnTo>
                <a:lnTo>
                  <a:pt x="56286" y="2364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EB577-BBE1-4094-BE8F-AB309EEB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081" y="4966488"/>
            <a:ext cx="2153201" cy="634212"/>
          </a:xfrm>
          <a:custGeom xmlns:a="http://schemas.openxmlformats.org/drawingml/2006/main">
            <a:pathLst>
              <a:path w="2153201" h="634212">
                <a:moveTo>
                  <a:pt x="2153201" y="0"/>
                </a:moveTo>
                <a:lnTo>
                  <a:pt x="0" y="0"/>
                </a:lnTo>
                <a:lnTo>
                  <a:pt x="0" y="634212"/>
                </a:lnTo>
                <a:lnTo>
                  <a:pt x="2153201" y="634212"/>
                </a:lnTo>
                <a:lnTo>
                  <a:pt x="21532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F06D68-9C0F-442E-B684-04288E3E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174" y="4751577"/>
            <a:ext cx="1445020" cy="691809"/>
          </a:xfrm>
          <a:custGeom xmlns:a="http://schemas.openxmlformats.org/drawingml/2006/main">
            <a:pathLst>
              <a:path w="1445020" h="691809">
                <a:moveTo>
                  <a:pt x="0" y="115303"/>
                </a:moveTo>
                <a:cubicBezTo>
                  <a:pt x="0" y="51623"/>
                  <a:pt x="51622" y="0"/>
                  <a:pt x="115302" y="0"/>
                </a:cubicBezTo>
                <a:lnTo>
                  <a:pt x="1329716" y="0"/>
                </a:lnTo>
                <a:cubicBezTo>
                  <a:pt x="1393396" y="0"/>
                  <a:pt x="1445020" y="51623"/>
                  <a:pt x="1445020" y="115303"/>
                </a:cubicBezTo>
                <a:lnTo>
                  <a:pt x="1445020" y="576506"/>
                </a:lnTo>
                <a:cubicBezTo>
                  <a:pt x="1445020" y="640186"/>
                  <a:pt x="1393396" y="691809"/>
                  <a:pt x="1329716" y="691809"/>
                </a:cubicBezTo>
                <a:lnTo>
                  <a:pt x="115302" y="691809"/>
                </a:lnTo>
                <a:cubicBezTo>
                  <a:pt x="51622" y="691809"/>
                  <a:pt x="0" y="640186"/>
                  <a:pt x="0" y="576506"/>
                </a:cubicBezTo>
                <a:lnTo>
                  <a:pt x="0" y="1153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E5F53-CB12-4AF6-BDDC-B20C03DB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5412" y="4732815"/>
            <a:ext cx="1482544" cy="729333"/>
          </a:xfrm>
          <a:custGeom xmlns:a="http://schemas.openxmlformats.org/drawingml/2006/main">
            <a:pathLst>
              <a:path w="1482544" h="729333">
                <a:moveTo>
                  <a:pt x="40363" y="38254"/>
                </a:moveTo>
                <a:lnTo>
                  <a:pt x="40250" y="38351"/>
                </a:lnTo>
                <a:lnTo>
                  <a:pt x="40137" y="38449"/>
                </a:lnTo>
                <a:lnTo>
                  <a:pt x="40026" y="38548"/>
                </a:lnTo>
                <a:lnTo>
                  <a:pt x="39915" y="38648"/>
                </a:lnTo>
                <a:lnTo>
                  <a:pt x="39805" y="38749"/>
                </a:lnTo>
                <a:lnTo>
                  <a:pt x="39695" y="38851"/>
                </a:lnTo>
                <a:lnTo>
                  <a:pt x="39587" y="38954"/>
                </a:lnTo>
                <a:lnTo>
                  <a:pt x="39479" y="39057"/>
                </a:lnTo>
                <a:lnTo>
                  <a:pt x="39372" y="39162"/>
                </a:lnTo>
                <a:lnTo>
                  <a:pt x="39266" y="39267"/>
                </a:lnTo>
                <a:lnTo>
                  <a:pt x="39161" y="39373"/>
                </a:lnTo>
                <a:lnTo>
                  <a:pt x="39057" y="39480"/>
                </a:lnTo>
                <a:lnTo>
                  <a:pt x="38953" y="39587"/>
                </a:lnTo>
                <a:lnTo>
                  <a:pt x="38851" y="39696"/>
                </a:lnTo>
                <a:lnTo>
                  <a:pt x="38749" y="39805"/>
                </a:lnTo>
                <a:lnTo>
                  <a:pt x="38648" y="39915"/>
                </a:lnTo>
                <a:lnTo>
                  <a:pt x="38548" y="40026"/>
                </a:lnTo>
                <a:lnTo>
                  <a:pt x="38449" y="40138"/>
                </a:lnTo>
                <a:lnTo>
                  <a:pt x="38350" y="40251"/>
                </a:lnTo>
                <a:lnTo>
                  <a:pt x="38253" y="40364"/>
                </a:lnTo>
                <a:lnTo>
                  <a:pt x="38156" y="40478"/>
                </a:lnTo>
                <a:lnTo>
                  <a:pt x="38061" y="40593"/>
                </a:lnTo>
                <a:lnTo>
                  <a:pt x="23982" y="57657"/>
                </a:lnTo>
                <a:lnTo>
                  <a:pt x="23886" y="57774"/>
                </a:lnTo>
                <a:lnTo>
                  <a:pt x="23792" y="57891"/>
                </a:lnTo>
                <a:lnTo>
                  <a:pt x="23698" y="58010"/>
                </a:lnTo>
                <a:lnTo>
                  <a:pt x="23606" y="58128"/>
                </a:lnTo>
                <a:lnTo>
                  <a:pt x="23514" y="58248"/>
                </a:lnTo>
                <a:lnTo>
                  <a:pt x="23424" y="58368"/>
                </a:lnTo>
                <a:lnTo>
                  <a:pt x="23334" y="58489"/>
                </a:lnTo>
                <a:lnTo>
                  <a:pt x="23245" y="58611"/>
                </a:lnTo>
                <a:lnTo>
                  <a:pt x="23158" y="58733"/>
                </a:lnTo>
                <a:lnTo>
                  <a:pt x="23071" y="58856"/>
                </a:lnTo>
                <a:lnTo>
                  <a:pt x="22985" y="58980"/>
                </a:lnTo>
                <a:lnTo>
                  <a:pt x="22901" y="59104"/>
                </a:lnTo>
                <a:lnTo>
                  <a:pt x="22817" y="59229"/>
                </a:lnTo>
                <a:lnTo>
                  <a:pt x="22734" y="59355"/>
                </a:lnTo>
                <a:lnTo>
                  <a:pt x="22653" y="59481"/>
                </a:lnTo>
                <a:lnTo>
                  <a:pt x="22572" y="59608"/>
                </a:lnTo>
                <a:lnTo>
                  <a:pt x="22493" y="59736"/>
                </a:lnTo>
                <a:lnTo>
                  <a:pt x="22414" y="59864"/>
                </a:lnTo>
                <a:lnTo>
                  <a:pt x="22337" y="59993"/>
                </a:lnTo>
                <a:lnTo>
                  <a:pt x="22260" y="60123"/>
                </a:lnTo>
                <a:lnTo>
                  <a:pt x="22185" y="60253"/>
                </a:lnTo>
                <a:lnTo>
                  <a:pt x="22110" y="60384"/>
                </a:lnTo>
                <a:lnTo>
                  <a:pt x="22037" y="60516"/>
                </a:lnTo>
                <a:lnTo>
                  <a:pt x="21965" y="60648"/>
                </a:lnTo>
                <a:lnTo>
                  <a:pt x="11332" y="80234"/>
                </a:lnTo>
                <a:lnTo>
                  <a:pt x="11260" y="80369"/>
                </a:lnTo>
                <a:lnTo>
                  <a:pt x="11188" y="80505"/>
                </a:lnTo>
                <a:lnTo>
                  <a:pt x="11118" y="80641"/>
                </a:lnTo>
                <a:lnTo>
                  <a:pt x="11049" y="80778"/>
                </a:lnTo>
                <a:lnTo>
                  <a:pt x="10980" y="80916"/>
                </a:lnTo>
                <a:lnTo>
                  <a:pt x="10913" y="81054"/>
                </a:lnTo>
                <a:lnTo>
                  <a:pt x="10848" y="81192"/>
                </a:lnTo>
                <a:lnTo>
                  <a:pt x="10783" y="81331"/>
                </a:lnTo>
                <a:lnTo>
                  <a:pt x="10719" y="81471"/>
                </a:lnTo>
                <a:lnTo>
                  <a:pt x="10657" y="81611"/>
                </a:lnTo>
                <a:lnTo>
                  <a:pt x="10596" y="81752"/>
                </a:lnTo>
                <a:lnTo>
                  <a:pt x="10535" y="81893"/>
                </a:lnTo>
                <a:lnTo>
                  <a:pt x="10476" y="82034"/>
                </a:lnTo>
                <a:lnTo>
                  <a:pt x="10419" y="82176"/>
                </a:lnTo>
                <a:lnTo>
                  <a:pt x="10362" y="82319"/>
                </a:lnTo>
                <a:lnTo>
                  <a:pt x="10306" y="82462"/>
                </a:lnTo>
                <a:lnTo>
                  <a:pt x="10252" y="82605"/>
                </a:lnTo>
                <a:lnTo>
                  <a:pt x="10199" y="82749"/>
                </a:lnTo>
                <a:lnTo>
                  <a:pt x="10147" y="82893"/>
                </a:lnTo>
                <a:lnTo>
                  <a:pt x="10096" y="83038"/>
                </a:lnTo>
                <a:lnTo>
                  <a:pt x="10046" y="83183"/>
                </a:lnTo>
                <a:lnTo>
                  <a:pt x="9998" y="83329"/>
                </a:lnTo>
                <a:lnTo>
                  <a:pt x="9951" y="83475"/>
                </a:lnTo>
                <a:lnTo>
                  <a:pt x="9904" y="83622"/>
                </a:lnTo>
                <a:lnTo>
                  <a:pt x="3186" y="105265"/>
                </a:lnTo>
                <a:lnTo>
                  <a:pt x="3140" y="105415"/>
                </a:lnTo>
                <a:lnTo>
                  <a:pt x="3095" y="105566"/>
                </a:lnTo>
                <a:lnTo>
                  <a:pt x="3052" y="105716"/>
                </a:lnTo>
                <a:lnTo>
                  <a:pt x="3009" y="105868"/>
                </a:lnTo>
                <a:lnTo>
                  <a:pt x="2969" y="106019"/>
                </a:lnTo>
                <a:lnTo>
                  <a:pt x="2929" y="106171"/>
                </a:lnTo>
                <a:lnTo>
                  <a:pt x="2891" y="106323"/>
                </a:lnTo>
                <a:lnTo>
                  <a:pt x="2854" y="106475"/>
                </a:lnTo>
                <a:lnTo>
                  <a:pt x="2818" y="106627"/>
                </a:lnTo>
                <a:lnTo>
                  <a:pt x="2784" y="106780"/>
                </a:lnTo>
                <a:lnTo>
                  <a:pt x="2750" y="106933"/>
                </a:lnTo>
                <a:lnTo>
                  <a:pt x="2719" y="107087"/>
                </a:lnTo>
                <a:lnTo>
                  <a:pt x="2688" y="107240"/>
                </a:lnTo>
                <a:lnTo>
                  <a:pt x="2659" y="107394"/>
                </a:lnTo>
                <a:lnTo>
                  <a:pt x="2631" y="107548"/>
                </a:lnTo>
                <a:lnTo>
                  <a:pt x="2604" y="107703"/>
                </a:lnTo>
                <a:lnTo>
                  <a:pt x="2579" y="107857"/>
                </a:lnTo>
                <a:lnTo>
                  <a:pt x="2555" y="108012"/>
                </a:lnTo>
                <a:lnTo>
                  <a:pt x="2532" y="108167"/>
                </a:lnTo>
                <a:lnTo>
                  <a:pt x="2510" y="108323"/>
                </a:lnTo>
                <a:lnTo>
                  <a:pt x="2490" y="108478"/>
                </a:lnTo>
                <a:lnTo>
                  <a:pt x="2471" y="108634"/>
                </a:lnTo>
                <a:lnTo>
                  <a:pt x="2454" y="108790"/>
                </a:lnTo>
                <a:lnTo>
                  <a:pt x="2437" y="108946"/>
                </a:lnTo>
                <a:lnTo>
                  <a:pt x="0" y="134065"/>
                </a:lnTo>
                <a:lnTo>
                  <a:pt x="0" y="144978"/>
                </a:lnTo>
                <a:lnTo>
                  <a:pt x="37524" y="144978"/>
                </a:lnTo>
                <a:lnTo>
                  <a:pt x="37524" y="134065"/>
                </a:lnTo>
                <a:lnTo>
                  <a:pt x="39570" y="114629"/>
                </a:lnTo>
                <a:lnTo>
                  <a:pt x="45195" y="96508"/>
                </a:lnTo>
                <a:lnTo>
                  <a:pt x="54077" y="80143"/>
                </a:lnTo>
                <a:lnTo>
                  <a:pt x="65860" y="65862"/>
                </a:lnTo>
                <a:lnTo>
                  <a:pt x="73138" y="59856"/>
                </a:lnTo>
                <a:lnTo>
                  <a:pt x="49258" y="30913"/>
                </a:lnTo>
                <a:lnTo>
                  <a:pt x="40592" y="38061"/>
                </a:lnTo>
                <a:lnTo>
                  <a:pt x="40477" y="38157"/>
                </a:lnTo>
                <a:lnTo>
                  <a:pt x="40363" y="38254"/>
                </a:lnTo>
                <a:close/>
                <a:moveTo>
                  <a:pt x="37524" y="295075"/>
                </a:moveTo>
                <a:lnTo>
                  <a:pt x="37524" y="182502"/>
                </a:lnTo>
                <a:lnTo>
                  <a:pt x="0" y="182502"/>
                </a:lnTo>
                <a:lnTo>
                  <a:pt x="0" y="295075"/>
                </a:lnTo>
                <a:lnTo>
                  <a:pt x="37524" y="295075"/>
                </a:lnTo>
                <a:close/>
                <a:moveTo>
                  <a:pt x="37524" y="332599"/>
                </a:moveTo>
                <a:lnTo>
                  <a:pt x="0" y="332599"/>
                </a:lnTo>
                <a:lnTo>
                  <a:pt x="0" y="445171"/>
                </a:lnTo>
                <a:lnTo>
                  <a:pt x="37524" y="445171"/>
                </a:lnTo>
                <a:lnTo>
                  <a:pt x="37524" y="332599"/>
                </a:lnTo>
                <a:close/>
                <a:moveTo>
                  <a:pt x="2304" y="619073"/>
                </a:moveTo>
                <a:lnTo>
                  <a:pt x="39639" y="615310"/>
                </a:lnTo>
                <a:lnTo>
                  <a:pt x="37524" y="594335"/>
                </a:lnTo>
                <a:lnTo>
                  <a:pt x="37524" y="482695"/>
                </a:lnTo>
                <a:lnTo>
                  <a:pt x="0" y="482695"/>
                </a:lnTo>
                <a:lnTo>
                  <a:pt x="0" y="595268"/>
                </a:lnTo>
                <a:lnTo>
                  <a:pt x="18761" y="595268"/>
                </a:lnTo>
                <a:lnTo>
                  <a:pt x="94" y="597150"/>
                </a:lnTo>
                <a:lnTo>
                  <a:pt x="2304" y="619073"/>
                </a:lnTo>
                <a:close/>
                <a:moveTo>
                  <a:pt x="22110" y="668949"/>
                </a:moveTo>
                <a:lnTo>
                  <a:pt x="22185" y="669080"/>
                </a:lnTo>
                <a:lnTo>
                  <a:pt x="22260" y="669210"/>
                </a:lnTo>
                <a:lnTo>
                  <a:pt x="22337" y="669339"/>
                </a:lnTo>
                <a:lnTo>
                  <a:pt x="22414" y="669468"/>
                </a:lnTo>
                <a:lnTo>
                  <a:pt x="22493" y="669597"/>
                </a:lnTo>
                <a:lnTo>
                  <a:pt x="22572" y="669725"/>
                </a:lnTo>
                <a:lnTo>
                  <a:pt x="22653" y="669852"/>
                </a:lnTo>
                <a:lnTo>
                  <a:pt x="22734" y="669978"/>
                </a:lnTo>
                <a:lnTo>
                  <a:pt x="22817" y="670104"/>
                </a:lnTo>
                <a:lnTo>
                  <a:pt x="22901" y="670229"/>
                </a:lnTo>
                <a:lnTo>
                  <a:pt x="22985" y="670353"/>
                </a:lnTo>
                <a:lnTo>
                  <a:pt x="23071" y="670477"/>
                </a:lnTo>
                <a:lnTo>
                  <a:pt x="23158" y="670600"/>
                </a:lnTo>
                <a:lnTo>
                  <a:pt x="23245" y="670722"/>
                </a:lnTo>
                <a:lnTo>
                  <a:pt x="23334" y="670844"/>
                </a:lnTo>
                <a:lnTo>
                  <a:pt x="23424" y="670965"/>
                </a:lnTo>
                <a:lnTo>
                  <a:pt x="23514" y="671085"/>
                </a:lnTo>
                <a:lnTo>
                  <a:pt x="23606" y="671205"/>
                </a:lnTo>
                <a:lnTo>
                  <a:pt x="23698" y="671323"/>
                </a:lnTo>
                <a:lnTo>
                  <a:pt x="23792" y="671441"/>
                </a:lnTo>
                <a:lnTo>
                  <a:pt x="23886" y="671559"/>
                </a:lnTo>
                <a:lnTo>
                  <a:pt x="23982" y="671675"/>
                </a:lnTo>
                <a:lnTo>
                  <a:pt x="38061" y="688740"/>
                </a:lnTo>
                <a:lnTo>
                  <a:pt x="38156" y="688855"/>
                </a:lnTo>
                <a:lnTo>
                  <a:pt x="38253" y="688969"/>
                </a:lnTo>
                <a:lnTo>
                  <a:pt x="38350" y="689082"/>
                </a:lnTo>
                <a:lnTo>
                  <a:pt x="38449" y="689195"/>
                </a:lnTo>
                <a:lnTo>
                  <a:pt x="38548" y="689307"/>
                </a:lnTo>
                <a:lnTo>
                  <a:pt x="38648" y="689418"/>
                </a:lnTo>
                <a:lnTo>
                  <a:pt x="38749" y="689528"/>
                </a:lnTo>
                <a:lnTo>
                  <a:pt x="38851" y="689637"/>
                </a:lnTo>
                <a:lnTo>
                  <a:pt x="38953" y="689746"/>
                </a:lnTo>
                <a:lnTo>
                  <a:pt x="39057" y="689853"/>
                </a:lnTo>
                <a:lnTo>
                  <a:pt x="39161" y="689960"/>
                </a:lnTo>
                <a:lnTo>
                  <a:pt x="39266" y="690066"/>
                </a:lnTo>
                <a:lnTo>
                  <a:pt x="39372" y="690171"/>
                </a:lnTo>
                <a:lnTo>
                  <a:pt x="39479" y="690276"/>
                </a:lnTo>
                <a:lnTo>
                  <a:pt x="39587" y="690379"/>
                </a:lnTo>
                <a:lnTo>
                  <a:pt x="39695" y="690482"/>
                </a:lnTo>
                <a:lnTo>
                  <a:pt x="39805" y="690584"/>
                </a:lnTo>
                <a:lnTo>
                  <a:pt x="39915" y="690684"/>
                </a:lnTo>
                <a:lnTo>
                  <a:pt x="40026" y="690784"/>
                </a:lnTo>
                <a:lnTo>
                  <a:pt x="40137" y="690884"/>
                </a:lnTo>
                <a:lnTo>
                  <a:pt x="40250" y="690982"/>
                </a:lnTo>
                <a:lnTo>
                  <a:pt x="40363" y="691079"/>
                </a:lnTo>
                <a:lnTo>
                  <a:pt x="40477" y="691176"/>
                </a:lnTo>
                <a:lnTo>
                  <a:pt x="40592" y="691271"/>
                </a:lnTo>
                <a:lnTo>
                  <a:pt x="57658" y="705351"/>
                </a:lnTo>
                <a:lnTo>
                  <a:pt x="57774" y="705446"/>
                </a:lnTo>
                <a:lnTo>
                  <a:pt x="57891" y="705541"/>
                </a:lnTo>
                <a:lnTo>
                  <a:pt x="58009" y="705634"/>
                </a:lnTo>
                <a:lnTo>
                  <a:pt x="58128" y="705727"/>
                </a:lnTo>
                <a:lnTo>
                  <a:pt x="58248" y="705818"/>
                </a:lnTo>
                <a:lnTo>
                  <a:pt x="58368" y="705909"/>
                </a:lnTo>
                <a:lnTo>
                  <a:pt x="58489" y="705998"/>
                </a:lnTo>
                <a:lnTo>
                  <a:pt x="58610" y="706087"/>
                </a:lnTo>
                <a:lnTo>
                  <a:pt x="58732" y="706175"/>
                </a:lnTo>
                <a:lnTo>
                  <a:pt x="58855" y="706261"/>
                </a:lnTo>
                <a:lnTo>
                  <a:pt x="58979" y="706347"/>
                </a:lnTo>
                <a:lnTo>
                  <a:pt x="59104" y="706432"/>
                </a:lnTo>
                <a:lnTo>
                  <a:pt x="59229" y="706515"/>
                </a:lnTo>
                <a:lnTo>
                  <a:pt x="59354" y="706598"/>
                </a:lnTo>
                <a:lnTo>
                  <a:pt x="59481" y="706680"/>
                </a:lnTo>
                <a:lnTo>
                  <a:pt x="59608" y="706760"/>
                </a:lnTo>
                <a:lnTo>
                  <a:pt x="59735" y="706840"/>
                </a:lnTo>
                <a:lnTo>
                  <a:pt x="59864" y="706919"/>
                </a:lnTo>
                <a:lnTo>
                  <a:pt x="59993" y="706996"/>
                </a:lnTo>
                <a:lnTo>
                  <a:pt x="60122" y="707073"/>
                </a:lnTo>
                <a:lnTo>
                  <a:pt x="60252" y="707148"/>
                </a:lnTo>
                <a:lnTo>
                  <a:pt x="60383" y="707223"/>
                </a:lnTo>
                <a:lnTo>
                  <a:pt x="60515" y="707296"/>
                </a:lnTo>
                <a:lnTo>
                  <a:pt x="60646" y="707368"/>
                </a:lnTo>
                <a:lnTo>
                  <a:pt x="80232" y="717999"/>
                </a:lnTo>
                <a:lnTo>
                  <a:pt x="80368" y="718072"/>
                </a:lnTo>
                <a:lnTo>
                  <a:pt x="80503" y="718144"/>
                </a:lnTo>
                <a:lnTo>
                  <a:pt x="80640" y="718214"/>
                </a:lnTo>
                <a:lnTo>
                  <a:pt x="80777" y="718283"/>
                </a:lnTo>
                <a:lnTo>
                  <a:pt x="80915" y="718352"/>
                </a:lnTo>
                <a:lnTo>
                  <a:pt x="81053" y="718419"/>
                </a:lnTo>
                <a:lnTo>
                  <a:pt x="81191" y="718485"/>
                </a:lnTo>
                <a:lnTo>
                  <a:pt x="81330" y="718549"/>
                </a:lnTo>
                <a:lnTo>
                  <a:pt x="81470" y="718613"/>
                </a:lnTo>
                <a:lnTo>
                  <a:pt x="81610" y="718676"/>
                </a:lnTo>
                <a:lnTo>
                  <a:pt x="81751" y="718737"/>
                </a:lnTo>
                <a:lnTo>
                  <a:pt x="81892" y="718797"/>
                </a:lnTo>
                <a:lnTo>
                  <a:pt x="82034" y="718856"/>
                </a:lnTo>
                <a:lnTo>
                  <a:pt x="82176" y="718914"/>
                </a:lnTo>
                <a:lnTo>
                  <a:pt x="82318" y="718971"/>
                </a:lnTo>
                <a:lnTo>
                  <a:pt x="82461" y="719026"/>
                </a:lnTo>
                <a:lnTo>
                  <a:pt x="82605" y="719081"/>
                </a:lnTo>
                <a:lnTo>
                  <a:pt x="82748" y="719134"/>
                </a:lnTo>
                <a:lnTo>
                  <a:pt x="82893" y="719186"/>
                </a:lnTo>
                <a:lnTo>
                  <a:pt x="83038" y="719237"/>
                </a:lnTo>
                <a:lnTo>
                  <a:pt x="83183" y="719286"/>
                </a:lnTo>
                <a:lnTo>
                  <a:pt x="83328" y="719335"/>
                </a:lnTo>
                <a:lnTo>
                  <a:pt x="83474" y="719382"/>
                </a:lnTo>
                <a:lnTo>
                  <a:pt x="83621" y="719428"/>
                </a:lnTo>
                <a:lnTo>
                  <a:pt x="105265" y="726147"/>
                </a:lnTo>
                <a:lnTo>
                  <a:pt x="105415" y="726193"/>
                </a:lnTo>
                <a:lnTo>
                  <a:pt x="105565" y="726237"/>
                </a:lnTo>
                <a:lnTo>
                  <a:pt x="105716" y="726281"/>
                </a:lnTo>
                <a:lnTo>
                  <a:pt x="105867" y="726323"/>
                </a:lnTo>
                <a:lnTo>
                  <a:pt x="106018" y="726364"/>
                </a:lnTo>
                <a:lnTo>
                  <a:pt x="106170" y="726403"/>
                </a:lnTo>
                <a:lnTo>
                  <a:pt x="106322" y="726441"/>
                </a:lnTo>
                <a:lnTo>
                  <a:pt x="106474" y="726478"/>
                </a:lnTo>
                <a:lnTo>
                  <a:pt x="106627" y="726514"/>
                </a:lnTo>
                <a:lnTo>
                  <a:pt x="106780" y="726549"/>
                </a:lnTo>
                <a:lnTo>
                  <a:pt x="106933" y="726582"/>
                </a:lnTo>
                <a:lnTo>
                  <a:pt x="107086" y="726614"/>
                </a:lnTo>
                <a:lnTo>
                  <a:pt x="107240" y="726644"/>
                </a:lnTo>
                <a:lnTo>
                  <a:pt x="107394" y="726674"/>
                </a:lnTo>
                <a:lnTo>
                  <a:pt x="107548" y="726702"/>
                </a:lnTo>
                <a:lnTo>
                  <a:pt x="107702" y="726728"/>
                </a:lnTo>
                <a:lnTo>
                  <a:pt x="107857" y="726754"/>
                </a:lnTo>
                <a:lnTo>
                  <a:pt x="108012" y="726778"/>
                </a:lnTo>
                <a:lnTo>
                  <a:pt x="108167" y="726801"/>
                </a:lnTo>
                <a:lnTo>
                  <a:pt x="108322" y="726822"/>
                </a:lnTo>
                <a:lnTo>
                  <a:pt x="108478" y="726843"/>
                </a:lnTo>
                <a:lnTo>
                  <a:pt x="108634" y="726862"/>
                </a:lnTo>
                <a:lnTo>
                  <a:pt x="108790" y="726879"/>
                </a:lnTo>
                <a:lnTo>
                  <a:pt x="108946" y="726896"/>
                </a:lnTo>
                <a:lnTo>
                  <a:pt x="123507" y="728364"/>
                </a:lnTo>
                <a:lnTo>
                  <a:pt x="127271" y="691029"/>
                </a:lnTo>
                <a:lnTo>
                  <a:pt x="114585" y="689750"/>
                </a:lnTo>
                <a:lnTo>
                  <a:pt x="96507" y="684138"/>
                </a:lnTo>
                <a:lnTo>
                  <a:pt x="80141" y="675254"/>
                </a:lnTo>
                <a:lnTo>
                  <a:pt x="65860" y="663471"/>
                </a:lnTo>
                <a:lnTo>
                  <a:pt x="54077" y="649190"/>
                </a:lnTo>
                <a:lnTo>
                  <a:pt x="50772" y="643100"/>
                </a:lnTo>
                <a:lnTo>
                  <a:pt x="17792" y="661000"/>
                </a:lnTo>
                <a:lnTo>
                  <a:pt x="21965" y="668685"/>
                </a:lnTo>
                <a:lnTo>
                  <a:pt x="22037" y="668817"/>
                </a:lnTo>
                <a:lnTo>
                  <a:pt x="22110" y="668949"/>
                </a:lnTo>
                <a:close/>
                <a:moveTo>
                  <a:pt x="355064" y="37524"/>
                </a:moveTo>
                <a:lnTo>
                  <a:pt x="355064" y="0"/>
                </a:lnTo>
                <a:lnTo>
                  <a:pt x="242492" y="0"/>
                </a:lnTo>
                <a:lnTo>
                  <a:pt x="242492" y="37524"/>
                </a:lnTo>
                <a:lnTo>
                  <a:pt x="355064" y="37524"/>
                </a:lnTo>
                <a:close/>
                <a:moveTo>
                  <a:pt x="392589" y="37524"/>
                </a:moveTo>
                <a:lnTo>
                  <a:pt x="505161" y="37524"/>
                </a:lnTo>
                <a:lnTo>
                  <a:pt x="505161" y="0"/>
                </a:lnTo>
                <a:lnTo>
                  <a:pt x="392589" y="0"/>
                </a:lnTo>
                <a:lnTo>
                  <a:pt x="392589" y="37524"/>
                </a:lnTo>
                <a:close/>
                <a:moveTo>
                  <a:pt x="655257" y="37524"/>
                </a:moveTo>
                <a:lnTo>
                  <a:pt x="655257" y="0"/>
                </a:lnTo>
                <a:lnTo>
                  <a:pt x="542685" y="0"/>
                </a:lnTo>
                <a:lnTo>
                  <a:pt x="542685" y="37524"/>
                </a:lnTo>
                <a:lnTo>
                  <a:pt x="655257" y="37524"/>
                </a:lnTo>
                <a:close/>
                <a:moveTo>
                  <a:pt x="805354" y="37524"/>
                </a:moveTo>
                <a:lnTo>
                  <a:pt x="805354" y="0"/>
                </a:lnTo>
                <a:lnTo>
                  <a:pt x="692782" y="0"/>
                </a:lnTo>
                <a:lnTo>
                  <a:pt x="692782" y="37524"/>
                </a:lnTo>
                <a:lnTo>
                  <a:pt x="805354" y="37524"/>
                </a:lnTo>
                <a:close/>
                <a:moveTo>
                  <a:pt x="842878" y="37524"/>
                </a:moveTo>
                <a:lnTo>
                  <a:pt x="955450" y="37524"/>
                </a:lnTo>
                <a:lnTo>
                  <a:pt x="955450" y="0"/>
                </a:lnTo>
                <a:lnTo>
                  <a:pt x="842878" y="0"/>
                </a:lnTo>
                <a:lnTo>
                  <a:pt x="842878" y="37524"/>
                </a:lnTo>
                <a:close/>
                <a:moveTo>
                  <a:pt x="1105547" y="37524"/>
                </a:moveTo>
                <a:lnTo>
                  <a:pt x="1105547" y="0"/>
                </a:lnTo>
                <a:lnTo>
                  <a:pt x="992974" y="0"/>
                </a:lnTo>
                <a:lnTo>
                  <a:pt x="992974" y="37524"/>
                </a:lnTo>
                <a:lnTo>
                  <a:pt x="1105547" y="37524"/>
                </a:lnTo>
                <a:close/>
                <a:moveTo>
                  <a:pt x="1255643" y="37524"/>
                </a:moveTo>
                <a:lnTo>
                  <a:pt x="1255643" y="0"/>
                </a:lnTo>
                <a:lnTo>
                  <a:pt x="1143071" y="0"/>
                </a:lnTo>
                <a:lnTo>
                  <a:pt x="1143071" y="37524"/>
                </a:lnTo>
                <a:lnTo>
                  <a:pt x="1255643" y="37524"/>
                </a:lnTo>
                <a:close/>
                <a:moveTo>
                  <a:pt x="108946" y="2437"/>
                </a:moveTo>
                <a:lnTo>
                  <a:pt x="108790" y="2454"/>
                </a:lnTo>
                <a:lnTo>
                  <a:pt x="108634" y="2471"/>
                </a:lnTo>
                <a:lnTo>
                  <a:pt x="108478" y="2490"/>
                </a:lnTo>
                <a:lnTo>
                  <a:pt x="108322" y="2511"/>
                </a:lnTo>
                <a:lnTo>
                  <a:pt x="108167" y="2532"/>
                </a:lnTo>
                <a:lnTo>
                  <a:pt x="108012" y="2555"/>
                </a:lnTo>
                <a:lnTo>
                  <a:pt x="107857" y="2579"/>
                </a:lnTo>
                <a:lnTo>
                  <a:pt x="107702" y="2605"/>
                </a:lnTo>
                <a:lnTo>
                  <a:pt x="107548" y="2631"/>
                </a:lnTo>
                <a:lnTo>
                  <a:pt x="107394" y="2659"/>
                </a:lnTo>
                <a:lnTo>
                  <a:pt x="107240" y="2689"/>
                </a:lnTo>
                <a:lnTo>
                  <a:pt x="107086" y="2719"/>
                </a:lnTo>
                <a:lnTo>
                  <a:pt x="106933" y="2751"/>
                </a:lnTo>
                <a:lnTo>
                  <a:pt x="106780" y="2784"/>
                </a:lnTo>
                <a:lnTo>
                  <a:pt x="106627" y="2819"/>
                </a:lnTo>
                <a:lnTo>
                  <a:pt x="106474" y="2854"/>
                </a:lnTo>
                <a:lnTo>
                  <a:pt x="106322" y="2891"/>
                </a:lnTo>
                <a:lnTo>
                  <a:pt x="106170" y="2930"/>
                </a:lnTo>
                <a:lnTo>
                  <a:pt x="106018" y="2969"/>
                </a:lnTo>
                <a:lnTo>
                  <a:pt x="105867" y="3010"/>
                </a:lnTo>
                <a:lnTo>
                  <a:pt x="105716" y="3052"/>
                </a:lnTo>
                <a:lnTo>
                  <a:pt x="105565" y="3095"/>
                </a:lnTo>
                <a:lnTo>
                  <a:pt x="105415" y="3140"/>
                </a:lnTo>
                <a:lnTo>
                  <a:pt x="105265" y="3186"/>
                </a:lnTo>
                <a:lnTo>
                  <a:pt x="87775" y="8615"/>
                </a:lnTo>
                <a:lnTo>
                  <a:pt x="98899" y="44452"/>
                </a:lnTo>
                <a:lnTo>
                  <a:pt x="114586" y="39583"/>
                </a:lnTo>
                <a:lnTo>
                  <a:pt x="135946" y="37430"/>
                </a:lnTo>
                <a:lnTo>
                  <a:pt x="204968" y="37524"/>
                </a:lnTo>
                <a:lnTo>
                  <a:pt x="204968" y="0"/>
                </a:lnTo>
                <a:lnTo>
                  <a:pt x="132182" y="95"/>
                </a:lnTo>
                <a:lnTo>
                  <a:pt x="108946" y="2437"/>
                </a:lnTo>
                <a:close/>
                <a:moveTo>
                  <a:pt x="1401902" y="11119"/>
                </a:moveTo>
                <a:lnTo>
                  <a:pt x="1401765" y="11049"/>
                </a:lnTo>
                <a:lnTo>
                  <a:pt x="1401628" y="10981"/>
                </a:lnTo>
                <a:lnTo>
                  <a:pt x="1401490" y="10914"/>
                </a:lnTo>
                <a:lnTo>
                  <a:pt x="1401351" y="10848"/>
                </a:lnTo>
                <a:lnTo>
                  <a:pt x="1401212" y="10783"/>
                </a:lnTo>
                <a:lnTo>
                  <a:pt x="1401072" y="10720"/>
                </a:lnTo>
                <a:lnTo>
                  <a:pt x="1400932" y="10657"/>
                </a:lnTo>
                <a:lnTo>
                  <a:pt x="1400791" y="10596"/>
                </a:lnTo>
                <a:lnTo>
                  <a:pt x="1400650" y="10536"/>
                </a:lnTo>
                <a:lnTo>
                  <a:pt x="1400509" y="10477"/>
                </a:lnTo>
                <a:lnTo>
                  <a:pt x="1400367" y="10419"/>
                </a:lnTo>
                <a:lnTo>
                  <a:pt x="1400224" y="10362"/>
                </a:lnTo>
                <a:lnTo>
                  <a:pt x="1400081" y="10307"/>
                </a:lnTo>
                <a:lnTo>
                  <a:pt x="1399938" y="10252"/>
                </a:lnTo>
                <a:lnTo>
                  <a:pt x="1399794" y="10199"/>
                </a:lnTo>
                <a:lnTo>
                  <a:pt x="1399650" y="10147"/>
                </a:lnTo>
                <a:lnTo>
                  <a:pt x="1399505" y="10096"/>
                </a:lnTo>
                <a:lnTo>
                  <a:pt x="1399360" y="10046"/>
                </a:lnTo>
                <a:lnTo>
                  <a:pt x="1399214" y="9998"/>
                </a:lnTo>
                <a:lnTo>
                  <a:pt x="1399068" y="9951"/>
                </a:lnTo>
                <a:lnTo>
                  <a:pt x="1398922" y="9904"/>
                </a:lnTo>
                <a:lnTo>
                  <a:pt x="1377278" y="3186"/>
                </a:lnTo>
                <a:lnTo>
                  <a:pt x="1377128" y="3140"/>
                </a:lnTo>
                <a:lnTo>
                  <a:pt x="1376978" y="3095"/>
                </a:lnTo>
                <a:lnTo>
                  <a:pt x="1376827" y="3052"/>
                </a:lnTo>
                <a:lnTo>
                  <a:pt x="1376676" y="3010"/>
                </a:lnTo>
                <a:lnTo>
                  <a:pt x="1376525" y="2969"/>
                </a:lnTo>
                <a:lnTo>
                  <a:pt x="1376373" y="2930"/>
                </a:lnTo>
                <a:lnTo>
                  <a:pt x="1376221" y="2891"/>
                </a:lnTo>
                <a:lnTo>
                  <a:pt x="1376069" y="2854"/>
                </a:lnTo>
                <a:lnTo>
                  <a:pt x="1375917" y="2819"/>
                </a:lnTo>
                <a:lnTo>
                  <a:pt x="1375764" y="2784"/>
                </a:lnTo>
                <a:lnTo>
                  <a:pt x="1375611" y="2751"/>
                </a:lnTo>
                <a:lnTo>
                  <a:pt x="1375457" y="2719"/>
                </a:lnTo>
                <a:lnTo>
                  <a:pt x="1375303" y="2689"/>
                </a:lnTo>
                <a:lnTo>
                  <a:pt x="1375149" y="2659"/>
                </a:lnTo>
                <a:lnTo>
                  <a:pt x="1374995" y="2631"/>
                </a:lnTo>
                <a:lnTo>
                  <a:pt x="1374841" y="2605"/>
                </a:lnTo>
                <a:lnTo>
                  <a:pt x="1374686" y="2579"/>
                </a:lnTo>
                <a:lnTo>
                  <a:pt x="1374531" y="2555"/>
                </a:lnTo>
                <a:lnTo>
                  <a:pt x="1374376" y="2532"/>
                </a:lnTo>
                <a:lnTo>
                  <a:pt x="1374221" y="2510"/>
                </a:lnTo>
                <a:lnTo>
                  <a:pt x="1374066" y="2490"/>
                </a:lnTo>
                <a:lnTo>
                  <a:pt x="1373910" y="2471"/>
                </a:lnTo>
                <a:lnTo>
                  <a:pt x="1373754" y="2454"/>
                </a:lnTo>
                <a:lnTo>
                  <a:pt x="1373599" y="2437"/>
                </a:lnTo>
                <a:lnTo>
                  <a:pt x="1348478" y="0"/>
                </a:lnTo>
                <a:lnTo>
                  <a:pt x="1293167" y="0"/>
                </a:lnTo>
                <a:lnTo>
                  <a:pt x="1293167" y="37524"/>
                </a:lnTo>
                <a:lnTo>
                  <a:pt x="1348478" y="37524"/>
                </a:lnTo>
                <a:lnTo>
                  <a:pt x="1367915" y="39570"/>
                </a:lnTo>
                <a:lnTo>
                  <a:pt x="1386032" y="45194"/>
                </a:lnTo>
                <a:lnTo>
                  <a:pt x="1394291" y="49677"/>
                </a:lnTo>
                <a:lnTo>
                  <a:pt x="1412192" y="16697"/>
                </a:lnTo>
                <a:lnTo>
                  <a:pt x="1402310" y="11333"/>
                </a:lnTo>
                <a:lnTo>
                  <a:pt x="1402175" y="11261"/>
                </a:lnTo>
                <a:lnTo>
                  <a:pt x="1402039" y="11189"/>
                </a:lnTo>
                <a:lnTo>
                  <a:pt x="1401902" y="11119"/>
                </a:lnTo>
                <a:close/>
                <a:moveTo>
                  <a:pt x="162868" y="691809"/>
                </a:moveTo>
                <a:lnTo>
                  <a:pt x="162868" y="729333"/>
                </a:lnTo>
                <a:lnTo>
                  <a:pt x="275440" y="729333"/>
                </a:lnTo>
                <a:lnTo>
                  <a:pt x="275440" y="691809"/>
                </a:lnTo>
                <a:lnTo>
                  <a:pt x="162868" y="691809"/>
                </a:lnTo>
                <a:close/>
                <a:moveTo>
                  <a:pt x="425537" y="691809"/>
                </a:moveTo>
                <a:lnTo>
                  <a:pt x="312964" y="691809"/>
                </a:lnTo>
                <a:lnTo>
                  <a:pt x="312964" y="729333"/>
                </a:lnTo>
                <a:lnTo>
                  <a:pt x="425537" y="729333"/>
                </a:lnTo>
                <a:lnTo>
                  <a:pt x="425537" y="691809"/>
                </a:lnTo>
                <a:close/>
                <a:moveTo>
                  <a:pt x="463061" y="691809"/>
                </a:moveTo>
                <a:lnTo>
                  <a:pt x="463061" y="729333"/>
                </a:lnTo>
                <a:lnTo>
                  <a:pt x="575633" y="729333"/>
                </a:lnTo>
                <a:lnTo>
                  <a:pt x="575633" y="691809"/>
                </a:lnTo>
                <a:lnTo>
                  <a:pt x="463061" y="691809"/>
                </a:lnTo>
                <a:close/>
                <a:moveTo>
                  <a:pt x="613157" y="691809"/>
                </a:moveTo>
                <a:lnTo>
                  <a:pt x="613157" y="729333"/>
                </a:lnTo>
                <a:lnTo>
                  <a:pt x="725730" y="729333"/>
                </a:lnTo>
                <a:lnTo>
                  <a:pt x="725730" y="691809"/>
                </a:lnTo>
                <a:lnTo>
                  <a:pt x="613157" y="691809"/>
                </a:lnTo>
                <a:close/>
                <a:moveTo>
                  <a:pt x="875826" y="691809"/>
                </a:moveTo>
                <a:lnTo>
                  <a:pt x="763254" y="691809"/>
                </a:lnTo>
                <a:lnTo>
                  <a:pt x="763254" y="729333"/>
                </a:lnTo>
                <a:lnTo>
                  <a:pt x="875826" y="729333"/>
                </a:lnTo>
                <a:lnTo>
                  <a:pt x="875826" y="691809"/>
                </a:lnTo>
                <a:close/>
                <a:moveTo>
                  <a:pt x="913350" y="691809"/>
                </a:moveTo>
                <a:lnTo>
                  <a:pt x="913350" y="729333"/>
                </a:lnTo>
                <a:lnTo>
                  <a:pt x="1025923" y="729333"/>
                </a:lnTo>
                <a:lnTo>
                  <a:pt x="1025923" y="691809"/>
                </a:lnTo>
                <a:lnTo>
                  <a:pt x="913350" y="691809"/>
                </a:lnTo>
                <a:close/>
                <a:moveTo>
                  <a:pt x="1063447" y="691809"/>
                </a:moveTo>
                <a:lnTo>
                  <a:pt x="1063447" y="729333"/>
                </a:lnTo>
                <a:lnTo>
                  <a:pt x="1176019" y="729333"/>
                </a:lnTo>
                <a:lnTo>
                  <a:pt x="1176019" y="691809"/>
                </a:lnTo>
                <a:lnTo>
                  <a:pt x="1063447" y="691809"/>
                </a:lnTo>
                <a:close/>
                <a:moveTo>
                  <a:pt x="1326115" y="691809"/>
                </a:moveTo>
                <a:lnTo>
                  <a:pt x="1213543" y="691809"/>
                </a:lnTo>
                <a:lnTo>
                  <a:pt x="1213543" y="729333"/>
                </a:lnTo>
                <a:lnTo>
                  <a:pt x="1326115" y="729333"/>
                </a:lnTo>
                <a:lnTo>
                  <a:pt x="1326115" y="691809"/>
                </a:lnTo>
                <a:close/>
                <a:moveTo>
                  <a:pt x="1480091" y="108790"/>
                </a:moveTo>
                <a:lnTo>
                  <a:pt x="1480073" y="108634"/>
                </a:lnTo>
                <a:lnTo>
                  <a:pt x="1480054" y="108478"/>
                </a:lnTo>
                <a:lnTo>
                  <a:pt x="1480034" y="108323"/>
                </a:lnTo>
                <a:lnTo>
                  <a:pt x="1480012" y="108167"/>
                </a:lnTo>
                <a:lnTo>
                  <a:pt x="1479989" y="108012"/>
                </a:lnTo>
                <a:lnTo>
                  <a:pt x="1479965" y="107857"/>
                </a:lnTo>
                <a:lnTo>
                  <a:pt x="1479939" y="107703"/>
                </a:lnTo>
                <a:lnTo>
                  <a:pt x="1479913" y="107548"/>
                </a:lnTo>
                <a:lnTo>
                  <a:pt x="1479885" y="107394"/>
                </a:lnTo>
                <a:lnTo>
                  <a:pt x="1479855" y="107240"/>
                </a:lnTo>
                <a:lnTo>
                  <a:pt x="1479825" y="107087"/>
                </a:lnTo>
                <a:lnTo>
                  <a:pt x="1479793" y="106933"/>
                </a:lnTo>
                <a:lnTo>
                  <a:pt x="1479759" y="106780"/>
                </a:lnTo>
                <a:lnTo>
                  <a:pt x="1479725" y="106627"/>
                </a:lnTo>
                <a:lnTo>
                  <a:pt x="1479689" y="106475"/>
                </a:lnTo>
                <a:lnTo>
                  <a:pt x="1479652" y="106322"/>
                </a:lnTo>
                <a:lnTo>
                  <a:pt x="1479614" y="106170"/>
                </a:lnTo>
                <a:lnTo>
                  <a:pt x="1479574" y="106019"/>
                </a:lnTo>
                <a:lnTo>
                  <a:pt x="1479533" y="105867"/>
                </a:lnTo>
                <a:lnTo>
                  <a:pt x="1479491" y="105716"/>
                </a:lnTo>
                <a:lnTo>
                  <a:pt x="1479447" y="105566"/>
                </a:lnTo>
                <a:lnTo>
                  <a:pt x="1479403" y="105415"/>
                </a:lnTo>
                <a:lnTo>
                  <a:pt x="1479356" y="105265"/>
                </a:lnTo>
                <a:lnTo>
                  <a:pt x="1472640" y="83622"/>
                </a:lnTo>
                <a:lnTo>
                  <a:pt x="1472593" y="83475"/>
                </a:lnTo>
                <a:lnTo>
                  <a:pt x="1472546" y="83329"/>
                </a:lnTo>
                <a:lnTo>
                  <a:pt x="1472497" y="83184"/>
                </a:lnTo>
                <a:lnTo>
                  <a:pt x="1472447" y="83038"/>
                </a:lnTo>
                <a:lnTo>
                  <a:pt x="1472396" y="82893"/>
                </a:lnTo>
                <a:lnTo>
                  <a:pt x="1472344" y="82749"/>
                </a:lnTo>
                <a:lnTo>
                  <a:pt x="1472291" y="82605"/>
                </a:lnTo>
                <a:lnTo>
                  <a:pt x="1472236" y="82462"/>
                </a:lnTo>
                <a:lnTo>
                  <a:pt x="1472181" y="82319"/>
                </a:lnTo>
                <a:lnTo>
                  <a:pt x="1472124" y="82176"/>
                </a:lnTo>
                <a:lnTo>
                  <a:pt x="1472066" y="82034"/>
                </a:lnTo>
                <a:lnTo>
                  <a:pt x="1472007" y="81893"/>
                </a:lnTo>
                <a:lnTo>
                  <a:pt x="1471947" y="81752"/>
                </a:lnTo>
                <a:lnTo>
                  <a:pt x="1471886" y="81611"/>
                </a:lnTo>
                <a:lnTo>
                  <a:pt x="1471823" y="81471"/>
                </a:lnTo>
                <a:lnTo>
                  <a:pt x="1471760" y="81331"/>
                </a:lnTo>
                <a:lnTo>
                  <a:pt x="1471695" y="81192"/>
                </a:lnTo>
                <a:lnTo>
                  <a:pt x="1471629" y="81054"/>
                </a:lnTo>
                <a:lnTo>
                  <a:pt x="1471562" y="80916"/>
                </a:lnTo>
                <a:lnTo>
                  <a:pt x="1471494" y="80778"/>
                </a:lnTo>
                <a:lnTo>
                  <a:pt x="1471424" y="80641"/>
                </a:lnTo>
                <a:lnTo>
                  <a:pt x="1471354" y="80505"/>
                </a:lnTo>
                <a:lnTo>
                  <a:pt x="1471283" y="80369"/>
                </a:lnTo>
                <a:lnTo>
                  <a:pt x="1471210" y="80234"/>
                </a:lnTo>
                <a:lnTo>
                  <a:pt x="1460579" y="60648"/>
                </a:lnTo>
                <a:lnTo>
                  <a:pt x="1460507" y="60516"/>
                </a:lnTo>
                <a:lnTo>
                  <a:pt x="1460433" y="60384"/>
                </a:lnTo>
                <a:lnTo>
                  <a:pt x="1460359" y="60253"/>
                </a:lnTo>
                <a:lnTo>
                  <a:pt x="1460283" y="60123"/>
                </a:lnTo>
                <a:lnTo>
                  <a:pt x="1460207" y="59993"/>
                </a:lnTo>
                <a:lnTo>
                  <a:pt x="1460129" y="59864"/>
                </a:lnTo>
                <a:lnTo>
                  <a:pt x="1460050" y="59736"/>
                </a:lnTo>
                <a:lnTo>
                  <a:pt x="1459971" y="59608"/>
                </a:lnTo>
                <a:lnTo>
                  <a:pt x="1459890" y="59481"/>
                </a:lnTo>
                <a:lnTo>
                  <a:pt x="1459808" y="59355"/>
                </a:lnTo>
                <a:lnTo>
                  <a:pt x="1459725" y="59229"/>
                </a:lnTo>
                <a:lnTo>
                  <a:pt x="1459642" y="59104"/>
                </a:lnTo>
                <a:lnTo>
                  <a:pt x="1459557" y="58980"/>
                </a:lnTo>
                <a:lnTo>
                  <a:pt x="1459471" y="58856"/>
                </a:lnTo>
                <a:lnTo>
                  <a:pt x="1459385" y="58733"/>
                </a:lnTo>
                <a:lnTo>
                  <a:pt x="1459297" y="58611"/>
                </a:lnTo>
                <a:lnTo>
                  <a:pt x="1459208" y="58489"/>
                </a:lnTo>
                <a:lnTo>
                  <a:pt x="1459119" y="58368"/>
                </a:lnTo>
                <a:lnTo>
                  <a:pt x="1459028" y="58248"/>
                </a:lnTo>
                <a:lnTo>
                  <a:pt x="1458937" y="58128"/>
                </a:lnTo>
                <a:lnTo>
                  <a:pt x="1458844" y="58010"/>
                </a:lnTo>
                <a:lnTo>
                  <a:pt x="1458751" y="57892"/>
                </a:lnTo>
                <a:lnTo>
                  <a:pt x="1458656" y="57774"/>
                </a:lnTo>
                <a:lnTo>
                  <a:pt x="1458561" y="57658"/>
                </a:lnTo>
                <a:lnTo>
                  <a:pt x="1447256" y="43956"/>
                </a:lnTo>
                <a:lnTo>
                  <a:pt x="1418312" y="67837"/>
                </a:lnTo>
                <a:lnTo>
                  <a:pt x="1428462" y="80137"/>
                </a:lnTo>
                <a:lnTo>
                  <a:pt x="1437352" y="96516"/>
                </a:lnTo>
                <a:lnTo>
                  <a:pt x="1442959" y="114580"/>
                </a:lnTo>
                <a:lnTo>
                  <a:pt x="1445114" y="135947"/>
                </a:lnTo>
                <a:lnTo>
                  <a:pt x="1445020" y="160572"/>
                </a:lnTo>
                <a:lnTo>
                  <a:pt x="1482544" y="160572"/>
                </a:lnTo>
                <a:lnTo>
                  <a:pt x="1482448" y="132183"/>
                </a:lnTo>
                <a:lnTo>
                  <a:pt x="1480107" y="108946"/>
                </a:lnTo>
                <a:lnTo>
                  <a:pt x="1480091" y="108790"/>
                </a:lnTo>
                <a:close/>
                <a:moveTo>
                  <a:pt x="1445020" y="310668"/>
                </a:moveTo>
                <a:lnTo>
                  <a:pt x="1482544" y="310668"/>
                </a:lnTo>
                <a:lnTo>
                  <a:pt x="1482544" y="198096"/>
                </a:lnTo>
                <a:lnTo>
                  <a:pt x="1445020" y="198096"/>
                </a:lnTo>
                <a:lnTo>
                  <a:pt x="1445020" y="310668"/>
                </a:lnTo>
                <a:close/>
                <a:moveTo>
                  <a:pt x="1445020" y="460765"/>
                </a:moveTo>
                <a:lnTo>
                  <a:pt x="1482544" y="460765"/>
                </a:lnTo>
                <a:lnTo>
                  <a:pt x="1482544" y="348192"/>
                </a:lnTo>
                <a:lnTo>
                  <a:pt x="1445020" y="348192"/>
                </a:lnTo>
                <a:lnTo>
                  <a:pt x="1445020" y="460765"/>
                </a:lnTo>
                <a:close/>
                <a:moveTo>
                  <a:pt x="1482544" y="595268"/>
                </a:moveTo>
                <a:lnTo>
                  <a:pt x="1482544" y="498289"/>
                </a:lnTo>
                <a:lnTo>
                  <a:pt x="1445020" y="498289"/>
                </a:lnTo>
                <a:lnTo>
                  <a:pt x="1445020" y="595268"/>
                </a:lnTo>
                <a:lnTo>
                  <a:pt x="1443549" y="608901"/>
                </a:lnTo>
                <a:lnTo>
                  <a:pt x="1480886" y="612664"/>
                </a:lnTo>
                <a:lnTo>
                  <a:pt x="1482544" y="595268"/>
                </a:lnTo>
                <a:close/>
                <a:moveTo>
                  <a:pt x="1374066" y="726843"/>
                </a:moveTo>
                <a:lnTo>
                  <a:pt x="1374221" y="726822"/>
                </a:lnTo>
                <a:lnTo>
                  <a:pt x="1374376" y="726801"/>
                </a:lnTo>
                <a:lnTo>
                  <a:pt x="1374531" y="726778"/>
                </a:lnTo>
                <a:lnTo>
                  <a:pt x="1374686" y="726754"/>
                </a:lnTo>
                <a:lnTo>
                  <a:pt x="1374840" y="726728"/>
                </a:lnTo>
                <a:lnTo>
                  <a:pt x="1374995" y="726702"/>
                </a:lnTo>
                <a:lnTo>
                  <a:pt x="1375149" y="726674"/>
                </a:lnTo>
                <a:lnTo>
                  <a:pt x="1375303" y="726644"/>
                </a:lnTo>
                <a:lnTo>
                  <a:pt x="1375456" y="726614"/>
                </a:lnTo>
                <a:lnTo>
                  <a:pt x="1375610" y="726582"/>
                </a:lnTo>
                <a:lnTo>
                  <a:pt x="1375763" y="726549"/>
                </a:lnTo>
                <a:lnTo>
                  <a:pt x="1375916" y="726514"/>
                </a:lnTo>
                <a:lnTo>
                  <a:pt x="1376068" y="726478"/>
                </a:lnTo>
                <a:lnTo>
                  <a:pt x="1376221" y="726441"/>
                </a:lnTo>
                <a:lnTo>
                  <a:pt x="1376373" y="726403"/>
                </a:lnTo>
                <a:lnTo>
                  <a:pt x="1376524" y="726364"/>
                </a:lnTo>
                <a:lnTo>
                  <a:pt x="1376676" y="726323"/>
                </a:lnTo>
                <a:lnTo>
                  <a:pt x="1376827" y="726281"/>
                </a:lnTo>
                <a:lnTo>
                  <a:pt x="1376977" y="726237"/>
                </a:lnTo>
                <a:lnTo>
                  <a:pt x="1377128" y="726193"/>
                </a:lnTo>
                <a:lnTo>
                  <a:pt x="1377278" y="726147"/>
                </a:lnTo>
                <a:lnTo>
                  <a:pt x="1398922" y="719428"/>
                </a:lnTo>
                <a:lnTo>
                  <a:pt x="1399068" y="719382"/>
                </a:lnTo>
                <a:lnTo>
                  <a:pt x="1399214" y="719335"/>
                </a:lnTo>
                <a:lnTo>
                  <a:pt x="1399360" y="719286"/>
                </a:lnTo>
                <a:lnTo>
                  <a:pt x="1399505" y="719237"/>
                </a:lnTo>
                <a:lnTo>
                  <a:pt x="1399650" y="719186"/>
                </a:lnTo>
                <a:lnTo>
                  <a:pt x="1399794" y="719134"/>
                </a:lnTo>
                <a:lnTo>
                  <a:pt x="1399938" y="719081"/>
                </a:lnTo>
                <a:lnTo>
                  <a:pt x="1400081" y="719026"/>
                </a:lnTo>
                <a:lnTo>
                  <a:pt x="1400224" y="718971"/>
                </a:lnTo>
                <a:lnTo>
                  <a:pt x="1400367" y="718914"/>
                </a:lnTo>
                <a:lnTo>
                  <a:pt x="1400509" y="718856"/>
                </a:lnTo>
                <a:lnTo>
                  <a:pt x="1400650" y="718797"/>
                </a:lnTo>
                <a:lnTo>
                  <a:pt x="1400791" y="718737"/>
                </a:lnTo>
                <a:lnTo>
                  <a:pt x="1400932" y="718676"/>
                </a:lnTo>
                <a:lnTo>
                  <a:pt x="1401072" y="718613"/>
                </a:lnTo>
                <a:lnTo>
                  <a:pt x="1401212" y="718549"/>
                </a:lnTo>
                <a:lnTo>
                  <a:pt x="1401351" y="718485"/>
                </a:lnTo>
                <a:lnTo>
                  <a:pt x="1401490" y="718419"/>
                </a:lnTo>
                <a:lnTo>
                  <a:pt x="1401628" y="718352"/>
                </a:lnTo>
                <a:lnTo>
                  <a:pt x="1401765" y="718283"/>
                </a:lnTo>
                <a:lnTo>
                  <a:pt x="1401902" y="718214"/>
                </a:lnTo>
                <a:lnTo>
                  <a:pt x="1402039" y="718144"/>
                </a:lnTo>
                <a:lnTo>
                  <a:pt x="1402175" y="718072"/>
                </a:lnTo>
                <a:lnTo>
                  <a:pt x="1402310" y="717999"/>
                </a:lnTo>
                <a:lnTo>
                  <a:pt x="1421896" y="707368"/>
                </a:lnTo>
                <a:lnTo>
                  <a:pt x="1422028" y="707296"/>
                </a:lnTo>
                <a:lnTo>
                  <a:pt x="1422159" y="707223"/>
                </a:lnTo>
                <a:lnTo>
                  <a:pt x="1422290" y="707148"/>
                </a:lnTo>
                <a:lnTo>
                  <a:pt x="1422420" y="707073"/>
                </a:lnTo>
                <a:lnTo>
                  <a:pt x="1422550" y="706996"/>
                </a:lnTo>
                <a:lnTo>
                  <a:pt x="1422679" y="706919"/>
                </a:lnTo>
                <a:lnTo>
                  <a:pt x="1422807" y="706840"/>
                </a:lnTo>
                <a:lnTo>
                  <a:pt x="1422935" y="706760"/>
                </a:lnTo>
                <a:lnTo>
                  <a:pt x="1423062" y="706680"/>
                </a:lnTo>
                <a:lnTo>
                  <a:pt x="1423188" y="706598"/>
                </a:lnTo>
                <a:lnTo>
                  <a:pt x="1423314" y="706515"/>
                </a:lnTo>
                <a:lnTo>
                  <a:pt x="1423439" y="706432"/>
                </a:lnTo>
                <a:lnTo>
                  <a:pt x="1423563" y="706347"/>
                </a:lnTo>
                <a:lnTo>
                  <a:pt x="1423687" y="706261"/>
                </a:lnTo>
                <a:lnTo>
                  <a:pt x="1423810" y="706175"/>
                </a:lnTo>
                <a:lnTo>
                  <a:pt x="1423933" y="706087"/>
                </a:lnTo>
                <a:lnTo>
                  <a:pt x="1424054" y="705998"/>
                </a:lnTo>
                <a:lnTo>
                  <a:pt x="1424175" y="705909"/>
                </a:lnTo>
                <a:lnTo>
                  <a:pt x="1424296" y="705818"/>
                </a:lnTo>
                <a:lnTo>
                  <a:pt x="1424415" y="705727"/>
                </a:lnTo>
                <a:lnTo>
                  <a:pt x="1424534" y="705634"/>
                </a:lnTo>
                <a:lnTo>
                  <a:pt x="1424652" y="705541"/>
                </a:lnTo>
                <a:lnTo>
                  <a:pt x="1424770" y="705446"/>
                </a:lnTo>
                <a:lnTo>
                  <a:pt x="1424886" y="705351"/>
                </a:lnTo>
                <a:lnTo>
                  <a:pt x="1441951" y="691271"/>
                </a:lnTo>
                <a:lnTo>
                  <a:pt x="1442066" y="691176"/>
                </a:lnTo>
                <a:lnTo>
                  <a:pt x="1442180" y="691079"/>
                </a:lnTo>
                <a:lnTo>
                  <a:pt x="1442293" y="690982"/>
                </a:lnTo>
                <a:lnTo>
                  <a:pt x="1442406" y="690884"/>
                </a:lnTo>
                <a:lnTo>
                  <a:pt x="1442518" y="690784"/>
                </a:lnTo>
                <a:lnTo>
                  <a:pt x="1442629" y="690684"/>
                </a:lnTo>
                <a:lnTo>
                  <a:pt x="1442739" y="690584"/>
                </a:lnTo>
                <a:lnTo>
                  <a:pt x="1442848" y="690482"/>
                </a:lnTo>
                <a:lnTo>
                  <a:pt x="1442957" y="690379"/>
                </a:lnTo>
                <a:lnTo>
                  <a:pt x="1443064" y="690276"/>
                </a:lnTo>
                <a:lnTo>
                  <a:pt x="1443171" y="690171"/>
                </a:lnTo>
                <a:lnTo>
                  <a:pt x="1443277" y="690066"/>
                </a:lnTo>
                <a:lnTo>
                  <a:pt x="1443382" y="689960"/>
                </a:lnTo>
                <a:lnTo>
                  <a:pt x="1443487" y="689853"/>
                </a:lnTo>
                <a:lnTo>
                  <a:pt x="1443590" y="689746"/>
                </a:lnTo>
                <a:lnTo>
                  <a:pt x="1443693" y="689637"/>
                </a:lnTo>
                <a:lnTo>
                  <a:pt x="1443795" y="689528"/>
                </a:lnTo>
                <a:lnTo>
                  <a:pt x="1443895" y="689418"/>
                </a:lnTo>
                <a:lnTo>
                  <a:pt x="1443995" y="689307"/>
                </a:lnTo>
                <a:lnTo>
                  <a:pt x="1444094" y="689195"/>
                </a:lnTo>
                <a:lnTo>
                  <a:pt x="1444193" y="689082"/>
                </a:lnTo>
                <a:lnTo>
                  <a:pt x="1444290" y="688969"/>
                </a:lnTo>
                <a:lnTo>
                  <a:pt x="1444386" y="688855"/>
                </a:lnTo>
                <a:lnTo>
                  <a:pt x="1444482" y="688740"/>
                </a:lnTo>
                <a:lnTo>
                  <a:pt x="1458561" y="671675"/>
                </a:lnTo>
                <a:lnTo>
                  <a:pt x="1458656" y="671559"/>
                </a:lnTo>
                <a:lnTo>
                  <a:pt x="1458751" y="671442"/>
                </a:lnTo>
                <a:lnTo>
                  <a:pt x="1458844" y="671323"/>
                </a:lnTo>
                <a:lnTo>
                  <a:pt x="1458937" y="671205"/>
                </a:lnTo>
                <a:lnTo>
                  <a:pt x="1459028" y="671085"/>
                </a:lnTo>
                <a:lnTo>
                  <a:pt x="1459119" y="670965"/>
                </a:lnTo>
                <a:lnTo>
                  <a:pt x="1459209" y="670844"/>
                </a:lnTo>
                <a:lnTo>
                  <a:pt x="1459297" y="670722"/>
                </a:lnTo>
                <a:lnTo>
                  <a:pt x="1459385" y="670600"/>
                </a:lnTo>
                <a:lnTo>
                  <a:pt x="1459472" y="670477"/>
                </a:lnTo>
                <a:lnTo>
                  <a:pt x="1459558" y="670353"/>
                </a:lnTo>
                <a:lnTo>
                  <a:pt x="1459642" y="670229"/>
                </a:lnTo>
                <a:lnTo>
                  <a:pt x="1459726" y="670104"/>
                </a:lnTo>
                <a:lnTo>
                  <a:pt x="1459809" y="669978"/>
                </a:lnTo>
                <a:lnTo>
                  <a:pt x="1459891" y="669852"/>
                </a:lnTo>
                <a:lnTo>
                  <a:pt x="1459971" y="669724"/>
                </a:lnTo>
                <a:lnTo>
                  <a:pt x="1460051" y="669597"/>
                </a:lnTo>
                <a:lnTo>
                  <a:pt x="1460130" y="669468"/>
                </a:lnTo>
                <a:lnTo>
                  <a:pt x="1460207" y="669339"/>
                </a:lnTo>
                <a:lnTo>
                  <a:pt x="1460284" y="669210"/>
                </a:lnTo>
                <a:lnTo>
                  <a:pt x="1460359" y="669079"/>
                </a:lnTo>
                <a:lnTo>
                  <a:pt x="1460434" y="668949"/>
                </a:lnTo>
                <a:lnTo>
                  <a:pt x="1460507" y="668817"/>
                </a:lnTo>
                <a:lnTo>
                  <a:pt x="1460579" y="668685"/>
                </a:lnTo>
                <a:lnTo>
                  <a:pt x="1467823" y="655339"/>
                </a:lnTo>
                <a:lnTo>
                  <a:pt x="1434843" y="637439"/>
                </a:lnTo>
                <a:lnTo>
                  <a:pt x="1428462" y="649196"/>
                </a:lnTo>
                <a:lnTo>
                  <a:pt x="1416680" y="663475"/>
                </a:lnTo>
                <a:lnTo>
                  <a:pt x="1402402" y="675254"/>
                </a:lnTo>
                <a:lnTo>
                  <a:pt x="1386033" y="684139"/>
                </a:lnTo>
                <a:lnTo>
                  <a:pt x="1367957" y="689750"/>
                </a:lnTo>
                <a:lnTo>
                  <a:pt x="1361683" y="690383"/>
                </a:lnTo>
                <a:lnTo>
                  <a:pt x="1365446" y="727718"/>
                </a:lnTo>
                <a:lnTo>
                  <a:pt x="1373599" y="726896"/>
                </a:lnTo>
                <a:lnTo>
                  <a:pt x="1373754" y="726879"/>
                </a:lnTo>
                <a:lnTo>
                  <a:pt x="1373910" y="726862"/>
                </a:lnTo>
                <a:lnTo>
                  <a:pt x="1374066" y="726843"/>
                </a:lnTo>
                <a:close/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Watchdog">
            <a:extLst xmlns:a="http://schemas.openxmlformats.org/drawingml/2006/main">
              <a:ext uri="{FF2B5EF4-FFF2-40B4-BE49-F238E27FC236}">
                <a16:creationId xmlns:a16="http://schemas.microsoft.com/office/drawing/2014/main" id="{7BB65B87-0E4D-477A-B99C-B0C4A323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341" y="5009215"/>
            <a:ext cx="1199914" cy="220412"/>
          </a:xfrm>
          <a:custGeom xmlns:a="http://schemas.openxmlformats.org/drawingml/2006/main">
            <a:pathLst>
              <a:path w="1199914" h="220412">
                <a:moveTo>
                  <a:pt x="155810" y="172185"/>
                </a:moveTo>
                <a:lnTo>
                  <a:pt x="193164" y="172185"/>
                </a:lnTo>
                <a:lnTo>
                  <a:pt x="244589" y="0"/>
                </a:lnTo>
                <a:lnTo>
                  <a:pt x="207875" y="0"/>
                </a:lnTo>
                <a:lnTo>
                  <a:pt x="175127" y="129458"/>
                </a:lnTo>
                <a:lnTo>
                  <a:pt x="140460" y="0"/>
                </a:lnTo>
                <a:lnTo>
                  <a:pt x="104385" y="0"/>
                </a:lnTo>
                <a:lnTo>
                  <a:pt x="69974" y="129458"/>
                </a:lnTo>
                <a:lnTo>
                  <a:pt x="37226" y="0"/>
                </a:lnTo>
                <a:lnTo>
                  <a:pt x="0" y="0"/>
                </a:lnTo>
                <a:lnTo>
                  <a:pt x="51041" y="172185"/>
                </a:lnTo>
                <a:lnTo>
                  <a:pt x="88651" y="172185"/>
                </a:lnTo>
                <a:lnTo>
                  <a:pt x="122039" y="43622"/>
                </a:lnTo>
                <a:lnTo>
                  <a:pt x="155810" y="172185"/>
                </a:lnTo>
                <a:close/>
                <a:moveTo>
                  <a:pt x="664603" y="86381"/>
                </a:moveTo>
                <a:lnTo>
                  <a:pt x="665067" y="85825"/>
                </a:lnTo>
                <a:lnTo>
                  <a:pt x="665537" y="85276"/>
                </a:lnTo>
                <a:lnTo>
                  <a:pt x="666014" y="84734"/>
                </a:lnTo>
                <a:lnTo>
                  <a:pt x="666497" y="84199"/>
                </a:lnTo>
                <a:lnTo>
                  <a:pt x="666986" y="83672"/>
                </a:lnTo>
                <a:lnTo>
                  <a:pt x="667482" y="83152"/>
                </a:lnTo>
                <a:lnTo>
                  <a:pt x="667985" y="82639"/>
                </a:lnTo>
                <a:lnTo>
                  <a:pt x="668494" y="82133"/>
                </a:lnTo>
                <a:lnTo>
                  <a:pt x="669009" y="81635"/>
                </a:lnTo>
                <a:lnTo>
                  <a:pt x="669531" y="81143"/>
                </a:lnTo>
                <a:lnTo>
                  <a:pt x="670059" y="80659"/>
                </a:lnTo>
                <a:lnTo>
                  <a:pt x="670594" y="80182"/>
                </a:lnTo>
                <a:lnTo>
                  <a:pt x="671135" y="79713"/>
                </a:lnTo>
                <a:lnTo>
                  <a:pt x="671682" y="79250"/>
                </a:lnTo>
                <a:lnTo>
                  <a:pt x="672236" y="78795"/>
                </a:lnTo>
                <a:lnTo>
                  <a:pt x="672797" y="78347"/>
                </a:lnTo>
                <a:lnTo>
                  <a:pt x="673364" y="77906"/>
                </a:lnTo>
                <a:lnTo>
                  <a:pt x="673937" y="77473"/>
                </a:lnTo>
                <a:lnTo>
                  <a:pt x="674517" y="77046"/>
                </a:lnTo>
                <a:lnTo>
                  <a:pt x="675103" y="76627"/>
                </a:lnTo>
                <a:lnTo>
                  <a:pt x="675696" y="76215"/>
                </a:lnTo>
                <a:lnTo>
                  <a:pt x="676295" y="75810"/>
                </a:lnTo>
                <a:lnTo>
                  <a:pt x="676902" y="75418"/>
                </a:lnTo>
                <a:lnTo>
                  <a:pt x="677519" y="75042"/>
                </a:lnTo>
                <a:lnTo>
                  <a:pt x="678147" y="74682"/>
                </a:lnTo>
                <a:lnTo>
                  <a:pt x="678784" y="74340"/>
                </a:lnTo>
                <a:lnTo>
                  <a:pt x="679431" y="74014"/>
                </a:lnTo>
                <a:lnTo>
                  <a:pt x="680089" y="73705"/>
                </a:lnTo>
                <a:lnTo>
                  <a:pt x="680756" y="73412"/>
                </a:lnTo>
                <a:lnTo>
                  <a:pt x="681433" y="73137"/>
                </a:lnTo>
                <a:lnTo>
                  <a:pt x="682120" y="72877"/>
                </a:lnTo>
                <a:lnTo>
                  <a:pt x="682818" y="72635"/>
                </a:lnTo>
                <a:lnTo>
                  <a:pt x="683525" y="72410"/>
                </a:lnTo>
                <a:lnTo>
                  <a:pt x="684242" y="72201"/>
                </a:lnTo>
                <a:lnTo>
                  <a:pt x="684969" y="72008"/>
                </a:lnTo>
                <a:lnTo>
                  <a:pt x="685706" y="71833"/>
                </a:lnTo>
                <a:lnTo>
                  <a:pt x="686454" y="71674"/>
                </a:lnTo>
                <a:lnTo>
                  <a:pt x="687211" y="71532"/>
                </a:lnTo>
                <a:lnTo>
                  <a:pt x="687978" y="71407"/>
                </a:lnTo>
                <a:lnTo>
                  <a:pt x="688755" y="71298"/>
                </a:lnTo>
                <a:lnTo>
                  <a:pt x="689543" y="71206"/>
                </a:lnTo>
                <a:lnTo>
                  <a:pt x="690340" y="71131"/>
                </a:lnTo>
                <a:lnTo>
                  <a:pt x="691147" y="71073"/>
                </a:lnTo>
                <a:lnTo>
                  <a:pt x="691964" y="71031"/>
                </a:lnTo>
                <a:lnTo>
                  <a:pt x="692791" y="71006"/>
                </a:lnTo>
                <a:lnTo>
                  <a:pt x="693628" y="70997"/>
                </a:lnTo>
                <a:lnTo>
                  <a:pt x="694189" y="71002"/>
                </a:lnTo>
                <a:lnTo>
                  <a:pt x="694740" y="71017"/>
                </a:lnTo>
                <a:lnTo>
                  <a:pt x="695281" y="71042"/>
                </a:lnTo>
                <a:lnTo>
                  <a:pt x="695814" y="71077"/>
                </a:lnTo>
                <a:lnTo>
                  <a:pt x="696337" y="71122"/>
                </a:lnTo>
                <a:lnTo>
                  <a:pt x="696850" y="71176"/>
                </a:lnTo>
                <a:lnTo>
                  <a:pt x="697355" y="71241"/>
                </a:lnTo>
                <a:lnTo>
                  <a:pt x="697850" y="71315"/>
                </a:lnTo>
                <a:lnTo>
                  <a:pt x="698336" y="71400"/>
                </a:lnTo>
                <a:lnTo>
                  <a:pt x="698812" y="71494"/>
                </a:lnTo>
                <a:lnTo>
                  <a:pt x="699279" y="71599"/>
                </a:lnTo>
                <a:lnTo>
                  <a:pt x="699737" y="71713"/>
                </a:lnTo>
                <a:lnTo>
                  <a:pt x="700185" y="71837"/>
                </a:lnTo>
                <a:lnTo>
                  <a:pt x="700624" y="71971"/>
                </a:lnTo>
                <a:lnTo>
                  <a:pt x="701054" y="72115"/>
                </a:lnTo>
                <a:lnTo>
                  <a:pt x="701474" y="72269"/>
                </a:lnTo>
                <a:lnTo>
                  <a:pt x="701885" y="72433"/>
                </a:lnTo>
                <a:lnTo>
                  <a:pt x="702287" y="72607"/>
                </a:lnTo>
                <a:lnTo>
                  <a:pt x="702680" y="72791"/>
                </a:lnTo>
                <a:lnTo>
                  <a:pt x="703063" y="72985"/>
                </a:lnTo>
                <a:lnTo>
                  <a:pt x="703437" y="73189"/>
                </a:lnTo>
                <a:lnTo>
                  <a:pt x="703801" y="73402"/>
                </a:lnTo>
                <a:lnTo>
                  <a:pt x="704156" y="73626"/>
                </a:lnTo>
                <a:lnTo>
                  <a:pt x="704502" y="73860"/>
                </a:lnTo>
                <a:lnTo>
                  <a:pt x="704839" y="74102"/>
                </a:lnTo>
                <a:lnTo>
                  <a:pt x="705169" y="74353"/>
                </a:lnTo>
                <a:lnTo>
                  <a:pt x="705490" y="74612"/>
                </a:lnTo>
                <a:lnTo>
                  <a:pt x="705804" y="74879"/>
                </a:lnTo>
                <a:lnTo>
                  <a:pt x="706110" y="75154"/>
                </a:lnTo>
                <a:lnTo>
                  <a:pt x="706409" y="75437"/>
                </a:lnTo>
                <a:lnTo>
                  <a:pt x="706699" y="75728"/>
                </a:lnTo>
                <a:lnTo>
                  <a:pt x="706982" y="76028"/>
                </a:lnTo>
                <a:lnTo>
                  <a:pt x="707257" y="76335"/>
                </a:lnTo>
                <a:lnTo>
                  <a:pt x="707524" y="76651"/>
                </a:lnTo>
                <a:lnTo>
                  <a:pt x="707784" y="76975"/>
                </a:lnTo>
                <a:lnTo>
                  <a:pt x="708036" y="77307"/>
                </a:lnTo>
                <a:lnTo>
                  <a:pt x="708280" y="77647"/>
                </a:lnTo>
                <a:lnTo>
                  <a:pt x="708516" y="77995"/>
                </a:lnTo>
                <a:lnTo>
                  <a:pt x="708744" y="78351"/>
                </a:lnTo>
                <a:lnTo>
                  <a:pt x="708965" y="78715"/>
                </a:lnTo>
                <a:lnTo>
                  <a:pt x="709178" y="79088"/>
                </a:lnTo>
                <a:lnTo>
                  <a:pt x="709383" y="79469"/>
                </a:lnTo>
                <a:lnTo>
                  <a:pt x="709580" y="79857"/>
                </a:lnTo>
                <a:lnTo>
                  <a:pt x="709770" y="80254"/>
                </a:lnTo>
                <a:lnTo>
                  <a:pt x="709952" y="80659"/>
                </a:lnTo>
                <a:lnTo>
                  <a:pt x="710126" y="81072"/>
                </a:lnTo>
                <a:lnTo>
                  <a:pt x="710292" y="81493"/>
                </a:lnTo>
                <a:lnTo>
                  <a:pt x="710450" y="81923"/>
                </a:lnTo>
                <a:lnTo>
                  <a:pt x="710602" y="82359"/>
                </a:lnTo>
                <a:lnTo>
                  <a:pt x="710747" y="82800"/>
                </a:lnTo>
                <a:lnTo>
                  <a:pt x="710885" y="83247"/>
                </a:lnTo>
                <a:lnTo>
                  <a:pt x="711017" y="83700"/>
                </a:lnTo>
                <a:lnTo>
                  <a:pt x="711143" y="84158"/>
                </a:lnTo>
                <a:lnTo>
                  <a:pt x="711262" y="84621"/>
                </a:lnTo>
                <a:lnTo>
                  <a:pt x="711375" y="85090"/>
                </a:lnTo>
                <a:lnTo>
                  <a:pt x="711481" y="85564"/>
                </a:lnTo>
                <a:lnTo>
                  <a:pt x="711581" y="86043"/>
                </a:lnTo>
                <a:lnTo>
                  <a:pt x="711674" y="86528"/>
                </a:lnTo>
                <a:lnTo>
                  <a:pt x="711761" y="87019"/>
                </a:lnTo>
                <a:lnTo>
                  <a:pt x="711841" y="87514"/>
                </a:lnTo>
                <a:lnTo>
                  <a:pt x="711916" y="88016"/>
                </a:lnTo>
                <a:lnTo>
                  <a:pt x="711983" y="88522"/>
                </a:lnTo>
                <a:lnTo>
                  <a:pt x="712044" y="89034"/>
                </a:lnTo>
                <a:lnTo>
                  <a:pt x="712099" y="89552"/>
                </a:lnTo>
                <a:lnTo>
                  <a:pt x="712147" y="90075"/>
                </a:lnTo>
                <a:lnTo>
                  <a:pt x="712189" y="90603"/>
                </a:lnTo>
                <a:lnTo>
                  <a:pt x="712225" y="91137"/>
                </a:lnTo>
                <a:lnTo>
                  <a:pt x="712254" y="91676"/>
                </a:lnTo>
                <a:lnTo>
                  <a:pt x="712276" y="92221"/>
                </a:lnTo>
                <a:lnTo>
                  <a:pt x="712292" y="92771"/>
                </a:lnTo>
                <a:lnTo>
                  <a:pt x="712302" y="93327"/>
                </a:lnTo>
                <a:lnTo>
                  <a:pt x="712305" y="93888"/>
                </a:lnTo>
                <a:lnTo>
                  <a:pt x="712305" y="172185"/>
                </a:lnTo>
                <a:lnTo>
                  <a:pt x="746205" y="172185"/>
                </a:lnTo>
                <a:lnTo>
                  <a:pt x="746205" y="89886"/>
                </a:lnTo>
                <a:lnTo>
                  <a:pt x="746187" y="88005"/>
                </a:lnTo>
                <a:lnTo>
                  <a:pt x="746132" y="86162"/>
                </a:lnTo>
                <a:lnTo>
                  <a:pt x="746042" y="84359"/>
                </a:lnTo>
                <a:lnTo>
                  <a:pt x="745915" y="82594"/>
                </a:lnTo>
                <a:lnTo>
                  <a:pt x="745752" y="80868"/>
                </a:lnTo>
                <a:lnTo>
                  <a:pt x="745553" y="79182"/>
                </a:lnTo>
                <a:lnTo>
                  <a:pt x="745318" y="77534"/>
                </a:lnTo>
                <a:lnTo>
                  <a:pt x="745046" y="75925"/>
                </a:lnTo>
                <a:lnTo>
                  <a:pt x="744739" y="74355"/>
                </a:lnTo>
                <a:lnTo>
                  <a:pt x="744395" y="72824"/>
                </a:lnTo>
                <a:lnTo>
                  <a:pt x="744015" y="71332"/>
                </a:lnTo>
                <a:lnTo>
                  <a:pt x="743598" y="69879"/>
                </a:lnTo>
                <a:lnTo>
                  <a:pt x="743146" y="68465"/>
                </a:lnTo>
                <a:lnTo>
                  <a:pt x="742657" y="67090"/>
                </a:lnTo>
                <a:lnTo>
                  <a:pt x="742132" y="65753"/>
                </a:lnTo>
                <a:lnTo>
                  <a:pt x="741571" y="64456"/>
                </a:lnTo>
                <a:lnTo>
                  <a:pt x="740974" y="63198"/>
                </a:lnTo>
                <a:lnTo>
                  <a:pt x="740340" y="61978"/>
                </a:lnTo>
                <a:lnTo>
                  <a:pt x="739671" y="60797"/>
                </a:lnTo>
                <a:lnTo>
                  <a:pt x="738965" y="59656"/>
                </a:lnTo>
                <a:lnTo>
                  <a:pt x="738223" y="58553"/>
                </a:lnTo>
                <a:lnTo>
                  <a:pt x="737444" y="57489"/>
                </a:lnTo>
                <a:lnTo>
                  <a:pt x="736630" y="56465"/>
                </a:lnTo>
                <a:lnTo>
                  <a:pt x="735779" y="55479"/>
                </a:lnTo>
                <a:lnTo>
                  <a:pt x="734895" y="54532"/>
                </a:lnTo>
                <a:lnTo>
                  <a:pt x="733979" y="53626"/>
                </a:lnTo>
                <a:lnTo>
                  <a:pt x="733032" y="52760"/>
                </a:lnTo>
                <a:lnTo>
                  <a:pt x="732053" y="51934"/>
                </a:lnTo>
                <a:lnTo>
                  <a:pt x="731044" y="51148"/>
                </a:lnTo>
                <a:lnTo>
                  <a:pt x="730003" y="50403"/>
                </a:lnTo>
                <a:lnTo>
                  <a:pt x="728930" y="49698"/>
                </a:lnTo>
                <a:lnTo>
                  <a:pt x="727827" y="49034"/>
                </a:lnTo>
                <a:lnTo>
                  <a:pt x="726692" y="48409"/>
                </a:lnTo>
                <a:lnTo>
                  <a:pt x="725525" y="47825"/>
                </a:lnTo>
                <a:lnTo>
                  <a:pt x="724328" y="47281"/>
                </a:lnTo>
                <a:lnTo>
                  <a:pt x="723099" y="46778"/>
                </a:lnTo>
                <a:lnTo>
                  <a:pt x="721838" y="46315"/>
                </a:lnTo>
                <a:lnTo>
                  <a:pt x="720547" y="45892"/>
                </a:lnTo>
                <a:lnTo>
                  <a:pt x="719224" y="45509"/>
                </a:lnTo>
                <a:lnTo>
                  <a:pt x="717870" y="45167"/>
                </a:lnTo>
                <a:lnTo>
                  <a:pt x="716484" y="44865"/>
                </a:lnTo>
                <a:lnTo>
                  <a:pt x="715068" y="44603"/>
                </a:lnTo>
                <a:lnTo>
                  <a:pt x="713619" y="44381"/>
                </a:lnTo>
                <a:lnTo>
                  <a:pt x="712140" y="44200"/>
                </a:lnTo>
                <a:lnTo>
                  <a:pt x="710629" y="44059"/>
                </a:lnTo>
                <a:lnTo>
                  <a:pt x="709087" y="43958"/>
                </a:lnTo>
                <a:lnTo>
                  <a:pt x="707514" y="43898"/>
                </a:lnTo>
                <a:lnTo>
                  <a:pt x="705909" y="43878"/>
                </a:lnTo>
                <a:lnTo>
                  <a:pt x="704576" y="43888"/>
                </a:lnTo>
                <a:lnTo>
                  <a:pt x="703263" y="43921"/>
                </a:lnTo>
                <a:lnTo>
                  <a:pt x="701971" y="43975"/>
                </a:lnTo>
                <a:lnTo>
                  <a:pt x="700700" y="44050"/>
                </a:lnTo>
                <a:lnTo>
                  <a:pt x="699448" y="44147"/>
                </a:lnTo>
                <a:lnTo>
                  <a:pt x="698218" y="44265"/>
                </a:lnTo>
                <a:lnTo>
                  <a:pt x="697007" y="44405"/>
                </a:lnTo>
                <a:lnTo>
                  <a:pt x="695817" y="44567"/>
                </a:lnTo>
                <a:lnTo>
                  <a:pt x="694648" y="44750"/>
                </a:lnTo>
                <a:lnTo>
                  <a:pt x="693499" y="44955"/>
                </a:lnTo>
                <a:lnTo>
                  <a:pt x="692370" y="45181"/>
                </a:lnTo>
                <a:lnTo>
                  <a:pt x="691262" y="45429"/>
                </a:lnTo>
                <a:lnTo>
                  <a:pt x="690174" y="45698"/>
                </a:lnTo>
                <a:lnTo>
                  <a:pt x="689107" y="45989"/>
                </a:lnTo>
                <a:lnTo>
                  <a:pt x="688060" y="46301"/>
                </a:lnTo>
                <a:lnTo>
                  <a:pt x="687033" y="46635"/>
                </a:lnTo>
                <a:lnTo>
                  <a:pt x="686027" y="46991"/>
                </a:lnTo>
                <a:lnTo>
                  <a:pt x="685042" y="47368"/>
                </a:lnTo>
                <a:lnTo>
                  <a:pt x="684076" y="47766"/>
                </a:lnTo>
                <a:lnTo>
                  <a:pt x="683132" y="48186"/>
                </a:lnTo>
                <a:lnTo>
                  <a:pt x="682207" y="48628"/>
                </a:lnTo>
                <a:lnTo>
                  <a:pt x="681303" y="49091"/>
                </a:lnTo>
                <a:lnTo>
                  <a:pt x="680420" y="49576"/>
                </a:lnTo>
                <a:lnTo>
                  <a:pt x="679557" y="50082"/>
                </a:lnTo>
                <a:lnTo>
                  <a:pt x="678711" y="50602"/>
                </a:lnTo>
                <a:lnTo>
                  <a:pt x="677879" y="51129"/>
                </a:lnTo>
                <a:lnTo>
                  <a:pt x="677060" y="51662"/>
                </a:lnTo>
                <a:lnTo>
                  <a:pt x="676256" y="52202"/>
                </a:lnTo>
                <a:lnTo>
                  <a:pt x="675465" y="52748"/>
                </a:lnTo>
                <a:lnTo>
                  <a:pt x="674688" y="53300"/>
                </a:lnTo>
                <a:lnTo>
                  <a:pt x="673924" y="53859"/>
                </a:lnTo>
                <a:lnTo>
                  <a:pt x="673175" y="54424"/>
                </a:lnTo>
                <a:lnTo>
                  <a:pt x="672439" y="54996"/>
                </a:lnTo>
                <a:lnTo>
                  <a:pt x="671717" y="55574"/>
                </a:lnTo>
                <a:lnTo>
                  <a:pt x="671009" y="56159"/>
                </a:lnTo>
                <a:lnTo>
                  <a:pt x="670314" y="56750"/>
                </a:lnTo>
                <a:lnTo>
                  <a:pt x="669634" y="57347"/>
                </a:lnTo>
                <a:lnTo>
                  <a:pt x="668967" y="57951"/>
                </a:lnTo>
                <a:lnTo>
                  <a:pt x="668314" y="58562"/>
                </a:lnTo>
                <a:lnTo>
                  <a:pt x="667674" y="59179"/>
                </a:lnTo>
                <a:lnTo>
                  <a:pt x="667049" y="59802"/>
                </a:lnTo>
                <a:lnTo>
                  <a:pt x="666437" y="60432"/>
                </a:lnTo>
                <a:lnTo>
                  <a:pt x="665839" y="61068"/>
                </a:lnTo>
                <a:lnTo>
                  <a:pt x="665254" y="61710"/>
                </a:lnTo>
                <a:lnTo>
                  <a:pt x="664684" y="62360"/>
                </a:lnTo>
                <a:lnTo>
                  <a:pt x="664127" y="63015"/>
                </a:lnTo>
                <a:lnTo>
                  <a:pt x="663584" y="63677"/>
                </a:lnTo>
                <a:lnTo>
                  <a:pt x="663055" y="64345"/>
                </a:lnTo>
                <a:lnTo>
                  <a:pt x="663055" y="0"/>
                </a:lnTo>
                <a:lnTo>
                  <a:pt x="629795" y="0"/>
                </a:lnTo>
                <a:lnTo>
                  <a:pt x="629795" y="172185"/>
                </a:lnTo>
                <a:lnTo>
                  <a:pt x="663694" y="172185"/>
                </a:lnTo>
                <a:lnTo>
                  <a:pt x="663694" y="87515"/>
                </a:lnTo>
                <a:lnTo>
                  <a:pt x="664145" y="86945"/>
                </a:lnTo>
                <a:lnTo>
                  <a:pt x="664603" y="86381"/>
                </a:lnTo>
                <a:close/>
                <a:moveTo>
                  <a:pt x="829695" y="174338"/>
                </a:moveTo>
                <a:lnTo>
                  <a:pt x="830802" y="174254"/>
                </a:lnTo>
                <a:lnTo>
                  <a:pt x="831894" y="174151"/>
                </a:lnTo>
                <a:lnTo>
                  <a:pt x="832971" y="174030"/>
                </a:lnTo>
                <a:lnTo>
                  <a:pt x="834034" y="173890"/>
                </a:lnTo>
                <a:lnTo>
                  <a:pt x="835082" y="173732"/>
                </a:lnTo>
                <a:lnTo>
                  <a:pt x="836115" y="173554"/>
                </a:lnTo>
                <a:lnTo>
                  <a:pt x="837134" y="173359"/>
                </a:lnTo>
                <a:lnTo>
                  <a:pt x="838138" y="173144"/>
                </a:lnTo>
                <a:lnTo>
                  <a:pt x="839127" y="172911"/>
                </a:lnTo>
                <a:lnTo>
                  <a:pt x="840102" y="172659"/>
                </a:lnTo>
                <a:lnTo>
                  <a:pt x="841062" y="172388"/>
                </a:lnTo>
                <a:lnTo>
                  <a:pt x="842008" y="172099"/>
                </a:lnTo>
                <a:lnTo>
                  <a:pt x="842938" y="171791"/>
                </a:lnTo>
                <a:lnTo>
                  <a:pt x="843854" y="171465"/>
                </a:lnTo>
                <a:lnTo>
                  <a:pt x="844756" y="171120"/>
                </a:lnTo>
                <a:lnTo>
                  <a:pt x="845643" y="170756"/>
                </a:lnTo>
                <a:lnTo>
                  <a:pt x="846515" y="170374"/>
                </a:lnTo>
                <a:lnTo>
                  <a:pt x="847372" y="169973"/>
                </a:lnTo>
                <a:lnTo>
                  <a:pt x="848215" y="169553"/>
                </a:lnTo>
                <a:lnTo>
                  <a:pt x="849043" y="169114"/>
                </a:lnTo>
                <a:lnTo>
                  <a:pt x="849859" y="168660"/>
                </a:lnTo>
                <a:lnTo>
                  <a:pt x="850663" y="168192"/>
                </a:lnTo>
                <a:lnTo>
                  <a:pt x="851456" y="167711"/>
                </a:lnTo>
                <a:lnTo>
                  <a:pt x="852238" y="167217"/>
                </a:lnTo>
                <a:lnTo>
                  <a:pt x="853009" y="166709"/>
                </a:lnTo>
                <a:lnTo>
                  <a:pt x="853768" y="166188"/>
                </a:lnTo>
                <a:lnTo>
                  <a:pt x="854517" y="165654"/>
                </a:lnTo>
                <a:lnTo>
                  <a:pt x="855255" y="165106"/>
                </a:lnTo>
                <a:lnTo>
                  <a:pt x="855981" y="164545"/>
                </a:lnTo>
                <a:lnTo>
                  <a:pt x="856696" y="163971"/>
                </a:lnTo>
                <a:lnTo>
                  <a:pt x="857401" y="163383"/>
                </a:lnTo>
                <a:lnTo>
                  <a:pt x="858094" y="162782"/>
                </a:lnTo>
                <a:lnTo>
                  <a:pt x="858776" y="162168"/>
                </a:lnTo>
                <a:lnTo>
                  <a:pt x="859447" y="161540"/>
                </a:lnTo>
                <a:lnTo>
                  <a:pt x="860107" y="160899"/>
                </a:lnTo>
                <a:lnTo>
                  <a:pt x="860755" y="160245"/>
                </a:lnTo>
                <a:lnTo>
                  <a:pt x="861393" y="159577"/>
                </a:lnTo>
                <a:lnTo>
                  <a:pt x="862020" y="158897"/>
                </a:lnTo>
                <a:lnTo>
                  <a:pt x="862635" y="158202"/>
                </a:lnTo>
                <a:lnTo>
                  <a:pt x="863239" y="157495"/>
                </a:lnTo>
                <a:lnTo>
                  <a:pt x="863832" y="156774"/>
                </a:lnTo>
                <a:lnTo>
                  <a:pt x="864415" y="156040"/>
                </a:lnTo>
                <a:lnTo>
                  <a:pt x="864985" y="155292"/>
                </a:lnTo>
                <a:lnTo>
                  <a:pt x="865545" y="154531"/>
                </a:lnTo>
                <a:lnTo>
                  <a:pt x="866953" y="172185"/>
                </a:lnTo>
                <a:lnTo>
                  <a:pt x="899445" y="172185"/>
                </a:lnTo>
                <a:lnTo>
                  <a:pt x="899445" y="0"/>
                </a:lnTo>
                <a:lnTo>
                  <a:pt x="865545" y="0"/>
                </a:lnTo>
                <a:lnTo>
                  <a:pt x="865545" y="63322"/>
                </a:lnTo>
                <a:lnTo>
                  <a:pt x="865080" y="62603"/>
                </a:lnTo>
                <a:lnTo>
                  <a:pt x="864602" y="61895"/>
                </a:lnTo>
                <a:lnTo>
                  <a:pt x="864110" y="61199"/>
                </a:lnTo>
                <a:lnTo>
                  <a:pt x="863605" y="60515"/>
                </a:lnTo>
                <a:lnTo>
                  <a:pt x="863087" y="59842"/>
                </a:lnTo>
                <a:lnTo>
                  <a:pt x="862555" y="59180"/>
                </a:lnTo>
                <a:lnTo>
                  <a:pt x="862010" y="58531"/>
                </a:lnTo>
                <a:lnTo>
                  <a:pt x="861452" y="57892"/>
                </a:lnTo>
                <a:lnTo>
                  <a:pt x="860880" y="57266"/>
                </a:lnTo>
                <a:lnTo>
                  <a:pt x="860295" y="56650"/>
                </a:lnTo>
                <a:lnTo>
                  <a:pt x="859697" y="56047"/>
                </a:lnTo>
                <a:lnTo>
                  <a:pt x="859085" y="55455"/>
                </a:lnTo>
                <a:lnTo>
                  <a:pt x="858460" y="54874"/>
                </a:lnTo>
                <a:lnTo>
                  <a:pt x="857822" y="54305"/>
                </a:lnTo>
                <a:lnTo>
                  <a:pt x="857170" y="53748"/>
                </a:lnTo>
                <a:lnTo>
                  <a:pt x="856505" y="53202"/>
                </a:lnTo>
                <a:lnTo>
                  <a:pt x="855827" y="52667"/>
                </a:lnTo>
                <a:lnTo>
                  <a:pt x="855136" y="52145"/>
                </a:lnTo>
                <a:lnTo>
                  <a:pt x="854431" y="51633"/>
                </a:lnTo>
                <a:lnTo>
                  <a:pt x="853713" y="51134"/>
                </a:lnTo>
                <a:lnTo>
                  <a:pt x="852981" y="50646"/>
                </a:lnTo>
                <a:lnTo>
                  <a:pt x="852236" y="50169"/>
                </a:lnTo>
                <a:lnTo>
                  <a:pt x="851478" y="49704"/>
                </a:lnTo>
                <a:lnTo>
                  <a:pt x="850706" y="49250"/>
                </a:lnTo>
                <a:lnTo>
                  <a:pt x="849922" y="48812"/>
                </a:lnTo>
                <a:lnTo>
                  <a:pt x="849124" y="48392"/>
                </a:lnTo>
                <a:lnTo>
                  <a:pt x="848314" y="47991"/>
                </a:lnTo>
                <a:lnTo>
                  <a:pt x="847490" y="47609"/>
                </a:lnTo>
                <a:lnTo>
                  <a:pt x="846654" y="47245"/>
                </a:lnTo>
                <a:lnTo>
                  <a:pt x="845805" y="46900"/>
                </a:lnTo>
                <a:lnTo>
                  <a:pt x="844943" y="46573"/>
                </a:lnTo>
                <a:lnTo>
                  <a:pt x="844069" y="46266"/>
                </a:lnTo>
                <a:lnTo>
                  <a:pt x="843181" y="45976"/>
                </a:lnTo>
                <a:lnTo>
                  <a:pt x="842280" y="45706"/>
                </a:lnTo>
                <a:lnTo>
                  <a:pt x="841367" y="45454"/>
                </a:lnTo>
                <a:lnTo>
                  <a:pt x="840440" y="45221"/>
                </a:lnTo>
                <a:lnTo>
                  <a:pt x="839501" y="45006"/>
                </a:lnTo>
                <a:lnTo>
                  <a:pt x="838549" y="44810"/>
                </a:lnTo>
                <a:lnTo>
                  <a:pt x="837584" y="44633"/>
                </a:lnTo>
                <a:lnTo>
                  <a:pt x="836606" y="44475"/>
                </a:lnTo>
                <a:lnTo>
                  <a:pt x="835616" y="44335"/>
                </a:lnTo>
                <a:lnTo>
                  <a:pt x="834612" y="44213"/>
                </a:lnTo>
                <a:lnTo>
                  <a:pt x="833595" y="44111"/>
                </a:lnTo>
                <a:lnTo>
                  <a:pt x="832566" y="44027"/>
                </a:lnTo>
                <a:lnTo>
                  <a:pt x="831524" y="43962"/>
                </a:lnTo>
                <a:lnTo>
                  <a:pt x="830469" y="43915"/>
                </a:lnTo>
                <a:lnTo>
                  <a:pt x="829401" y="43887"/>
                </a:lnTo>
                <a:lnTo>
                  <a:pt x="828320" y="43878"/>
                </a:lnTo>
                <a:lnTo>
                  <a:pt x="827088" y="43890"/>
                </a:lnTo>
                <a:lnTo>
                  <a:pt x="825867" y="43926"/>
                </a:lnTo>
                <a:lnTo>
                  <a:pt x="824656" y="43987"/>
                </a:lnTo>
                <a:lnTo>
                  <a:pt x="823455" y="44072"/>
                </a:lnTo>
                <a:lnTo>
                  <a:pt x="822265" y="44181"/>
                </a:lnTo>
                <a:lnTo>
                  <a:pt x="821084" y="44315"/>
                </a:lnTo>
                <a:lnTo>
                  <a:pt x="819914" y="44472"/>
                </a:lnTo>
                <a:lnTo>
                  <a:pt x="818754" y="44655"/>
                </a:lnTo>
                <a:lnTo>
                  <a:pt x="817604" y="44861"/>
                </a:lnTo>
                <a:lnTo>
                  <a:pt x="816465" y="45091"/>
                </a:lnTo>
                <a:lnTo>
                  <a:pt x="815335" y="45346"/>
                </a:lnTo>
                <a:lnTo>
                  <a:pt x="814216" y="45626"/>
                </a:lnTo>
                <a:lnTo>
                  <a:pt x="813107" y="45929"/>
                </a:lnTo>
                <a:lnTo>
                  <a:pt x="812009" y="46257"/>
                </a:lnTo>
                <a:lnTo>
                  <a:pt x="810920" y="46609"/>
                </a:lnTo>
                <a:lnTo>
                  <a:pt x="809842" y="46985"/>
                </a:lnTo>
                <a:lnTo>
                  <a:pt x="808774" y="47386"/>
                </a:lnTo>
                <a:lnTo>
                  <a:pt x="807716" y="47811"/>
                </a:lnTo>
                <a:lnTo>
                  <a:pt x="806669" y="48260"/>
                </a:lnTo>
                <a:lnTo>
                  <a:pt x="805631" y="48733"/>
                </a:lnTo>
                <a:lnTo>
                  <a:pt x="804604" y="49231"/>
                </a:lnTo>
                <a:lnTo>
                  <a:pt x="803587" y="49753"/>
                </a:lnTo>
                <a:lnTo>
                  <a:pt x="802580" y="50299"/>
                </a:lnTo>
                <a:lnTo>
                  <a:pt x="801584" y="50869"/>
                </a:lnTo>
                <a:lnTo>
                  <a:pt x="800601" y="51464"/>
                </a:lnTo>
                <a:lnTo>
                  <a:pt x="799635" y="52084"/>
                </a:lnTo>
                <a:lnTo>
                  <a:pt x="798687" y="52730"/>
                </a:lnTo>
                <a:lnTo>
                  <a:pt x="797755" y="53400"/>
                </a:lnTo>
                <a:lnTo>
                  <a:pt x="796841" y="54096"/>
                </a:lnTo>
                <a:lnTo>
                  <a:pt x="795943" y="54817"/>
                </a:lnTo>
                <a:lnTo>
                  <a:pt x="795063" y="55563"/>
                </a:lnTo>
                <a:lnTo>
                  <a:pt x="794200" y="56334"/>
                </a:lnTo>
                <a:lnTo>
                  <a:pt x="793354" y="57130"/>
                </a:lnTo>
                <a:lnTo>
                  <a:pt x="792525" y="57952"/>
                </a:lnTo>
                <a:lnTo>
                  <a:pt x="791713" y="58798"/>
                </a:lnTo>
                <a:lnTo>
                  <a:pt x="790918" y="59670"/>
                </a:lnTo>
                <a:lnTo>
                  <a:pt x="790141" y="60567"/>
                </a:lnTo>
                <a:lnTo>
                  <a:pt x="789380" y="61489"/>
                </a:lnTo>
                <a:lnTo>
                  <a:pt x="788637" y="62437"/>
                </a:lnTo>
                <a:lnTo>
                  <a:pt x="787910" y="63409"/>
                </a:lnTo>
                <a:lnTo>
                  <a:pt x="787201" y="64407"/>
                </a:lnTo>
                <a:lnTo>
                  <a:pt x="786509" y="65430"/>
                </a:lnTo>
                <a:lnTo>
                  <a:pt x="785834" y="66478"/>
                </a:lnTo>
                <a:lnTo>
                  <a:pt x="785176" y="67552"/>
                </a:lnTo>
                <a:lnTo>
                  <a:pt x="784535" y="68650"/>
                </a:lnTo>
                <a:lnTo>
                  <a:pt x="783911" y="69774"/>
                </a:lnTo>
                <a:lnTo>
                  <a:pt x="783305" y="70923"/>
                </a:lnTo>
                <a:lnTo>
                  <a:pt x="782715" y="72097"/>
                </a:lnTo>
                <a:lnTo>
                  <a:pt x="782146" y="73297"/>
                </a:lnTo>
                <a:lnTo>
                  <a:pt x="781602" y="74523"/>
                </a:lnTo>
                <a:lnTo>
                  <a:pt x="781081" y="75776"/>
                </a:lnTo>
                <a:lnTo>
                  <a:pt x="780585" y="77055"/>
                </a:lnTo>
                <a:lnTo>
                  <a:pt x="780113" y="78361"/>
                </a:lnTo>
                <a:lnTo>
                  <a:pt x="779665" y="79694"/>
                </a:lnTo>
                <a:lnTo>
                  <a:pt x="779241" y="81053"/>
                </a:lnTo>
                <a:lnTo>
                  <a:pt x="778842" y="82438"/>
                </a:lnTo>
                <a:lnTo>
                  <a:pt x="778467" y="83850"/>
                </a:lnTo>
                <a:lnTo>
                  <a:pt x="778116" y="85288"/>
                </a:lnTo>
                <a:lnTo>
                  <a:pt x="777789" y="86753"/>
                </a:lnTo>
                <a:lnTo>
                  <a:pt x="777486" y="88245"/>
                </a:lnTo>
                <a:lnTo>
                  <a:pt x="777208" y="89763"/>
                </a:lnTo>
                <a:lnTo>
                  <a:pt x="776954" y="91308"/>
                </a:lnTo>
                <a:lnTo>
                  <a:pt x="776724" y="92879"/>
                </a:lnTo>
                <a:lnTo>
                  <a:pt x="776518" y="94476"/>
                </a:lnTo>
                <a:lnTo>
                  <a:pt x="776336" y="96100"/>
                </a:lnTo>
                <a:lnTo>
                  <a:pt x="776179" y="97751"/>
                </a:lnTo>
                <a:lnTo>
                  <a:pt x="776046" y="99428"/>
                </a:lnTo>
                <a:lnTo>
                  <a:pt x="775937" y="101131"/>
                </a:lnTo>
                <a:lnTo>
                  <a:pt x="775852" y="102862"/>
                </a:lnTo>
                <a:lnTo>
                  <a:pt x="775792" y="104618"/>
                </a:lnTo>
                <a:lnTo>
                  <a:pt x="775755" y="106401"/>
                </a:lnTo>
                <a:lnTo>
                  <a:pt x="775743" y="108211"/>
                </a:lnTo>
                <a:lnTo>
                  <a:pt x="775755" y="110085"/>
                </a:lnTo>
                <a:lnTo>
                  <a:pt x="775788" y="111931"/>
                </a:lnTo>
                <a:lnTo>
                  <a:pt x="775844" y="113750"/>
                </a:lnTo>
                <a:lnTo>
                  <a:pt x="775923" y="115541"/>
                </a:lnTo>
                <a:lnTo>
                  <a:pt x="776024" y="117305"/>
                </a:lnTo>
                <a:lnTo>
                  <a:pt x="776147" y="119040"/>
                </a:lnTo>
                <a:lnTo>
                  <a:pt x="776293" y="120749"/>
                </a:lnTo>
                <a:lnTo>
                  <a:pt x="776461" y="122429"/>
                </a:lnTo>
                <a:lnTo>
                  <a:pt x="776652" y="124082"/>
                </a:lnTo>
                <a:lnTo>
                  <a:pt x="776865" y="125707"/>
                </a:lnTo>
                <a:lnTo>
                  <a:pt x="777100" y="127305"/>
                </a:lnTo>
                <a:lnTo>
                  <a:pt x="777358" y="128875"/>
                </a:lnTo>
                <a:lnTo>
                  <a:pt x="777639" y="130417"/>
                </a:lnTo>
                <a:lnTo>
                  <a:pt x="777942" y="131931"/>
                </a:lnTo>
                <a:lnTo>
                  <a:pt x="778267" y="133418"/>
                </a:lnTo>
                <a:lnTo>
                  <a:pt x="778615" y="134878"/>
                </a:lnTo>
                <a:lnTo>
                  <a:pt x="778985" y="136309"/>
                </a:lnTo>
                <a:lnTo>
                  <a:pt x="779377" y="137713"/>
                </a:lnTo>
                <a:lnTo>
                  <a:pt x="779792" y="139090"/>
                </a:lnTo>
                <a:lnTo>
                  <a:pt x="780230" y="140438"/>
                </a:lnTo>
                <a:lnTo>
                  <a:pt x="780689" y="141759"/>
                </a:lnTo>
                <a:lnTo>
                  <a:pt x="781172" y="143053"/>
                </a:lnTo>
                <a:lnTo>
                  <a:pt x="781676" y="144318"/>
                </a:lnTo>
                <a:lnTo>
                  <a:pt x="782203" y="145557"/>
                </a:lnTo>
                <a:lnTo>
                  <a:pt x="782750" y="146768"/>
                </a:lnTo>
                <a:lnTo>
                  <a:pt x="783313" y="147952"/>
                </a:lnTo>
                <a:lnTo>
                  <a:pt x="783892" y="149111"/>
                </a:lnTo>
                <a:lnTo>
                  <a:pt x="784488" y="150243"/>
                </a:lnTo>
                <a:lnTo>
                  <a:pt x="785101" y="151349"/>
                </a:lnTo>
                <a:lnTo>
                  <a:pt x="785729" y="152429"/>
                </a:lnTo>
                <a:lnTo>
                  <a:pt x="786375" y="153482"/>
                </a:lnTo>
                <a:lnTo>
                  <a:pt x="787036" y="154509"/>
                </a:lnTo>
                <a:lnTo>
                  <a:pt x="787714" y="155510"/>
                </a:lnTo>
                <a:lnTo>
                  <a:pt x="788409" y="156485"/>
                </a:lnTo>
                <a:lnTo>
                  <a:pt x="789120" y="157433"/>
                </a:lnTo>
                <a:lnTo>
                  <a:pt x="789847" y="158355"/>
                </a:lnTo>
                <a:lnTo>
                  <a:pt x="790591" y="159250"/>
                </a:lnTo>
                <a:lnTo>
                  <a:pt x="791351" y="160120"/>
                </a:lnTo>
                <a:lnTo>
                  <a:pt x="792128" y="160963"/>
                </a:lnTo>
                <a:lnTo>
                  <a:pt x="792921" y="161780"/>
                </a:lnTo>
                <a:lnTo>
                  <a:pt x="793730" y="162570"/>
                </a:lnTo>
                <a:lnTo>
                  <a:pt x="794556" y="163334"/>
                </a:lnTo>
                <a:lnTo>
                  <a:pt x="795398" y="164072"/>
                </a:lnTo>
                <a:lnTo>
                  <a:pt x="796257" y="164784"/>
                </a:lnTo>
                <a:lnTo>
                  <a:pt x="797132" y="165469"/>
                </a:lnTo>
                <a:lnTo>
                  <a:pt x="798024" y="166128"/>
                </a:lnTo>
                <a:lnTo>
                  <a:pt x="798932" y="166761"/>
                </a:lnTo>
                <a:lnTo>
                  <a:pt x="799857" y="167367"/>
                </a:lnTo>
                <a:lnTo>
                  <a:pt x="800795" y="167948"/>
                </a:lnTo>
                <a:lnTo>
                  <a:pt x="801742" y="168505"/>
                </a:lnTo>
                <a:lnTo>
                  <a:pt x="802700" y="169036"/>
                </a:lnTo>
                <a:lnTo>
                  <a:pt x="803668" y="169543"/>
                </a:lnTo>
                <a:lnTo>
                  <a:pt x="804646" y="170025"/>
                </a:lnTo>
                <a:lnTo>
                  <a:pt x="805633" y="170482"/>
                </a:lnTo>
                <a:lnTo>
                  <a:pt x="806631" y="170915"/>
                </a:lnTo>
                <a:lnTo>
                  <a:pt x="807639" y="171323"/>
                </a:lnTo>
                <a:lnTo>
                  <a:pt x="808657" y="171706"/>
                </a:lnTo>
                <a:lnTo>
                  <a:pt x="809684" y="172064"/>
                </a:lnTo>
                <a:lnTo>
                  <a:pt x="810722" y="172398"/>
                </a:lnTo>
                <a:lnTo>
                  <a:pt x="811770" y="172707"/>
                </a:lnTo>
                <a:lnTo>
                  <a:pt x="812827" y="172992"/>
                </a:lnTo>
                <a:lnTo>
                  <a:pt x="813895" y="173251"/>
                </a:lnTo>
                <a:lnTo>
                  <a:pt x="814973" y="173486"/>
                </a:lnTo>
                <a:lnTo>
                  <a:pt x="816060" y="173696"/>
                </a:lnTo>
                <a:lnTo>
                  <a:pt x="817158" y="173881"/>
                </a:lnTo>
                <a:lnTo>
                  <a:pt x="818266" y="174042"/>
                </a:lnTo>
                <a:lnTo>
                  <a:pt x="819383" y="174178"/>
                </a:lnTo>
                <a:lnTo>
                  <a:pt x="820511" y="174289"/>
                </a:lnTo>
                <a:lnTo>
                  <a:pt x="821649" y="174376"/>
                </a:lnTo>
                <a:lnTo>
                  <a:pt x="822796" y="174438"/>
                </a:lnTo>
                <a:lnTo>
                  <a:pt x="823954" y="174475"/>
                </a:lnTo>
                <a:lnTo>
                  <a:pt x="825122" y="174487"/>
                </a:lnTo>
                <a:lnTo>
                  <a:pt x="826287" y="174478"/>
                </a:lnTo>
                <a:lnTo>
                  <a:pt x="827438" y="174450"/>
                </a:lnTo>
                <a:lnTo>
                  <a:pt x="828574" y="174403"/>
                </a:lnTo>
                <a:lnTo>
                  <a:pt x="829695" y="174338"/>
                </a:lnTo>
                <a:close/>
                <a:moveTo>
                  <a:pt x="831399" y="148371"/>
                </a:moveTo>
                <a:lnTo>
                  <a:pt x="830516" y="148216"/>
                </a:lnTo>
                <a:lnTo>
                  <a:pt x="829651" y="148027"/>
                </a:lnTo>
                <a:lnTo>
                  <a:pt x="828803" y="147803"/>
                </a:lnTo>
                <a:lnTo>
                  <a:pt x="827972" y="147545"/>
                </a:lnTo>
                <a:lnTo>
                  <a:pt x="827157" y="147253"/>
                </a:lnTo>
                <a:lnTo>
                  <a:pt x="826360" y="146925"/>
                </a:lnTo>
                <a:lnTo>
                  <a:pt x="825581" y="146564"/>
                </a:lnTo>
                <a:lnTo>
                  <a:pt x="824818" y="146168"/>
                </a:lnTo>
                <a:lnTo>
                  <a:pt x="824072" y="145738"/>
                </a:lnTo>
                <a:lnTo>
                  <a:pt x="823344" y="145273"/>
                </a:lnTo>
                <a:lnTo>
                  <a:pt x="822632" y="144774"/>
                </a:lnTo>
                <a:lnTo>
                  <a:pt x="821938" y="144240"/>
                </a:lnTo>
                <a:lnTo>
                  <a:pt x="821261" y="143672"/>
                </a:lnTo>
                <a:lnTo>
                  <a:pt x="820600" y="143070"/>
                </a:lnTo>
                <a:lnTo>
                  <a:pt x="819957" y="142433"/>
                </a:lnTo>
                <a:lnTo>
                  <a:pt x="819331" y="141762"/>
                </a:lnTo>
                <a:lnTo>
                  <a:pt x="818723" y="141056"/>
                </a:lnTo>
                <a:lnTo>
                  <a:pt x="818131" y="140316"/>
                </a:lnTo>
                <a:lnTo>
                  <a:pt x="817556" y="139542"/>
                </a:lnTo>
                <a:lnTo>
                  <a:pt x="816999" y="138733"/>
                </a:lnTo>
                <a:lnTo>
                  <a:pt x="816461" y="137888"/>
                </a:lnTo>
                <a:lnTo>
                  <a:pt x="815946" y="137006"/>
                </a:lnTo>
                <a:lnTo>
                  <a:pt x="815454" y="136087"/>
                </a:lnTo>
                <a:lnTo>
                  <a:pt x="814986" y="135131"/>
                </a:lnTo>
                <a:lnTo>
                  <a:pt x="814539" y="134137"/>
                </a:lnTo>
                <a:lnTo>
                  <a:pt x="814116" y="133107"/>
                </a:lnTo>
                <a:lnTo>
                  <a:pt x="813716" y="132039"/>
                </a:lnTo>
                <a:lnTo>
                  <a:pt x="813339" y="130935"/>
                </a:lnTo>
                <a:lnTo>
                  <a:pt x="812984" y="129793"/>
                </a:lnTo>
                <a:lnTo>
                  <a:pt x="812652" y="128614"/>
                </a:lnTo>
                <a:lnTo>
                  <a:pt x="812343" y="127398"/>
                </a:lnTo>
                <a:lnTo>
                  <a:pt x="812058" y="126144"/>
                </a:lnTo>
                <a:lnTo>
                  <a:pt x="811794" y="124854"/>
                </a:lnTo>
                <a:lnTo>
                  <a:pt x="811554" y="123526"/>
                </a:lnTo>
                <a:lnTo>
                  <a:pt x="811337" y="122161"/>
                </a:lnTo>
                <a:lnTo>
                  <a:pt x="811143" y="120759"/>
                </a:lnTo>
                <a:lnTo>
                  <a:pt x="810971" y="119320"/>
                </a:lnTo>
                <a:lnTo>
                  <a:pt x="810822" y="117844"/>
                </a:lnTo>
                <a:lnTo>
                  <a:pt x="810696" y="116331"/>
                </a:lnTo>
                <a:lnTo>
                  <a:pt x="810594" y="114780"/>
                </a:lnTo>
                <a:lnTo>
                  <a:pt x="810513" y="113193"/>
                </a:lnTo>
                <a:lnTo>
                  <a:pt x="810456" y="111568"/>
                </a:lnTo>
                <a:lnTo>
                  <a:pt x="810422" y="109906"/>
                </a:lnTo>
                <a:lnTo>
                  <a:pt x="810411" y="108207"/>
                </a:lnTo>
                <a:lnTo>
                  <a:pt x="810423" y="106657"/>
                </a:lnTo>
                <a:lnTo>
                  <a:pt x="810458" y="105137"/>
                </a:lnTo>
                <a:lnTo>
                  <a:pt x="810518" y="103648"/>
                </a:lnTo>
                <a:lnTo>
                  <a:pt x="810602" y="102191"/>
                </a:lnTo>
                <a:lnTo>
                  <a:pt x="810710" y="100764"/>
                </a:lnTo>
                <a:lnTo>
                  <a:pt x="810842" y="99367"/>
                </a:lnTo>
                <a:lnTo>
                  <a:pt x="810998" y="98002"/>
                </a:lnTo>
                <a:lnTo>
                  <a:pt x="811178" y="96667"/>
                </a:lnTo>
                <a:lnTo>
                  <a:pt x="811382" y="95363"/>
                </a:lnTo>
                <a:lnTo>
                  <a:pt x="811610" y="94090"/>
                </a:lnTo>
                <a:lnTo>
                  <a:pt x="811862" y="92848"/>
                </a:lnTo>
                <a:lnTo>
                  <a:pt x="812137" y="91637"/>
                </a:lnTo>
                <a:lnTo>
                  <a:pt x="812437" y="90456"/>
                </a:lnTo>
                <a:lnTo>
                  <a:pt x="812761" y="89307"/>
                </a:lnTo>
                <a:lnTo>
                  <a:pt x="813109" y="88188"/>
                </a:lnTo>
                <a:lnTo>
                  <a:pt x="813481" y="87100"/>
                </a:lnTo>
                <a:lnTo>
                  <a:pt x="813876" y="86042"/>
                </a:lnTo>
                <a:lnTo>
                  <a:pt x="814296" y="85016"/>
                </a:lnTo>
                <a:lnTo>
                  <a:pt x="814740" y="84020"/>
                </a:lnTo>
                <a:lnTo>
                  <a:pt x="815208" y="83055"/>
                </a:lnTo>
                <a:lnTo>
                  <a:pt x="815699" y="82121"/>
                </a:lnTo>
                <a:lnTo>
                  <a:pt x="816215" y="81218"/>
                </a:lnTo>
                <a:lnTo>
                  <a:pt x="816755" y="80346"/>
                </a:lnTo>
                <a:lnTo>
                  <a:pt x="817318" y="79504"/>
                </a:lnTo>
                <a:lnTo>
                  <a:pt x="817904" y="78695"/>
                </a:lnTo>
                <a:lnTo>
                  <a:pt x="818509" y="77921"/>
                </a:lnTo>
                <a:lnTo>
                  <a:pt x="819133" y="77181"/>
                </a:lnTo>
                <a:lnTo>
                  <a:pt x="819777" y="76475"/>
                </a:lnTo>
                <a:lnTo>
                  <a:pt x="820441" y="75804"/>
                </a:lnTo>
                <a:lnTo>
                  <a:pt x="821124" y="75167"/>
                </a:lnTo>
                <a:lnTo>
                  <a:pt x="821827" y="74564"/>
                </a:lnTo>
                <a:lnTo>
                  <a:pt x="822549" y="73996"/>
                </a:lnTo>
                <a:lnTo>
                  <a:pt x="823291" y="73463"/>
                </a:lnTo>
                <a:lnTo>
                  <a:pt x="824052" y="72964"/>
                </a:lnTo>
                <a:lnTo>
                  <a:pt x="824833" y="72499"/>
                </a:lnTo>
                <a:lnTo>
                  <a:pt x="825633" y="72069"/>
                </a:lnTo>
                <a:lnTo>
                  <a:pt x="826453" y="71673"/>
                </a:lnTo>
                <a:lnTo>
                  <a:pt x="827293" y="71311"/>
                </a:lnTo>
                <a:lnTo>
                  <a:pt x="828152" y="70984"/>
                </a:lnTo>
                <a:lnTo>
                  <a:pt x="829030" y="70692"/>
                </a:lnTo>
                <a:lnTo>
                  <a:pt x="829929" y="70434"/>
                </a:lnTo>
                <a:lnTo>
                  <a:pt x="830846" y="70210"/>
                </a:lnTo>
                <a:lnTo>
                  <a:pt x="831783" y="70020"/>
                </a:lnTo>
                <a:lnTo>
                  <a:pt x="832740" y="69866"/>
                </a:lnTo>
                <a:lnTo>
                  <a:pt x="833717" y="69745"/>
                </a:lnTo>
                <a:lnTo>
                  <a:pt x="834712" y="69659"/>
                </a:lnTo>
                <a:lnTo>
                  <a:pt x="835728" y="69607"/>
                </a:lnTo>
                <a:lnTo>
                  <a:pt x="836763" y="69590"/>
                </a:lnTo>
                <a:lnTo>
                  <a:pt x="837631" y="69601"/>
                </a:lnTo>
                <a:lnTo>
                  <a:pt x="838488" y="69635"/>
                </a:lnTo>
                <a:lnTo>
                  <a:pt x="839333" y="69690"/>
                </a:lnTo>
                <a:lnTo>
                  <a:pt x="840167" y="69768"/>
                </a:lnTo>
                <a:lnTo>
                  <a:pt x="840989" y="69868"/>
                </a:lnTo>
                <a:lnTo>
                  <a:pt x="841800" y="69990"/>
                </a:lnTo>
                <a:lnTo>
                  <a:pt x="842599" y="70134"/>
                </a:lnTo>
                <a:lnTo>
                  <a:pt x="843386" y="70300"/>
                </a:lnTo>
                <a:lnTo>
                  <a:pt x="844162" y="70489"/>
                </a:lnTo>
                <a:lnTo>
                  <a:pt x="844927" y="70700"/>
                </a:lnTo>
                <a:lnTo>
                  <a:pt x="845680" y="70933"/>
                </a:lnTo>
                <a:lnTo>
                  <a:pt x="846421" y="71188"/>
                </a:lnTo>
                <a:lnTo>
                  <a:pt x="847151" y="71466"/>
                </a:lnTo>
                <a:lnTo>
                  <a:pt x="847869" y="71765"/>
                </a:lnTo>
                <a:lnTo>
                  <a:pt x="848576" y="72087"/>
                </a:lnTo>
                <a:lnTo>
                  <a:pt x="849271" y="72431"/>
                </a:lnTo>
                <a:lnTo>
                  <a:pt x="849954" y="72797"/>
                </a:lnTo>
                <a:lnTo>
                  <a:pt x="850626" y="73186"/>
                </a:lnTo>
                <a:lnTo>
                  <a:pt x="851287" y="73596"/>
                </a:lnTo>
                <a:lnTo>
                  <a:pt x="851936" y="74029"/>
                </a:lnTo>
                <a:lnTo>
                  <a:pt x="852573" y="74484"/>
                </a:lnTo>
                <a:lnTo>
                  <a:pt x="853199" y="74961"/>
                </a:lnTo>
                <a:lnTo>
                  <a:pt x="853813" y="75461"/>
                </a:lnTo>
                <a:lnTo>
                  <a:pt x="854416" y="75982"/>
                </a:lnTo>
                <a:lnTo>
                  <a:pt x="855007" y="76519"/>
                </a:lnTo>
                <a:lnTo>
                  <a:pt x="855588" y="77063"/>
                </a:lnTo>
                <a:lnTo>
                  <a:pt x="856157" y="77615"/>
                </a:lnTo>
                <a:lnTo>
                  <a:pt x="856715" y="78175"/>
                </a:lnTo>
                <a:lnTo>
                  <a:pt x="857262" y="78742"/>
                </a:lnTo>
                <a:lnTo>
                  <a:pt x="857798" y="79317"/>
                </a:lnTo>
                <a:lnTo>
                  <a:pt x="858323" y="79900"/>
                </a:lnTo>
                <a:lnTo>
                  <a:pt x="858837" y="80490"/>
                </a:lnTo>
                <a:lnTo>
                  <a:pt x="859339" y="81088"/>
                </a:lnTo>
                <a:lnTo>
                  <a:pt x="859831" y="81694"/>
                </a:lnTo>
                <a:lnTo>
                  <a:pt x="860311" y="82308"/>
                </a:lnTo>
                <a:lnTo>
                  <a:pt x="860780" y="82929"/>
                </a:lnTo>
                <a:lnTo>
                  <a:pt x="861238" y="83558"/>
                </a:lnTo>
                <a:lnTo>
                  <a:pt x="861685" y="84195"/>
                </a:lnTo>
                <a:lnTo>
                  <a:pt x="862121" y="84839"/>
                </a:lnTo>
                <a:lnTo>
                  <a:pt x="862546" y="85491"/>
                </a:lnTo>
                <a:lnTo>
                  <a:pt x="862960" y="86151"/>
                </a:lnTo>
                <a:lnTo>
                  <a:pt x="863363" y="86819"/>
                </a:lnTo>
                <a:lnTo>
                  <a:pt x="863754" y="87494"/>
                </a:lnTo>
                <a:lnTo>
                  <a:pt x="864135" y="88177"/>
                </a:lnTo>
                <a:lnTo>
                  <a:pt x="864504" y="88867"/>
                </a:lnTo>
                <a:lnTo>
                  <a:pt x="864862" y="89566"/>
                </a:lnTo>
                <a:lnTo>
                  <a:pt x="865209" y="90272"/>
                </a:lnTo>
                <a:lnTo>
                  <a:pt x="865545" y="90985"/>
                </a:lnTo>
                <a:lnTo>
                  <a:pt x="865545" y="128167"/>
                </a:lnTo>
                <a:lnTo>
                  <a:pt x="865198" y="128848"/>
                </a:lnTo>
                <a:lnTo>
                  <a:pt x="864837" y="129522"/>
                </a:lnTo>
                <a:lnTo>
                  <a:pt x="864464" y="130188"/>
                </a:lnTo>
                <a:lnTo>
                  <a:pt x="864078" y="130847"/>
                </a:lnTo>
                <a:lnTo>
                  <a:pt x="863679" y="131500"/>
                </a:lnTo>
                <a:lnTo>
                  <a:pt x="863267" y="132144"/>
                </a:lnTo>
                <a:lnTo>
                  <a:pt x="862842" y="132782"/>
                </a:lnTo>
                <a:lnTo>
                  <a:pt x="862404" y="133412"/>
                </a:lnTo>
                <a:lnTo>
                  <a:pt x="861954" y="134035"/>
                </a:lnTo>
                <a:lnTo>
                  <a:pt x="861490" y="134651"/>
                </a:lnTo>
                <a:lnTo>
                  <a:pt x="861014" y="135260"/>
                </a:lnTo>
                <a:lnTo>
                  <a:pt x="860524" y="135861"/>
                </a:lnTo>
                <a:lnTo>
                  <a:pt x="860022" y="136456"/>
                </a:lnTo>
                <a:lnTo>
                  <a:pt x="859507" y="137043"/>
                </a:lnTo>
                <a:lnTo>
                  <a:pt x="858979" y="137622"/>
                </a:lnTo>
                <a:lnTo>
                  <a:pt x="858439" y="138195"/>
                </a:lnTo>
                <a:lnTo>
                  <a:pt x="857885" y="138760"/>
                </a:lnTo>
                <a:lnTo>
                  <a:pt x="857318" y="139318"/>
                </a:lnTo>
                <a:lnTo>
                  <a:pt x="856739" y="139869"/>
                </a:lnTo>
                <a:lnTo>
                  <a:pt x="856147" y="140412"/>
                </a:lnTo>
                <a:lnTo>
                  <a:pt x="855541" y="140949"/>
                </a:lnTo>
                <a:lnTo>
                  <a:pt x="854923" y="141478"/>
                </a:lnTo>
                <a:lnTo>
                  <a:pt x="854292" y="142000"/>
                </a:lnTo>
                <a:lnTo>
                  <a:pt x="853649" y="142514"/>
                </a:lnTo>
                <a:lnTo>
                  <a:pt x="852993" y="143015"/>
                </a:lnTo>
                <a:lnTo>
                  <a:pt x="852328" y="143494"/>
                </a:lnTo>
                <a:lnTo>
                  <a:pt x="851652" y="143952"/>
                </a:lnTo>
                <a:lnTo>
                  <a:pt x="850966" y="144388"/>
                </a:lnTo>
                <a:lnTo>
                  <a:pt x="850269" y="144803"/>
                </a:lnTo>
                <a:lnTo>
                  <a:pt x="849563" y="145197"/>
                </a:lnTo>
                <a:lnTo>
                  <a:pt x="848846" y="145570"/>
                </a:lnTo>
                <a:lnTo>
                  <a:pt x="848119" y="145921"/>
                </a:lnTo>
                <a:lnTo>
                  <a:pt x="847382" y="146251"/>
                </a:lnTo>
                <a:lnTo>
                  <a:pt x="846635" y="146560"/>
                </a:lnTo>
                <a:lnTo>
                  <a:pt x="845877" y="146847"/>
                </a:lnTo>
                <a:lnTo>
                  <a:pt x="845110" y="147114"/>
                </a:lnTo>
                <a:lnTo>
                  <a:pt x="844332" y="147358"/>
                </a:lnTo>
                <a:lnTo>
                  <a:pt x="843543" y="147582"/>
                </a:lnTo>
                <a:lnTo>
                  <a:pt x="842745" y="147784"/>
                </a:lnTo>
                <a:lnTo>
                  <a:pt x="841936" y="147965"/>
                </a:lnTo>
                <a:lnTo>
                  <a:pt x="841118" y="148125"/>
                </a:lnTo>
                <a:lnTo>
                  <a:pt x="840289" y="148263"/>
                </a:lnTo>
                <a:lnTo>
                  <a:pt x="839449" y="148381"/>
                </a:lnTo>
                <a:lnTo>
                  <a:pt x="838600" y="148476"/>
                </a:lnTo>
                <a:lnTo>
                  <a:pt x="837740" y="148551"/>
                </a:lnTo>
                <a:lnTo>
                  <a:pt x="836870" y="148604"/>
                </a:lnTo>
                <a:lnTo>
                  <a:pt x="835990" y="148636"/>
                </a:lnTo>
                <a:lnTo>
                  <a:pt x="835100" y="148647"/>
                </a:lnTo>
                <a:lnTo>
                  <a:pt x="834149" y="148629"/>
                </a:lnTo>
                <a:lnTo>
                  <a:pt x="833215" y="148578"/>
                </a:lnTo>
                <a:lnTo>
                  <a:pt x="832298" y="148492"/>
                </a:lnTo>
                <a:lnTo>
                  <a:pt x="831399" y="148371"/>
                </a:lnTo>
                <a:close/>
                <a:moveTo>
                  <a:pt x="447704" y="145952"/>
                </a:moveTo>
                <a:lnTo>
                  <a:pt x="446930" y="145927"/>
                </a:lnTo>
                <a:lnTo>
                  <a:pt x="446180" y="145885"/>
                </a:lnTo>
                <a:lnTo>
                  <a:pt x="445455" y="145826"/>
                </a:lnTo>
                <a:lnTo>
                  <a:pt x="444754" y="145751"/>
                </a:lnTo>
                <a:lnTo>
                  <a:pt x="444077" y="145658"/>
                </a:lnTo>
                <a:lnTo>
                  <a:pt x="443424" y="145549"/>
                </a:lnTo>
                <a:lnTo>
                  <a:pt x="442795" y="145423"/>
                </a:lnTo>
                <a:lnTo>
                  <a:pt x="442191" y="145281"/>
                </a:lnTo>
                <a:lnTo>
                  <a:pt x="441611" y="145121"/>
                </a:lnTo>
                <a:lnTo>
                  <a:pt x="441055" y="144945"/>
                </a:lnTo>
                <a:lnTo>
                  <a:pt x="440523" y="144752"/>
                </a:lnTo>
                <a:lnTo>
                  <a:pt x="440015" y="144542"/>
                </a:lnTo>
                <a:lnTo>
                  <a:pt x="439532" y="144316"/>
                </a:lnTo>
                <a:lnTo>
                  <a:pt x="439073" y="144072"/>
                </a:lnTo>
                <a:lnTo>
                  <a:pt x="438638" y="143812"/>
                </a:lnTo>
                <a:lnTo>
                  <a:pt x="438227" y="143535"/>
                </a:lnTo>
                <a:lnTo>
                  <a:pt x="437840" y="143242"/>
                </a:lnTo>
                <a:lnTo>
                  <a:pt x="437478" y="142931"/>
                </a:lnTo>
                <a:lnTo>
                  <a:pt x="437140" y="142604"/>
                </a:lnTo>
                <a:lnTo>
                  <a:pt x="436826" y="142260"/>
                </a:lnTo>
                <a:lnTo>
                  <a:pt x="436536" y="141899"/>
                </a:lnTo>
                <a:lnTo>
                  <a:pt x="436271" y="141522"/>
                </a:lnTo>
                <a:lnTo>
                  <a:pt x="436029" y="141127"/>
                </a:lnTo>
                <a:lnTo>
                  <a:pt x="435805" y="140715"/>
                </a:lnTo>
                <a:lnTo>
                  <a:pt x="435590" y="140285"/>
                </a:lnTo>
                <a:lnTo>
                  <a:pt x="435385" y="139837"/>
                </a:lnTo>
                <a:lnTo>
                  <a:pt x="435189" y="139371"/>
                </a:lnTo>
                <a:lnTo>
                  <a:pt x="435003" y="138887"/>
                </a:lnTo>
                <a:lnTo>
                  <a:pt x="434826" y="138384"/>
                </a:lnTo>
                <a:lnTo>
                  <a:pt x="434659" y="137863"/>
                </a:lnTo>
                <a:lnTo>
                  <a:pt x="434501" y="137325"/>
                </a:lnTo>
                <a:lnTo>
                  <a:pt x="434353" y="136768"/>
                </a:lnTo>
                <a:lnTo>
                  <a:pt x="434215" y="136193"/>
                </a:lnTo>
                <a:lnTo>
                  <a:pt x="434086" y="135599"/>
                </a:lnTo>
                <a:lnTo>
                  <a:pt x="433967" y="134988"/>
                </a:lnTo>
                <a:lnTo>
                  <a:pt x="433857" y="134358"/>
                </a:lnTo>
                <a:lnTo>
                  <a:pt x="433757" y="133711"/>
                </a:lnTo>
                <a:lnTo>
                  <a:pt x="433666" y="133045"/>
                </a:lnTo>
                <a:lnTo>
                  <a:pt x="433585" y="132361"/>
                </a:lnTo>
                <a:lnTo>
                  <a:pt x="433513" y="131659"/>
                </a:lnTo>
                <a:lnTo>
                  <a:pt x="433451" y="130939"/>
                </a:lnTo>
                <a:lnTo>
                  <a:pt x="433398" y="130200"/>
                </a:lnTo>
                <a:lnTo>
                  <a:pt x="433356" y="129444"/>
                </a:lnTo>
                <a:lnTo>
                  <a:pt x="433322" y="128669"/>
                </a:lnTo>
                <a:lnTo>
                  <a:pt x="433298" y="127876"/>
                </a:lnTo>
                <a:lnTo>
                  <a:pt x="433284" y="127065"/>
                </a:lnTo>
                <a:lnTo>
                  <a:pt x="433279" y="126236"/>
                </a:lnTo>
                <a:lnTo>
                  <a:pt x="433279" y="71893"/>
                </a:lnTo>
                <a:lnTo>
                  <a:pt x="460527" y="71893"/>
                </a:lnTo>
                <a:lnTo>
                  <a:pt x="460527" y="45796"/>
                </a:lnTo>
                <a:lnTo>
                  <a:pt x="433279" y="45796"/>
                </a:lnTo>
                <a:lnTo>
                  <a:pt x="433279" y="16374"/>
                </a:lnTo>
                <a:lnTo>
                  <a:pt x="399379" y="16374"/>
                </a:lnTo>
                <a:lnTo>
                  <a:pt x="399379" y="45796"/>
                </a:lnTo>
                <a:lnTo>
                  <a:pt x="378656" y="45796"/>
                </a:lnTo>
                <a:lnTo>
                  <a:pt x="378656" y="71893"/>
                </a:lnTo>
                <a:lnTo>
                  <a:pt x="399379" y="71893"/>
                </a:lnTo>
                <a:lnTo>
                  <a:pt x="399379" y="128015"/>
                </a:lnTo>
                <a:lnTo>
                  <a:pt x="399387" y="129304"/>
                </a:lnTo>
                <a:lnTo>
                  <a:pt x="399408" y="130572"/>
                </a:lnTo>
                <a:lnTo>
                  <a:pt x="399443" y="131820"/>
                </a:lnTo>
                <a:lnTo>
                  <a:pt x="399493" y="133048"/>
                </a:lnTo>
                <a:lnTo>
                  <a:pt x="399557" y="134255"/>
                </a:lnTo>
                <a:lnTo>
                  <a:pt x="399635" y="135441"/>
                </a:lnTo>
                <a:lnTo>
                  <a:pt x="399728" y="136607"/>
                </a:lnTo>
                <a:lnTo>
                  <a:pt x="399834" y="137752"/>
                </a:lnTo>
                <a:lnTo>
                  <a:pt x="399955" y="138877"/>
                </a:lnTo>
                <a:lnTo>
                  <a:pt x="400090" y="139981"/>
                </a:lnTo>
                <a:lnTo>
                  <a:pt x="400239" y="141064"/>
                </a:lnTo>
                <a:lnTo>
                  <a:pt x="400403" y="142128"/>
                </a:lnTo>
                <a:lnTo>
                  <a:pt x="400581" y="143170"/>
                </a:lnTo>
                <a:lnTo>
                  <a:pt x="400772" y="144192"/>
                </a:lnTo>
                <a:lnTo>
                  <a:pt x="400979" y="145194"/>
                </a:lnTo>
                <a:lnTo>
                  <a:pt x="401199" y="146175"/>
                </a:lnTo>
                <a:lnTo>
                  <a:pt x="401433" y="147135"/>
                </a:lnTo>
                <a:lnTo>
                  <a:pt x="401682" y="148075"/>
                </a:lnTo>
                <a:lnTo>
                  <a:pt x="401945" y="148995"/>
                </a:lnTo>
                <a:lnTo>
                  <a:pt x="402222" y="149894"/>
                </a:lnTo>
                <a:lnTo>
                  <a:pt x="402514" y="150772"/>
                </a:lnTo>
                <a:lnTo>
                  <a:pt x="402819" y="151630"/>
                </a:lnTo>
                <a:lnTo>
                  <a:pt x="403139" y="152467"/>
                </a:lnTo>
                <a:lnTo>
                  <a:pt x="403473" y="153284"/>
                </a:lnTo>
                <a:lnTo>
                  <a:pt x="403825" y="154082"/>
                </a:lnTo>
                <a:lnTo>
                  <a:pt x="404199" y="154862"/>
                </a:lnTo>
                <a:lnTo>
                  <a:pt x="404595" y="155624"/>
                </a:lnTo>
                <a:lnTo>
                  <a:pt x="405013" y="156369"/>
                </a:lnTo>
                <a:lnTo>
                  <a:pt x="405453" y="157097"/>
                </a:lnTo>
                <a:lnTo>
                  <a:pt x="405916" y="157806"/>
                </a:lnTo>
                <a:lnTo>
                  <a:pt x="406400" y="158499"/>
                </a:lnTo>
                <a:lnTo>
                  <a:pt x="406906" y="159173"/>
                </a:lnTo>
                <a:lnTo>
                  <a:pt x="407434" y="159830"/>
                </a:lnTo>
                <a:lnTo>
                  <a:pt x="407984" y="160470"/>
                </a:lnTo>
                <a:lnTo>
                  <a:pt x="408556" y="161092"/>
                </a:lnTo>
                <a:lnTo>
                  <a:pt x="409150" y="161696"/>
                </a:lnTo>
                <a:lnTo>
                  <a:pt x="409766" y="162283"/>
                </a:lnTo>
                <a:lnTo>
                  <a:pt x="410404" y="162852"/>
                </a:lnTo>
                <a:lnTo>
                  <a:pt x="411063" y="163403"/>
                </a:lnTo>
                <a:lnTo>
                  <a:pt x="411745" y="163937"/>
                </a:lnTo>
                <a:lnTo>
                  <a:pt x="412449" y="164453"/>
                </a:lnTo>
                <a:lnTo>
                  <a:pt x="413175" y="164952"/>
                </a:lnTo>
                <a:lnTo>
                  <a:pt x="413923" y="165433"/>
                </a:lnTo>
                <a:lnTo>
                  <a:pt x="414693" y="165897"/>
                </a:lnTo>
                <a:lnTo>
                  <a:pt x="415485" y="166343"/>
                </a:lnTo>
                <a:lnTo>
                  <a:pt x="416299" y="166771"/>
                </a:lnTo>
                <a:lnTo>
                  <a:pt x="417134" y="167182"/>
                </a:lnTo>
                <a:lnTo>
                  <a:pt x="417992" y="167575"/>
                </a:lnTo>
                <a:lnTo>
                  <a:pt x="418876" y="167951"/>
                </a:lnTo>
                <a:lnTo>
                  <a:pt x="419789" y="168312"/>
                </a:lnTo>
                <a:lnTo>
                  <a:pt x="420732" y="168656"/>
                </a:lnTo>
                <a:lnTo>
                  <a:pt x="421704" y="168984"/>
                </a:lnTo>
                <a:lnTo>
                  <a:pt x="422706" y="169296"/>
                </a:lnTo>
                <a:lnTo>
                  <a:pt x="423737" y="169592"/>
                </a:lnTo>
                <a:lnTo>
                  <a:pt x="424798" y="169872"/>
                </a:lnTo>
                <a:lnTo>
                  <a:pt x="425888" y="170136"/>
                </a:lnTo>
                <a:lnTo>
                  <a:pt x="427008" y="170384"/>
                </a:lnTo>
                <a:lnTo>
                  <a:pt x="428157" y="170616"/>
                </a:lnTo>
                <a:lnTo>
                  <a:pt x="429336" y="170832"/>
                </a:lnTo>
                <a:lnTo>
                  <a:pt x="430545" y="171032"/>
                </a:lnTo>
                <a:lnTo>
                  <a:pt x="431783" y="171216"/>
                </a:lnTo>
                <a:lnTo>
                  <a:pt x="433050" y="171384"/>
                </a:lnTo>
                <a:lnTo>
                  <a:pt x="434347" y="171536"/>
                </a:lnTo>
                <a:lnTo>
                  <a:pt x="435674" y="171672"/>
                </a:lnTo>
                <a:lnTo>
                  <a:pt x="437030" y="171792"/>
                </a:lnTo>
                <a:lnTo>
                  <a:pt x="438416" y="171896"/>
                </a:lnTo>
                <a:lnTo>
                  <a:pt x="439831" y="171984"/>
                </a:lnTo>
                <a:lnTo>
                  <a:pt x="441276" y="172057"/>
                </a:lnTo>
                <a:lnTo>
                  <a:pt x="442750" y="172113"/>
                </a:lnTo>
                <a:lnTo>
                  <a:pt x="444254" y="172153"/>
                </a:lnTo>
                <a:lnTo>
                  <a:pt x="445788" y="172177"/>
                </a:lnTo>
                <a:lnTo>
                  <a:pt x="447351" y="172185"/>
                </a:lnTo>
                <a:lnTo>
                  <a:pt x="460527" y="172185"/>
                </a:lnTo>
                <a:lnTo>
                  <a:pt x="460527" y="145960"/>
                </a:lnTo>
                <a:lnTo>
                  <a:pt x="448502" y="145960"/>
                </a:lnTo>
                <a:lnTo>
                  <a:pt x="447704" y="145952"/>
                </a:lnTo>
                <a:close/>
                <a:moveTo>
                  <a:pt x="288808" y="174357"/>
                </a:moveTo>
                <a:lnTo>
                  <a:pt x="289899" y="174285"/>
                </a:lnTo>
                <a:lnTo>
                  <a:pt x="290978" y="174195"/>
                </a:lnTo>
                <a:lnTo>
                  <a:pt x="292047" y="174090"/>
                </a:lnTo>
                <a:lnTo>
                  <a:pt x="293104" y="173968"/>
                </a:lnTo>
                <a:lnTo>
                  <a:pt x="294150" y="173831"/>
                </a:lnTo>
                <a:lnTo>
                  <a:pt x="295186" y="173677"/>
                </a:lnTo>
                <a:lnTo>
                  <a:pt x="296210" y="173506"/>
                </a:lnTo>
                <a:lnTo>
                  <a:pt x="297223" y="173320"/>
                </a:lnTo>
                <a:lnTo>
                  <a:pt x="298224" y="173117"/>
                </a:lnTo>
                <a:lnTo>
                  <a:pt x="299215" y="172898"/>
                </a:lnTo>
                <a:lnTo>
                  <a:pt x="300195" y="172663"/>
                </a:lnTo>
                <a:lnTo>
                  <a:pt x="301163" y="172412"/>
                </a:lnTo>
                <a:lnTo>
                  <a:pt x="302121" y="172144"/>
                </a:lnTo>
                <a:lnTo>
                  <a:pt x="303067" y="171861"/>
                </a:lnTo>
                <a:lnTo>
                  <a:pt x="304002" y="171561"/>
                </a:lnTo>
                <a:lnTo>
                  <a:pt x="304926" y="171245"/>
                </a:lnTo>
                <a:lnTo>
                  <a:pt x="305839" y="170912"/>
                </a:lnTo>
                <a:lnTo>
                  <a:pt x="306741" y="170564"/>
                </a:lnTo>
                <a:lnTo>
                  <a:pt x="307632" y="170199"/>
                </a:lnTo>
                <a:lnTo>
                  <a:pt x="308512" y="169818"/>
                </a:lnTo>
                <a:lnTo>
                  <a:pt x="309381" y="169421"/>
                </a:lnTo>
                <a:lnTo>
                  <a:pt x="310242" y="169009"/>
                </a:lnTo>
                <a:lnTo>
                  <a:pt x="311094" y="168582"/>
                </a:lnTo>
                <a:lnTo>
                  <a:pt x="311937" y="168139"/>
                </a:lnTo>
                <a:lnTo>
                  <a:pt x="312771" y="167681"/>
                </a:lnTo>
                <a:lnTo>
                  <a:pt x="313597" y="167208"/>
                </a:lnTo>
                <a:lnTo>
                  <a:pt x="314413" y="166719"/>
                </a:lnTo>
                <a:lnTo>
                  <a:pt x="315221" y="166215"/>
                </a:lnTo>
                <a:lnTo>
                  <a:pt x="316019" y="165695"/>
                </a:lnTo>
                <a:lnTo>
                  <a:pt x="316809" y="165161"/>
                </a:lnTo>
                <a:lnTo>
                  <a:pt x="317590" y="164611"/>
                </a:lnTo>
                <a:lnTo>
                  <a:pt x="318362" y="164045"/>
                </a:lnTo>
                <a:lnTo>
                  <a:pt x="319125" y="163465"/>
                </a:lnTo>
                <a:lnTo>
                  <a:pt x="319879" y="162869"/>
                </a:lnTo>
                <a:lnTo>
                  <a:pt x="320624" y="162258"/>
                </a:lnTo>
                <a:lnTo>
                  <a:pt x="321361" y="161631"/>
                </a:lnTo>
                <a:lnTo>
                  <a:pt x="322089" y="160989"/>
                </a:lnTo>
                <a:lnTo>
                  <a:pt x="322807" y="160332"/>
                </a:lnTo>
                <a:lnTo>
                  <a:pt x="323517" y="159659"/>
                </a:lnTo>
                <a:lnTo>
                  <a:pt x="324218" y="158971"/>
                </a:lnTo>
                <a:lnTo>
                  <a:pt x="324910" y="158268"/>
                </a:lnTo>
                <a:lnTo>
                  <a:pt x="325593" y="157549"/>
                </a:lnTo>
                <a:lnTo>
                  <a:pt x="326267" y="156815"/>
                </a:lnTo>
                <a:lnTo>
                  <a:pt x="326933" y="156066"/>
                </a:lnTo>
                <a:lnTo>
                  <a:pt x="327956" y="172185"/>
                </a:lnTo>
                <a:lnTo>
                  <a:pt x="359681" y="172185"/>
                </a:lnTo>
                <a:lnTo>
                  <a:pt x="359681" y="87379"/>
                </a:lnTo>
                <a:lnTo>
                  <a:pt x="359674" y="86329"/>
                </a:lnTo>
                <a:lnTo>
                  <a:pt x="359653" y="85294"/>
                </a:lnTo>
                <a:lnTo>
                  <a:pt x="359619" y="84273"/>
                </a:lnTo>
                <a:lnTo>
                  <a:pt x="359571" y="83267"/>
                </a:lnTo>
                <a:lnTo>
                  <a:pt x="359509" y="82275"/>
                </a:lnTo>
                <a:lnTo>
                  <a:pt x="359433" y="81298"/>
                </a:lnTo>
                <a:lnTo>
                  <a:pt x="359344" y="80336"/>
                </a:lnTo>
                <a:lnTo>
                  <a:pt x="359240" y="79388"/>
                </a:lnTo>
                <a:lnTo>
                  <a:pt x="359123" y="78455"/>
                </a:lnTo>
                <a:lnTo>
                  <a:pt x="358993" y="77537"/>
                </a:lnTo>
                <a:lnTo>
                  <a:pt x="358848" y="76633"/>
                </a:lnTo>
                <a:lnTo>
                  <a:pt x="358690" y="75743"/>
                </a:lnTo>
                <a:lnTo>
                  <a:pt x="358518" y="74869"/>
                </a:lnTo>
                <a:lnTo>
                  <a:pt x="358332" y="74009"/>
                </a:lnTo>
                <a:lnTo>
                  <a:pt x="358132" y="73163"/>
                </a:lnTo>
                <a:lnTo>
                  <a:pt x="357919" y="72333"/>
                </a:lnTo>
                <a:lnTo>
                  <a:pt x="357691" y="71516"/>
                </a:lnTo>
                <a:lnTo>
                  <a:pt x="357450" y="70715"/>
                </a:lnTo>
                <a:lnTo>
                  <a:pt x="357196" y="69928"/>
                </a:lnTo>
                <a:lnTo>
                  <a:pt x="356927" y="69155"/>
                </a:lnTo>
                <a:lnTo>
                  <a:pt x="356645" y="68398"/>
                </a:lnTo>
                <a:lnTo>
                  <a:pt x="356349" y="67655"/>
                </a:lnTo>
                <a:lnTo>
                  <a:pt x="356039" y="66926"/>
                </a:lnTo>
                <a:lnTo>
                  <a:pt x="355715" y="66212"/>
                </a:lnTo>
                <a:lnTo>
                  <a:pt x="355379" y="65512"/>
                </a:lnTo>
                <a:lnTo>
                  <a:pt x="355032" y="64823"/>
                </a:lnTo>
                <a:lnTo>
                  <a:pt x="354673" y="64147"/>
                </a:lnTo>
                <a:lnTo>
                  <a:pt x="354303" y="63484"/>
                </a:lnTo>
                <a:lnTo>
                  <a:pt x="353921" y="62832"/>
                </a:lnTo>
                <a:lnTo>
                  <a:pt x="353529" y="62194"/>
                </a:lnTo>
                <a:lnTo>
                  <a:pt x="353125" y="61567"/>
                </a:lnTo>
                <a:lnTo>
                  <a:pt x="352709" y="60953"/>
                </a:lnTo>
                <a:lnTo>
                  <a:pt x="352282" y="60351"/>
                </a:lnTo>
                <a:lnTo>
                  <a:pt x="351844" y="59762"/>
                </a:lnTo>
                <a:lnTo>
                  <a:pt x="351395" y="59185"/>
                </a:lnTo>
                <a:lnTo>
                  <a:pt x="350934" y="58621"/>
                </a:lnTo>
                <a:lnTo>
                  <a:pt x="350462" y="58069"/>
                </a:lnTo>
                <a:lnTo>
                  <a:pt x="349979" y="57529"/>
                </a:lnTo>
                <a:lnTo>
                  <a:pt x="349484" y="57002"/>
                </a:lnTo>
                <a:lnTo>
                  <a:pt x="348978" y="56487"/>
                </a:lnTo>
                <a:lnTo>
                  <a:pt x="348461" y="55984"/>
                </a:lnTo>
                <a:lnTo>
                  <a:pt x="347932" y="55494"/>
                </a:lnTo>
                <a:lnTo>
                  <a:pt x="347392" y="55016"/>
                </a:lnTo>
                <a:lnTo>
                  <a:pt x="346841" y="54550"/>
                </a:lnTo>
                <a:lnTo>
                  <a:pt x="346278" y="54097"/>
                </a:lnTo>
                <a:lnTo>
                  <a:pt x="345704" y="53657"/>
                </a:lnTo>
                <a:lnTo>
                  <a:pt x="345119" y="53228"/>
                </a:lnTo>
                <a:lnTo>
                  <a:pt x="344522" y="52812"/>
                </a:lnTo>
                <a:lnTo>
                  <a:pt x="343915" y="52407"/>
                </a:lnTo>
                <a:lnTo>
                  <a:pt x="343299" y="52012"/>
                </a:lnTo>
                <a:lnTo>
                  <a:pt x="342674" y="51628"/>
                </a:lnTo>
                <a:lnTo>
                  <a:pt x="342040" y="51253"/>
                </a:lnTo>
                <a:lnTo>
                  <a:pt x="341397" y="50888"/>
                </a:lnTo>
                <a:lnTo>
                  <a:pt x="340744" y="50534"/>
                </a:lnTo>
                <a:lnTo>
                  <a:pt x="340083" y="50190"/>
                </a:lnTo>
                <a:lnTo>
                  <a:pt x="339412" y="49855"/>
                </a:lnTo>
                <a:lnTo>
                  <a:pt x="338733" y="49531"/>
                </a:lnTo>
                <a:lnTo>
                  <a:pt x="338044" y="49217"/>
                </a:lnTo>
                <a:lnTo>
                  <a:pt x="337346" y="48914"/>
                </a:lnTo>
                <a:lnTo>
                  <a:pt x="336639" y="48620"/>
                </a:lnTo>
                <a:lnTo>
                  <a:pt x="335923" y="48336"/>
                </a:lnTo>
                <a:lnTo>
                  <a:pt x="335198" y="48063"/>
                </a:lnTo>
                <a:lnTo>
                  <a:pt x="334463" y="47799"/>
                </a:lnTo>
                <a:lnTo>
                  <a:pt x="333720" y="47546"/>
                </a:lnTo>
                <a:lnTo>
                  <a:pt x="332967" y="47303"/>
                </a:lnTo>
                <a:lnTo>
                  <a:pt x="332206" y="47070"/>
                </a:lnTo>
                <a:lnTo>
                  <a:pt x="331435" y="46847"/>
                </a:lnTo>
                <a:lnTo>
                  <a:pt x="330655" y="46634"/>
                </a:lnTo>
                <a:lnTo>
                  <a:pt x="329866" y="46432"/>
                </a:lnTo>
                <a:lnTo>
                  <a:pt x="329068" y="46239"/>
                </a:lnTo>
                <a:lnTo>
                  <a:pt x="328261" y="46057"/>
                </a:lnTo>
                <a:lnTo>
                  <a:pt x="327444" y="45884"/>
                </a:lnTo>
                <a:lnTo>
                  <a:pt x="326620" y="45721"/>
                </a:lnTo>
                <a:lnTo>
                  <a:pt x="325789" y="45564"/>
                </a:lnTo>
                <a:lnTo>
                  <a:pt x="324950" y="45414"/>
                </a:lnTo>
                <a:lnTo>
                  <a:pt x="324104" y="45271"/>
                </a:lnTo>
                <a:lnTo>
                  <a:pt x="323251" y="45135"/>
                </a:lnTo>
                <a:lnTo>
                  <a:pt x="322391" y="45006"/>
                </a:lnTo>
                <a:lnTo>
                  <a:pt x="321524" y="44885"/>
                </a:lnTo>
                <a:lnTo>
                  <a:pt x="320650" y="44770"/>
                </a:lnTo>
                <a:lnTo>
                  <a:pt x="319769" y="44662"/>
                </a:lnTo>
                <a:lnTo>
                  <a:pt x="318881" y="44561"/>
                </a:lnTo>
                <a:lnTo>
                  <a:pt x="317985" y="44466"/>
                </a:lnTo>
                <a:lnTo>
                  <a:pt x="317083" y="44379"/>
                </a:lnTo>
                <a:lnTo>
                  <a:pt x="316173" y="44299"/>
                </a:lnTo>
                <a:lnTo>
                  <a:pt x="315256" y="44226"/>
                </a:lnTo>
                <a:lnTo>
                  <a:pt x="314332" y="44160"/>
                </a:lnTo>
                <a:lnTo>
                  <a:pt x="313401" y="44101"/>
                </a:lnTo>
                <a:lnTo>
                  <a:pt x="312463" y="44048"/>
                </a:lnTo>
                <a:lnTo>
                  <a:pt x="311518" y="44003"/>
                </a:lnTo>
                <a:lnTo>
                  <a:pt x="310566" y="43965"/>
                </a:lnTo>
                <a:lnTo>
                  <a:pt x="309606" y="43933"/>
                </a:lnTo>
                <a:lnTo>
                  <a:pt x="308640" y="43909"/>
                </a:lnTo>
                <a:lnTo>
                  <a:pt x="307666" y="43892"/>
                </a:lnTo>
                <a:lnTo>
                  <a:pt x="306685" y="43881"/>
                </a:lnTo>
                <a:lnTo>
                  <a:pt x="305697" y="43878"/>
                </a:lnTo>
                <a:lnTo>
                  <a:pt x="304350" y="43885"/>
                </a:lnTo>
                <a:lnTo>
                  <a:pt x="303017" y="43906"/>
                </a:lnTo>
                <a:lnTo>
                  <a:pt x="301697" y="43942"/>
                </a:lnTo>
                <a:lnTo>
                  <a:pt x="300390" y="43993"/>
                </a:lnTo>
                <a:lnTo>
                  <a:pt x="299098" y="44058"/>
                </a:lnTo>
                <a:lnTo>
                  <a:pt x="297818" y="44137"/>
                </a:lnTo>
                <a:lnTo>
                  <a:pt x="296552" y="44230"/>
                </a:lnTo>
                <a:lnTo>
                  <a:pt x="295300" y="44338"/>
                </a:lnTo>
                <a:lnTo>
                  <a:pt x="294061" y="44461"/>
                </a:lnTo>
                <a:lnTo>
                  <a:pt x="292836" y="44597"/>
                </a:lnTo>
                <a:lnTo>
                  <a:pt x="291625" y="44748"/>
                </a:lnTo>
                <a:lnTo>
                  <a:pt x="290427" y="44914"/>
                </a:lnTo>
                <a:lnTo>
                  <a:pt x="289242" y="45094"/>
                </a:lnTo>
                <a:lnTo>
                  <a:pt x="288071" y="45288"/>
                </a:lnTo>
                <a:lnTo>
                  <a:pt x="286914" y="45497"/>
                </a:lnTo>
                <a:lnTo>
                  <a:pt x="285770" y="45720"/>
                </a:lnTo>
                <a:lnTo>
                  <a:pt x="284640" y="45958"/>
                </a:lnTo>
                <a:lnTo>
                  <a:pt x="283523" y="46209"/>
                </a:lnTo>
                <a:lnTo>
                  <a:pt x="282420" y="46476"/>
                </a:lnTo>
                <a:lnTo>
                  <a:pt x="281330" y="46756"/>
                </a:lnTo>
                <a:lnTo>
                  <a:pt x="280254" y="47052"/>
                </a:lnTo>
                <a:lnTo>
                  <a:pt x="279191" y="47361"/>
                </a:lnTo>
                <a:lnTo>
                  <a:pt x="278142" y="47685"/>
                </a:lnTo>
                <a:lnTo>
                  <a:pt x="277107" y="48023"/>
                </a:lnTo>
                <a:lnTo>
                  <a:pt x="276087" y="48378"/>
                </a:lnTo>
                <a:lnTo>
                  <a:pt x="275087" y="48751"/>
                </a:lnTo>
                <a:lnTo>
                  <a:pt x="274104" y="49143"/>
                </a:lnTo>
                <a:lnTo>
                  <a:pt x="273141" y="49553"/>
                </a:lnTo>
                <a:lnTo>
                  <a:pt x="272196" y="49981"/>
                </a:lnTo>
                <a:lnTo>
                  <a:pt x="271270" y="50428"/>
                </a:lnTo>
                <a:lnTo>
                  <a:pt x="270363" y="50894"/>
                </a:lnTo>
                <a:lnTo>
                  <a:pt x="269474" y="51378"/>
                </a:lnTo>
                <a:lnTo>
                  <a:pt x="268604" y="51880"/>
                </a:lnTo>
                <a:lnTo>
                  <a:pt x="267752" y="52401"/>
                </a:lnTo>
                <a:lnTo>
                  <a:pt x="266919" y="52940"/>
                </a:lnTo>
                <a:lnTo>
                  <a:pt x="266105" y="53498"/>
                </a:lnTo>
                <a:lnTo>
                  <a:pt x="265310" y="54074"/>
                </a:lnTo>
                <a:lnTo>
                  <a:pt x="264533" y="54669"/>
                </a:lnTo>
                <a:lnTo>
                  <a:pt x="263775" y="55282"/>
                </a:lnTo>
                <a:lnTo>
                  <a:pt x="263035" y="55914"/>
                </a:lnTo>
                <a:lnTo>
                  <a:pt x="262314" y="56564"/>
                </a:lnTo>
                <a:lnTo>
                  <a:pt x="261612" y="57232"/>
                </a:lnTo>
                <a:lnTo>
                  <a:pt x="260928" y="57919"/>
                </a:lnTo>
                <a:lnTo>
                  <a:pt x="260263" y="58625"/>
                </a:lnTo>
                <a:lnTo>
                  <a:pt x="259617" y="59348"/>
                </a:lnTo>
                <a:lnTo>
                  <a:pt x="258990" y="60091"/>
                </a:lnTo>
                <a:lnTo>
                  <a:pt x="258381" y="60852"/>
                </a:lnTo>
                <a:lnTo>
                  <a:pt x="257790" y="61631"/>
                </a:lnTo>
                <a:lnTo>
                  <a:pt x="257221" y="62431"/>
                </a:lnTo>
                <a:lnTo>
                  <a:pt x="256677" y="63254"/>
                </a:lnTo>
                <a:lnTo>
                  <a:pt x="256156" y="64101"/>
                </a:lnTo>
                <a:lnTo>
                  <a:pt x="255660" y="64971"/>
                </a:lnTo>
                <a:lnTo>
                  <a:pt x="255188" y="65864"/>
                </a:lnTo>
                <a:lnTo>
                  <a:pt x="254740" y="66781"/>
                </a:lnTo>
                <a:lnTo>
                  <a:pt x="254316" y="67721"/>
                </a:lnTo>
                <a:lnTo>
                  <a:pt x="253917" y="68685"/>
                </a:lnTo>
                <a:lnTo>
                  <a:pt x="253542" y="69672"/>
                </a:lnTo>
                <a:lnTo>
                  <a:pt x="253191" y="70682"/>
                </a:lnTo>
                <a:lnTo>
                  <a:pt x="252864" y="71716"/>
                </a:lnTo>
                <a:lnTo>
                  <a:pt x="252561" y="72773"/>
                </a:lnTo>
                <a:lnTo>
                  <a:pt x="252283" y="73854"/>
                </a:lnTo>
                <a:lnTo>
                  <a:pt x="252029" y="74958"/>
                </a:lnTo>
                <a:lnTo>
                  <a:pt x="251799" y="76085"/>
                </a:lnTo>
                <a:lnTo>
                  <a:pt x="251593" y="77236"/>
                </a:lnTo>
                <a:lnTo>
                  <a:pt x="251412" y="78410"/>
                </a:lnTo>
                <a:lnTo>
                  <a:pt x="251254" y="79607"/>
                </a:lnTo>
                <a:lnTo>
                  <a:pt x="251121" y="80828"/>
                </a:lnTo>
                <a:lnTo>
                  <a:pt x="251012" y="82073"/>
                </a:lnTo>
                <a:lnTo>
                  <a:pt x="250927" y="83340"/>
                </a:lnTo>
                <a:lnTo>
                  <a:pt x="250867" y="84631"/>
                </a:lnTo>
                <a:lnTo>
                  <a:pt x="250831" y="85946"/>
                </a:lnTo>
                <a:lnTo>
                  <a:pt x="250818" y="87284"/>
                </a:lnTo>
                <a:lnTo>
                  <a:pt x="282543" y="87284"/>
                </a:lnTo>
                <a:lnTo>
                  <a:pt x="282555" y="86374"/>
                </a:lnTo>
                <a:lnTo>
                  <a:pt x="282589" y="85486"/>
                </a:lnTo>
                <a:lnTo>
                  <a:pt x="282645" y="84620"/>
                </a:lnTo>
                <a:lnTo>
                  <a:pt x="282725" y="83774"/>
                </a:lnTo>
                <a:lnTo>
                  <a:pt x="282827" y="82950"/>
                </a:lnTo>
                <a:lnTo>
                  <a:pt x="282951" y="82147"/>
                </a:lnTo>
                <a:lnTo>
                  <a:pt x="283098" y="81365"/>
                </a:lnTo>
                <a:lnTo>
                  <a:pt x="283268" y="80604"/>
                </a:lnTo>
                <a:lnTo>
                  <a:pt x="283461" y="79865"/>
                </a:lnTo>
                <a:lnTo>
                  <a:pt x="283676" y="79147"/>
                </a:lnTo>
                <a:lnTo>
                  <a:pt x="283914" y="78450"/>
                </a:lnTo>
                <a:lnTo>
                  <a:pt x="284174" y="77774"/>
                </a:lnTo>
                <a:lnTo>
                  <a:pt x="284458" y="77120"/>
                </a:lnTo>
                <a:lnTo>
                  <a:pt x="284763" y="76487"/>
                </a:lnTo>
                <a:lnTo>
                  <a:pt x="285092" y="75874"/>
                </a:lnTo>
                <a:lnTo>
                  <a:pt x="285443" y="75284"/>
                </a:lnTo>
                <a:lnTo>
                  <a:pt x="285817" y="74714"/>
                </a:lnTo>
                <a:lnTo>
                  <a:pt x="286213" y="74166"/>
                </a:lnTo>
                <a:lnTo>
                  <a:pt x="286632" y="73639"/>
                </a:lnTo>
                <a:lnTo>
                  <a:pt x="287074" y="73133"/>
                </a:lnTo>
                <a:lnTo>
                  <a:pt x="287538" y="72648"/>
                </a:lnTo>
                <a:lnTo>
                  <a:pt x="288025" y="72184"/>
                </a:lnTo>
                <a:lnTo>
                  <a:pt x="288535" y="71742"/>
                </a:lnTo>
                <a:lnTo>
                  <a:pt x="289067" y="71321"/>
                </a:lnTo>
                <a:lnTo>
                  <a:pt x="289617" y="70919"/>
                </a:lnTo>
                <a:lnTo>
                  <a:pt x="290180" y="70534"/>
                </a:lnTo>
                <a:lnTo>
                  <a:pt x="290754" y="70166"/>
                </a:lnTo>
                <a:lnTo>
                  <a:pt x="291342" y="69815"/>
                </a:lnTo>
                <a:lnTo>
                  <a:pt x="291941" y="69481"/>
                </a:lnTo>
                <a:lnTo>
                  <a:pt x="292553" y="69165"/>
                </a:lnTo>
                <a:lnTo>
                  <a:pt x="293178" y="68865"/>
                </a:lnTo>
                <a:lnTo>
                  <a:pt x="293815" y="68583"/>
                </a:lnTo>
                <a:lnTo>
                  <a:pt x="294464" y="68318"/>
                </a:lnTo>
                <a:lnTo>
                  <a:pt x="295126" y="68069"/>
                </a:lnTo>
                <a:lnTo>
                  <a:pt x="295800" y="67838"/>
                </a:lnTo>
                <a:lnTo>
                  <a:pt x="296487" y="67624"/>
                </a:lnTo>
                <a:lnTo>
                  <a:pt x="297186" y="67428"/>
                </a:lnTo>
                <a:lnTo>
                  <a:pt x="297898" y="67248"/>
                </a:lnTo>
                <a:lnTo>
                  <a:pt x="298622" y="67085"/>
                </a:lnTo>
                <a:lnTo>
                  <a:pt x="299358" y="66940"/>
                </a:lnTo>
                <a:lnTo>
                  <a:pt x="300107" y="66811"/>
                </a:lnTo>
                <a:lnTo>
                  <a:pt x="300868" y="66700"/>
                </a:lnTo>
                <a:lnTo>
                  <a:pt x="301642" y="66606"/>
                </a:lnTo>
                <a:lnTo>
                  <a:pt x="302428" y="66529"/>
                </a:lnTo>
                <a:lnTo>
                  <a:pt x="303227" y="66469"/>
                </a:lnTo>
                <a:lnTo>
                  <a:pt x="304038" y="66426"/>
                </a:lnTo>
                <a:lnTo>
                  <a:pt x="304862" y="66401"/>
                </a:lnTo>
                <a:lnTo>
                  <a:pt x="305697" y="66392"/>
                </a:lnTo>
                <a:lnTo>
                  <a:pt x="306459" y="66400"/>
                </a:lnTo>
                <a:lnTo>
                  <a:pt x="307209" y="66424"/>
                </a:lnTo>
                <a:lnTo>
                  <a:pt x="307947" y="66464"/>
                </a:lnTo>
                <a:lnTo>
                  <a:pt x="308673" y="66520"/>
                </a:lnTo>
                <a:lnTo>
                  <a:pt x="309388" y="66593"/>
                </a:lnTo>
                <a:lnTo>
                  <a:pt x="310091" y="66681"/>
                </a:lnTo>
                <a:lnTo>
                  <a:pt x="310782" y="66785"/>
                </a:lnTo>
                <a:lnTo>
                  <a:pt x="311461" y="66906"/>
                </a:lnTo>
                <a:lnTo>
                  <a:pt x="312129" y="67042"/>
                </a:lnTo>
                <a:lnTo>
                  <a:pt x="312784" y="67194"/>
                </a:lnTo>
                <a:lnTo>
                  <a:pt x="313428" y="67363"/>
                </a:lnTo>
                <a:lnTo>
                  <a:pt x="314060" y="67547"/>
                </a:lnTo>
                <a:lnTo>
                  <a:pt x="314681" y="67748"/>
                </a:lnTo>
                <a:lnTo>
                  <a:pt x="315289" y="67965"/>
                </a:lnTo>
                <a:lnTo>
                  <a:pt x="315886" y="68197"/>
                </a:lnTo>
                <a:lnTo>
                  <a:pt x="316471" y="68446"/>
                </a:lnTo>
                <a:lnTo>
                  <a:pt x="317045" y="68711"/>
                </a:lnTo>
                <a:lnTo>
                  <a:pt x="317606" y="68992"/>
                </a:lnTo>
                <a:lnTo>
                  <a:pt x="318156" y="69288"/>
                </a:lnTo>
                <a:lnTo>
                  <a:pt x="318694" y="69601"/>
                </a:lnTo>
                <a:lnTo>
                  <a:pt x="319220" y="69930"/>
                </a:lnTo>
                <a:lnTo>
                  <a:pt x="319735" y="70275"/>
                </a:lnTo>
                <a:lnTo>
                  <a:pt x="320238" y="70636"/>
                </a:lnTo>
                <a:lnTo>
                  <a:pt x="320728" y="71013"/>
                </a:lnTo>
                <a:lnTo>
                  <a:pt x="321203" y="71412"/>
                </a:lnTo>
                <a:lnTo>
                  <a:pt x="321658" y="71839"/>
                </a:lnTo>
                <a:lnTo>
                  <a:pt x="322093" y="72292"/>
                </a:lnTo>
                <a:lnTo>
                  <a:pt x="322507" y="72774"/>
                </a:lnTo>
                <a:lnTo>
                  <a:pt x="322901" y="73283"/>
                </a:lnTo>
                <a:lnTo>
                  <a:pt x="323275" y="73819"/>
                </a:lnTo>
                <a:lnTo>
                  <a:pt x="323629" y="74383"/>
                </a:lnTo>
                <a:lnTo>
                  <a:pt x="323962" y="74975"/>
                </a:lnTo>
                <a:lnTo>
                  <a:pt x="324275" y="75593"/>
                </a:lnTo>
                <a:lnTo>
                  <a:pt x="324568" y="76240"/>
                </a:lnTo>
                <a:lnTo>
                  <a:pt x="324841" y="76914"/>
                </a:lnTo>
                <a:lnTo>
                  <a:pt x="325094" y="77615"/>
                </a:lnTo>
                <a:lnTo>
                  <a:pt x="325326" y="78344"/>
                </a:lnTo>
                <a:lnTo>
                  <a:pt x="325538" y="79101"/>
                </a:lnTo>
                <a:lnTo>
                  <a:pt x="325730" y="79885"/>
                </a:lnTo>
                <a:lnTo>
                  <a:pt x="325902" y="80696"/>
                </a:lnTo>
                <a:lnTo>
                  <a:pt x="326054" y="81535"/>
                </a:lnTo>
                <a:lnTo>
                  <a:pt x="326185" y="82402"/>
                </a:lnTo>
                <a:lnTo>
                  <a:pt x="326296" y="83296"/>
                </a:lnTo>
                <a:lnTo>
                  <a:pt x="326387" y="84218"/>
                </a:lnTo>
                <a:lnTo>
                  <a:pt x="326458" y="85167"/>
                </a:lnTo>
                <a:lnTo>
                  <a:pt x="326509" y="86143"/>
                </a:lnTo>
                <a:lnTo>
                  <a:pt x="326539" y="87147"/>
                </a:lnTo>
                <a:lnTo>
                  <a:pt x="326549" y="88179"/>
                </a:lnTo>
                <a:lnTo>
                  <a:pt x="326549" y="95043"/>
                </a:lnTo>
                <a:lnTo>
                  <a:pt x="324502" y="95090"/>
                </a:lnTo>
                <a:lnTo>
                  <a:pt x="322476" y="95147"/>
                </a:lnTo>
                <a:lnTo>
                  <a:pt x="320472" y="95213"/>
                </a:lnTo>
                <a:lnTo>
                  <a:pt x="318488" y="95288"/>
                </a:lnTo>
                <a:lnTo>
                  <a:pt x="316526" y="95373"/>
                </a:lnTo>
                <a:lnTo>
                  <a:pt x="314584" y="95466"/>
                </a:lnTo>
                <a:lnTo>
                  <a:pt x="312664" y="95569"/>
                </a:lnTo>
                <a:lnTo>
                  <a:pt x="310765" y="95681"/>
                </a:lnTo>
                <a:lnTo>
                  <a:pt x="308887" y="95802"/>
                </a:lnTo>
                <a:lnTo>
                  <a:pt x="307030" y="95933"/>
                </a:lnTo>
                <a:lnTo>
                  <a:pt x="305194" y="96072"/>
                </a:lnTo>
                <a:lnTo>
                  <a:pt x="303379" y="96221"/>
                </a:lnTo>
                <a:lnTo>
                  <a:pt x="301585" y="96379"/>
                </a:lnTo>
                <a:lnTo>
                  <a:pt x="299813" y="96546"/>
                </a:lnTo>
                <a:lnTo>
                  <a:pt x="298061" y="96723"/>
                </a:lnTo>
                <a:lnTo>
                  <a:pt x="296331" y="96908"/>
                </a:lnTo>
                <a:lnTo>
                  <a:pt x="294621" y="97103"/>
                </a:lnTo>
                <a:lnTo>
                  <a:pt x="292933" y="97307"/>
                </a:lnTo>
                <a:lnTo>
                  <a:pt x="291266" y="97521"/>
                </a:lnTo>
                <a:lnTo>
                  <a:pt x="289620" y="97743"/>
                </a:lnTo>
                <a:lnTo>
                  <a:pt x="287995" y="97975"/>
                </a:lnTo>
                <a:lnTo>
                  <a:pt x="286391" y="98215"/>
                </a:lnTo>
                <a:lnTo>
                  <a:pt x="284809" y="98465"/>
                </a:lnTo>
                <a:lnTo>
                  <a:pt x="283247" y="98725"/>
                </a:lnTo>
                <a:lnTo>
                  <a:pt x="281710" y="98998"/>
                </a:lnTo>
                <a:lnTo>
                  <a:pt x="280202" y="99292"/>
                </a:lnTo>
                <a:lnTo>
                  <a:pt x="278723" y="99605"/>
                </a:lnTo>
                <a:lnTo>
                  <a:pt x="277272" y="99938"/>
                </a:lnTo>
                <a:lnTo>
                  <a:pt x="275850" y="100291"/>
                </a:lnTo>
                <a:lnTo>
                  <a:pt x="274456" y="100663"/>
                </a:lnTo>
                <a:lnTo>
                  <a:pt x="273091" y="101055"/>
                </a:lnTo>
                <a:lnTo>
                  <a:pt x="271755" y="101467"/>
                </a:lnTo>
                <a:lnTo>
                  <a:pt x="270448" y="101899"/>
                </a:lnTo>
                <a:lnTo>
                  <a:pt x="269169" y="102350"/>
                </a:lnTo>
                <a:lnTo>
                  <a:pt x="267918" y="102821"/>
                </a:lnTo>
                <a:lnTo>
                  <a:pt x="266697" y="103312"/>
                </a:lnTo>
                <a:lnTo>
                  <a:pt x="265504" y="103822"/>
                </a:lnTo>
                <a:lnTo>
                  <a:pt x="264340" y="104353"/>
                </a:lnTo>
                <a:lnTo>
                  <a:pt x="263204" y="104903"/>
                </a:lnTo>
                <a:lnTo>
                  <a:pt x="262097" y="105473"/>
                </a:lnTo>
                <a:lnTo>
                  <a:pt x="261019" y="106062"/>
                </a:lnTo>
                <a:lnTo>
                  <a:pt x="259969" y="106671"/>
                </a:lnTo>
                <a:lnTo>
                  <a:pt x="258948" y="107300"/>
                </a:lnTo>
                <a:lnTo>
                  <a:pt x="257955" y="107949"/>
                </a:lnTo>
                <a:lnTo>
                  <a:pt x="256992" y="108618"/>
                </a:lnTo>
                <a:lnTo>
                  <a:pt x="256057" y="109306"/>
                </a:lnTo>
                <a:lnTo>
                  <a:pt x="255150" y="110014"/>
                </a:lnTo>
                <a:lnTo>
                  <a:pt x="254272" y="110741"/>
                </a:lnTo>
                <a:lnTo>
                  <a:pt x="253427" y="111494"/>
                </a:lnTo>
                <a:lnTo>
                  <a:pt x="252617" y="112276"/>
                </a:lnTo>
                <a:lnTo>
                  <a:pt x="251844" y="113087"/>
                </a:lnTo>
                <a:lnTo>
                  <a:pt x="251106" y="113929"/>
                </a:lnTo>
                <a:lnTo>
                  <a:pt x="250405" y="114800"/>
                </a:lnTo>
                <a:lnTo>
                  <a:pt x="249739" y="115702"/>
                </a:lnTo>
                <a:lnTo>
                  <a:pt x="249109" y="116633"/>
                </a:lnTo>
                <a:lnTo>
                  <a:pt x="248516" y="117594"/>
                </a:lnTo>
                <a:lnTo>
                  <a:pt x="247958" y="118585"/>
                </a:lnTo>
                <a:lnTo>
                  <a:pt x="247436" y="119605"/>
                </a:lnTo>
                <a:lnTo>
                  <a:pt x="246951" y="120656"/>
                </a:lnTo>
                <a:lnTo>
                  <a:pt x="246501" y="121736"/>
                </a:lnTo>
                <a:lnTo>
                  <a:pt x="246087" y="122846"/>
                </a:lnTo>
                <a:lnTo>
                  <a:pt x="245710" y="123986"/>
                </a:lnTo>
                <a:lnTo>
                  <a:pt x="245368" y="125156"/>
                </a:lnTo>
                <a:lnTo>
                  <a:pt x="245062" y="126355"/>
                </a:lnTo>
                <a:lnTo>
                  <a:pt x="244792" y="127585"/>
                </a:lnTo>
                <a:lnTo>
                  <a:pt x="244558" y="128844"/>
                </a:lnTo>
                <a:lnTo>
                  <a:pt x="244360" y="130133"/>
                </a:lnTo>
                <a:lnTo>
                  <a:pt x="244198" y="131452"/>
                </a:lnTo>
                <a:lnTo>
                  <a:pt x="244072" y="132801"/>
                </a:lnTo>
                <a:lnTo>
                  <a:pt x="243983" y="134179"/>
                </a:lnTo>
                <a:lnTo>
                  <a:pt x="243929" y="135587"/>
                </a:lnTo>
                <a:lnTo>
                  <a:pt x="243911" y="137026"/>
                </a:lnTo>
                <a:lnTo>
                  <a:pt x="243920" y="138062"/>
                </a:lnTo>
                <a:lnTo>
                  <a:pt x="243950" y="139085"/>
                </a:lnTo>
                <a:lnTo>
                  <a:pt x="244000" y="140092"/>
                </a:lnTo>
                <a:lnTo>
                  <a:pt x="244069" y="141085"/>
                </a:lnTo>
                <a:lnTo>
                  <a:pt x="244158" y="142064"/>
                </a:lnTo>
                <a:lnTo>
                  <a:pt x="244266" y="143028"/>
                </a:lnTo>
                <a:lnTo>
                  <a:pt x="244395" y="143977"/>
                </a:lnTo>
                <a:lnTo>
                  <a:pt x="244543" y="144912"/>
                </a:lnTo>
                <a:lnTo>
                  <a:pt x="244711" y="145832"/>
                </a:lnTo>
                <a:lnTo>
                  <a:pt x="244899" y="146738"/>
                </a:lnTo>
                <a:lnTo>
                  <a:pt x="245106" y="147629"/>
                </a:lnTo>
                <a:lnTo>
                  <a:pt x="245334" y="148506"/>
                </a:lnTo>
                <a:lnTo>
                  <a:pt x="245581" y="149368"/>
                </a:lnTo>
                <a:lnTo>
                  <a:pt x="245848" y="150215"/>
                </a:lnTo>
                <a:lnTo>
                  <a:pt x="246134" y="151048"/>
                </a:lnTo>
                <a:lnTo>
                  <a:pt x="246441" y="151867"/>
                </a:lnTo>
                <a:lnTo>
                  <a:pt x="246767" y="152670"/>
                </a:lnTo>
                <a:lnTo>
                  <a:pt x="247113" y="153460"/>
                </a:lnTo>
                <a:lnTo>
                  <a:pt x="247478" y="154234"/>
                </a:lnTo>
                <a:lnTo>
                  <a:pt x="247864" y="154994"/>
                </a:lnTo>
                <a:lnTo>
                  <a:pt x="248269" y="155740"/>
                </a:lnTo>
                <a:lnTo>
                  <a:pt x="248694" y="156471"/>
                </a:lnTo>
                <a:lnTo>
                  <a:pt x="249139" y="157187"/>
                </a:lnTo>
                <a:lnTo>
                  <a:pt x="249603" y="157889"/>
                </a:lnTo>
                <a:lnTo>
                  <a:pt x="250084" y="158576"/>
                </a:lnTo>
                <a:lnTo>
                  <a:pt x="250576" y="159248"/>
                </a:lnTo>
                <a:lnTo>
                  <a:pt x="251081" y="159906"/>
                </a:lnTo>
                <a:lnTo>
                  <a:pt x="251598" y="160550"/>
                </a:lnTo>
                <a:lnTo>
                  <a:pt x="252128" y="161178"/>
                </a:lnTo>
                <a:lnTo>
                  <a:pt x="252669" y="161792"/>
                </a:lnTo>
                <a:lnTo>
                  <a:pt x="253223" y="162392"/>
                </a:lnTo>
                <a:lnTo>
                  <a:pt x="253789" y="162977"/>
                </a:lnTo>
                <a:lnTo>
                  <a:pt x="254367" y="163547"/>
                </a:lnTo>
                <a:lnTo>
                  <a:pt x="254958" y="164103"/>
                </a:lnTo>
                <a:lnTo>
                  <a:pt x="255560" y="164644"/>
                </a:lnTo>
                <a:lnTo>
                  <a:pt x="256175" y="165171"/>
                </a:lnTo>
                <a:lnTo>
                  <a:pt x="256802" y="165683"/>
                </a:lnTo>
                <a:lnTo>
                  <a:pt x="257442" y="166180"/>
                </a:lnTo>
                <a:lnTo>
                  <a:pt x="258093" y="166663"/>
                </a:lnTo>
                <a:lnTo>
                  <a:pt x="258757" y="167132"/>
                </a:lnTo>
                <a:lnTo>
                  <a:pt x="259433" y="167585"/>
                </a:lnTo>
                <a:lnTo>
                  <a:pt x="260121" y="168025"/>
                </a:lnTo>
                <a:lnTo>
                  <a:pt x="260821" y="168449"/>
                </a:lnTo>
                <a:lnTo>
                  <a:pt x="261534" y="168859"/>
                </a:lnTo>
                <a:lnTo>
                  <a:pt x="262259" y="169255"/>
                </a:lnTo>
                <a:lnTo>
                  <a:pt x="262996" y="169636"/>
                </a:lnTo>
                <a:lnTo>
                  <a:pt x="263745" y="170002"/>
                </a:lnTo>
                <a:lnTo>
                  <a:pt x="264506" y="170354"/>
                </a:lnTo>
                <a:lnTo>
                  <a:pt x="265276" y="170691"/>
                </a:lnTo>
                <a:lnTo>
                  <a:pt x="266051" y="171014"/>
                </a:lnTo>
                <a:lnTo>
                  <a:pt x="266831" y="171322"/>
                </a:lnTo>
                <a:lnTo>
                  <a:pt x="267615" y="171617"/>
                </a:lnTo>
                <a:lnTo>
                  <a:pt x="268405" y="171897"/>
                </a:lnTo>
                <a:lnTo>
                  <a:pt x="269199" y="172162"/>
                </a:lnTo>
                <a:lnTo>
                  <a:pt x="269999" y="172413"/>
                </a:lnTo>
                <a:lnTo>
                  <a:pt x="270803" y="172650"/>
                </a:lnTo>
                <a:lnTo>
                  <a:pt x="271612" y="172873"/>
                </a:lnTo>
                <a:lnTo>
                  <a:pt x="272426" y="173081"/>
                </a:lnTo>
                <a:lnTo>
                  <a:pt x="273245" y="173274"/>
                </a:lnTo>
                <a:lnTo>
                  <a:pt x="274068" y="173454"/>
                </a:lnTo>
                <a:lnTo>
                  <a:pt x="274897" y="173619"/>
                </a:lnTo>
                <a:lnTo>
                  <a:pt x="275731" y="173770"/>
                </a:lnTo>
                <a:lnTo>
                  <a:pt x="276569" y="173906"/>
                </a:lnTo>
                <a:lnTo>
                  <a:pt x="277412" y="174028"/>
                </a:lnTo>
                <a:lnTo>
                  <a:pt x="278260" y="174136"/>
                </a:lnTo>
                <a:lnTo>
                  <a:pt x="279113" y="174229"/>
                </a:lnTo>
                <a:lnTo>
                  <a:pt x="279971" y="174308"/>
                </a:lnTo>
                <a:lnTo>
                  <a:pt x="280834" y="174372"/>
                </a:lnTo>
                <a:lnTo>
                  <a:pt x="281702" y="174423"/>
                </a:lnTo>
                <a:lnTo>
                  <a:pt x="282574" y="174458"/>
                </a:lnTo>
                <a:lnTo>
                  <a:pt x="283452" y="174480"/>
                </a:lnTo>
                <a:lnTo>
                  <a:pt x="284334" y="174487"/>
                </a:lnTo>
                <a:lnTo>
                  <a:pt x="285469" y="174479"/>
                </a:lnTo>
                <a:lnTo>
                  <a:pt x="286593" y="174455"/>
                </a:lnTo>
                <a:lnTo>
                  <a:pt x="287706" y="174414"/>
                </a:lnTo>
                <a:lnTo>
                  <a:pt x="288808" y="174357"/>
                </a:lnTo>
                <a:close/>
                <a:moveTo>
                  <a:pt x="292942" y="151096"/>
                </a:moveTo>
                <a:lnTo>
                  <a:pt x="292337" y="151035"/>
                </a:lnTo>
                <a:lnTo>
                  <a:pt x="291742" y="150960"/>
                </a:lnTo>
                <a:lnTo>
                  <a:pt x="291157" y="150872"/>
                </a:lnTo>
                <a:lnTo>
                  <a:pt x="290581" y="150770"/>
                </a:lnTo>
                <a:lnTo>
                  <a:pt x="290016" y="150654"/>
                </a:lnTo>
                <a:lnTo>
                  <a:pt x="289461" y="150525"/>
                </a:lnTo>
                <a:lnTo>
                  <a:pt x="288915" y="150382"/>
                </a:lnTo>
                <a:lnTo>
                  <a:pt x="288380" y="150226"/>
                </a:lnTo>
                <a:lnTo>
                  <a:pt x="287855" y="150056"/>
                </a:lnTo>
                <a:lnTo>
                  <a:pt x="287339" y="149872"/>
                </a:lnTo>
                <a:lnTo>
                  <a:pt x="286834" y="149675"/>
                </a:lnTo>
                <a:lnTo>
                  <a:pt x="286338" y="149464"/>
                </a:lnTo>
                <a:lnTo>
                  <a:pt x="285853" y="149240"/>
                </a:lnTo>
                <a:lnTo>
                  <a:pt x="285378" y="149001"/>
                </a:lnTo>
                <a:lnTo>
                  <a:pt x="284912" y="148750"/>
                </a:lnTo>
                <a:lnTo>
                  <a:pt x="284457" y="148485"/>
                </a:lnTo>
                <a:lnTo>
                  <a:pt x="284011" y="148206"/>
                </a:lnTo>
                <a:lnTo>
                  <a:pt x="283576" y="147913"/>
                </a:lnTo>
                <a:lnTo>
                  <a:pt x="283151" y="147607"/>
                </a:lnTo>
                <a:lnTo>
                  <a:pt x="282735" y="147288"/>
                </a:lnTo>
                <a:lnTo>
                  <a:pt x="282333" y="146954"/>
                </a:lnTo>
                <a:lnTo>
                  <a:pt x="281949" y="146606"/>
                </a:lnTo>
                <a:lnTo>
                  <a:pt x="281581" y="146243"/>
                </a:lnTo>
                <a:lnTo>
                  <a:pt x="281230" y="145865"/>
                </a:lnTo>
                <a:lnTo>
                  <a:pt x="280897" y="145474"/>
                </a:lnTo>
                <a:lnTo>
                  <a:pt x="280581" y="145067"/>
                </a:lnTo>
                <a:lnTo>
                  <a:pt x="280281" y="144646"/>
                </a:lnTo>
                <a:lnTo>
                  <a:pt x="279999" y="144211"/>
                </a:lnTo>
                <a:lnTo>
                  <a:pt x="279734" y="143761"/>
                </a:lnTo>
                <a:lnTo>
                  <a:pt x="279486" y="143297"/>
                </a:lnTo>
                <a:lnTo>
                  <a:pt x="279255" y="142818"/>
                </a:lnTo>
                <a:lnTo>
                  <a:pt x="279041" y="142324"/>
                </a:lnTo>
                <a:lnTo>
                  <a:pt x="278845" y="141817"/>
                </a:lnTo>
                <a:lnTo>
                  <a:pt x="278665" y="141294"/>
                </a:lnTo>
                <a:lnTo>
                  <a:pt x="278503" y="140757"/>
                </a:lnTo>
                <a:lnTo>
                  <a:pt x="278357" y="140206"/>
                </a:lnTo>
                <a:lnTo>
                  <a:pt x="278229" y="139640"/>
                </a:lnTo>
                <a:lnTo>
                  <a:pt x="278118" y="139059"/>
                </a:lnTo>
                <a:lnTo>
                  <a:pt x="278024" y="138464"/>
                </a:lnTo>
                <a:lnTo>
                  <a:pt x="277947" y="137854"/>
                </a:lnTo>
                <a:lnTo>
                  <a:pt x="277887" y="137230"/>
                </a:lnTo>
                <a:lnTo>
                  <a:pt x="277844" y="136592"/>
                </a:lnTo>
                <a:lnTo>
                  <a:pt x="277819" y="135938"/>
                </a:lnTo>
                <a:lnTo>
                  <a:pt x="277810" y="135271"/>
                </a:lnTo>
                <a:lnTo>
                  <a:pt x="277829" y="134345"/>
                </a:lnTo>
                <a:lnTo>
                  <a:pt x="277885" y="133442"/>
                </a:lnTo>
                <a:lnTo>
                  <a:pt x="277978" y="132559"/>
                </a:lnTo>
                <a:lnTo>
                  <a:pt x="278109" y="131699"/>
                </a:lnTo>
                <a:lnTo>
                  <a:pt x="278277" y="130859"/>
                </a:lnTo>
                <a:lnTo>
                  <a:pt x="278482" y="130042"/>
                </a:lnTo>
                <a:lnTo>
                  <a:pt x="278724" y="129246"/>
                </a:lnTo>
                <a:lnTo>
                  <a:pt x="279004" y="128471"/>
                </a:lnTo>
                <a:lnTo>
                  <a:pt x="279321" y="127718"/>
                </a:lnTo>
                <a:lnTo>
                  <a:pt x="279676" y="126987"/>
                </a:lnTo>
                <a:lnTo>
                  <a:pt x="280068" y="126277"/>
                </a:lnTo>
                <a:lnTo>
                  <a:pt x="280497" y="125589"/>
                </a:lnTo>
                <a:lnTo>
                  <a:pt x="280963" y="124922"/>
                </a:lnTo>
                <a:lnTo>
                  <a:pt x="281467" y="124276"/>
                </a:lnTo>
                <a:lnTo>
                  <a:pt x="282008" y="123653"/>
                </a:lnTo>
                <a:lnTo>
                  <a:pt x="282586" y="123051"/>
                </a:lnTo>
                <a:lnTo>
                  <a:pt x="283202" y="122470"/>
                </a:lnTo>
                <a:lnTo>
                  <a:pt x="283855" y="121911"/>
                </a:lnTo>
                <a:lnTo>
                  <a:pt x="284545" y="121373"/>
                </a:lnTo>
                <a:lnTo>
                  <a:pt x="285272" y="120857"/>
                </a:lnTo>
                <a:lnTo>
                  <a:pt x="286037" y="120363"/>
                </a:lnTo>
                <a:lnTo>
                  <a:pt x="286839" y="119890"/>
                </a:lnTo>
                <a:lnTo>
                  <a:pt x="287679" y="119438"/>
                </a:lnTo>
                <a:lnTo>
                  <a:pt x="288556" y="119008"/>
                </a:lnTo>
                <a:lnTo>
                  <a:pt x="289479" y="118598"/>
                </a:lnTo>
                <a:lnTo>
                  <a:pt x="290459" y="118204"/>
                </a:lnTo>
                <a:lnTo>
                  <a:pt x="291494" y="117828"/>
                </a:lnTo>
                <a:lnTo>
                  <a:pt x="292585" y="117468"/>
                </a:lnTo>
                <a:lnTo>
                  <a:pt x="293733" y="117126"/>
                </a:lnTo>
                <a:lnTo>
                  <a:pt x="294936" y="116800"/>
                </a:lnTo>
                <a:lnTo>
                  <a:pt x="296195" y="116492"/>
                </a:lnTo>
                <a:lnTo>
                  <a:pt x="297510" y="116200"/>
                </a:lnTo>
                <a:lnTo>
                  <a:pt x="298882" y="115925"/>
                </a:lnTo>
                <a:lnTo>
                  <a:pt x="300309" y="115668"/>
                </a:lnTo>
                <a:lnTo>
                  <a:pt x="301792" y="115427"/>
                </a:lnTo>
                <a:lnTo>
                  <a:pt x="303331" y="115204"/>
                </a:lnTo>
                <a:lnTo>
                  <a:pt x="304926" y="114997"/>
                </a:lnTo>
                <a:lnTo>
                  <a:pt x="306577" y="114808"/>
                </a:lnTo>
                <a:lnTo>
                  <a:pt x="308284" y="114635"/>
                </a:lnTo>
                <a:lnTo>
                  <a:pt x="310047" y="114480"/>
                </a:lnTo>
                <a:lnTo>
                  <a:pt x="311866" y="114341"/>
                </a:lnTo>
                <a:lnTo>
                  <a:pt x="313741" y="114220"/>
                </a:lnTo>
                <a:lnTo>
                  <a:pt x="315671" y="114115"/>
                </a:lnTo>
                <a:lnTo>
                  <a:pt x="317658" y="114028"/>
                </a:lnTo>
                <a:lnTo>
                  <a:pt x="319701" y="113957"/>
                </a:lnTo>
                <a:lnTo>
                  <a:pt x="321800" y="113904"/>
                </a:lnTo>
                <a:lnTo>
                  <a:pt x="323954" y="113867"/>
                </a:lnTo>
                <a:lnTo>
                  <a:pt x="326165" y="113848"/>
                </a:lnTo>
                <a:lnTo>
                  <a:pt x="326165" y="134487"/>
                </a:lnTo>
                <a:lnTo>
                  <a:pt x="325754" y="135029"/>
                </a:lnTo>
                <a:lnTo>
                  <a:pt x="325332" y="135565"/>
                </a:lnTo>
                <a:lnTo>
                  <a:pt x="324899" y="136097"/>
                </a:lnTo>
                <a:lnTo>
                  <a:pt x="324454" y="136623"/>
                </a:lnTo>
                <a:lnTo>
                  <a:pt x="323998" y="137145"/>
                </a:lnTo>
                <a:lnTo>
                  <a:pt x="323531" y="137662"/>
                </a:lnTo>
                <a:lnTo>
                  <a:pt x="323052" y="138173"/>
                </a:lnTo>
                <a:lnTo>
                  <a:pt x="322562" y="138680"/>
                </a:lnTo>
                <a:lnTo>
                  <a:pt x="322061" y="139182"/>
                </a:lnTo>
                <a:lnTo>
                  <a:pt x="321548" y="139679"/>
                </a:lnTo>
                <a:lnTo>
                  <a:pt x="321024" y="140171"/>
                </a:lnTo>
                <a:lnTo>
                  <a:pt x="320489" y="140657"/>
                </a:lnTo>
                <a:lnTo>
                  <a:pt x="319942" y="141139"/>
                </a:lnTo>
                <a:lnTo>
                  <a:pt x="319384" y="141616"/>
                </a:lnTo>
                <a:lnTo>
                  <a:pt x="318815" y="142088"/>
                </a:lnTo>
                <a:lnTo>
                  <a:pt x="318234" y="142555"/>
                </a:lnTo>
                <a:lnTo>
                  <a:pt x="317642" y="143017"/>
                </a:lnTo>
                <a:lnTo>
                  <a:pt x="317039" y="143474"/>
                </a:lnTo>
                <a:lnTo>
                  <a:pt x="316424" y="143926"/>
                </a:lnTo>
                <a:lnTo>
                  <a:pt x="315798" y="144373"/>
                </a:lnTo>
                <a:lnTo>
                  <a:pt x="315161" y="144816"/>
                </a:lnTo>
                <a:lnTo>
                  <a:pt x="314512" y="145253"/>
                </a:lnTo>
                <a:lnTo>
                  <a:pt x="313852" y="145685"/>
                </a:lnTo>
                <a:lnTo>
                  <a:pt x="313181" y="146112"/>
                </a:lnTo>
                <a:lnTo>
                  <a:pt x="312501" y="146528"/>
                </a:lnTo>
                <a:lnTo>
                  <a:pt x="311817" y="146926"/>
                </a:lnTo>
                <a:lnTo>
                  <a:pt x="311127" y="147306"/>
                </a:lnTo>
                <a:lnTo>
                  <a:pt x="310432" y="147668"/>
                </a:lnTo>
                <a:lnTo>
                  <a:pt x="309732" y="148013"/>
                </a:lnTo>
                <a:lnTo>
                  <a:pt x="309027" y="148340"/>
                </a:lnTo>
                <a:lnTo>
                  <a:pt x="308317" y="148650"/>
                </a:lnTo>
                <a:lnTo>
                  <a:pt x="307602" y="148942"/>
                </a:lnTo>
                <a:lnTo>
                  <a:pt x="306882" y="149216"/>
                </a:lnTo>
                <a:lnTo>
                  <a:pt x="306156" y="149472"/>
                </a:lnTo>
                <a:lnTo>
                  <a:pt x="305426" y="149711"/>
                </a:lnTo>
                <a:lnTo>
                  <a:pt x="304690" y="149932"/>
                </a:lnTo>
                <a:lnTo>
                  <a:pt x="303949" y="150135"/>
                </a:lnTo>
                <a:lnTo>
                  <a:pt x="303203" y="150321"/>
                </a:lnTo>
                <a:lnTo>
                  <a:pt x="302452" y="150489"/>
                </a:lnTo>
                <a:lnTo>
                  <a:pt x="301696" y="150639"/>
                </a:lnTo>
                <a:lnTo>
                  <a:pt x="300935" y="150772"/>
                </a:lnTo>
                <a:lnTo>
                  <a:pt x="300169" y="150887"/>
                </a:lnTo>
                <a:lnTo>
                  <a:pt x="299397" y="150984"/>
                </a:lnTo>
                <a:lnTo>
                  <a:pt x="298621" y="151064"/>
                </a:lnTo>
                <a:lnTo>
                  <a:pt x="297839" y="151126"/>
                </a:lnTo>
                <a:lnTo>
                  <a:pt x="297052" y="151170"/>
                </a:lnTo>
                <a:lnTo>
                  <a:pt x="296261" y="151196"/>
                </a:lnTo>
                <a:lnTo>
                  <a:pt x="295464" y="151205"/>
                </a:lnTo>
                <a:lnTo>
                  <a:pt x="294818" y="151198"/>
                </a:lnTo>
                <a:lnTo>
                  <a:pt x="294183" y="151178"/>
                </a:lnTo>
                <a:lnTo>
                  <a:pt x="293558" y="151144"/>
                </a:lnTo>
                <a:lnTo>
                  <a:pt x="292942" y="151096"/>
                </a:lnTo>
                <a:close/>
                <a:moveTo>
                  <a:pt x="548090" y="174324"/>
                </a:moveTo>
                <a:lnTo>
                  <a:pt x="549418" y="174233"/>
                </a:lnTo>
                <a:lnTo>
                  <a:pt x="550733" y="174121"/>
                </a:lnTo>
                <a:lnTo>
                  <a:pt x="552035" y="173989"/>
                </a:lnTo>
                <a:lnTo>
                  <a:pt x="553324" y="173836"/>
                </a:lnTo>
                <a:lnTo>
                  <a:pt x="554600" y="173663"/>
                </a:lnTo>
                <a:lnTo>
                  <a:pt x="555864" y="173470"/>
                </a:lnTo>
                <a:lnTo>
                  <a:pt x="557114" y="173256"/>
                </a:lnTo>
                <a:lnTo>
                  <a:pt x="558352" y="173022"/>
                </a:lnTo>
                <a:lnTo>
                  <a:pt x="559577" y="172768"/>
                </a:lnTo>
                <a:lnTo>
                  <a:pt x="560789" y="172493"/>
                </a:lnTo>
                <a:lnTo>
                  <a:pt x="561988" y="172198"/>
                </a:lnTo>
                <a:lnTo>
                  <a:pt x="563174" y="171883"/>
                </a:lnTo>
                <a:lnTo>
                  <a:pt x="564347" y="171547"/>
                </a:lnTo>
                <a:lnTo>
                  <a:pt x="565508" y="171191"/>
                </a:lnTo>
                <a:lnTo>
                  <a:pt x="566655" y="170814"/>
                </a:lnTo>
                <a:lnTo>
                  <a:pt x="567790" y="170417"/>
                </a:lnTo>
                <a:lnTo>
                  <a:pt x="568912" y="170000"/>
                </a:lnTo>
                <a:lnTo>
                  <a:pt x="570021" y="169563"/>
                </a:lnTo>
                <a:lnTo>
                  <a:pt x="571117" y="169105"/>
                </a:lnTo>
                <a:lnTo>
                  <a:pt x="572200" y="168627"/>
                </a:lnTo>
                <a:lnTo>
                  <a:pt x="573267" y="168129"/>
                </a:lnTo>
                <a:lnTo>
                  <a:pt x="574315" y="167612"/>
                </a:lnTo>
                <a:lnTo>
                  <a:pt x="575345" y="167076"/>
                </a:lnTo>
                <a:lnTo>
                  <a:pt x="576355" y="166521"/>
                </a:lnTo>
                <a:lnTo>
                  <a:pt x="577347" y="165948"/>
                </a:lnTo>
                <a:lnTo>
                  <a:pt x="578320" y="165355"/>
                </a:lnTo>
                <a:lnTo>
                  <a:pt x="579274" y="164743"/>
                </a:lnTo>
                <a:lnTo>
                  <a:pt x="580209" y="164113"/>
                </a:lnTo>
                <a:lnTo>
                  <a:pt x="581125" y="163463"/>
                </a:lnTo>
                <a:lnTo>
                  <a:pt x="582023" y="162794"/>
                </a:lnTo>
                <a:lnTo>
                  <a:pt x="582901" y="162107"/>
                </a:lnTo>
                <a:lnTo>
                  <a:pt x="583761" y="161400"/>
                </a:lnTo>
                <a:lnTo>
                  <a:pt x="584601" y="160674"/>
                </a:lnTo>
                <a:lnTo>
                  <a:pt x="585423" y="159930"/>
                </a:lnTo>
                <a:lnTo>
                  <a:pt x="586226" y="159166"/>
                </a:lnTo>
                <a:lnTo>
                  <a:pt x="587010" y="158384"/>
                </a:lnTo>
                <a:lnTo>
                  <a:pt x="587776" y="157582"/>
                </a:lnTo>
                <a:lnTo>
                  <a:pt x="588522" y="156762"/>
                </a:lnTo>
                <a:lnTo>
                  <a:pt x="589249" y="155923"/>
                </a:lnTo>
                <a:lnTo>
                  <a:pt x="589958" y="155064"/>
                </a:lnTo>
                <a:lnTo>
                  <a:pt x="590648" y="154187"/>
                </a:lnTo>
                <a:lnTo>
                  <a:pt x="591318" y="153291"/>
                </a:lnTo>
                <a:lnTo>
                  <a:pt x="591970" y="152375"/>
                </a:lnTo>
                <a:lnTo>
                  <a:pt x="592603" y="151441"/>
                </a:lnTo>
                <a:lnTo>
                  <a:pt x="593215" y="150488"/>
                </a:lnTo>
                <a:lnTo>
                  <a:pt x="593801" y="149517"/>
                </a:lnTo>
                <a:lnTo>
                  <a:pt x="594363" y="148527"/>
                </a:lnTo>
                <a:lnTo>
                  <a:pt x="594901" y="147520"/>
                </a:lnTo>
                <a:lnTo>
                  <a:pt x="595413" y="146494"/>
                </a:lnTo>
                <a:lnTo>
                  <a:pt x="595901" y="145451"/>
                </a:lnTo>
                <a:lnTo>
                  <a:pt x="596365" y="144389"/>
                </a:lnTo>
                <a:lnTo>
                  <a:pt x="596804" y="143309"/>
                </a:lnTo>
                <a:lnTo>
                  <a:pt x="597218" y="142212"/>
                </a:lnTo>
                <a:lnTo>
                  <a:pt x="597607" y="141096"/>
                </a:lnTo>
                <a:lnTo>
                  <a:pt x="597972" y="139962"/>
                </a:lnTo>
                <a:lnTo>
                  <a:pt x="598312" y="138810"/>
                </a:lnTo>
                <a:lnTo>
                  <a:pt x="598628" y="137639"/>
                </a:lnTo>
                <a:lnTo>
                  <a:pt x="598918" y="136451"/>
                </a:lnTo>
                <a:lnTo>
                  <a:pt x="599185" y="135245"/>
                </a:lnTo>
                <a:lnTo>
                  <a:pt x="599426" y="134020"/>
                </a:lnTo>
                <a:lnTo>
                  <a:pt x="599643" y="132778"/>
                </a:lnTo>
                <a:lnTo>
                  <a:pt x="599835" y="131517"/>
                </a:lnTo>
                <a:lnTo>
                  <a:pt x="600003" y="130239"/>
                </a:lnTo>
                <a:lnTo>
                  <a:pt x="600146" y="128942"/>
                </a:lnTo>
                <a:lnTo>
                  <a:pt x="600264" y="127627"/>
                </a:lnTo>
                <a:lnTo>
                  <a:pt x="600357" y="126294"/>
                </a:lnTo>
                <a:lnTo>
                  <a:pt x="600426" y="124943"/>
                </a:lnTo>
                <a:lnTo>
                  <a:pt x="600471" y="123574"/>
                </a:lnTo>
                <a:lnTo>
                  <a:pt x="567594" y="123574"/>
                </a:lnTo>
                <a:lnTo>
                  <a:pt x="567562" y="124549"/>
                </a:lnTo>
                <a:lnTo>
                  <a:pt x="567508" y="125505"/>
                </a:lnTo>
                <a:lnTo>
                  <a:pt x="567432" y="126443"/>
                </a:lnTo>
                <a:lnTo>
                  <a:pt x="567333" y="127362"/>
                </a:lnTo>
                <a:lnTo>
                  <a:pt x="567213" y="128263"/>
                </a:lnTo>
                <a:lnTo>
                  <a:pt x="567071" y="129144"/>
                </a:lnTo>
                <a:lnTo>
                  <a:pt x="566907" y="130008"/>
                </a:lnTo>
                <a:lnTo>
                  <a:pt x="566720" y="130852"/>
                </a:lnTo>
                <a:lnTo>
                  <a:pt x="566512" y="131678"/>
                </a:lnTo>
                <a:lnTo>
                  <a:pt x="566282" y="132485"/>
                </a:lnTo>
                <a:lnTo>
                  <a:pt x="566030" y="133274"/>
                </a:lnTo>
                <a:lnTo>
                  <a:pt x="565756" y="134043"/>
                </a:lnTo>
                <a:lnTo>
                  <a:pt x="565459" y="134795"/>
                </a:lnTo>
                <a:lnTo>
                  <a:pt x="565141" y="135527"/>
                </a:lnTo>
                <a:lnTo>
                  <a:pt x="564801" y="136241"/>
                </a:lnTo>
                <a:lnTo>
                  <a:pt x="564439" y="136936"/>
                </a:lnTo>
                <a:lnTo>
                  <a:pt x="564055" y="137613"/>
                </a:lnTo>
                <a:lnTo>
                  <a:pt x="563649" y="138271"/>
                </a:lnTo>
                <a:lnTo>
                  <a:pt x="563221" y="138910"/>
                </a:lnTo>
                <a:lnTo>
                  <a:pt x="562771" y="139531"/>
                </a:lnTo>
                <a:lnTo>
                  <a:pt x="562299" y="140133"/>
                </a:lnTo>
                <a:lnTo>
                  <a:pt x="561805" y="140716"/>
                </a:lnTo>
                <a:lnTo>
                  <a:pt x="561289" y="141281"/>
                </a:lnTo>
                <a:lnTo>
                  <a:pt x="560751" y="141827"/>
                </a:lnTo>
                <a:lnTo>
                  <a:pt x="560193" y="142352"/>
                </a:lnTo>
                <a:lnTo>
                  <a:pt x="559619" y="142855"/>
                </a:lnTo>
                <a:lnTo>
                  <a:pt x="559029" y="143335"/>
                </a:lnTo>
                <a:lnTo>
                  <a:pt x="558421" y="143793"/>
                </a:lnTo>
                <a:lnTo>
                  <a:pt x="557797" y="144229"/>
                </a:lnTo>
                <a:lnTo>
                  <a:pt x="557157" y="144643"/>
                </a:lnTo>
                <a:lnTo>
                  <a:pt x="556499" y="145034"/>
                </a:lnTo>
                <a:lnTo>
                  <a:pt x="555826" y="145402"/>
                </a:lnTo>
                <a:lnTo>
                  <a:pt x="555135" y="145749"/>
                </a:lnTo>
                <a:lnTo>
                  <a:pt x="554428" y="146073"/>
                </a:lnTo>
                <a:lnTo>
                  <a:pt x="553704" y="146375"/>
                </a:lnTo>
                <a:lnTo>
                  <a:pt x="552963" y="146654"/>
                </a:lnTo>
                <a:lnTo>
                  <a:pt x="552206" y="146911"/>
                </a:lnTo>
                <a:lnTo>
                  <a:pt x="551432" y="147146"/>
                </a:lnTo>
                <a:lnTo>
                  <a:pt x="550642" y="147358"/>
                </a:lnTo>
                <a:lnTo>
                  <a:pt x="549834" y="147548"/>
                </a:lnTo>
                <a:lnTo>
                  <a:pt x="549011" y="147715"/>
                </a:lnTo>
                <a:lnTo>
                  <a:pt x="548170" y="147861"/>
                </a:lnTo>
                <a:lnTo>
                  <a:pt x="547313" y="147984"/>
                </a:lnTo>
                <a:lnTo>
                  <a:pt x="546439" y="148084"/>
                </a:lnTo>
                <a:lnTo>
                  <a:pt x="545549" y="148162"/>
                </a:lnTo>
                <a:lnTo>
                  <a:pt x="544642" y="148218"/>
                </a:lnTo>
                <a:lnTo>
                  <a:pt x="543718" y="148252"/>
                </a:lnTo>
                <a:lnTo>
                  <a:pt x="542777" y="148263"/>
                </a:lnTo>
                <a:lnTo>
                  <a:pt x="541973" y="148255"/>
                </a:lnTo>
                <a:lnTo>
                  <a:pt x="541181" y="148231"/>
                </a:lnTo>
                <a:lnTo>
                  <a:pt x="540402" y="148192"/>
                </a:lnTo>
                <a:lnTo>
                  <a:pt x="539634" y="148137"/>
                </a:lnTo>
                <a:lnTo>
                  <a:pt x="538879" y="148066"/>
                </a:lnTo>
                <a:lnTo>
                  <a:pt x="538136" y="147980"/>
                </a:lnTo>
                <a:lnTo>
                  <a:pt x="537405" y="147878"/>
                </a:lnTo>
                <a:lnTo>
                  <a:pt x="536687" y="147760"/>
                </a:lnTo>
                <a:lnTo>
                  <a:pt x="535980" y="147626"/>
                </a:lnTo>
                <a:lnTo>
                  <a:pt x="535286" y="147477"/>
                </a:lnTo>
                <a:lnTo>
                  <a:pt x="534604" y="147311"/>
                </a:lnTo>
                <a:lnTo>
                  <a:pt x="533935" y="147131"/>
                </a:lnTo>
                <a:lnTo>
                  <a:pt x="533277" y="146934"/>
                </a:lnTo>
                <a:lnTo>
                  <a:pt x="532632" y="146722"/>
                </a:lnTo>
                <a:lnTo>
                  <a:pt x="531999" y="146494"/>
                </a:lnTo>
                <a:lnTo>
                  <a:pt x="531378" y="146250"/>
                </a:lnTo>
                <a:lnTo>
                  <a:pt x="530769" y="145990"/>
                </a:lnTo>
                <a:lnTo>
                  <a:pt x="530173" y="145715"/>
                </a:lnTo>
                <a:lnTo>
                  <a:pt x="529589" y="145424"/>
                </a:lnTo>
                <a:lnTo>
                  <a:pt x="529017" y="145118"/>
                </a:lnTo>
                <a:lnTo>
                  <a:pt x="528457" y="144795"/>
                </a:lnTo>
                <a:lnTo>
                  <a:pt x="527909" y="144457"/>
                </a:lnTo>
                <a:lnTo>
                  <a:pt x="527374" y="144103"/>
                </a:lnTo>
                <a:lnTo>
                  <a:pt x="526851" y="143734"/>
                </a:lnTo>
                <a:lnTo>
                  <a:pt x="526340" y="143349"/>
                </a:lnTo>
                <a:lnTo>
                  <a:pt x="525840" y="142950"/>
                </a:lnTo>
                <a:lnTo>
                  <a:pt x="525352" y="142537"/>
                </a:lnTo>
                <a:lnTo>
                  <a:pt x="524875" y="142110"/>
                </a:lnTo>
                <a:lnTo>
                  <a:pt x="524410" y="141668"/>
                </a:lnTo>
                <a:lnTo>
                  <a:pt x="523957" y="141213"/>
                </a:lnTo>
                <a:lnTo>
                  <a:pt x="523515" y="140743"/>
                </a:lnTo>
                <a:lnTo>
                  <a:pt x="523084" y="140259"/>
                </a:lnTo>
                <a:lnTo>
                  <a:pt x="522665" y="139761"/>
                </a:lnTo>
                <a:lnTo>
                  <a:pt x="522258" y="139249"/>
                </a:lnTo>
                <a:lnTo>
                  <a:pt x="521862" y="138723"/>
                </a:lnTo>
                <a:lnTo>
                  <a:pt x="521478" y="138183"/>
                </a:lnTo>
                <a:lnTo>
                  <a:pt x="521106" y="137629"/>
                </a:lnTo>
                <a:lnTo>
                  <a:pt x="520744" y="137060"/>
                </a:lnTo>
                <a:lnTo>
                  <a:pt x="520395" y="136477"/>
                </a:lnTo>
                <a:lnTo>
                  <a:pt x="520057" y="135881"/>
                </a:lnTo>
                <a:lnTo>
                  <a:pt x="519730" y="135270"/>
                </a:lnTo>
                <a:lnTo>
                  <a:pt x="519415" y="134645"/>
                </a:lnTo>
                <a:lnTo>
                  <a:pt x="519112" y="134005"/>
                </a:lnTo>
                <a:lnTo>
                  <a:pt x="518820" y="133352"/>
                </a:lnTo>
                <a:lnTo>
                  <a:pt x="518540" y="132685"/>
                </a:lnTo>
                <a:lnTo>
                  <a:pt x="518271" y="132003"/>
                </a:lnTo>
                <a:lnTo>
                  <a:pt x="518014" y="131307"/>
                </a:lnTo>
                <a:lnTo>
                  <a:pt x="517768" y="130598"/>
                </a:lnTo>
                <a:lnTo>
                  <a:pt x="517534" y="129874"/>
                </a:lnTo>
                <a:lnTo>
                  <a:pt x="517309" y="129138"/>
                </a:lnTo>
                <a:lnTo>
                  <a:pt x="517094" y="128389"/>
                </a:lnTo>
                <a:lnTo>
                  <a:pt x="516889" y="127628"/>
                </a:lnTo>
                <a:lnTo>
                  <a:pt x="516694" y="126855"/>
                </a:lnTo>
                <a:lnTo>
                  <a:pt x="516509" y="126069"/>
                </a:lnTo>
                <a:lnTo>
                  <a:pt x="516334" y="125270"/>
                </a:lnTo>
                <a:lnTo>
                  <a:pt x="516169" y="124459"/>
                </a:lnTo>
                <a:lnTo>
                  <a:pt x="516014" y="123635"/>
                </a:lnTo>
                <a:lnTo>
                  <a:pt x="515870" y="122798"/>
                </a:lnTo>
                <a:lnTo>
                  <a:pt x="515735" y="121950"/>
                </a:lnTo>
                <a:lnTo>
                  <a:pt x="515610" y="121088"/>
                </a:lnTo>
                <a:lnTo>
                  <a:pt x="515495" y="120214"/>
                </a:lnTo>
                <a:lnTo>
                  <a:pt x="515390" y="119328"/>
                </a:lnTo>
                <a:lnTo>
                  <a:pt x="515295" y="118429"/>
                </a:lnTo>
                <a:lnTo>
                  <a:pt x="515210" y="117517"/>
                </a:lnTo>
                <a:lnTo>
                  <a:pt x="515135" y="116593"/>
                </a:lnTo>
                <a:lnTo>
                  <a:pt x="515070" y="115657"/>
                </a:lnTo>
                <a:lnTo>
                  <a:pt x="515015" y="114708"/>
                </a:lnTo>
                <a:lnTo>
                  <a:pt x="514970" y="113746"/>
                </a:lnTo>
                <a:lnTo>
                  <a:pt x="514935" y="112772"/>
                </a:lnTo>
                <a:lnTo>
                  <a:pt x="514910" y="111785"/>
                </a:lnTo>
                <a:lnTo>
                  <a:pt x="514895" y="110786"/>
                </a:lnTo>
                <a:lnTo>
                  <a:pt x="514890" y="109774"/>
                </a:lnTo>
                <a:lnTo>
                  <a:pt x="514902" y="108212"/>
                </a:lnTo>
                <a:lnTo>
                  <a:pt x="514936" y="106681"/>
                </a:lnTo>
                <a:lnTo>
                  <a:pt x="514993" y="105178"/>
                </a:lnTo>
                <a:lnTo>
                  <a:pt x="515073" y="103706"/>
                </a:lnTo>
                <a:lnTo>
                  <a:pt x="515176" y="102263"/>
                </a:lnTo>
                <a:lnTo>
                  <a:pt x="515302" y="100849"/>
                </a:lnTo>
                <a:lnTo>
                  <a:pt x="515451" y="99466"/>
                </a:lnTo>
                <a:lnTo>
                  <a:pt x="515622" y="98112"/>
                </a:lnTo>
                <a:lnTo>
                  <a:pt x="515817" y="96787"/>
                </a:lnTo>
                <a:lnTo>
                  <a:pt x="516034" y="95493"/>
                </a:lnTo>
                <a:lnTo>
                  <a:pt x="516274" y="94228"/>
                </a:lnTo>
                <a:lnTo>
                  <a:pt x="516537" y="92992"/>
                </a:lnTo>
                <a:lnTo>
                  <a:pt x="516823" y="91786"/>
                </a:lnTo>
                <a:lnTo>
                  <a:pt x="517132" y="90610"/>
                </a:lnTo>
                <a:lnTo>
                  <a:pt x="517464" y="89464"/>
                </a:lnTo>
                <a:lnTo>
                  <a:pt x="517818" y="88347"/>
                </a:lnTo>
                <a:lnTo>
                  <a:pt x="518196" y="87260"/>
                </a:lnTo>
                <a:lnTo>
                  <a:pt x="518596" y="86202"/>
                </a:lnTo>
                <a:lnTo>
                  <a:pt x="519019" y="85174"/>
                </a:lnTo>
                <a:lnTo>
                  <a:pt x="519465" y="84176"/>
                </a:lnTo>
                <a:lnTo>
                  <a:pt x="519934" y="83208"/>
                </a:lnTo>
                <a:lnTo>
                  <a:pt x="520426" y="82269"/>
                </a:lnTo>
                <a:lnTo>
                  <a:pt x="520941" y="81359"/>
                </a:lnTo>
                <a:lnTo>
                  <a:pt x="521478" y="80480"/>
                </a:lnTo>
                <a:lnTo>
                  <a:pt x="522041" y="79633"/>
                </a:lnTo>
                <a:lnTo>
                  <a:pt x="522633" y="78822"/>
                </a:lnTo>
                <a:lnTo>
                  <a:pt x="523252" y="78047"/>
                </a:lnTo>
                <a:lnTo>
                  <a:pt x="523900" y="77309"/>
                </a:lnTo>
                <a:lnTo>
                  <a:pt x="524576" y="76606"/>
                </a:lnTo>
                <a:lnTo>
                  <a:pt x="525280" y="75939"/>
                </a:lnTo>
                <a:lnTo>
                  <a:pt x="526012" y="75309"/>
                </a:lnTo>
                <a:lnTo>
                  <a:pt x="526773" y="74714"/>
                </a:lnTo>
                <a:lnTo>
                  <a:pt x="527562" y="74156"/>
                </a:lnTo>
                <a:lnTo>
                  <a:pt x="528378" y="73633"/>
                </a:lnTo>
                <a:lnTo>
                  <a:pt x="529224" y="73147"/>
                </a:lnTo>
                <a:lnTo>
                  <a:pt x="530097" y="72696"/>
                </a:lnTo>
                <a:lnTo>
                  <a:pt x="530999" y="72282"/>
                </a:lnTo>
                <a:lnTo>
                  <a:pt x="531928" y="71904"/>
                </a:lnTo>
                <a:lnTo>
                  <a:pt x="532886" y="71561"/>
                </a:lnTo>
                <a:lnTo>
                  <a:pt x="533873" y="71255"/>
                </a:lnTo>
                <a:lnTo>
                  <a:pt x="534887" y="70985"/>
                </a:lnTo>
                <a:lnTo>
                  <a:pt x="535930" y="70750"/>
                </a:lnTo>
                <a:lnTo>
                  <a:pt x="537000" y="70552"/>
                </a:lnTo>
                <a:lnTo>
                  <a:pt x="538099" y="70390"/>
                </a:lnTo>
                <a:lnTo>
                  <a:pt x="539227" y="70264"/>
                </a:lnTo>
                <a:lnTo>
                  <a:pt x="540382" y="70174"/>
                </a:lnTo>
                <a:lnTo>
                  <a:pt x="541566" y="70120"/>
                </a:lnTo>
                <a:lnTo>
                  <a:pt x="542777" y="70102"/>
                </a:lnTo>
                <a:lnTo>
                  <a:pt x="543696" y="70112"/>
                </a:lnTo>
                <a:lnTo>
                  <a:pt x="544598" y="70143"/>
                </a:lnTo>
                <a:lnTo>
                  <a:pt x="545482" y="70194"/>
                </a:lnTo>
                <a:lnTo>
                  <a:pt x="546349" y="70266"/>
                </a:lnTo>
                <a:lnTo>
                  <a:pt x="547198" y="70358"/>
                </a:lnTo>
                <a:lnTo>
                  <a:pt x="548030" y="70471"/>
                </a:lnTo>
                <a:lnTo>
                  <a:pt x="548845" y="70604"/>
                </a:lnTo>
                <a:lnTo>
                  <a:pt x="549643" y="70757"/>
                </a:lnTo>
                <a:lnTo>
                  <a:pt x="550423" y="70932"/>
                </a:lnTo>
                <a:lnTo>
                  <a:pt x="551186" y="71126"/>
                </a:lnTo>
                <a:lnTo>
                  <a:pt x="551931" y="71341"/>
                </a:lnTo>
                <a:lnTo>
                  <a:pt x="552659" y="71577"/>
                </a:lnTo>
                <a:lnTo>
                  <a:pt x="553370" y="71833"/>
                </a:lnTo>
                <a:lnTo>
                  <a:pt x="554064" y="72110"/>
                </a:lnTo>
                <a:lnTo>
                  <a:pt x="554740" y="72407"/>
                </a:lnTo>
                <a:lnTo>
                  <a:pt x="555399" y="72724"/>
                </a:lnTo>
                <a:lnTo>
                  <a:pt x="556041" y="73062"/>
                </a:lnTo>
                <a:lnTo>
                  <a:pt x="556665" y="73421"/>
                </a:lnTo>
                <a:lnTo>
                  <a:pt x="557272" y="73800"/>
                </a:lnTo>
                <a:lnTo>
                  <a:pt x="557862" y="74199"/>
                </a:lnTo>
                <a:lnTo>
                  <a:pt x="558434" y="74619"/>
                </a:lnTo>
                <a:lnTo>
                  <a:pt x="558989" y="75060"/>
                </a:lnTo>
                <a:lnTo>
                  <a:pt x="559527" y="75521"/>
                </a:lnTo>
                <a:lnTo>
                  <a:pt x="560047" y="76002"/>
                </a:lnTo>
                <a:lnTo>
                  <a:pt x="560548" y="76501"/>
                </a:lnTo>
                <a:lnTo>
                  <a:pt x="561030" y="77014"/>
                </a:lnTo>
                <a:lnTo>
                  <a:pt x="561490" y="77541"/>
                </a:lnTo>
                <a:lnTo>
                  <a:pt x="561930" y="78082"/>
                </a:lnTo>
                <a:lnTo>
                  <a:pt x="562350" y="78636"/>
                </a:lnTo>
                <a:lnTo>
                  <a:pt x="562749" y="79205"/>
                </a:lnTo>
                <a:lnTo>
                  <a:pt x="563128" y="79788"/>
                </a:lnTo>
                <a:lnTo>
                  <a:pt x="563487" y="80385"/>
                </a:lnTo>
                <a:lnTo>
                  <a:pt x="563825" y="80997"/>
                </a:lnTo>
                <a:lnTo>
                  <a:pt x="564142" y="81622"/>
                </a:lnTo>
                <a:lnTo>
                  <a:pt x="564439" y="82261"/>
                </a:lnTo>
                <a:lnTo>
                  <a:pt x="564716" y="82914"/>
                </a:lnTo>
                <a:lnTo>
                  <a:pt x="564973" y="83581"/>
                </a:lnTo>
                <a:lnTo>
                  <a:pt x="565208" y="84263"/>
                </a:lnTo>
                <a:lnTo>
                  <a:pt x="565424" y="84958"/>
                </a:lnTo>
                <a:lnTo>
                  <a:pt x="565619" y="85668"/>
                </a:lnTo>
                <a:lnTo>
                  <a:pt x="565793" y="86391"/>
                </a:lnTo>
                <a:lnTo>
                  <a:pt x="565947" y="87129"/>
                </a:lnTo>
                <a:lnTo>
                  <a:pt x="566081" y="87880"/>
                </a:lnTo>
                <a:lnTo>
                  <a:pt x="566194" y="88646"/>
                </a:lnTo>
                <a:lnTo>
                  <a:pt x="566287" y="89426"/>
                </a:lnTo>
                <a:lnTo>
                  <a:pt x="566360" y="90219"/>
                </a:lnTo>
                <a:lnTo>
                  <a:pt x="566412" y="91027"/>
                </a:lnTo>
                <a:lnTo>
                  <a:pt x="566443" y="91849"/>
                </a:lnTo>
                <a:lnTo>
                  <a:pt x="599319" y="91849"/>
                </a:lnTo>
                <a:lnTo>
                  <a:pt x="599296" y="90515"/>
                </a:lnTo>
                <a:lnTo>
                  <a:pt x="599247" y="89200"/>
                </a:lnTo>
                <a:lnTo>
                  <a:pt x="599172" y="87905"/>
                </a:lnTo>
                <a:lnTo>
                  <a:pt x="599071" y="86628"/>
                </a:lnTo>
                <a:lnTo>
                  <a:pt x="598944" y="85371"/>
                </a:lnTo>
                <a:lnTo>
                  <a:pt x="598792" y="84133"/>
                </a:lnTo>
                <a:lnTo>
                  <a:pt x="598614" y="82914"/>
                </a:lnTo>
                <a:lnTo>
                  <a:pt x="598410" y="81715"/>
                </a:lnTo>
                <a:lnTo>
                  <a:pt x="598180" y="80535"/>
                </a:lnTo>
                <a:lnTo>
                  <a:pt x="597925" y="79373"/>
                </a:lnTo>
                <a:lnTo>
                  <a:pt x="597644" y="78231"/>
                </a:lnTo>
                <a:lnTo>
                  <a:pt x="597337" y="77109"/>
                </a:lnTo>
                <a:lnTo>
                  <a:pt x="597004" y="76005"/>
                </a:lnTo>
                <a:lnTo>
                  <a:pt x="596645" y="74921"/>
                </a:lnTo>
                <a:lnTo>
                  <a:pt x="596261" y="73856"/>
                </a:lnTo>
                <a:lnTo>
                  <a:pt x="595851" y="72810"/>
                </a:lnTo>
                <a:lnTo>
                  <a:pt x="595416" y="71783"/>
                </a:lnTo>
                <a:lnTo>
                  <a:pt x="594954" y="70775"/>
                </a:lnTo>
                <a:lnTo>
                  <a:pt x="594467" y="69787"/>
                </a:lnTo>
                <a:lnTo>
                  <a:pt x="593954" y="68818"/>
                </a:lnTo>
                <a:lnTo>
                  <a:pt x="593415" y="67868"/>
                </a:lnTo>
                <a:lnTo>
                  <a:pt x="592850" y="66937"/>
                </a:lnTo>
                <a:lnTo>
                  <a:pt x="592260" y="66025"/>
                </a:lnTo>
                <a:lnTo>
                  <a:pt x="591644" y="65133"/>
                </a:lnTo>
                <a:lnTo>
                  <a:pt x="591006" y="64259"/>
                </a:lnTo>
                <a:lnTo>
                  <a:pt x="590350" y="63404"/>
                </a:lnTo>
                <a:lnTo>
                  <a:pt x="589675" y="62567"/>
                </a:lnTo>
                <a:lnTo>
                  <a:pt x="588983" y="61748"/>
                </a:lnTo>
                <a:lnTo>
                  <a:pt x="588272" y="60947"/>
                </a:lnTo>
                <a:lnTo>
                  <a:pt x="587542" y="60165"/>
                </a:lnTo>
                <a:lnTo>
                  <a:pt x="586795" y="59401"/>
                </a:lnTo>
                <a:lnTo>
                  <a:pt x="586030" y="58655"/>
                </a:lnTo>
                <a:lnTo>
                  <a:pt x="585246" y="57928"/>
                </a:lnTo>
                <a:lnTo>
                  <a:pt x="584444" y="57219"/>
                </a:lnTo>
                <a:lnTo>
                  <a:pt x="583624" y="56528"/>
                </a:lnTo>
                <a:lnTo>
                  <a:pt x="582785" y="55855"/>
                </a:lnTo>
                <a:lnTo>
                  <a:pt x="581929" y="55201"/>
                </a:lnTo>
                <a:lnTo>
                  <a:pt x="581054" y="54565"/>
                </a:lnTo>
                <a:lnTo>
                  <a:pt x="580161" y="53947"/>
                </a:lnTo>
                <a:lnTo>
                  <a:pt x="579250" y="53348"/>
                </a:lnTo>
                <a:lnTo>
                  <a:pt x="578320" y="52767"/>
                </a:lnTo>
                <a:lnTo>
                  <a:pt x="577373" y="52204"/>
                </a:lnTo>
                <a:lnTo>
                  <a:pt x="576407" y="51659"/>
                </a:lnTo>
                <a:lnTo>
                  <a:pt x="575423" y="51133"/>
                </a:lnTo>
                <a:lnTo>
                  <a:pt x="574420" y="50625"/>
                </a:lnTo>
                <a:lnTo>
                  <a:pt x="573400" y="50135"/>
                </a:lnTo>
                <a:lnTo>
                  <a:pt x="572361" y="49664"/>
                </a:lnTo>
                <a:lnTo>
                  <a:pt x="571304" y="49210"/>
                </a:lnTo>
                <a:lnTo>
                  <a:pt x="570233" y="48775"/>
                </a:lnTo>
                <a:lnTo>
                  <a:pt x="569151" y="48359"/>
                </a:lnTo>
                <a:lnTo>
                  <a:pt x="568058" y="47961"/>
                </a:lnTo>
                <a:lnTo>
                  <a:pt x="566955" y="47581"/>
                </a:lnTo>
                <a:lnTo>
                  <a:pt x="565841" y="47220"/>
                </a:lnTo>
                <a:lnTo>
                  <a:pt x="564716" y="46877"/>
                </a:lnTo>
                <a:lnTo>
                  <a:pt x="563581" y="46553"/>
                </a:lnTo>
                <a:lnTo>
                  <a:pt x="562435" y="46248"/>
                </a:lnTo>
                <a:lnTo>
                  <a:pt x="561278" y="45961"/>
                </a:lnTo>
                <a:lnTo>
                  <a:pt x="560111" y="45692"/>
                </a:lnTo>
                <a:lnTo>
                  <a:pt x="558933" y="45442"/>
                </a:lnTo>
                <a:lnTo>
                  <a:pt x="557744" y="45211"/>
                </a:lnTo>
                <a:lnTo>
                  <a:pt x="556545" y="44998"/>
                </a:lnTo>
                <a:lnTo>
                  <a:pt x="555335" y="44803"/>
                </a:lnTo>
                <a:lnTo>
                  <a:pt x="554115" y="44628"/>
                </a:lnTo>
                <a:lnTo>
                  <a:pt x="552883" y="44470"/>
                </a:lnTo>
                <a:lnTo>
                  <a:pt x="551641" y="44331"/>
                </a:lnTo>
                <a:lnTo>
                  <a:pt x="550389" y="44211"/>
                </a:lnTo>
                <a:lnTo>
                  <a:pt x="549126" y="44109"/>
                </a:lnTo>
                <a:lnTo>
                  <a:pt x="547852" y="44026"/>
                </a:lnTo>
                <a:lnTo>
                  <a:pt x="546567" y="43961"/>
                </a:lnTo>
                <a:lnTo>
                  <a:pt x="545272" y="43915"/>
                </a:lnTo>
                <a:lnTo>
                  <a:pt x="543966" y="43887"/>
                </a:lnTo>
                <a:lnTo>
                  <a:pt x="542649" y="43878"/>
                </a:lnTo>
                <a:lnTo>
                  <a:pt x="541132" y="43890"/>
                </a:lnTo>
                <a:lnTo>
                  <a:pt x="539630" y="43927"/>
                </a:lnTo>
                <a:lnTo>
                  <a:pt x="538141" y="43988"/>
                </a:lnTo>
                <a:lnTo>
                  <a:pt x="536667" y="44074"/>
                </a:lnTo>
                <a:lnTo>
                  <a:pt x="535208" y="44185"/>
                </a:lnTo>
                <a:lnTo>
                  <a:pt x="533763" y="44320"/>
                </a:lnTo>
                <a:lnTo>
                  <a:pt x="532332" y="44480"/>
                </a:lnTo>
                <a:lnTo>
                  <a:pt x="530916" y="44665"/>
                </a:lnTo>
                <a:lnTo>
                  <a:pt x="529514" y="44874"/>
                </a:lnTo>
                <a:lnTo>
                  <a:pt x="528127" y="45107"/>
                </a:lnTo>
                <a:lnTo>
                  <a:pt x="526754" y="45366"/>
                </a:lnTo>
                <a:lnTo>
                  <a:pt x="525396" y="45649"/>
                </a:lnTo>
                <a:lnTo>
                  <a:pt x="524052" y="45956"/>
                </a:lnTo>
                <a:lnTo>
                  <a:pt x="522722" y="46288"/>
                </a:lnTo>
                <a:lnTo>
                  <a:pt x="521407" y="46645"/>
                </a:lnTo>
                <a:lnTo>
                  <a:pt x="520107" y="47026"/>
                </a:lnTo>
                <a:lnTo>
                  <a:pt x="518820" y="47432"/>
                </a:lnTo>
                <a:lnTo>
                  <a:pt x="517549" y="47862"/>
                </a:lnTo>
                <a:lnTo>
                  <a:pt x="516291" y="48317"/>
                </a:lnTo>
                <a:lnTo>
                  <a:pt x="515048" y="48797"/>
                </a:lnTo>
                <a:lnTo>
                  <a:pt x="513820" y="49301"/>
                </a:lnTo>
                <a:lnTo>
                  <a:pt x="512606" y="49830"/>
                </a:lnTo>
                <a:lnTo>
                  <a:pt x="511406" y="50383"/>
                </a:lnTo>
                <a:lnTo>
                  <a:pt x="510221" y="50961"/>
                </a:lnTo>
                <a:lnTo>
                  <a:pt x="509054" y="51565"/>
                </a:lnTo>
                <a:lnTo>
                  <a:pt x="507908" y="52194"/>
                </a:lnTo>
                <a:lnTo>
                  <a:pt x="506784" y="52849"/>
                </a:lnTo>
                <a:lnTo>
                  <a:pt x="505681" y="53530"/>
                </a:lnTo>
                <a:lnTo>
                  <a:pt x="504600" y="54237"/>
                </a:lnTo>
                <a:lnTo>
                  <a:pt x="503541" y="54970"/>
                </a:lnTo>
                <a:lnTo>
                  <a:pt x="502503" y="55729"/>
                </a:lnTo>
                <a:lnTo>
                  <a:pt x="501487" y="56514"/>
                </a:lnTo>
                <a:lnTo>
                  <a:pt x="500492" y="57325"/>
                </a:lnTo>
                <a:lnTo>
                  <a:pt x="499519" y="58162"/>
                </a:lnTo>
                <a:lnTo>
                  <a:pt x="498567" y="59024"/>
                </a:lnTo>
                <a:lnTo>
                  <a:pt x="497637" y="59913"/>
                </a:lnTo>
                <a:lnTo>
                  <a:pt x="496728" y="60828"/>
                </a:lnTo>
                <a:lnTo>
                  <a:pt x="495841" y="61768"/>
                </a:lnTo>
                <a:lnTo>
                  <a:pt x="494975" y="62735"/>
                </a:lnTo>
                <a:lnTo>
                  <a:pt x="494131" y="63727"/>
                </a:lnTo>
                <a:lnTo>
                  <a:pt x="493309" y="64745"/>
                </a:lnTo>
                <a:lnTo>
                  <a:pt x="492508" y="65790"/>
                </a:lnTo>
                <a:lnTo>
                  <a:pt x="491728" y="66860"/>
                </a:lnTo>
                <a:lnTo>
                  <a:pt x="490970" y="67956"/>
                </a:lnTo>
                <a:lnTo>
                  <a:pt x="490234" y="69078"/>
                </a:lnTo>
                <a:lnTo>
                  <a:pt x="489519" y="70226"/>
                </a:lnTo>
                <a:lnTo>
                  <a:pt x="488826" y="71400"/>
                </a:lnTo>
                <a:lnTo>
                  <a:pt x="488154" y="72600"/>
                </a:lnTo>
                <a:lnTo>
                  <a:pt x="487507" y="73827"/>
                </a:lnTo>
                <a:lnTo>
                  <a:pt x="486887" y="75082"/>
                </a:lnTo>
                <a:lnTo>
                  <a:pt x="486295" y="76365"/>
                </a:lnTo>
                <a:lnTo>
                  <a:pt x="485731" y="77676"/>
                </a:lnTo>
                <a:lnTo>
                  <a:pt x="485194" y="79015"/>
                </a:lnTo>
                <a:lnTo>
                  <a:pt x="484684" y="80381"/>
                </a:lnTo>
                <a:lnTo>
                  <a:pt x="484202" y="81776"/>
                </a:lnTo>
                <a:lnTo>
                  <a:pt x="483748" y="83199"/>
                </a:lnTo>
                <a:lnTo>
                  <a:pt x="483321" y="84650"/>
                </a:lnTo>
                <a:lnTo>
                  <a:pt x="482922" y="86128"/>
                </a:lnTo>
                <a:lnTo>
                  <a:pt x="482550" y="87635"/>
                </a:lnTo>
                <a:lnTo>
                  <a:pt x="482206" y="89169"/>
                </a:lnTo>
                <a:lnTo>
                  <a:pt x="481889" y="90732"/>
                </a:lnTo>
                <a:lnTo>
                  <a:pt x="481600" y="92323"/>
                </a:lnTo>
                <a:lnTo>
                  <a:pt x="481338" y="93941"/>
                </a:lnTo>
                <a:lnTo>
                  <a:pt x="481104" y="95587"/>
                </a:lnTo>
                <a:lnTo>
                  <a:pt x="480898" y="97262"/>
                </a:lnTo>
                <a:lnTo>
                  <a:pt x="480719" y="98964"/>
                </a:lnTo>
                <a:lnTo>
                  <a:pt x="480567" y="100695"/>
                </a:lnTo>
                <a:lnTo>
                  <a:pt x="480443" y="102453"/>
                </a:lnTo>
                <a:lnTo>
                  <a:pt x="480347" y="104239"/>
                </a:lnTo>
                <a:lnTo>
                  <a:pt x="480278" y="106054"/>
                </a:lnTo>
                <a:lnTo>
                  <a:pt x="480237" y="107896"/>
                </a:lnTo>
                <a:lnTo>
                  <a:pt x="480223" y="109766"/>
                </a:lnTo>
                <a:lnTo>
                  <a:pt x="480237" y="111636"/>
                </a:lnTo>
                <a:lnTo>
                  <a:pt x="480281" y="113477"/>
                </a:lnTo>
                <a:lnTo>
                  <a:pt x="480353" y="115290"/>
                </a:lnTo>
                <a:lnTo>
                  <a:pt x="480454" y="117073"/>
                </a:lnTo>
                <a:lnTo>
                  <a:pt x="480584" y="118828"/>
                </a:lnTo>
                <a:lnTo>
                  <a:pt x="480743" y="120553"/>
                </a:lnTo>
                <a:lnTo>
                  <a:pt x="480930" y="122250"/>
                </a:lnTo>
                <a:lnTo>
                  <a:pt x="481147" y="123918"/>
                </a:lnTo>
                <a:lnTo>
                  <a:pt x="481392" y="125557"/>
                </a:lnTo>
                <a:lnTo>
                  <a:pt x="481667" y="127167"/>
                </a:lnTo>
                <a:lnTo>
                  <a:pt x="481970" y="128748"/>
                </a:lnTo>
                <a:lnTo>
                  <a:pt x="482302" y="130301"/>
                </a:lnTo>
                <a:lnTo>
                  <a:pt x="482663" y="131824"/>
                </a:lnTo>
                <a:lnTo>
                  <a:pt x="483052" y="133319"/>
                </a:lnTo>
                <a:lnTo>
                  <a:pt x="483471" y="134784"/>
                </a:lnTo>
                <a:lnTo>
                  <a:pt x="483919" y="136221"/>
                </a:lnTo>
                <a:lnTo>
                  <a:pt x="484395" y="137629"/>
                </a:lnTo>
                <a:lnTo>
                  <a:pt x="484900" y="139008"/>
                </a:lnTo>
                <a:lnTo>
                  <a:pt x="485434" y="140358"/>
                </a:lnTo>
                <a:lnTo>
                  <a:pt x="485997" y="141680"/>
                </a:lnTo>
                <a:lnTo>
                  <a:pt x="486589" y="142972"/>
                </a:lnTo>
                <a:lnTo>
                  <a:pt x="487210" y="144236"/>
                </a:lnTo>
                <a:lnTo>
                  <a:pt x="487860" y="145470"/>
                </a:lnTo>
                <a:lnTo>
                  <a:pt x="488538" y="146676"/>
                </a:lnTo>
                <a:lnTo>
                  <a:pt x="489241" y="147854"/>
                </a:lnTo>
                <a:lnTo>
                  <a:pt x="489965" y="149006"/>
                </a:lnTo>
                <a:lnTo>
                  <a:pt x="490709" y="150132"/>
                </a:lnTo>
                <a:lnTo>
                  <a:pt x="491473" y="151232"/>
                </a:lnTo>
                <a:lnTo>
                  <a:pt x="492258" y="152305"/>
                </a:lnTo>
                <a:lnTo>
                  <a:pt x="493063" y="153353"/>
                </a:lnTo>
                <a:lnTo>
                  <a:pt x="493889" y="154374"/>
                </a:lnTo>
                <a:lnTo>
                  <a:pt x="494735" y="155369"/>
                </a:lnTo>
                <a:lnTo>
                  <a:pt x="495602" y="156338"/>
                </a:lnTo>
                <a:lnTo>
                  <a:pt x="496489" y="157280"/>
                </a:lnTo>
                <a:lnTo>
                  <a:pt x="497396" y="158197"/>
                </a:lnTo>
                <a:lnTo>
                  <a:pt x="498324" y="159087"/>
                </a:lnTo>
                <a:lnTo>
                  <a:pt x="499272" y="159952"/>
                </a:lnTo>
                <a:lnTo>
                  <a:pt x="500241" y="160790"/>
                </a:lnTo>
                <a:lnTo>
                  <a:pt x="501230" y="161602"/>
                </a:lnTo>
                <a:lnTo>
                  <a:pt x="502240" y="162387"/>
                </a:lnTo>
                <a:lnTo>
                  <a:pt x="503270" y="163147"/>
                </a:lnTo>
                <a:lnTo>
                  <a:pt x="504321" y="163880"/>
                </a:lnTo>
                <a:lnTo>
                  <a:pt x="505391" y="164588"/>
                </a:lnTo>
                <a:lnTo>
                  <a:pt x="506483" y="165269"/>
                </a:lnTo>
                <a:lnTo>
                  <a:pt x="507595" y="165923"/>
                </a:lnTo>
                <a:lnTo>
                  <a:pt x="508727" y="166552"/>
                </a:lnTo>
                <a:lnTo>
                  <a:pt x="509879" y="167155"/>
                </a:lnTo>
                <a:lnTo>
                  <a:pt x="511052" y="167731"/>
                </a:lnTo>
                <a:lnTo>
                  <a:pt x="512241" y="168282"/>
                </a:lnTo>
                <a:lnTo>
                  <a:pt x="513441" y="168810"/>
                </a:lnTo>
                <a:lnTo>
                  <a:pt x="514652" y="169315"/>
                </a:lnTo>
                <a:lnTo>
                  <a:pt x="515874" y="169796"/>
                </a:lnTo>
                <a:lnTo>
                  <a:pt x="517108" y="170253"/>
                </a:lnTo>
                <a:lnTo>
                  <a:pt x="518352" y="170687"/>
                </a:lnTo>
                <a:lnTo>
                  <a:pt x="519608" y="171097"/>
                </a:lnTo>
                <a:lnTo>
                  <a:pt x="520874" y="171485"/>
                </a:lnTo>
                <a:lnTo>
                  <a:pt x="522152" y="171848"/>
                </a:lnTo>
                <a:lnTo>
                  <a:pt x="523441" y="172188"/>
                </a:lnTo>
                <a:lnTo>
                  <a:pt x="524740" y="172505"/>
                </a:lnTo>
                <a:lnTo>
                  <a:pt x="526051" y="172798"/>
                </a:lnTo>
                <a:lnTo>
                  <a:pt x="527374" y="173068"/>
                </a:lnTo>
                <a:lnTo>
                  <a:pt x="528707" y="173314"/>
                </a:lnTo>
                <a:lnTo>
                  <a:pt x="530051" y="173537"/>
                </a:lnTo>
                <a:lnTo>
                  <a:pt x="531406" y="173736"/>
                </a:lnTo>
                <a:lnTo>
                  <a:pt x="532773" y="173912"/>
                </a:lnTo>
                <a:lnTo>
                  <a:pt x="534151" y="174065"/>
                </a:lnTo>
                <a:lnTo>
                  <a:pt x="535539" y="174194"/>
                </a:lnTo>
                <a:lnTo>
                  <a:pt x="536939" y="174299"/>
                </a:lnTo>
                <a:lnTo>
                  <a:pt x="538350" y="174382"/>
                </a:lnTo>
                <a:lnTo>
                  <a:pt x="539772" y="174440"/>
                </a:lnTo>
                <a:lnTo>
                  <a:pt x="541205" y="174475"/>
                </a:lnTo>
                <a:lnTo>
                  <a:pt x="542649" y="174487"/>
                </a:lnTo>
                <a:lnTo>
                  <a:pt x="544029" y="174477"/>
                </a:lnTo>
                <a:lnTo>
                  <a:pt x="545395" y="174446"/>
                </a:lnTo>
                <a:lnTo>
                  <a:pt x="546749" y="174396"/>
                </a:lnTo>
                <a:lnTo>
                  <a:pt x="548090" y="174324"/>
                </a:lnTo>
                <a:close/>
                <a:moveTo>
                  <a:pt x="999772" y="174275"/>
                </a:moveTo>
                <a:lnTo>
                  <a:pt x="1001294" y="174156"/>
                </a:lnTo>
                <a:lnTo>
                  <a:pt x="1002799" y="174010"/>
                </a:lnTo>
                <a:lnTo>
                  <a:pt x="1004287" y="173838"/>
                </a:lnTo>
                <a:lnTo>
                  <a:pt x="1005758" y="173639"/>
                </a:lnTo>
                <a:lnTo>
                  <a:pt x="1007212" y="173413"/>
                </a:lnTo>
                <a:lnTo>
                  <a:pt x="1008648" y="173162"/>
                </a:lnTo>
                <a:lnTo>
                  <a:pt x="1010068" y="172883"/>
                </a:lnTo>
                <a:lnTo>
                  <a:pt x="1011470" y="172578"/>
                </a:lnTo>
                <a:lnTo>
                  <a:pt x="1012855" y="172247"/>
                </a:lnTo>
                <a:lnTo>
                  <a:pt x="1014223" y="171889"/>
                </a:lnTo>
                <a:lnTo>
                  <a:pt x="1015575" y="171505"/>
                </a:lnTo>
                <a:lnTo>
                  <a:pt x="1016909" y="171094"/>
                </a:lnTo>
                <a:lnTo>
                  <a:pt x="1018225" y="170656"/>
                </a:lnTo>
                <a:lnTo>
                  <a:pt x="1019525" y="170192"/>
                </a:lnTo>
                <a:lnTo>
                  <a:pt x="1020808" y="169702"/>
                </a:lnTo>
                <a:lnTo>
                  <a:pt x="1022073" y="169185"/>
                </a:lnTo>
                <a:lnTo>
                  <a:pt x="1023322" y="168641"/>
                </a:lnTo>
                <a:lnTo>
                  <a:pt x="1024553" y="168071"/>
                </a:lnTo>
                <a:lnTo>
                  <a:pt x="1025768" y="167475"/>
                </a:lnTo>
                <a:lnTo>
                  <a:pt x="1026965" y="166852"/>
                </a:lnTo>
                <a:lnTo>
                  <a:pt x="1028142" y="166203"/>
                </a:lnTo>
                <a:lnTo>
                  <a:pt x="1029298" y="165531"/>
                </a:lnTo>
                <a:lnTo>
                  <a:pt x="1030432" y="164835"/>
                </a:lnTo>
                <a:lnTo>
                  <a:pt x="1031543" y="164115"/>
                </a:lnTo>
                <a:lnTo>
                  <a:pt x="1032633" y="163371"/>
                </a:lnTo>
                <a:lnTo>
                  <a:pt x="1033701" y="162604"/>
                </a:lnTo>
                <a:lnTo>
                  <a:pt x="1034746" y="161812"/>
                </a:lnTo>
                <a:lnTo>
                  <a:pt x="1035770" y="160997"/>
                </a:lnTo>
                <a:lnTo>
                  <a:pt x="1036772" y="160158"/>
                </a:lnTo>
                <a:lnTo>
                  <a:pt x="1037752" y="159295"/>
                </a:lnTo>
                <a:lnTo>
                  <a:pt x="1038709" y="158409"/>
                </a:lnTo>
                <a:lnTo>
                  <a:pt x="1039645" y="157498"/>
                </a:lnTo>
                <a:lnTo>
                  <a:pt x="1040559" y="156564"/>
                </a:lnTo>
                <a:lnTo>
                  <a:pt x="1041451" y="155606"/>
                </a:lnTo>
                <a:lnTo>
                  <a:pt x="1042320" y="154624"/>
                </a:lnTo>
                <a:lnTo>
                  <a:pt x="1043168" y="153619"/>
                </a:lnTo>
                <a:lnTo>
                  <a:pt x="1043994" y="152589"/>
                </a:lnTo>
                <a:lnTo>
                  <a:pt x="1044798" y="151536"/>
                </a:lnTo>
                <a:lnTo>
                  <a:pt x="1045580" y="150459"/>
                </a:lnTo>
                <a:lnTo>
                  <a:pt x="1046340" y="149358"/>
                </a:lnTo>
                <a:lnTo>
                  <a:pt x="1047078" y="148234"/>
                </a:lnTo>
                <a:lnTo>
                  <a:pt x="1047794" y="147085"/>
                </a:lnTo>
                <a:lnTo>
                  <a:pt x="1048487" y="145913"/>
                </a:lnTo>
                <a:lnTo>
                  <a:pt x="1049159" y="144717"/>
                </a:lnTo>
                <a:lnTo>
                  <a:pt x="1049807" y="143498"/>
                </a:lnTo>
                <a:lnTo>
                  <a:pt x="1050426" y="142258"/>
                </a:lnTo>
                <a:lnTo>
                  <a:pt x="1051018" y="140997"/>
                </a:lnTo>
                <a:lnTo>
                  <a:pt x="1051583" y="139715"/>
                </a:lnTo>
                <a:lnTo>
                  <a:pt x="1052120" y="138412"/>
                </a:lnTo>
                <a:lnTo>
                  <a:pt x="1052629" y="137087"/>
                </a:lnTo>
                <a:lnTo>
                  <a:pt x="1053111" y="135742"/>
                </a:lnTo>
                <a:lnTo>
                  <a:pt x="1053566" y="134375"/>
                </a:lnTo>
                <a:lnTo>
                  <a:pt x="1053992" y="132987"/>
                </a:lnTo>
                <a:lnTo>
                  <a:pt x="1054392" y="131578"/>
                </a:lnTo>
                <a:lnTo>
                  <a:pt x="1054764" y="130148"/>
                </a:lnTo>
                <a:lnTo>
                  <a:pt x="1055108" y="128697"/>
                </a:lnTo>
                <a:lnTo>
                  <a:pt x="1055424" y="127224"/>
                </a:lnTo>
                <a:lnTo>
                  <a:pt x="1055714" y="125731"/>
                </a:lnTo>
                <a:lnTo>
                  <a:pt x="1055975" y="124216"/>
                </a:lnTo>
                <a:lnTo>
                  <a:pt x="1056209" y="122681"/>
                </a:lnTo>
                <a:lnTo>
                  <a:pt x="1056416" y="121124"/>
                </a:lnTo>
                <a:lnTo>
                  <a:pt x="1056595" y="119546"/>
                </a:lnTo>
                <a:lnTo>
                  <a:pt x="1056746" y="117947"/>
                </a:lnTo>
                <a:lnTo>
                  <a:pt x="1056870" y="116326"/>
                </a:lnTo>
                <a:lnTo>
                  <a:pt x="1056967" y="114685"/>
                </a:lnTo>
                <a:lnTo>
                  <a:pt x="1057036" y="113022"/>
                </a:lnTo>
                <a:lnTo>
                  <a:pt x="1057077" y="111339"/>
                </a:lnTo>
                <a:lnTo>
                  <a:pt x="1057091" y="109634"/>
                </a:lnTo>
                <a:lnTo>
                  <a:pt x="1057077" y="107898"/>
                </a:lnTo>
                <a:lnTo>
                  <a:pt x="1057036" y="106183"/>
                </a:lnTo>
                <a:lnTo>
                  <a:pt x="1056967" y="104490"/>
                </a:lnTo>
                <a:lnTo>
                  <a:pt x="1056870" y="102819"/>
                </a:lnTo>
                <a:lnTo>
                  <a:pt x="1056746" y="101170"/>
                </a:lnTo>
                <a:lnTo>
                  <a:pt x="1056595" y="99543"/>
                </a:lnTo>
                <a:lnTo>
                  <a:pt x="1056416" y="97937"/>
                </a:lnTo>
                <a:lnTo>
                  <a:pt x="1056209" y="96353"/>
                </a:lnTo>
                <a:lnTo>
                  <a:pt x="1055975" y="94791"/>
                </a:lnTo>
                <a:lnTo>
                  <a:pt x="1055714" y="93251"/>
                </a:lnTo>
                <a:lnTo>
                  <a:pt x="1055424" y="91732"/>
                </a:lnTo>
                <a:lnTo>
                  <a:pt x="1055108" y="90236"/>
                </a:lnTo>
                <a:lnTo>
                  <a:pt x="1054764" y="88761"/>
                </a:lnTo>
                <a:lnTo>
                  <a:pt x="1054392" y="87308"/>
                </a:lnTo>
                <a:lnTo>
                  <a:pt x="1053992" y="85877"/>
                </a:lnTo>
                <a:lnTo>
                  <a:pt x="1053566" y="84467"/>
                </a:lnTo>
                <a:lnTo>
                  <a:pt x="1053111" y="83079"/>
                </a:lnTo>
                <a:lnTo>
                  <a:pt x="1052629" y="81713"/>
                </a:lnTo>
                <a:lnTo>
                  <a:pt x="1052120" y="80369"/>
                </a:lnTo>
                <a:lnTo>
                  <a:pt x="1051583" y="79047"/>
                </a:lnTo>
                <a:lnTo>
                  <a:pt x="1051018" y="77746"/>
                </a:lnTo>
                <a:lnTo>
                  <a:pt x="1050426" y="76468"/>
                </a:lnTo>
                <a:lnTo>
                  <a:pt x="1049807" y="75211"/>
                </a:lnTo>
                <a:lnTo>
                  <a:pt x="1049159" y="73976"/>
                </a:lnTo>
                <a:lnTo>
                  <a:pt x="1048487" y="72763"/>
                </a:lnTo>
                <a:lnTo>
                  <a:pt x="1047794" y="71575"/>
                </a:lnTo>
                <a:lnTo>
                  <a:pt x="1047078" y="70411"/>
                </a:lnTo>
                <a:lnTo>
                  <a:pt x="1046340" y="69271"/>
                </a:lnTo>
                <a:lnTo>
                  <a:pt x="1045580" y="68156"/>
                </a:lnTo>
                <a:lnTo>
                  <a:pt x="1044798" y="67065"/>
                </a:lnTo>
                <a:lnTo>
                  <a:pt x="1043994" y="65999"/>
                </a:lnTo>
                <a:lnTo>
                  <a:pt x="1043168" y="64956"/>
                </a:lnTo>
                <a:lnTo>
                  <a:pt x="1042320" y="63938"/>
                </a:lnTo>
                <a:lnTo>
                  <a:pt x="1041451" y="62944"/>
                </a:lnTo>
                <a:lnTo>
                  <a:pt x="1040559" y="61975"/>
                </a:lnTo>
                <a:lnTo>
                  <a:pt x="1039645" y="61029"/>
                </a:lnTo>
                <a:lnTo>
                  <a:pt x="1038709" y="60108"/>
                </a:lnTo>
                <a:lnTo>
                  <a:pt x="1037752" y="59212"/>
                </a:lnTo>
                <a:lnTo>
                  <a:pt x="1036772" y="58339"/>
                </a:lnTo>
                <a:lnTo>
                  <a:pt x="1035770" y="57491"/>
                </a:lnTo>
                <a:lnTo>
                  <a:pt x="1034746" y="56667"/>
                </a:lnTo>
                <a:lnTo>
                  <a:pt x="1033701" y="55868"/>
                </a:lnTo>
                <a:lnTo>
                  <a:pt x="1032633" y="55093"/>
                </a:lnTo>
                <a:lnTo>
                  <a:pt x="1031543" y="54342"/>
                </a:lnTo>
                <a:lnTo>
                  <a:pt x="1030432" y="53615"/>
                </a:lnTo>
                <a:lnTo>
                  <a:pt x="1029298" y="52913"/>
                </a:lnTo>
                <a:lnTo>
                  <a:pt x="1028142" y="52235"/>
                </a:lnTo>
                <a:lnTo>
                  <a:pt x="1026965" y="51581"/>
                </a:lnTo>
                <a:lnTo>
                  <a:pt x="1025768" y="50952"/>
                </a:lnTo>
                <a:lnTo>
                  <a:pt x="1024553" y="50351"/>
                </a:lnTo>
                <a:lnTo>
                  <a:pt x="1023322" y="49776"/>
                </a:lnTo>
                <a:lnTo>
                  <a:pt x="1022073" y="49227"/>
                </a:lnTo>
                <a:lnTo>
                  <a:pt x="1020808" y="48706"/>
                </a:lnTo>
                <a:lnTo>
                  <a:pt x="1019525" y="48211"/>
                </a:lnTo>
                <a:lnTo>
                  <a:pt x="1018225" y="47743"/>
                </a:lnTo>
                <a:lnTo>
                  <a:pt x="1016909" y="47301"/>
                </a:lnTo>
                <a:lnTo>
                  <a:pt x="1015575" y="46887"/>
                </a:lnTo>
                <a:lnTo>
                  <a:pt x="1014223" y="46499"/>
                </a:lnTo>
                <a:lnTo>
                  <a:pt x="1012855" y="46138"/>
                </a:lnTo>
                <a:lnTo>
                  <a:pt x="1011470" y="45803"/>
                </a:lnTo>
                <a:lnTo>
                  <a:pt x="1010068" y="45496"/>
                </a:lnTo>
                <a:lnTo>
                  <a:pt x="1008648" y="45215"/>
                </a:lnTo>
                <a:lnTo>
                  <a:pt x="1007212" y="44961"/>
                </a:lnTo>
                <a:lnTo>
                  <a:pt x="1005758" y="44734"/>
                </a:lnTo>
                <a:lnTo>
                  <a:pt x="1004287" y="44533"/>
                </a:lnTo>
                <a:lnTo>
                  <a:pt x="1002799" y="44359"/>
                </a:lnTo>
                <a:lnTo>
                  <a:pt x="1001294" y="44212"/>
                </a:lnTo>
                <a:lnTo>
                  <a:pt x="999772" y="44092"/>
                </a:lnTo>
                <a:lnTo>
                  <a:pt x="998233" y="43998"/>
                </a:lnTo>
                <a:lnTo>
                  <a:pt x="996677" y="43931"/>
                </a:lnTo>
                <a:lnTo>
                  <a:pt x="995103" y="43891"/>
                </a:lnTo>
                <a:lnTo>
                  <a:pt x="993513" y="43878"/>
                </a:lnTo>
                <a:lnTo>
                  <a:pt x="991943" y="43891"/>
                </a:lnTo>
                <a:lnTo>
                  <a:pt x="990390" y="43931"/>
                </a:lnTo>
                <a:lnTo>
                  <a:pt x="988853" y="43998"/>
                </a:lnTo>
                <a:lnTo>
                  <a:pt x="987332" y="44092"/>
                </a:lnTo>
                <a:lnTo>
                  <a:pt x="985827" y="44212"/>
                </a:lnTo>
                <a:lnTo>
                  <a:pt x="984338" y="44359"/>
                </a:lnTo>
                <a:lnTo>
                  <a:pt x="982866" y="44533"/>
                </a:lnTo>
                <a:lnTo>
                  <a:pt x="981410" y="44734"/>
                </a:lnTo>
                <a:lnTo>
                  <a:pt x="979970" y="44961"/>
                </a:lnTo>
                <a:lnTo>
                  <a:pt x="978546" y="45215"/>
                </a:lnTo>
                <a:lnTo>
                  <a:pt x="977139" y="45496"/>
                </a:lnTo>
                <a:lnTo>
                  <a:pt x="975747" y="45803"/>
                </a:lnTo>
                <a:lnTo>
                  <a:pt x="974372" y="46138"/>
                </a:lnTo>
                <a:lnTo>
                  <a:pt x="973014" y="46499"/>
                </a:lnTo>
                <a:lnTo>
                  <a:pt x="971671" y="46887"/>
                </a:lnTo>
                <a:lnTo>
                  <a:pt x="970344" y="47301"/>
                </a:lnTo>
                <a:lnTo>
                  <a:pt x="969034" y="47743"/>
                </a:lnTo>
                <a:lnTo>
                  <a:pt x="967740" y="48211"/>
                </a:lnTo>
                <a:lnTo>
                  <a:pt x="966462" y="48706"/>
                </a:lnTo>
                <a:lnTo>
                  <a:pt x="965201" y="49227"/>
                </a:lnTo>
                <a:lnTo>
                  <a:pt x="963956" y="49776"/>
                </a:lnTo>
                <a:lnTo>
                  <a:pt x="962726" y="50351"/>
                </a:lnTo>
                <a:lnTo>
                  <a:pt x="961513" y="50952"/>
                </a:lnTo>
                <a:lnTo>
                  <a:pt x="960317" y="51581"/>
                </a:lnTo>
                <a:lnTo>
                  <a:pt x="959139" y="52235"/>
                </a:lnTo>
                <a:lnTo>
                  <a:pt x="957984" y="52913"/>
                </a:lnTo>
                <a:lnTo>
                  <a:pt x="956852" y="53615"/>
                </a:lnTo>
                <a:lnTo>
                  <a:pt x="955742" y="54342"/>
                </a:lnTo>
                <a:lnTo>
                  <a:pt x="954654" y="55093"/>
                </a:lnTo>
                <a:lnTo>
                  <a:pt x="953589" y="55868"/>
                </a:lnTo>
                <a:lnTo>
                  <a:pt x="952546" y="56667"/>
                </a:lnTo>
                <a:lnTo>
                  <a:pt x="951526" y="57491"/>
                </a:lnTo>
                <a:lnTo>
                  <a:pt x="950528" y="58339"/>
                </a:lnTo>
                <a:lnTo>
                  <a:pt x="949552" y="59212"/>
                </a:lnTo>
                <a:lnTo>
                  <a:pt x="948599" y="60108"/>
                </a:lnTo>
                <a:lnTo>
                  <a:pt x="947668" y="61029"/>
                </a:lnTo>
                <a:lnTo>
                  <a:pt x="946760" y="61975"/>
                </a:lnTo>
                <a:lnTo>
                  <a:pt x="945874" y="62944"/>
                </a:lnTo>
                <a:lnTo>
                  <a:pt x="945011" y="63938"/>
                </a:lnTo>
                <a:lnTo>
                  <a:pt x="944170" y="64956"/>
                </a:lnTo>
                <a:lnTo>
                  <a:pt x="943351" y="65999"/>
                </a:lnTo>
                <a:lnTo>
                  <a:pt x="942555" y="67065"/>
                </a:lnTo>
                <a:lnTo>
                  <a:pt x="941782" y="68156"/>
                </a:lnTo>
                <a:lnTo>
                  <a:pt x="941031" y="69271"/>
                </a:lnTo>
                <a:lnTo>
                  <a:pt x="940302" y="70411"/>
                </a:lnTo>
                <a:lnTo>
                  <a:pt x="939595" y="71575"/>
                </a:lnTo>
                <a:lnTo>
                  <a:pt x="938911" y="72763"/>
                </a:lnTo>
                <a:lnTo>
                  <a:pt x="938250" y="73976"/>
                </a:lnTo>
                <a:lnTo>
                  <a:pt x="937613" y="75211"/>
                </a:lnTo>
                <a:lnTo>
                  <a:pt x="937004" y="76468"/>
                </a:lnTo>
                <a:lnTo>
                  <a:pt x="936421" y="77746"/>
                </a:lnTo>
                <a:lnTo>
                  <a:pt x="935866" y="79047"/>
                </a:lnTo>
                <a:lnTo>
                  <a:pt x="935337" y="80369"/>
                </a:lnTo>
                <a:lnTo>
                  <a:pt x="934836" y="81713"/>
                </a:lnTo>
                <a:lnTo>
                  <a:pt x="934362" y="83079"/>
                </a:lnTo>
                <a:lnTo>
                  <a:pt x="933915" y="84467"/>
                </a:lnTo>
                <a:lnTo>
                  <a:pt x="933495" y="85877"/>
                </a:lnTo>
                <a:lnTo>
                  <a:pt x="933102" y="87308"/>
                </a:lnTo>
                <a:lnTo>
                  <a:pt x="932736" y="88761"/>
                </a:lnTo>
                <a:lnTo>
                  <a:pt x="932398" y="90236"/>
                </a:lnTo>
                <a:lnTo>
                  <a:pt x="932086" y="91732"/>
                </a:lnTo>
                <a:lnTo>
                  <a:pt x="931801" y="93251"/>
                </a:lnTo>
                <a:lnTo>
                  <a:pt x="931544" y="94791"/>
                </a:lnTo>
                <a:lnTo>
                  <a:pt x="931314" y="96353"/>
                </a:lnTo>
                <a:lnTo>
                  <a:pt x="931111" y="97937"/>
                </a:lnTo>
                <a:lnTo>
                  <a:pt x="930934" y="99543"/>
                </a:lnTo>
                <a:lnTo>
                  <a:pt x="930785" y="101170"/>
                </a:lnTo>
                <a:lnTo>
                  <a:pt x="930663" y="102819"/>
                </a:lnTo>
                <a:lnTo>
                  <a:pt x="930569" y="104490"/>
                </a:lnTo>
                <a:lnTo>
                  <a:pt x="930501" y="106183"/>
                </a:lnTo>
                <a:lnTo>
                  <a:pt x="930460" y="107898"/>
                </a:lnTo>
                <a:lnTo>
                  <a:pt x="930447" y="109634"/>
                </a:lnTo>
                <a:lnTo>
                  <a:pt x="930460" y="111339"/>
                </a:lnTo>
                <a:lnTo>
                  <a:pt x="930501" y="113022"/>
                </a:lnTo>
                <a:lnTo>
                  <a:pt x="930569" y="114685"/>
                </a:lnTo>
                <a:lnTo>
                  <a:pt x="930663" y="116326"/>
                </a:lnTo>
                <a:lnTo>
                  <a:pt x="930785" y="117947"/>
                </a:lnTo>
                <a:lnTo>
                  <a:pt x="930934" y="119546"/>
                </a:lnTo>
                <a:lnTo>
                  <a:pt x="931111" y="121124"/>
                </a:lnTo>
                <a:lnTo>
                  <a:pt x="931314" y="122681"/>
                </a:lnTo>
                <a:lnTo>
                  <a:pt x="931544" y="124216"/>
                </a:lnTo>
                <a:lnTo>
                  <a:pt x="931801" y="125731"/>
                </a:lnTo>
                <a:lnTo>
                  <a:pt x="932086" y="127224"/>
                </a:lnTo>
                <a:lnTo>
                  <a:pt x="932398" y="128697"/>
                </a:lnTo>
                <a:lnTo>
                  <a:pt x="932736" y="130148"/>
                </a:lnTo>
                <a:lnTo>
                  <a:pt x="933102" y="131578"/>
                </a:lnTo>
                <a:lnTo>
                  <a:pt x="933495" y="132987"/>
                </a:lnTo>
                <a:lnTo>
                  <a:pt x="933915" y="134375"/>
                </a:lnTo>
                <a:lnTo>
                  <a:pt x="934362" y="135742"/>
                </a:lnTo>
                <a:lnTo>
                  <a:pt x="934836" y="137087"/>
                </a:lnTo>
                <a:lnTo>
                  <a:pt x="935337" y="138412"/>
                </a:lnTo>
                <a:lnTo>
                  <a:pt x="935866" y="139715"/>
                </a:lnTo>
                <a:lnTo>
                  <a:pt x="936421" y="140997"/>
                </a:lnTo>
                <a:lnTo>
                  <a:pt x="937004" y="142258"/>
                </a:lnTo>
                <a:lnTo>
                  <a:pt x="937613" y="143498"/>
                </a:lnTo>
                <a:lnTo>
                  <a:pt x="938250" y="144717"/>
                </a:lnTo>
                <a:lnTo>
                  <a:pt x="938911" y="145913"/>
                </a:lnTo>
                <a:lnTo>
                  <a:pt x="939595" y="147085"/>
                </a:lnTo>
                <a:lnTo>
                  <a:pt x="940302" y="148234"/>
                </a:lnTo>
                <a:lnTo>
                  <a:pt x="941031" y="149358"/>
                </a:lnTo>
                <a:lnTo>
                  <a:pt x="941782" y="150459"/>
                </a:lnTo>
                <a:lnTo>
                  <a:pt x="942555" y="151536"/>
                </a:lnTo>
                <a:lnTo>
                  <a:pt x="943351" y="152589"/>
                </a:lnTo>
                <a:lnTo>
                  <a:pt x="944170" y="153619"/>
                </a:lnTo>
                <a:lnTo>
                  <a:pt x="945011" y="154624"/>
                </a:lnTo>
                <a:lnTo>
                  <a:pt x="945874" y="155606"/>
                </a:lnTo>
                <a:lnTo>
                  <a:pt x="946760" y="156564"/>
                </a:lnTo>
                <a:lnTo>
                  <a:pt x="947668" y="157498"/>
                </a:lnTo>
                <a:lnTo>
                  <a:pt x="948599" y="158409"/>
                </a:lnTo>
                <a:lnTo>
                  <a:pt x="949552" y="159295"/>
                </a:lnTo>
                <a:lnTo>
                  <a:pt x="950528" y="160158"/>
                </a:lnTo>
                <a:lnTo>
                  <a:pt x="951526" y="160997"/>
                </a:lnTo>
                <a:lnTo>
                  <a:pt x="952546" y="161812"/>
                </a:lnTo>
                <a:lnTo>
                  <a:pt x="953589" y="162604"/>
                </a:lnTo>
                <a:lnTo>
                  <a:pt x="954654" y="163371"/>
                </a:lnTo>
                <a:lnTo>
                  <a:pt x="955742" y="164115"/>
                </a:lnTo>
                <a:lnTo>
                  <a:pt x="956852" y="164835"/>
                </a:lnTo>
                <a:lnTo>
                  <a:pt x="957984" y="165531"/>
                </a:lnTo>
                <a:lnTo>
                  <a:pt x="959139" y="166203"/>
                </a:lnTo>
                <a:lnTo>
                  <a:pt x="960317" y="166852"/>
                </a:lnTo>
                <a:lnTo>
                  <a:pt x="961513" y="167475"/>
                </a:lnTo>
                <a:lnTo>
                  <a:pt x="962726" y="168071"/>
                </a:lnTo>
                <a:lnTo>
                  <a:pt x="963956" y="168641"/>
                </a:lnTo>
                <a:lnTo>
                  <a:pt x="965201" y="169185"/>
                </a:lnTo>
                <a:lnTo>
                  <a:pt x="966462" y="169702"/>
                </a:lnTo>
                <a:lnTo>
                  <a:pt x="967740" y="170192"/>
                </a:lnTo>
                <a:lnTo>
                  <a:pt x="969034" y="170656"/>
                </a:lnTo>
                <a:lnTo>
                  <a:pt x="970344" y="171094"/>
                </a:lnTo>
                <a:lnTo>
                  <a:pt x="971671" y="171505"/>
                </a:lnTo>
                <a:lnTo>
                  <a:pt x="973014" y="171889"/>
                </a:lnTo>
                <a:lnTo>
                  <a:pt x="974372" y="172247"/>
                </a:lnTo>
                <a:lnTo>
                  <a:pt x="975747" y="172578"/>
                </a:lnTo>
                <a:lnTo>
                  <a:pt x="977139" y="172883"/>
                </a:lnTo>
                <a:lnTo>
                  <a:pt x="978546" y="173162"/>
                </a:lnTo>
                <a:lnTo>
                  <a:pt x="979970" y="173413"/>
                </a:lnTo>
                <a:lnTo>
                  <a:pt x="981410" y="173639"/>
                </a:lnTo>
                <a:lnTo>
                  <a:pt x="982866" y="173838"/>
                </a:lnTo>
                <a:lnTo>
                  <a:pt x="984338" y="174010"/>
                </a:lnTo>
                <a:lnTo>
                  <a:pt x="985827" y="174156"/>
                </a:lnTo>
                <a:lnTo>
                  <a:pt x="987332" y="174275"/>
                </a:lnTo>
                <a:lnTo>
                  <a:pt x="988853" y="174368"/>
                </a:lnTo>
                <a:lnTo>
                  <a:pt x="990390" y="174434"/>
                </a:lnTo>
                <a:lnTo>
                  <a:pt x="991943" y="174474"/>
                </a:lnTo>
                <a:lnTo>
                  <a:pt x="993513" y="174487"/>
                </a:lnTo>
                <a:lnTo>
                  <a:pt x="995103" y="174474"/>
                </a:lnTo>
                <a:lnTo>
                  <a:pt x="996677" y="174434"/>
                </a:lnTo>
                <a:lnTo>
                  <a:pt x="998233" y="174368"/>
                </a:lnTo>
                <a:lnTo>
                  <a:pt x="999772" y="174275"/>
                </a:lnTo>
                <a:close/>
                <a:moveTo>
                  <a:pt x="990018" y="148500"/>
                </a:moveTo>
                <a:lnTo>
                  <a:pt x="989185" y="148417"/>
                </a:lnTo>
                <a:lnTo>
                  <a:pt x="988368" y="148316"/>
                </a:lnTo>
                <a:lnTo>
                  <a:pt x="987567" y="148197"/>
                </a:lnTo>
                <a:lnTo>
                  <a:pt x="986783" y="148059"/>
                </a:lnTo>
                <a:lnTo>
                  <a:pt x="986014" y="147904"/>
                </a:lnTo>
                <a:lnTo>
                  <a:pt x="985262" y="147729"/>
                </a:lnTo>
                <a:lnTo>
                  <a:pt x="984526" y="147537"/>
                </a:lnTo>
                <a:lnTo>
                  <a:pt x="983807" y="147325"/>
                </a:lnTo>
                <a:lnTo>
                  <a:pt x="983103" y="147096"/>
                </a:lnTo>
                <a:lnTo>
                  <a:pt x="982416" y="146848"/>
                </a:lnTo>
                <a:lnTo>
                  <a:pt x="981745" y="146582"/>
                </a:lnTo>
                <a:lnTo>
                  <a:pt x="981090" y="146298"/>
                </a:lnTo>
                <a:lnTo>
                  <a:pt x="980451" y="145995"/>
                </a:lnTo>
                <a:lnTo>
                  <a:pt x="979829" y="145674"/>
                </a:lnTo>
                <a:lnTo>
                  <a:pt x="979223" y="145334"/>
                </a:lnTo>
                <a:lnTo>
                  <a:pt x="978633" y="144977"/>
                </a:lnTo>
                <a:lnTo>
                  <a:pt x="978059" y="144600"/>
                </a:lnTo>
                <a:lnTo>
                  <a:pt x="977502" y="144206"/>
                </a:lnTo>
                <a:lnTo>
                  <a:pt x="976960" y="143793"/>
                </a:lnTo>
                <a:lnTo>
                  <a:pt x="976435" y="143362"/>
                </a:lnTo>
                <a:lnTo>
                  <a:pt x="975924" y="142915"/>
                </a:lnTo>
                <a:lnTo>
                  <a:pt x="975426" y="142456"/>
                </a:lnTo>
                <a:lnTo>
                  <a:pt x="974941" y="141985"/>
                </a:lnTo>
                <a:lnTo>
                  <a:pt x="974468" y="141501"/>
                </a:lnTo>
                <a:lnTo>
                  <a:pt x="974008" y="141004"/>
                </a:lnTo>
                <a:lnTo>
                  <a:pt x="973561" y="140495"/>
                </a:lnTo>
                <a:lnTo>
                  <a:pt x="973126" y="139974"/>
                </a:lnTo>
                <a:lnTo>
                  <a:pt x="972704" y="139440"/>
                </a:lnTo>
                <a:lnTo>
                  <a:pt x="972295" y="138894"/>
                </a:lnTo>
                <a:lnTo>
                  <a:pt x="971898" y="138335"/>
                </a:lnTo>
                <a:lnTo>
                  <a:pt x="971514" y="137764"/>
                </a:lnTo>
                <a:lnTo>
                  <a:pt x="971142" y="137181"/>
                </a:lnTo>
                <a:lnTo>
                  <a:pt x="970783" y="136585"/>
                </a:lnTo>
                <a:lnTo>
                  <a:pt x="970437" y="135976"/>
                </a:lnTo>
                <a:lnTo>
                  <a:pt x="970104" y="135355"/>
                </a:lnTo>
                <a:lnTo>
                  <a:pt x="969783" y="134722"/>
                </a:lnTo>
                <a:lnTo>
                  <a:pt x="969475" y="134076"/>
                </a:lnTo>
                <a:lnTo>
                  <a:pt x="969179" y="133418"/>
                </a:lnTo>
                <a:lnTo>
                  <a:pt x="968897" y="132747"/>
                </a:lnTo>
                <a:lnTo>
                  <a:pt x="968626" y="132064"/>
                </a:lnTo>
                <a:lnTo>
                  <a:pt x="968369" y="131368"/>
                </a:lnTo>
                <a:lnTo>
                  <a:pt x="968124" y="130660"/>
                </a:lnTo>
                <a:lnTo>
                  <a:pt x="967892" y="129939"/>
                </a:lnTo>
                <a:lnTo>
                  <a:pt x="967672" y="129206"/>
                </a:lnTo>
                <a:lnTo>
                  <a:pt x="967464" y="128464"/>
                </a:lnTo>
                <a:lnTo>
                  <a:pt x="967264" y="127715"/>
                </a:lnTo>
                <a:lnTo>
                  <a:pt x="967073" y="126960"/>
                </a:lnTo>
                <a:lnTo>
                  <a:pt x="966891" y="126199"/>
                </a:lnTo>
                <a:lnTo>
                  <a:pt x="966717" y="125431"/>
                </a:lnTo>
                <a:lnTo>
                  <a:pt x="966553" y="124657"/>
                </a:lnTo>
                <a:lnTo>
                  <a:pt x="966398" y="123876"/>
                </a:lnTo>
                <a:lnTo>
                  <a:pt x="966251" y="123090"/>
                </a:lnTo>
                <a:lnTo>
                  <a:pt x="966113" y="122296"/>
                </a:lnTo>
                <a:lnTo>
                  <a:pt x="965984" y="121497"/>
                </a:lnTo>
                <a:lnTo>
                  <a:pt x="965865" y="120691"/>
                </a:lnTo>
                <a:lnTo>
                  <a:pt x="965753" y="119879"/>
                </a:lnTo>
                <a:lnTo>
                  <a:pt x="965651" y="119060"/>
                </a:lnTo>
                <a:lnTo>
                  <a:pt x="965558" y="118236"/>
                </a:lnTo>
                <a:lnTo>
                  <a:pt x="965474" y="117404"/>
                </a:lnTo>
                <a:lnTo>
                  <a:pt x="965398" y="116567"/>
                </a:lnTo>
                <a:lnTo>
                  <a:pt x="965332" y="115723"/>
                </a:lnTo>
                <a:lnTo>
                  <a:pt x="965274" y="114873"/>
                </a:lnTo>
                <a:lnTo>
                  <a:pt x="965225" y="114016"/>
                </a:lnTo>
                <a:lnTo>
                  <a:pt x="965185" y="113153"/>
                </a:lnTo>
                <a:lnTo>
                  <a:pt x="965154" y="112284"/>
                </a:lnTo>
                <a:lnTo>
                  <a:pt x="965132" y="111408"/>
                </a:lnTo>
                <a:lnTo>
                  <a:pt x="965118" y="110526"/>
                </a:lnTo>
                <a:lnTo>
                  <a:pt x="965114" y="109638"/>
                </a:lnTo>
                <a:lnTo>
                  <a:pt x="965118" y="108728"/>
                </a:lnTo>
                <a:lnTo>
                  <a:pt x="965132" y="107825"/>
                </a:lnTo>
                <a:lnTo>
                  <a:pt x="965154" y="106928"/>
                </a:lnTo>
                <a:lnTo>
                  <a:pt x="965185" y="106039"/>
                </a:lnTo>
                <a:lnTo>
                  <a:pt x="965225" y="105156"/>
                </a:lnTo>
                <a:lnTo>
                  <a:pt x="965274" y="104280"/>
                </a:lnTo>
                <a:lnTo>
                  <a:pt x="965332" y="103411"/>
                </a:lnTo>
                <a:lnTo>
                  <a:pt x="965398" y="102548"/>
                </a:lnTo>
                <a:lnTo>
                  <a:pt x="965474" y="101693"/>
                </a:lnTo>
                <a:lnTo>
                  <a:pt x="965558" y="100844"/>
                </a:lnTo>
                <a:lnTo>
                  <a:pt x="965651" y="100002"/>
                </a:lnTo>
                <a:lnTo>
                  <a:pt x="965753" y="99166"/>
                </a:lnTo>
                <a:lnTo>
                  <a:pt x="965865" y="98338"/>
                </a:lnTo>
                <a:lnTo>
                  <a:pt x="965984" y="97516"/>
                </a:lnTo>
                <a:lnTo>
                  <a:pt x="966113" y="96702"/>
                </a:lnTo>
                <a:lnTo>
                  <a:pt x="966251" y="95893"/>
                </a:lnTo>
                <a:lnTo>
                  <a:pt x="966398" y="95092"/>
                </a:lnTo>
                <a:lnTo>
                  <a:pt x="966553" y="94298"/>
                </a:lnTo>
                <a:lnTo>
                  <a:pt x="966717" y="93510"/>
                </a:lnTo>
                <a:lnTo>
                  <a:pt x="966891" y="92729"/>
                </a:lnTo>
                <a:lnTo>
                  <a:pt x="967073" y="91955"/>
                </a:lnTo>
                <a:lnTo>
                  <a:pt x="967264" y="91188"/>
                </a:lnTo>
                <a:lnTo>
                  <a:pt x="967464" y="90428"/>
                </a:lnTo>
                <a:lnTo>
                  <a:pt x="967672" y="89674"/>
                </a:lnTo>
                <a:lnTo>
                  <a:pt x="967892" y="88930"/>
                </a:lnTo>
                <a:lnTo>
                  <a:pt x="968124" y="88199"/>
                </a:lnTo>
                <a:lnTo>
                  <a:pt x="968369" y="87481"/>
                </a:lnTo>
                <a:lnTo>
                  <a:pt x="968626" y="86775"/>
                </a:lnTo>
                <a:lnTo>
                  <a:pt x="968897" y="86082"/>
                </a:lnTo>
                <a:lnTo>
                  <a:pt x="969179" y="85401"/>
                </a:lnTo>
                <a:lnTo>
                  <a:pt x="969475" y="84733"/>
                </a:lnTo>
                <a:lnTo>
                  <a:pt x="969783" y="84078"/>
                </a:lnTo>
                <a:lnTo>
                  <a:pt x="970104" y="83436"/>
                </a:lnTo>
                <a:lnTo>
                  <a:pt x="970437" y="82806"/>
                </a:lnTo>
                <a:lnTo>
                  <a:pt x="970783" y="82189"/>
                </a:lnTo>
                <a:lnTo>
                  <a:pt x="971142" y="81585"/>
                </a:lnTo>
                <a:lnTo>
                  <a:pt x="971514" y="80993"/>
                </a:lnTo>
                <a:lnTo>
                  <a:pt x="971898" y="80414"/>
                </a:lnTo>
                <a:lnTo>
                  <a:pt x="972295" y="79848"/>
                </a:lnTo>
                <a:lnTo>
                  <a:pt x="972704" y="79295"/>
                </a:lnTo>
                <a:lnTo>
                  <a:pt x="973126" y="78754"/>
                </a:lnTo>
                <a:lnTo>
                  <a:pt x="973561" y="78225"/>
                </a:lnTo>
                <a:lnTo>
                  <a:pt x="974008" y="77710"/>
                </a:lnTo>
                <a:lnTo>
                  <a:pt x="974468" y="77207"/>
                </a:lnTo>
                <a:lnTo>
                  <a:pt x="974941" y="76717"/>
                </a:lnTo>
                <a:lnTo>
                  <a:pt x="975426" y="76240"/>
                </a:lnTo>
                <a:lnTo>
                  <a:pt x="975924" y="75775"/>
                </a:lnTo>
                <a:lnTo>
                  <a:pt x="976435" y="75323"/>
                </a:lnTo>
                <a:lnTo>
                  <a:pt x="976960" y="74886"/>
                </a:lnTo>
                <a:lnTo>
                  <a:pt x="977502" y="74468"/>
                </a:lnTo>
                <a:lnTo>
                  <a:pt x="978059" y="74069"/>
                </a:lnTo>
                <a:lnTo>
                  <a:pt x="978633" y="73688"/>
                </a:lnTo>
                <a:lnTo>
                  <a:pt x="979223" y="73326"/>
                </a:lnTo>
                <a:lnTo>
                  <a:pt x="979829" y="72983"/>
                </a:lnTo>
                <a:lnTo>
                  <a:pt x="980451" y="72658"/>
                </a:lnTo>
                <a:lnTo>
                  <a:pt x="981090" y="72351"/>
                </a:lnTo>
                <a:lnTo>
                  <a:pt x="981745" y="72063"/>
                </a:lnTo>
                <a:lnTo>
                  <a:pt x="982416" y="71794"/>
                </a:lnTo>
                <a:lnTo>
                  <a:pt x="983103" y="71543"/>
                </a:lnTo>
                <a:lnTo>
                  <a:pt x="983807" y="71311"/>
                </a:lnTo>
                <a:lnTo>
                  <a:pt x="984526" y="71098"/>
                </a:lnTo>
                <a:lnTo>
                  <a:pt x="985262" y="70903"/>
                </a:lnTo>
                <a:lnTo>
                  <a:pt x="986014" y="70726"/>
                </a:lnTo>
                <a:lnTo>
                  <a:pt x="986783" y="70568"/>
                </a:lnTo>
                <a:lnTo>
                  <a:pt x="987567" y="70429"/>
                </a:lnTo>
                <a:lnTo>
                  <a:pt x="988368" y="70308"/>
                </a:lnTo>
                <a:lnTo>
                  <a:pt x="989185" y="70206"/>
                </a:lnTo>
                <a:lnTo>
                  <a:pt x="990018" y="70123"/>
                </a:lnTo>
                <a:lnTo>
                  <a:pt x="990867" y="70058"/>
                </a:lnTo>
                <a:lnTo>
                  <a:pt x="991733" y="70011"/>
                </a:lnTo>
                <a:lnTo>
                  <a:pt x="992615" y="69983"/>
                </a:lnTo>
                <a:lnTo>
                  <a:pt x="993513" y="69974"/>
                </a:lnTo>
                <a:lnTo>
                  <a:pt x="994432" y="69983"/>
                </a:lnTo>
                <a:lnTo>
                  <a:pt x="995334" y="70011"/>
                </a:lnTo>
                <a:lnTo>
                  <a:pt x="996220" y="70058"/>
                </a:lnTo>
                <a:lnTo>
                  <a:pt x="997089" y="70123"/>
                </a:lnTo>
                <a:lnTo>
                  <a:pt x="997942" y="70206"/>
                </a:lnTo>
                <a:lnTo>
                  <a:pt x="998778" y="70308"/>
                </a:lnTo>
                <a:lnTo>
                  <a:pt x="999597" y="70429"/>
                </a:lnTo>
                <a:lnTo>
                  <a:pt x="1000399" y="70568"/>
                </a:lnTo>
                <a:lnTo>
                  <a:pt x="1001185" y="70726"/>
                </a:lnTo>
                <a:lnTo>
                  <a:pt x="1001954" y="70903"/>
                </a:lnTo>
                <a:lnTo>
                  <a:pt x="1002707" y="71098"/>
                </a:lnTo>
                <a:lnTo>
                  <a:pt x="1003443" y="71311"/>
                </a:lnTo>
                <a:lnTo>
                  <a:pt x="1004162" y="71543"/>
                </a:lnTo>
                <a:lnTo>
                  <a:pt x="1004865" y="71794"/>
                </a:lnTo>
                <a:lnTo>
                  <a:pt x="1005551" y="72063"/>
                </a:lnTo>
                <a:lnTo>
                  <a:pt x="1006220" y="72351"/>
                </a:lnTo>
                <a:lnTo>
                  <a:pt x="1006872" y="72658"/>
                </a:lnTo>
                <a:lnTo>
                  <a:pt x="1007508" y="72983"/>
                </a:lnTo>
                <a:lnTo>
                  <a:pt x="1008128" y="73326"/>
                </a:lnTo>
                <a:lnTo>
                  <a:pt x="1008730" y="73688"/>
                </a:lnTo>
                <a:lnTo>
                  <a:pt x="1009316" y="74069"/>
                </a:lnTo>
                <a:lnTo>
                  <a:pt x="1009886" y="74468"/>
                </a:lnTo>
                <a:lnTo>
                  <a:pt x="1010438" y="74886"/>
                </a:lnTo>
                <a:lnTo>
                  <a:pt x="1010974" y="75323"/>
                </a:lnTo>
                <a:lnTo>
                  <a:pt x="1011496" y="75775"/>
                </a:lnTo>
                <a:lnTo>
                  <a:pt x="1012004" y="76240"/>
                </a:lnTo>
                <a:lnTo>
                  <a:pt x="1012499" y="76717"/>
                </a:lnTo>
                <a:lnTo>
                  <a:pt x="1012982" y="77207"/>
                </a:lnTo>
                <a:lnTo>
                  <a:pt x="1013452" y="77710"/>
                </a:lnTo>
                <a:lnTo>
                  <a:pt x="1013909" y="78225"/>
                </a:lnTo>
                <a:lnTo>
                  <a:pt x="1014352" y="78754"/>
                </a:lnTo>
                <a:lnTo>
                  <a:pt x="1014784" y="79295"/>
                </a:lnTo>
                <a:lnTo>
                  <a:pt x="1015202" y="79848"/>
                </a:lnTo>
                <a:lnTo>
                  <a:pt x="1015607" y="80414"/>
                </a:lnTo>
                <a:lnTo>
                  <a:pt x="1015999" y="80993"/>
                </a:lnTo>
                <a:lnTo>
                  <a:pt x="1016379" y="81585"/>
                </a:lnTo>
                <a:lnTo>
                  <a:pt x="1016746" y="82189"/>
                </a:lnTo>
                <a:lnTo>
                  <a:pt x="1017100" y="82806"/>
                </a:lnTo>
                <a:lnTo>
                  <a:pt x="1017440" y="83436"/>
                </a:lnTo>
                <a:lnTo>
                  <a:pt x="1017768" y="84078"/>
                </a:lnTo>
                <a:lnTo>
                  <a:pt x="1018084" y="84733"/>
                </a:lnTo>
                <a:lnTo>
                  <a:pt x="1018386" y="85401"/>
                </a:lnTo>
                <a:lnTo>
                  <a:pt x="1018675" y="86082"/>
                </a:lnTo>
                <a:lnTo>
                  <a:pt x="1018952" y="86775"/>
                </a:lnTo>
                <a:lnTo>
                  <a:pt x="1019215" y="87481"/>
                </a:lnTo>
                <a:lnTo>
                  <a:pt x="1019466" y="88199"/>
                </a:lnTo>
                <a:lnTo>
                  <a:pt x="1019704" y="88930"/>
                </a:lnTo>
                <a:lnTo>
                  <a:pt x="1019929" y="89674"/>
                </a:lnTo>
                <a:lnTo>
                  <a:pt x="1020143" y="90428"/>
                </a:lnTo>
                <a:lnTo>
                  <a:pt x="1020348" y="91188"/>
                </a:lnTo>
                <a:lnTo>
                  <a:pt x="1020544" y="91955"/>
                </a:lnTo>
                <a:lnTo>
                  <a:pt x="1020730" y="92729"/>
                </a:lnTo>
                <a:lnTo>
                  <a:pt x="1020908" y="93510"/>
                </a:lnTo>
                <a:lnTo>
                  <a:pt x="1021076" y="94298"/>
                </a:lnTo>
                <a:lnTo>
                  <a:pt x="1021236" y="95092"/>
                </a:lnTo>
                <a:lnTo>
                  <a:pt x="1021386" y="95893"/>
                </a:lnTo>
                <a:lnTo>
                  <a:pt x="1021527" y="96702"/>
                </a:lnTo>
                <a:lnTo>
                  <a:pt x="1021659" y="97516"/>
                </a:lnTo>
                <a:lnTo>
                  <a:pt x="1021782" y="98338"/>
                </a:lnTo>
                <a:lnTo>
                  <a:pt x="1021896" y="99166"/>
                </a:lnTo>
                <a:lnTo>
                  <a:pt x="1022000" y="100002"/>
                </a:lnTo>
                <a:lnTo>
                  <a:pt x="1022096" y="100844"/>
                </a:lnTo>
                <a:lnTo>
                  <a:pt x="1022183" y="101693"/>
                </a:lnTo>
                <a:lnTo>
                  <a:pt x="1022260" y="102548"/>
                </a:lnTo>
                <a:lnTo>
                  <a:pt x="1022328" y="103411"/>
                </a:lnTo>
                <a:lnTo>
                  <a:pt x="1022387" y="104280"/>
                </a:lnTo>
                <a:lnTo>
                  <a:pt x="1022438" y="105156"/>
                </a:lnTo>
                <a:lnTo>
                  <a:pt x="1022478" y="106039"/>
                </a:lnTo>
                <a:lnTo>
                  <a:pt x="1022510" y="106928"/>
                </a:lnTo>
                <a:lnTo>
                  <a:pt x="1022533" y="107825"/>
                </a:lnTo>
                <a:lnTo>
                  <a:pt x="1022547" y="108728"/>
                </a:lnTo>
                <a:lnTo>
                  <a:pt x="1022551" y="109638"/>
                </a:lnTo>
                <a:lnTo>
                  <a:pt x="1022547" y="110526"/>
                </a:lnTo>
                <a:lnTo>
                  <a:pt x="1022533" y="111408"/>
                </a:lnTo>
                <a:lnTo>
                  <a:pt x="1022510" y="112284"/>
                </a:lnTo>
                <a:lnTo>
                  <a:pt x="1022478" y="113153"/>
                </a:lnTo>
                <a:lnTo>
                  <a:pt x="1022438" y="114016"/>
                </a:lnTo>
                <a:lnTo>
                  <a:pt x="1022387" y="114873"/>
                </a:lnTo>
                <a:lnTo>
                  <a:pt x="1022328" y="115723"/>
                </a:lnTo>
                <a:lnTo>
                  <a:pt x="1022260" y="116567"/>
                </a:lnTo>
                <a:lnTo>
                  <a:pt x="1022183" y="117404"/>
                </a:lnTo>
                <a:lnTo>
                  <a:pt x="1022096" y="118236"/>
                </a:lnTo>
                <a:lnTo>
                  <a:pt x="1022000" y="119060"/>
                </a:lnTo>
                <a:lnTo>
                  <a:pt x="1021896" y="119879"/>
                </a:lnTo>
                <a:lnTo>
                  <a:pt x="1021782" y="120691"/>
                </a:lnTo>
                <a:lnTo>
                  <a:pt x="1021659" y="121497"/>
                </a:lnTo>
                <a:lnTo>
                  <a:pt x="1021527" y="122296"/>
                </a:lnTo>
                <a:lnTo>
                  <a:pt x="1021386" y="123090"/>
                </a:lnTo>
                <a:lnTo>
                  <a:pt x="1021236" y="123876"/>
                </a:lnTo>
                <a:lnTo>
                  <a:pt x="1021076" y="124657"/>
                </a:lnTo>
                <a:lnTo>
                  <a:pt x="1020908" y="125431"/>
                </a:lnTo>
                <a:lnTo>
                  <a:pt x="1020730" y="126199"/>
                </a:lnTo>
                <a:lnTo>
                  <a:pt x="1020544" y="126960"/>
                </a:lnTo>
                <a:lnTo>
                  <a:pt x="1020348" y="127715"/>
                </a:lnTo>
                <a:lnTo>
                  <a:pt x="1020143" y="128464"/>
                </a:lnTo>
                <a:lnTo>
                  <a:pt x="1019929" y="129206"/>
                </a:lnTo>
                <a:lnTo>
                  <a:pt x="1019704" y="129939"/>
                </a:lnTo>
                <a:lnTo>
                  <a:pt x="1019466" y="130660"/>
                </a:lnTo>
                <a:lnTo>
                  <a:pt x="1019215" y="131368"/>
                </a:lnTo>
                <a:lnTo>
                  <a:pt x="1018952" y="132064"/>
                </a:lnTo>
                <a:lnTo>
                  <a:pt x="1018675" y="132747"/>
                </a:lnTo>
                <a:lnTo>
                  <a:pt x="1018386" y="133418"/>
                </a:lnTo>
                <a:lnTo>
                  <a:pt x="1018084" y="134076"/>
                </a:lnTo>
                <a:lnTo>
                  <a:pt x="1017768" y="134722"/>
                </a:lnTo>
                <a:lnTo>
                  <a:pt x="1017440" y="135355"/>
                </a:lnTo>
                <a:lnTo>
                  <a:pt x="1017100" y="135976"/>
                </a:lnTo>
                <a:lnTo>
                  <a:pt x="1016746" y="136585"/>
                </a:lnTo>
                <a:lnTo>
                  <a:pt x="1016379" y="137181"/>
                </a:lnTo>
                <a:lnTo>
                  <a:pt x="1015999" y="137764"/>
                </a:lnTo>
                <a:lnTo>
                  <a:pt x="1015607" y="138335"/>
                </a:lnTo>
                <a:lnTo>
                  <a:pt x="1015202" y="138894"/>
                </a:lnTo>
                <a:lnTo>
                  <a:pt x="1014784" y="139440"/>
                </a:lnTo>
                <a:lnTo>
                  <a:pt x="1014352" y="139974"/>
                </a:lnTo>
                <a:lnTo>
                  <a:pt x="1013909" y="140495"/>
                </a:lnTo>
                <a:lnTo>
                  <a:pt x="1013452" y="141004"/>
                </a:lnTo>
                <a:lnTo>
                  <a:pt x="1012982" y="141501"/>
                </a:lnTo>
                <a:lnTo>
                  <a:pt x="1012499" y="141985"/>
                </a:lnTo>
                <a:lnTo>
                  <a:pt x="1012004" y="142456"/>
                </a:lnTo>
                <a:lnTo>
                  <a:pt x="1011496" y="142915"/>
                </a:lnTo>
                <a:lnTo>
                  <a:pt x="1010974" y="143362"/>
                </a:lnTo>
                <a:lnTo>
                  <a:pt x="1010438" y="143793"/>
                </a:lnTo>
                <a:lnTo>
                  <a:pt x="1009886" y="144206"/>
                </a:lnTo>
                <a:lnTo>
                  <a:pt x="1009316" y="144600"/>
                </a:lnTo>
                <a:lnTo>
                  <a:pt x="1008730" y="144977"/>
                </a:lnTo>
                <a:lnTo>
                  <a:pt x="1008128" y="145334"/>
                </a:lnTo>
                <a:lnTo>
                  <a:pt x="1007508" y="145674"/>
                </a:lnTo>
                <a:lnTo>
                  <a:pt x="1006872" y="145995"/>
                </a:lnTo>
                <a:lnTo>
                  <a:pt x="1006220" y="146298"/>
                </a:lnTo>
                <a:lnTo>
                  <a:pt x="1005551" y="146582"/>
                </a:lnTo>
                <a:lnTo>
                  <a:pt x="1004865" y="146848"/>
                </a:lnTo>
                <a:lnTo>
                  <a:pt x="1004162" y="147096"/>
                </a:lnTo>
                <a:lnTo>
                  <a:pt x="1003443" y="147325"/>
                </a:lnTo>
                <a:lnTo>
                  <a:pt x="1002707" y="147537"/>
                </a:lnTo>
                <a:lnTo>
                  <a:pt x="1001954" y="147729"/>
                </a:lnTo>
                <a:lnTo>
                  <a:pt x="1001185" y="147904"/>
                </a:lnTo>
                <a:lnTo>
                  <a:pt x="1000399" y="148059"/>
                </a:lnTo>
                <a:lnTo>
                  <a:pt x="999597" y="148197"/>
                </a:lnTo>
                <a:lnTo>
                  <a:pt x="998778" y="148316"/>
                </a:lnTo>
                <a:lnTo>
                  <a:pt x="997942" y="148417"/>
                </a:lnTo>
                <a:lnTo>
                  <a:pt x="997089" y="148500"/>
                </a:lnTo>
                <a:lnTo>
                  <a:pt x="996220" y="148564"/>
                </a:lnTo>
                <a:lnTo>
                  <a:pt x="995334" y="148610"/>
                </a:lnTo>
                <a:lnTo>
                  <a:pt x="994432" y="148638"/>
                </a:lnTo>
                <a:lnTo>
                  <a:pt x="993513" y="148647"/>
                </a:lnTo>
                <a:lnTo>
                  <a:pt x="992615" y="148638"/>
                </a:lnTo>
                <a:lnTo>
                  <a:pt x="991733" y="148610"/>
                </a:lnTo>
                <a:lnTo>
                  <a:pt x="990867" y="148564"/>
                </a:lnTo>
                <a:lnTo>
                  <a:pt x="990018" y="148500"/>
                </a:lnTo>
                <a:close/>
                <a:moveTo>
                  <a:pt x="1175531" y="57967"/>
                </a:moveTo>
                <a:lnTo>
                  <a:pt x="1176082" y="57628"/>
                </a:lnTo>
                <a:lnTo>
                  <a:pt x="1176646" y="57310"/>
                </a:lnTo>
                <a:lnTo>
                  <a:pt x="1177226" y="57010"/>
                </a:lnTo>
                <a:lnTo>
                  <a:pt x="1177819" y="56730"/>
                </a:lnTo>
                <a:lnTo>
                  <a:pt x="1178428" y="56469"/>
                </a:lnTo>
                <a:lnTo>
                  <a:pt x="1179050" y="56228"/>
                </a:lnTo>
                <a:lnTo>
                  <a:pt x="1179687" y="56005"/>
                </a:lnTo>
                <a:lnTo>
                  <a:pt x="1180339" y="55802"/>
                </a:lnTo>
                <a:lnTo>
                  <a:pt x="1181005" y="55619"/>
                </a:lnTo>
                <a:lnTo>
                  <a:pt x="1181685" y="55455"/>
                </a:lnTo>
                <a:lnTo>
                  <a:pt x="1182376" y="55303"/>
                </a:lnTo>
                <a:lnTo>
                  <a:pt x="1183072" y="55158"/>
                </a:lnTo>
                <a:lnTo>
                  <a:pt x="1183775" y="55020"/>
                </a:lnTo>
                <a:lnTo>
                  <a:pt x="1184483" y="54888"/>
                </a:lnTo>
                <a:lnTo>
                  <a:pt x="1185198" y="54762"/>
                </a:lnTo>
                <a:lnTo>
                  <a:pt x="1185919" y="54643"/>
                </a:lnTo>
                <a:lnTo>
                  <a:pt x="1186645" y="54530"/>
                </a:lnTo>
                <a:lnTo>
                  <a:pt x="1187378" y="54424"/>
                </a:lnTo>
                <a:lnTo>
                  <a:pt x="1188116" y="54324"/>
                </a:lnTo>
                <a:lnTo>
                  <a:pt x="1188861" y="54231"/>
                </a:lnTo>
                <a:lnTo>
                  <a:pt x="1189611" y="54144"/>
                </a:lnTo>
                <a:lnTo>
                  <a:pt x="1190368" y="54064"/>
                </a:lnTo>
                <a:lnTo>
                  <a:pt x="1191130" y="53989"/>
                </a:lnTo>
                <a:lnTo>
                  <a:pt x="1191899" y="53922"/>
                </a:lnTo>
                <a:lnTo>
                  <a:pt x="1192674" y="53861"/>
                </a:lnTo>
                <a:lnTo>
                  <a:pt x="1193454" y="53806"/>
                </a:lnTo>
                <a:lnTo>
                  <a:pt x="1194241" y="53758"/>
                </a:lnTo>
                <a:lnTo>
                  <a:pt x="1195033" y="53716"/>
                </a:lnTo>
                <a:lnTo>
                  <a:pt x="1195832" y="53680"/>
                </a:lnTo>
                <a:lnTo>
                  <a:pt x="1196636" y="53651"/>
                </a:lnTo>
                <a:lnTo>
                  <a:pt x="1197447" y="53629"/>
                </a:lnTo>
                <a:lnTo>
                  <a:pt x="1198263" y="53613"/>
                </a:lnTo>
                <a:lnTo>
                  <a:pt x="1199086" y="53603"/>
                </a:lnTo>
                <a:lnTo>
                  <a:pt x="1199914" y="53600"/>
                </a:lnTo>
                <a:lnTo>
                  <a:pt x="1199914" y="28911"/>
                </a:lnTo>
                <a:lnTo>
                  <a:pt x="1198696" y="28930"/>
                </a:lnTo>
                <a:lnTo>
                  <a:pt x="1197492" y="28965"/>
                </a:lnTo>
                <a:lnTo>
                  <a:pt x="1196303" y="29017"/>
                </a:lnTo>
                <a:lnTo>
                  <a:pt x="1195130" y="29085"/>
                </a:lnTo>
                <a:lnTo>
                  <a:pt x="1193971" y="29169"/>
                </a:lnTo>
                <a:lnTo>
                  <a:pt x="1192826" y="29270"/>
                </a:lnTo>
                <a:lnTo>
                  <a:pt x="1191697" y="29388"/>
                </a:lnTo>
                <a:lnTo>
                  <a:pt x="1190583" y="29522"/>
                </a:lnTo>
                <a:lnTo>
                  <a:pt x="1189483" y="29672"/>
                </a:lnTo>
                <a:lnTo>
                  <a:pt x="1188399" y="29839"/>
                </a:lnTo>
                <a:lnTo>
                  <a:pt x="1187329" y="30022"/>
                </a:lnTo>
                <a:lnTo>
                  <a:pt x="1186274" y="30222"/>
                </a:lnTo>
                <a:lnTo>
                  <a:pt x="1185234" y="30438"/>
                </a:lnTo>
                <a:lnTo>
                  <a:pt x="1184209" y="30670"/>
                </a:lnTo>
                <a:lnTo>
                  <a:pt x="1183199" y="30919"/>
                </a:lnTo>
                <a:lnTo>
                  <a:pt x="1182204" y="31185"/>
                </a:lnTo>
                <a:lnTo>
                  <a:pt x="1181224" y="31467"/>
                </a:lnTo>
                <a:lnTo>
                  <a:pt x="1180258" y="31765"/>
                </a:lnTo>
                <a:lnTo>
                  <a:pt x="1179307" y="32080"/>
                </a:lnTo>
                <a:lnTo>
                  <a:pt x="1178372" y="32411"/>
                </a:lnTo>
                <a:lnTo>
                  <a:pt x="1177451" y="32758"/>
                </a:lnTo>
                <a:lnTo>
                  <a:pt x="1176545" y="33122"/>
                </a:lnTo>
                <a:lnTo>
                  <a:pt x="1175654" y="33503"/>
                </a:lnTo>
                <a:lnTo>
                  <a:pt x="1174777" y="33900"/>
                </a:lnTo>
                <a:lnTo>
                  <a:pt x="1173918" y="34319"/>
                </a:lnTo>
                <a:lnTo>
                  <a:pt x="1173077" y="34768"/>
                </a:lnTo>
                <a:lnTo>
                  <a:pt x="1172256" y="35247"/>
                </a:lnTo>
                <a:lnTo>
                  <a:pt x="1171453" y="35755"/>
                </a:lnTo>
                <a:lnTo>
                  <a:pt x="1170669" y="36292"/>
                </a:lnTo>
                <a:lnTo>
                  <a:pt x="1169904" y="36858"/>
                </a:lnTo>
                <a:lnTo>
                  <a:pt x="1169158" y="37454"/>
                </a:lnTo>
                <a:lnTo>
                  <a:pt x="1168431" y="38078"/>
                </a:lnTo>
                <a:lnTo>
                  <a:pt x="1167723" y="38733"/>
                </a:lnTo>
                <a:lnTo>
                  <a:pt x="1167033" y="39416"/>
                </a:lnTo>
                <a:lnTo>
                  <a:pt x="1166362" y="40129"/>
                </a:lnTo>
                <a:lnTo>
                  <a:pt x="1165711" y="40871"/>
                </a:lnTo>
                <a:lnTo>
                  <a:pt x="1165078" y="41643"/>
                </a:lnTo>
                <a:lnTo>
                  <a:pt x="1164464" y="42444"/>
                </a:lnTo>
                <a:lnTo>
                  <a:pt x="1163869" y="43274"/>
                </a:lnTo>
                <a:lnTo>
                  <a:pt x="1163293" y="44133"/>
                </a:lnTo>
                <a:lnTo>
                  <a:pt x="1162735" y="45022"/>
                </a:lnTo>
                <a:lnTo>
                  <a:pt x="1162197" y="45940"/>
                </a:lnTo>
                <a:lnTo>
                  <a:pt x="1161677" y="46888"/>
                </a:lnTo>
                <a:lnTo>
                  <a:pt x="1161177" y="47865"/>
                </a:lnTo>
                <a:lnTo>
                  <a:pt x="1160695" y="48871"/>
                </a:lnTo>
                <a:lnTo>
                  <a:pt x="1160232" y="49906"/>
                </a:lnTo>
                <a:lnTo>
                  <a:pt x="1160185" y="50018"/>
                </a:lnTo>
                <a:lnTo>
                  <a:pt x="1159833" y="49877"/>
                </a:lnTo>
                <a:lnTo>
                  <a:pt x="1158763" y="49479"/>
                </a:lnTo>
                <a:lnTo>
                  <a:pt x="1157672" y="49102"/>
                </a:lnTo>
                <a:lnTo>
                  <a:pt x="1156559" y="48745"/>
                </a:lnTo>
                <a:lnTo>
                  <a:pt x="1155425" y="48408"/>
                </a:lnTo>
                <a:lnTo>
                  <a:pt x="1154271" y="48092"/>
                </a:lnTo>
                <a:lnTo>
                  <a:pt x="1153095" y="47796"/>
                </a:lnTo>
                <a:lnTo>
                  <a:pt x="1151898" y="47521"/>
                </a:lnTo>
                <a:lnTo>
                  <a:pt x="1150680" y="47266"/>
                </a:lnTo>
                <a:lnTo>
                  <a:pt x="1149441" y="47031"/>
                </a:lnTo>
                <a:lnTo>
                  <a:pt x="1148180" y="46817"/>
                </a:lnTo>
                <a:lnTo>
                  <a:pt x="1146899" y="46623"/>
                </a:lnTo>
                <a:lnTo>
                  <a:pt x="1145597" y="46449"/>
                </a:lnTo>
                <a:lnTo>
                  <a:pt x="1144273" y="46296"/>
                </a:lnTo>
                <a:lnTo>
                  <a:pt x="1142928" y="46164"/>
                </a:lnTo>
                <a:lnTo>
                  <a:pt x="1141563" y="46052"/>
                </a:lnTo>
                <a:lnTo>
                  <a:pt x="1140176" y="45960"/>
                </a:lnTo>
                <a:lnTo>
                  <a:pt x="1138768" y="45888"/>
                </a:lnTo>
                <a:lnTo>
                  <a:pt x="1137339" y="45837"/>
                </a:lnTo>
                <a:lnTo>
                  <a:pt x="1135889" y="45807"/>
                </a:lnTo>
                <a:lnTo>
                  <a:pt x="1134418" y="45796"/>
                </a:lnTo>
                <a:lnTo>
                  <a:pt x="1132988" y="45807"/>
                </a:lnTo>
                <a:lnTo>
                  <a:pt x="1131576" y="45837"/>
                </a:lnTo>
                <a:lnTo>
                  <a:pt x="1130182" y="45888"/>
                </a:lnTo>
                <a:lnTo>
                  <a:pt x="1128807" y="45960"/>
                </a:lnTo>
                <a:lnTo>
                  <a:pt x="1127450" y="46052"/>
                </a:lnTo>
                <a:lnTo>
                  <a:pt x="1126111" y="46164"/>
                </a:lnTo>
                <a:lnTo>
                  <a:pt x="1124790" y="46296"/>
                </a:lnTo>
                <a:lnTo>
                  <a:pt x="1123487" y="46449"/>
                </a:lnTo>
                <a:lnTo>
                  <a:pt x="1122203" y="46623"/>
                </a:lnTo>
                <a:lnTo>
                  <a:pt x="1120937" y="46817"/>
                </a:lnTo>
                <a:lnTo>
                  <a:pt x="1119689" y="47031"/>
                </a:lnTo>
                <a:lnTo>
                  <a:pt x="1118459" y="47266"/>
                </a:lnTo>
                <a:lnTo>
                  <a:pt x="1117248" y="47521"/>
                </a:lnTo>
                <a:lnTo>
                  <a:pt x="1116054" y="47796"/>
                </a:lnTo>
                <a:lnTo>
                  <a:pt x="1114879" y="48092"/>
                </a:lnTo>
                <a:lnTo>
                  <a:pt x="1113722" y="48408"/>
                </a:lnTo>
                <a:lnTo>
                  <a:pt x="1112584" y="48745"/>
                </a:lnTo>
                <a:lnTo>
                  <a:pt x="1111463" y="49102"/>
                </a:lnTo>
                <a:lnTo>
                  <a:pt x="1110361" y="49479"/>
                </a:lnTo>
                <a:lnTo>
                  <a:pt x="1109277" y="49877"/>
                </a:lnTo>
                <a:lnTo>
                  <a:pt x="1108211" y="50296"/>
                </a:lnTo>
                <a:lnTo>
                  <a:pt x="1107164" y="50734"/>
                </a:lnTo>
                <a:lnTo>
                  <a:pt x="1106134" y="51193"/>
                </a:lnTo>
                <a:lnTo>
                  <a:pt x="1105123" y="51673"/>
                </a:lnTo>
                <a:lnTo>
                  <a:pt x="1104131" y="52169"/>
                </a:lnTo>
                <a:lnTo>
                  <a:pt x="1103159" y="52679"/>
                </a:lnTo>
                <a:lnTo>
                  <a:pt x="1102208" y="53203"/>
                </a:lnTo>
                <a:lnTo>
                  <a:pt x="1101277" y="53740"/>
                </a:lnTo>
                <a:lnTo>
                  <a:pt x="1100365" y="54290"/>
                </a:lnTo>
                <a:lnTo>
                  <a:pt x="1099475" y="54855"/>
                </a:lnTo>
                <a:lnTo>
                  <a:pt x="1098604" y="55432"/>
                </a:lnTo>
                <a:lnTo>
                  <a:pt x="1097753" y="56023"/>
                </a:lnTo>
                <a:lnTo>
                  <a:pt x="1096923" y="56628"/>
                </a:lnTo>
                <a:lnTo>
                  <a:pt x="1096113" y="57246"/>
                </a:lnTo>
                <a:lnTo>
                  <a:pt x="1095323" y="57878"/>
                </a:lnTo>
                <a:lnTo>
                  <a:pt x="1094554" y="58523"/>
                </a:lnTo>
                <a:lnTo>
                  <a:pt x="1093804" y="59182"/>
                </a:lnTo>
                <a:lnTo>
                  <a:pt x="1093075" y="59854"/>
                </a:lnTo>
                <a:lnTo>
                  <a:pt x="1092366" y="60540"/>
                </a:lnTo>
                <a:lnTo>
                  <a:pt x="1091677" y="61239"/>
                </a:lnTo>
                <a:lnTo>
                  <a:pt x="1091008" y="61952"/>
                </a:lnTo>
                <a:lnTo>
                  <a:pt x="1090360" y="62678"/>
                </a:lnTo>
                <a:lnTo>
                  <a:pt x="1089732" y="63418"/>
                </a:lnTo>
                <a:lnTo>
                  <a:pt x="1089124" y="64171"/>
                </a:lnTo>
                <a:lnTo>
                  <a:pt x="1088536" y="64938"/>
                </a:lnTo>
                <a:lnTo>
                  <a:pt x="1087969" y="65718"/>
                </a:lnTo>
                <a:lnTo>
                  <a:pt x="1087421" y="66512"/>
                </a:lnTo>
                <a:lnTo>
                  <a:pt x="1086894" y="67320"/>
                </a:lnTo>
                <a:lnTo>
                  <a:pt x="1086388" y="68138"/>
                </a:lnTo>
                <a:lnTo>
                  <a:pt x="1085903" y="68964"/>
                </a:lnTo>
                <a:lnTo>
                  <a:pt x="1085440" y="69799"/>
                </a:lnTo>
                <a:lnTo>
                  <a:pt x="1084998" y="70642"/>
                </a:lnTo>
                <a:lnTo>
                  <a:pt x="1084578" y="71493"/>
                </a:lnTo>
                <a:lnTo>
                  <a:pt x="1084180" y="72353"/>
                </a:lnTo>
                <a:lnTo>
                  <a:pt x="1083803" y="73220"/>
                </a:lnTo>
                <a:lnTo>
                  <a:pt x="1083447" y="74096"/>
                </a:lnTo>
                <a:lnTo>
                  <a:pt x="1083113" y="74980"/>
                </a:lnTo>
                <a:lnTo>
                  <a:pt x="1082801" y="75872"/>
                </a:lnTo>
                <a:lnTo>
                  <a:pt x="1082510" y="76773"/>
                </a:lnTo>
                <a:lnTo>
                  <a:pt x="1082241" y="77681"/>
                </a:lnTo>
                <a:lnTo>
                  <a:pt x="1081993" y="78598"/>
                </a:lnTo>
                <a:lnTo>
                  <a:pt x="1081767" y="79523"/>
                </a:lnTo>
                <a:lnTo>
                  <a:pt x="1081562" y="80457"/>
                </a:lnTo>
                <a:lnTo>
                  <a:pt x="1081379" y="81398"/>
                </a:lnTo>
                <a:lnTo>
                  <a:pt x="1081218" y="82348"/>
                </a:lnTo>
                <a:lnTo>
                  <a:pt x="1081078" y="83306"/>
                </a:lnTo>
                <a:lnTo>
                  <a:pt x="1080959" y="84272"/>
                </a:lnTo>
                <a:lnTo>
                  <a:pt x="1080862" y="85247"/>
                </a:lnTo>
                <a:lnTo>
                  <a:pt x="1080787" y="86229"/>
                </a:lnTo>
                <a:lnTo>
                  <a:pt x="1080733" y="87220"/>
                </a:lnTo>
                <a:lnTo>
                  <a:pt x="1080701" y="88219"/>
                </a:lnTo>
                <a:lnTo>
                  <a:pt x="1080690" y="89226"/>
                </a:lnTo>
                <a:lnTo>
                  <a:pt x="1080701" y="90171"/>
                </a:lnTo>
                <a:lnTo>
                  <a:pt x="1080732" y="91111"/>
                </a:lnTo>
                <a:lnTo>
                  <a:pt x="1080786" y="92045"/>
                </a:lnTo>
                <a:lnTo>
                  <a:pt x="1080860" y="92973"/>
                </a:lnTo>
                <a:lnTo>
                  <a:pt x="1080956" y="93897"/>
                </a:lnTo>
                <a:lnTo>
                  <a:pt x="1081074" y="94815"/>
                </a:lnTo>
                <a:lnTo>
                  <a:pt x="1081212" y="95728"/>
                </a:lnTo>
                <a:lnTo>
                  <a:pt x="1081372" y="96635"/>
                </a:lnTo>
                <a:lnTo>
                  <a:pt x="1081553" y="97537"/>
                </a:lnTo>
                <a:lnTo>
                  <a:pt x="1081756" y="98434"/>
                </a:lnTo>
                <a:lnTo>
                  <a:pt x="1081980" y="99326"/>
                </a:lnTo>
                <a:lnTo>
                  <a:pt x="1082225" y="100212"/>
                </a:lnTo>
                <a:lnTo>
                  <a:pt x="1082491" y="101093"/>
                </a:lnTo>
                <a:lnTo>
                  <a:pt x="1082779" y="101968"/>
                </a:lnTo>
                <a:lnTo>
                  <a:pt x="1083088" y="102838"/>
                </a:lnTo>
                <a:lnTo>
                  <a:pt x="1083419" y="103703"/>
                </a:lnTo>
                <a:lnTo>
                  <a:pt x="1083771" y="104563"/>
                </a:lnTo>
                <a:lnTo>
                  <a:pt x="1084144" y="105417"/>
                </a:lnTo>
                <a:lnTo>
                  <a:pt x="1084538" y="106265"/>
                </a:lnTo>
                <a:lnTo>
                  <a:pt x="1084954" y="107109"/>
                </a:lnTo>
                <a:lnTo>
                  <a:pt x="1085391" y="107947"/>
                </a:lnTo>
                <a:lnTo>
                  <a:pt x="1085849" y="108780"/>
                </a:lnTo>
                <a:lnTo>
                  <a:pt x="1086329" y="109607"/>
                </a:lnTo>
                <a:lnTo>
                  <a:pt x="1086830" y="110430"/>
                </a:lnTo>
                <a:lnTo>
                  <a:pt x="1087352" y="111243"/>
                </a:lnTo>
                <a:lnTo>
                  <a:pt x="1087894" y="112042"/>
                </a:lnTo>
                <a:lnTo>
                  <a:pt x="1088455" y="112828"/>
                </a:lnTo>
                <a:lnTo>
                  <a:pt x="1089037" y="113601"/>
                </a:lnTo>
                <a:lnTo>
                  <a:pt x="1089638" y="114361"/>
                </a:lnTo>
                <a:lnTo>
                  <a:pt x="1090260" y="115107"/>
                </a:lnTo>
                <a:lnTo>
                  <a:pt x="1090902" y="115840"/>
                </a:lnTo>
                <a:lnTo>
                  <a:pt x="1091563" y="116560"/>
                </a:lnTo>
                <a:lnTo>
                  <a:pt x="1092245" y="117267"/>
                </a:lnTo>
                <a:lnTo>
                  <a:pt x="1092946" y="117960"/>
                </a:lnTo>
                <a:lnTo>
                  <a:pt x="1093668" y="118640"/>
                </a:lnTo>
                <a:lnTo>
                  <a:pt x="1094410" y="119306"/>
                </a:lnTo>
                <a:lnTo>
                  <a:pt x="1095171" y="119960"/>
                </a:lnTo>
                <a:lnTo>
                  <a:pt x="1095953" y="120600"/>
                </a:lnTo>
                <a:lnTo>
                  <a:pt x="1096754" y="121226"/>
                </a:lnTo>
                <a:lnTo>
                  <a:pt x="1097576" y="121840"/>
                </a:lnTo>
                <a:lnTo>
                  <a:pt x="1098417" y="122440"/>
                </a:lnTo>
                <a:lnTo>
                  <a:pt x="1099279" y="123027"/>
                </a:lnTo>
                <a:lnTo>
                  <a:pt x="1100070" y="123542"/>
                </a:lnTo>
                <a:lnTo>
                  <a:pt x="1099737" y="123675"/>
                </a:lnTo>
                <a:lnTo>
                  <a:pt x="1098851" y="124041"/>
                </a:lnTo>
                <a:lnTo>
                  <a:pt x="1097986" y="124413"/>
                </a:lnTo>
                <a:lnTo>
                  <a:pt x="1097142" y="124789"/>
                </a:lnTo>
                <a:lnTo>
                  <a:pt x="1096319" y="125170"/>
                </a:lnTo>
                <a:lnTo>
                  <a:pt x="1095518" y="125555"/>
                </a:lnTo>
                <a:lnTo>
                  <a:pt x="1094737" y="125945"/>
                </a:lnTo>
                <a:lnTo>
                  <a:pt x="1093978" y="126340"/>
                </a:lnTo>
                <a:lnTo>
                  <a:pt x="1093240" y="126740"/>
                </a:lnTo>
                <a:lnTo>
                  <a:pt x="1092522" y="127144"/>
                </a:lnTo>
                <a:lnTo>
                  <a:pt x="1091826" y="127552"/>
                </a:lnTo>
                <a:lnTo>
                  <a:pt x="1091151" y="127966"/>
                </a:lnTo>
                <a:lnTo>
                  <a:pt x="1090497" y="128384"/>
                </a:lnTo>
                <a:lnTo>
                  <a:pt x="1089864" y="128807"/>
                </a:lnTo>
                <a:lnTo>
                  <a:pt x="1089253" y="129234"/>
                </a:lnTo>
                <a:lnTo>
                  <a:pt x="1088662" y="129666"/>
                </a:lnTo>
                <a:lnTo>
                  <a:pt x="1088092" y="130103"/>
                </a:lnTo>
                <a:lnTo>
                  <a:pt x="1087544" y="130544"/>
                </a:lnTo>
                <a:lnTo>
                  <a:pt x="1087017" y="130990"/>
                </a:lnTo>
                <a:lnTo>
                  <a:pt x="1086510" y="131441"/>
                </a:lnTo>
                <a:lnTo>
                  <a:pt x="1086025" y="131898"/>
                </a:lnTo>
                <a:lnTo>
                  <a:pt x="1085560" y="132364"/>
                </a:lnTo>
                <a:lnTo>
                  <a:pt x="1085116" y="132837"/>
                </a:lnTo>
                <a:lnTo>
                  <a:pt x="1084693" y="133319"/>
                </a:lnTo>
                <a:lnTo>
                  <a:pt x="1084290" y="133809"/>
                </a:lnTo>
                <a:lnTo>
                  <a:pt x="1083908" y="134307"/>
                </a:lnTo>
                <a:lnTo>
                  <a:pt x="1083546" y="134814"/>
                </a:lnTo>
                <a:lnTo>
                  <a:pt x="1083206" y="135328"/>
                </a:lnTo>
                <a:lnTo>
                  <a:pt x="1082886" y="135851"/>
                </a:lnTo>
                <a:lnTo>
                  <a:pt x="1082586" y="136382"/>
                </a:lnTo>
                <a:lnTo>
                  <a:pt x="1082307" y="136922"/>
                </a:lnTo>
                <a:lnTo>
                  <a:pt x="1082049" y="137469"/>
                </a:lnTo>
                <a:lnTo>
                  <a:pt x="1081812" y="138025"/>
                </a:lnTo>
                <a:lnTo>
                  <a:pt x="1081595" y="138589"/>
                </a:lnTo>
                <a:lnTo>
                  <a:pt x="1081398" y="139161"/>
                </a:lnTo>
                <a:lnTo>
                  <a:pt x="1081223" y="139742"/>
                </a:lnTo>
                <a:lnTo>
                  <a:pt x="1081068" y="140330"/>
                </a:lnTo>
                <a:lnTo>
                  <a:pt x="1080934" y="140927"/>
                </a:lnTo>
                <a:lnTo>
                  <a:pt x="1080820" y="141532"/>
                </a:lnTo>
                <a:lnTo>
                  <a:pt x="1080727" y="142146"/>
                </a:lnTo>
                <a:lnTo>
                  <a:pt x="1080655" y="142767"/>
                </a:lnTo>
                <a:lnTo>
                  <a:pt x="1080603" y="143397"/>
                </a:lnTo>
                <a:lnTo>
                  <a:pt x="1080572" y="144035"/>
                </a:lnTo>
                <a:lnTo>
                  <a:pt x="1080562" y="144681"/>
                </a:lnTo>
                <a:lnTo>
                  <a:pt x="1080569" y="145097"/>
                </a:lnTo>
                <a:lnTo>
                  <a:pt x="1080589" y="145513"/>
                </a:lnTo>
                <a:lnTo>
                  <a:pt x="1080622" y="145930"/>
                </a:lnTo>
                <a:lnTo>
                  <a:pt x="1080669" y="146348"/>
                </a:lnTo>
                <a:lnTo>
                  <a:pt x="1080728" y="146765"/>
                </a:lnTo>
                <a:lnTo>
                  <a:pt x="1080802" y="147184"/>
                </a:lnTo>
                <a:lnTo>
                  <a:pt x="1080888" y="147602"/>
                </a:lnTo>
                <a:lnTo>
                  <a:pt x="1080988" y="148021"/>
                </a:lnTo>
                <a:lnTo>
                  <a:pt x="1081102" y="148441"/>
                </a:lnTo>
                <a:lnTo>
                  <a:pt x="1081228" y="148861"/>
                </a:lnTo>
                <a:lnTo>
                  <a:pt x="1081368" y="149281"/>
                </a:lnTo>
                <a:lnTo>
                  <a:pt x="1081521" y="149702"/>
                </a:lnTo>
                <a:lnTo>
                  <a:pt x="1081688" y="150123"/>
                </a:lnTo>
                <a:lnTo>
                  <a:pt x="1081868" y="150545"/>
                </a:lnTo>
                <a:lnTo>
                  <a:pt x="1082061" y="150967"/>
                </a:lnTo>
                <a:lnTo>
                  <a:pt x="1082268" y="151390"/>
                </a:lnTo>
                <a:lnTo>
                  <a:pt x="1082487" y="151813"/>
                </a:lnTo>
                <a:lnTo>
                  <a:pt x="1082721" y="152237"/>
                </a:lnTo>
                <a:lnTo>
                  <a:pt x="1082967" y="152660"/>
                </a:lnTo>
                <a:lnTo>
                  <a:pt x="1083227" y="153085"/>
                </a:lnTo>
                <a:lnTo>
                  <a:pt x="1083500" y="153510"/>
                </a:lnTo>
                <a:lnTo>
                  <a:pt x="1083787" y="153935"/>
                </a:lnTo>
                <a:lnTo>
                  <a:pt x="1084086" y="154361"/>
                </a:lnTo>
                <a:lnTo>
                  <a:pt x="1084400" y="154787"/>
                </a:lnTo>
                <a:lnTo>
                  <a:pt x="1084727" y="155211"/>
                </a:lnTo>
                <a:lnTo>
                  <a:pt x="1085070" y="155631"/>
                </a:lnTo>
                <a:lnTo>
                  <a:pt x="1085429" y="156047"/>
                </a:lnTo>
                <a:lnTo>
                  <a:pt x="1085803" y="156459"/>
                </a:lnTo>
                <a:lnTo>
                  <a:pt x="1086193" y="156866"/>
                </a:lnTo>
                <a:lnTo>
                  <a:pt x="1086598" y="157270"/>
                </a:lnTo>
                <a:lnTo>
                  <a:pt x="1087019" y="157668"/>
                </a:lnTo>
                <a:lnTo>
                  <a:pt x="1087456" y="158063"/>
                </a:lnTo>
                <a:lnTo>
                  <a:pt x="1087908" y="158454"/>
                </a:lnTo>
                <a:lnTo>
                  <a:pt x="1088375" y="158840"/>
                </a:lnTo>
                <a:lnTo>
                  <a:pt x="1088858" y="159222"/>
                </a:lnTo>
                <a:lnTo>
                  <a:pt x="1089357" y="159600"/>
                </a:lnTo>
                <a:lnTo>
                  <a:pt x="1089871" y="159974"/>
                </a:lnTo>
                <a:lnTo>
                  <a:pt x="1090400" y="160343"/>
                </a:lnTo>
                <a:lnTo>
                  <a:pt x="1090946" y="160708"/>
                </a:lnTo>
                <a:lnTo>
                  <a:pt x="1091506" y="161069"/>
                </a:lnTo>
                <a:lnTo>
                  <a:pt x="1092083" y="161426"/>
                </a:lnTo>
                <a:lnTo>
                  <a:pt x="1092675" y="161779"/>
                </a:lnTo>
                <a:lnTo>
                  <a:pt x="1093282" y="162127"/>
                </a:lnTo>
                <a:lnTo>
                  <a:pt x="1093905" y="162471"/>
                </a:lnTo>
                <a:lnTo>
                  <a:pt x="1094544" y="162811"/>
                </a:lnTo>
                <a:lnTo>
                  <a:pt x="1095198" y="163147"/>
                </a:lnTo>
                <a:lnTo>
                  <a:pt x="1095520" y="163306"/>
                </a:lnTo>
                <a:lnTo>
                  <a:pt x="1095041" y="163504"/>
                </a:lnTo>
                <a:lnTo>
                  <a:pt x="1093852" y="164030"/>
                </a:lnTo>
                <a:lnTo>
                  <a:pt x="1092703" y="164572"/>
                </a:lnTo>
                <a:lnTo>
                  <a:pt x="1091595" y="165131"/>
                </a:lnTo>
                <a:lnTo>
                  <a:pt x="1090528" y="165707"/>
                </a:lnTo>
                <a:lnTo>
                  <a:pt x="1089502" y="166299"/>
                </a:lnTo>
                <a:lnTo>
                  <a:pt x="1088517" y="166908"/>
                </a:lnTo>
                <a:lnTo>
                  <a:pt x="1087573" y="167533"/>
                </a:lnTo>
                <a:lnTo>
                  <a:pt x="1086669" y="168176"/>
                </a:lnTo>
                <a:lnTo>
                  <a:pt x="1085807" y="168835"/>
                </a:lnTo>
                <a:lnTo>
                  <a:pt x="1084982" y="169506"/>
                </a:lnTo>
                <a:lnTo>
                  <a:pt x="1084193" y="170187"/>
                </a:lnTo>
                <a:lnTo>
                  <a:pt x="1083438" y="170877"/>
                </a:lnTo>
                <a:lnTo>
                  <a:pt x="1082719" y="171577"/>
                </a:lnTo>
                <a:lnTo>
                  <a:pt x="1082035" y="172285"/>
                </a:lnTo>
                <a:lnTo>
                  <a:pt x="1081385" y="173003"/>
                </a:lnTo>
                <a:lnTo>
                  <a:pt x="1080771" y="173729"/>
                </a:lnTo>
                <a:lnTo>
                  <a:pt x="1080192" y="174465"/>
                </a:lnTo>
                <a:lnTo>
                  <a:pt x="1079648" y="175210"/>
                </a:lnTo>
                <a:lnTo>
                  <a:pt x="1079140" y="175964"/>
                </a:lnTo>
                <a:lnTo>
                  <a:pt x="1078666" y="176727"/>
                </a:lnTo>
                <a:lnTo>
                  <a:pt x="1078227" y="177499"/>
                </a:lnTo>
                <a:lnTo>
                  <a:pt x="1077824" y="178281"/>
                </a:lnTo>
                <a:lnTo>
                  <a:pt x="1077455" y="179071"/>
                </a:lnTo>
                <a:lnTo>
                  <a:pt x="1077122" y="179871"/>
                </a:lnTo>
                <a:lnTo>
                  <a:pt x="1076824" y="180680"/>
                </a:lnTo>
                <a:lnTo>
                  <a:pt x="1076561" y="181498"/>
                </a:lnTo>
                <a:lnTo>
                  <a:pt x="1076332" y="182325"/>
                </a:lnTo>
                <a:lnTo>
                  <a:pt x="1076139" y="183161"/>
                </a:lnTo>
                <a:lnTo>
                  <a:pt x="1075982" y="184007"/>
                </a:lnTo>
                <a:lnTo>
                  <a:pt x="1075859" y="184861"/>
                </a:lnTo>
                <a:lnTo>
                  <a:pt x="1075771" y="185725"/>
                </a:lnTo>
                <a:lnTo>
                  <a:pt x="1075718" y="186597"/>
                </a:lnTo>
                <a:lnTo>
                  <a:pt x="1075701" y="187479"/>
                </a:lnTo>
                <a:lnTo>
                  <a:pt x="1075711" y="188203"/>
                </a:lnTo>
                <a:lnTo>
                  <a:pt x="1075741" y="188923"/>
                </a:lnTo>
                <a:lnTo>
                  <a:pt x="1075791" y="189639"/>
                </a:lnTo>
                <a:lnTo>
                  <a:pt x="1075861" y="190350"/>
                </a:lnTo>
                <a:lnTo>
                  <a:pt x="1075951" y="191058"/>
                </a:lnTo>
                <a:lnTo>
                  <a:pt x="1076061" y="191761"/>
                </a:lnTo>
                <a:lnTo>
                  <a:pt x="1076191" y="192459"/>
                </a:lnTo>
                <a:lnTo>
                  <a:pt x="1076340" y="193154"/>
                </a:lnTo>
                <a:lnTo>
                  <a:pt x="1076510" y="193844"/>
                </a:lnTo>
                <a:lnTo>
                  <a:pt x="1076700" y="194530"/>
                </a:lnTo>
                <a:lnTo>
                  <a:pt x="1076910" y="195212"/>
                </a:lnTo>
                <a:lnTo>
                  <a:pt x="1077140" y="195889"/>
                </a:lnTo>
                <a:lnTo>
                  <a:pt x="1077390" y="196563"/>
                </a:lnTo>
                <a:lnTo>
                  <a:pt x="1077660" y="197232"/>
                </a:lnTo>
                <a:lnTo>
                  <a:pt x="1077949" y="197897"/>
                </a:lnTo>
                <a:lnTo>
                  <a:pt x="1078259" y="198557"/>
                </a:lnTo>
                <a:lnTo>
                  <a:pt x="1078589" y="199214"/>
                </a:lnTo>
                <a:lnTo>
                  <a:pt x="1078939" y="199866"/>
                </a:lnTo>
                <a:lnTo>
                  <a:pt x="1079309" y="200514"/>
                </a:lnTo>
                <a:lnTo>
                  <a:pt x="1079698" y="201157"/>
                </a:lnTo>
                <a:lnTo>
                  <a:pt x="1080108" y="201797"/>
                </a:lnTo>
                <a:lnTo>
                  <a:pt x="1080538" y="202432"/>
                </a:lnTo>
                <a:lnTo>
                  <a:pt x="1080988" y="203063"/>
                </a:lnTo>
                <a:lnTo>
                  <a:pt x="1081457" y="203690"/>
                </a:lnTo>
                <a:lnTo>
                  <a:pt x="1081950" y="204309"/>
                </a:lnTo>
                <a:lnTo>
                  <a:pt x="1082468" y="204919"/>
                </a:lnTo>
                <a:lnTo>
                  <a:pt x="1083012" y="205518"/>
                </a:lnTo>
                <a:lnTo>
                  <a:pt x="1083582" y="206108"/>
                </a:lnTo>
                <a:lnTo>
                  <a:pt x="1084178" y="206688"/>
                </a:lnTo>
                <a:lnTo>
                  <a:pt x="1084799" y="207257"/>
                </a:lnTo>
                <a:lnTo>
                  <a:pt x="1085447" y="207817"/>
                </a:lnTo>
                <a:lnTo>
                  <a:pt x="1086119" y="208366"/>
                </a:lnTo>
                <a:lnTo>
                  <a:pt x="1086818" y="208906"/>
                </a:lnTo>
                <a:lnTo>
                  <a:pt x="1087543" y="209435"/>
                </a:lnTo>
                <a:lnTo>
                  <a:pt x="1088293" y="209955"/>
                </a:lnTo>
                <a:lnTo>
                  <a:pt x="1089069" y="210465"/>
                </a:lnTo>
                <a:lnTo>
                  <a:pt x="1089871" y="210964"/>
                </a:lnTo>
                <a:lnTo>
                  <a:pt x="1090698" y="211454"/>
                </a:lnTo>
                <a:lnTo>
                  <a:pt x="1091551" y="211933"/>
                </a:lnTo>
                <a:lnTo>
                  <a:pt x="1092430" y="212403"/>
                </a:lnTo>
                <a:lnTo>
                  <a:pt x="1093335" y="212862"/>
                </a:lnTo>
                <a:lnTo>
                  <a:pt x="1094266" y="213312"/>
                </a:lnTo>
                <a:lnTo>
                  <a:pt x="1095222" y="213751"/>
                </a:lnTo>
                <a:lnTo>
                  <a:pt x="1096204" y="214181"/>
                </a:lnTo>
                <a:lnTo>
                  <a:pt x="1097212" y="214600"/>
                </a:lnTo>
                <a:lnTo>
                  <a:pt x="1098246" y="215009"/>
                </a:lnTo>
                <a:lnTo>
                  <a:pt x="1099305" y="215409"/>
                </a:lnTo>
                <a:lnTo>
                  <a:pt x="1100390" y="215798"/>
                </a:lnTo>
                <a:lnTo>
                  <a:pt x="1101504" y="216175"/>
                </a:lnTo>
                <a:lnTo>
                  <a:pt x="1102650" y="216535"/>
                </a:lnTo>
                <a:lnTo>
                  <a:pt x="1103828" y="216880"/>
                </a:lnTo>
                <a:lnTo>
                  <a:pt x="1105038" y="217208"/>
                </a:lnTo>
                <a:lnTo>
                  <a:pt x="1106280" y="217520"/>
                </a:lnTo>
                <a:lnTo>
                  <a:pt x="1107554" y="217817"/>
                </a:lnTo>
                <a:lnTo>
                  <a:pt x="1108860" y="218097"/>
                </a:lnTo>
                <a:lnTo>
                  <a:pt x="1110197" y="218361"/>
                </a:lnTo>
                <a:lnTo>
                  <a:pt x="1111567" y="218610"/>
                </a:lnTo>
                <a:lnTo>
                  <a:pt x="1112969" y="218842"/>
                </a:lnTo>
                <a:lnTo>
                  <a:pt x="1114403" y="219058"/>
                </a:lnTo>
                <a:lnTo>
                  <a:pt x="1115869" y="219258"/>
                </a:lnTo>
                <a:lnTo>
                  <a:pt x="1117366" y="219442"/>
                </a:lnTo>
                <a:lnTo>
                  <a:pt x="1118896" y="219611"/>
                </a:lnTo>
                <a:lnTo>
                  <a:pt x="1120458" y="219763"/>
                </a:lnTo>
                <a:lnTo>
                  <a:pt x="1122052" y="219899"/>
                </a:lnTo>
                <a:lnTo>
                  <a:pt x="1123677" y="220019"/>
                </a:lnTo>
                <a:lnTo>
                  <a:pt x="1125335" y="220123"/>
                </a:lnTo>
                <a:lnTo>
                  <a:pt x="1127025" y="220211"/>
                </a:lnTo>
                <a:lnTo>
                  <a:pt x="1128746" y="220283"/>
                </a:lnTo>
                <a:lnTo>
                  <a:pt x="1130500" y="220339"/>
                </a:lnTo>
                <a:lnTo>
                  <a:pt x="1132286" y="220380"/>
                </a:lnTo>
                <a:lnTo>
                  <a:pt x="1134103" y="220404"/>
                </a:lnTo>
                <a:lnTo>
                  <a:pt x="1135953" y="220412"/>
                </a:lnTo>
                <a:lnTo>
                  <a:pt x="1138528" y="220392"/>
                </a:lnTo>
                <a:lnTo>
                  <a:pt x="1141052" y="220335"/>
                </a:lnTo>
                <a:lnTo>
                  <a:pt x="1143524" y="220239"/>
                </a:lnTo>
                <a:lnTo>
                  <a:pt x="1145945" y="220105"/>
                </a:lnTo>
                <a:lnTo>
                  <a:pt x="1148314" y="219933"/>
                </a:lnTo>
                <a:lnTo>
                  <a:pt x="1150632" y="219723"/>
                </a:lnTo>
                <a:lnTo>
                  <a:pt x="1152898" y="219474"/>
                </a:lnTo>
                <a:lnTo>
                  <a:pt x="1155113" y="219187"/>
                </a:lnTo>
                <a:lnTo>
                  <a:pt x="1157276" y="218862"/>
                </a:lnTo>
                <a:lnTo>
                  <a:pt x="1159387" y="218498"/>
                </a:lnTo>
                <a:lnTo>
                  <a:pt x="1161448" y="218096"/>
                </a:lnTo>
                <a:lnTo>
                  <a:pt x="1163456" y="217656"/>
                </a:lnTo>
                <a:lnTo>
                  <a:pt x="1165413" y="217178"/>
                </a:lnTo>
                <a:lnTo>
                  <a:pt x="1167319" y="216661"/>
                </a:lnTo>
                <a:lnTo>
                  <a:pt x="1169173" y="216106"/>
                </a:lnTo>
                <a:lnTo>
                  <a:pt x="1170975" y="215513"/>
                </a:lnTo>
                <a:lnTo>
                  <a:pt x="1172726" y="214882"/>
                </a:lnTo>
                <a:lnTo>
                  <a:pt x="1174426" y="214212"/>
                </a:lnTo>
                <a:lnTo>
                  <a:pt x="1176073" y="213504"/>
                </a:lnTo>
                <a:lnTo>
                  <a:pt x="1177670" y="212758"/>
                </a:lnTo>
                <a:lnTo>
                  <a:pt x="1179215" y="211973"/>
                </a:lnTo>
                <a:lnTo>
                  <a:pt x="1180708" y="211151"/>
                </a:lnTo>
                <a:lnTo>
                  <a:pt x="1182150" y="210289"/>
                </a:lnTo>
                <a:lnTo>
                  <a:pt x="1183540" y="209390"/>
                </a:lnTo>
                <a:lnTo>
                  <a:pt x="1184876" y="208460"/>
                </a:lnTo>
                <a:lnTo>
                  <a:pt x="1186155" y="207506"/>
                </a:lnTo>
                <a:lnTo>
                  <a:pt x="1187378" y="206528"/>
                </a:lnTo>
                <a:lnTo>
                  <a:pt x="1188543" y="205525"/>
                </a:lnTo>
                <a:lnTo>
                  <a:pt x="1189652" y="204499"/>
                </a:lnTo>
                <a:lnTo>
                  <a:pt x="1190704" y="203449"/>
                </a:lnTo>
                <a:lnTo>
                  <a:pt x="1191699" y="202374"/>
                </a:lnTo>
                <a:lnTo>
                  <a:pt x="1192637" y="201276"/>
                </a:lnTo>
                <a:lnTo>
                  <a:pt x="1193518" y="200153"/>
                </a:lnTo>
                <a:lnTo>
                  <a:pt x="1194342" y="199007"/>
                </a:lnTo>
                <a:lnTo>
                  <a:pt x="1195110" y="197836"/>
                </a:lnTo>
                <a:lnTo>
                  <a:pt x="1195821" y="196642"/>
                </a:lnTo>
                <a:lnTo>
                  <a:pt x="1196474" y="195423"/>
                </a:lnTo>
                <a:lnTo>
                  <a:pt x="1197071" y="194181"/>
                </a:lnTo>
                <a:lnTo>
                  <a:pt x="1197612" y="192914"/>
                </a:lnTo>
                <a:lnTo>
                  <a:pt x="1198095" y="191623"/>
                </a:lnTo>
                <a:lnTo>
                  <a:pt x="1198521" y="190308"/>
                </a:lnTo>
                <a:lnTo>
                  <a:pt x="1198891" y="188969"/>
                </a:lnTo>
                <a:lnTo>
                  <a:pt x="1199204" y="187607"/>
                </a:lnTo>
                <a:lnTo>
                  <a:pt x="1199459" y="186220"/>
                </a:lnTo>
                <a:lnTo>
                  <a:pt x="1199658" y="184809"/>
                </a:lnTo>
                <a:lnTo>
                  <a:pt x="1199801" y="183374"/>
                </a:lnTo>
                <a:lnTo>
                  <a:pt x="1199886" y="181915"/>
                </a:lnTo>
                <a:lnTo>
                  <a:pt x="1199914" y="180432"/>
                </a:lnTo>
                <a:lnTo>
                  <a:pt x="1199889" y="178974"/>
                </a:lnTo>
                <a:lnTo>
                  <a:pt x="1199815" y="177547"/>
                </a:lnTo>
                <a:lnTo>
                  <a:pt x="1199691" y="176152"/>
                </a:lnTo>
                <a:lnTo>
                  <a:pt x="1199518" y="174789"/>
                </a:lnTo>
                <a:lnTo>
                  <a:pt x="1199295" y="173458"/>
                </a:lnTo>
                <a:lnTo>
                  <a:pt x="1199023" y="172158"/>
                </a:lnTo>
                <a:lnTo>
                  <a:pt x="1198701" y="170889"/>
                </a:lnTo>
                <a:lnTo>
                  <a:pt x="1198329" y="169653"/>
                </a:lnTo>
                <a:lnTo>
                  <a:pt x="1197908" y="168448"/>
                </a:lnTo>
                <a:lnTo>
                  <a:pt x="1197438" y="167274"/>
                </a:lnTo>
                <a:lnTo>
                  <a:pt x="1196918" y="166132"/>
                </a:lnTo>
                <a:lnTo>
                  <a:pt x="1196348" y="165022"/>
                </a:lnTo>
                <a:lnTo>
                  <a:pt x="1195729" y="163943"/>
                </a:lnTo>
                <a:lnTo>
                  <a:pt x="1195061" y="162896"/>
                </a:lnTo>
                <a:lnTo>
                  <a:pt x="1194343" y="161881"/>
                </a:lnTo>
                <a:lnTo>
                  <a:pt x="1193575" y="160897"/>
                </a:lnTo>
                <a:lnTo>
                  <a:pt x="1192758" y="159944"/>
                </a:lnTo>
                <a:lnTo>
                  <a:pt x="1191891" y="159024"/>
                </a:lnTo>
                <a:lnTo>
                  <a:pt x="1190975" y="158135"/>
                </a:lnTo>
                <a:lnTo>
                  <a:pt x="1190009" y="157277"/>
                </a:lnTo>
                <a:lnTo>
                  <a:pt x="1188994" y="156451"/>
                </a:lnTo>
                <a:lnTo>
                  <a:pt x="1187929" y="155657"/>
                </a:lnTo>
                <a:lnTo>
                  <a:pt x="1186815" y="154894"/>
                </a:lnTo>
                <a:lnTo>
                  <a:pt x="1185651" y="154163"/>
                </a:lnTo>
                <a:lnTo>
                  <a:pt x="1184433" y="153463"/>
                </a:lnTo>
                <a:lnTo>
                  <a:pt x="1183157" y="152792"/>
                </a:lnTo>
                <a:lnTo>
                  <a:pt x="1181822" y="152151"/>
                </a:lnTo>
                <a:lnTo>
                  <a:pt x="1180429" y="151540"/>
                </a:lnTo>
                <a:lnTo>
                  <a:pt x="1178978" y="150958"/>
                </a:lnTo>
                <a:lnTo>
                  <a:pt x="1177468" y="150407"/>
                </a:lnTo>
                <a:lnTo>
                  <a:pt x="1175899" y="149885"/>
                </a:lnTo>
                <a:lnTo>
                  <a:pt x="1174273" y="149393"/>
                </a:lnTo>
                <a:lnTo>
                  <a:pt x="1172588" y="148931"/>
                </a:lnTo>
                <a:lnTo>
                  <a:pt x="1170844" y="148498"/>
                </a:lnTo>
                <a:lnTo>
                  <a:pt x="1169042" y="148096"/>
                </a:lnTo>
                <a:lnTo>
                  <a:pt x="1167182" y="147723"/>
                </a:lnTo>
                <a:lnTo>
                  <a:pt x="1165263" y="147380"/>
                </a:lnTo>
                <a:lnTo>
                  <a:pt x="1163286" y="147067"/>
                </a:lnTo>
                <a:lnTo>
                  <a:pt x="1161250" y="146784"/>
                </a:lnTo>
                <a:lnTo>
                  <a:pt x="1159156" y="146531"/>
                </a:lnTo>
                <a:lnTo>
                  <a:pt x="1157004" y="146307"/>
                </a:lnTo>
                <a:lnTo>
                  <a:pt x="1154793" y="146113"/>
                </a:lnTo>
                <a:lnTo>
                  <a:pt x="1152524" y="145949"/>
                </a:lnTo>
                <a:lnTo>
                  <a:pt x="1150197" y="145815"/>
                </a:lnTo>
                <a:lnTo>
                  <a:pt x="1147811" y="145711"/>
                </a:lnTo>
                <a:lnTo>
                  <a:pt x="1145366" y="145636"/>
                </a:lnTo>
                <a:lnTo>
                  <a:pt x="1142863" y="145591"/>
                </a:lnTo>
                <a:lnTo>
                  <a:pt x="1140302" y="145577"/>
                </a:lnTo>
                <a:lnTo>
                  <a:pt x="1137232" y="145577"/>
                </a:lnTo>
                <a:lnTo>
                  <a:pt x="1136239" y="145575"/>
                </a:lnTo>
                <a:lnTo>
                  <a:pt x="1135264" y="145571"/>
                </a:lnTo>
                <a:lnTo>
                  <a:pt x="1134307" y="145564"/>
                </a:lnTo>
                <a:lnTo>
                  <a:pt x="1133368" y="145553"/>
                </a:lnTo>
                <a:lnTo>
                  <a:pt x="1132446" y="145540"/>
                </a:lnTo>
                <a:lnTo>
                  <a:pt x="1131543" y="145525"/>
                </a:lnTo>
                <a:lnTo>
                  <a:pt x="1130658" y="145506"/>
                </a:lnTo>
                <a:lnTo>
                  <a:pt x="1129791" y="145484"/>
                </a:lnTo>
                <a:lnTo>
                  <a:pt x="1128942" y="145460"/>
                </a:lnTo>
                <a:lnTo>
                  <a:pt x="1128111" y="145432"/>
                </a:lnTo>
                <a:lnTo>
                  <a:pt x="1127298" y="145402"/>
                </a:lnTo>
                <a:lnTo>
                  <a:pt x="1126502" y="145369"/>
                </a:lnTo>
                <a:lnTo>
                  <a:pt x="1125725" y="145333"/>
                </a:lnTo>
                <a:lnTo>
                  <a:pt x="1124966" y="145294"/>
                </a:lnTo>
                <a:lnTo>
                  <a:pt x="1124225" y="145252"/>
                </a:lnTo>
                <a:lnTo>
                  <a:pt x="1123501" y="145207"/>
                </a:lnTo>
                <a:lnTo>
                  <a:pt x="1122796" y="145159"/>
                </a:lnTo>
                <a:lnTo>
                  <a:pt x="1122109" y="145109"/>
                </a:lnTo>
                <a:lnTo>
                  <a:pt x="1121440" y="145055"/>
                </a:lnTo>
                <a:lnTo>
                  <a:pt x="1120788" y="144999"/>
                </a:lnTo>
                <a:lnTo>
                  <a:pt x="1120155" y="144940"/>
                </a:lnTo>
                <a:lnTo>
                  <a:pt x="1119540" y="144878"/>
                </a:lnTo>
                <a:lnTo>
                  <a:pt x="1118943" y="144813"/>
                </a:lnTo>
                <a:lnTo>
                  <a:pt x="1118363" y="144745"/>
                </a:lnTo>
                <a:lnTo>
                  <a:pt x="1117800" y="144674"/>
                </a:lnTo>
                <a:lnTo>
                  <a:pt x="1117251" y="144601"/>
                </a:lnTo>
                <a:lnTo>
                  <a:pt x="1116716" y="144524"/>
                </a:lnTo>
                <a:lnTo>
                  <a:pt x="1116196" y="144445"/>
                </a:lnTo>
                <a:lnTo>
                  <a:pt x="1115689" y="144362"/>
                </a:lnTo>
                <a:lnTo>
                  <a:pt x="1115197" y="144277"/>
                </a:lnTo>
                <a:lnTo>
                  <a:pt x="1114719" y="144189"/>
                </a:lnTo>
                <a:lnTo>
                  <a:pt x="1114255" y="144098"/>
                </a:lnTo>
                <a:lnTo>
                  <a:pt x="1113806" y="144004"/>
                </a:lnTo>
                <a:lnTo>
                  <a:pt x="1113371" y="143908"/>
                </a:lnTo>
                <a:lnTo>
                  <a:pt x="1112950" y="143808"/>
                </a:lnTo>
                <a:lnTo>
                  <a:pt x="1112543" y="143706"/>
                </a:lnTo>
                <a:lnTo>
                  <a:pt x="1112150" y="143600"/>
                </a:lnTo>
                <a:lnTo>
                  <a:pt x="1111772" y="143492"/>
                </a:lnTo>
                <a:lnTo>
                  <a:pt x="1111407" y="143381"/>
                </a:lnTo>
                <a:lnTo>
                  <a:pt x="1111057" y="143267"/>
                </a:lnTo>
                <a:lnTo>
                  <a:pt x="1110722" y="143150"/>
                </a:lnTo>
                <a:lnTo>
                  <a:pt x="1110400" y="143030"/>
                </a:lnTo>
                <a:lnTo>
                  <a:pt x="1110093" y="142907"/>
                </a:lnTo>
                <a:lnTo>
                  <a:pt x="1109799" y="142782"/>
                </a:lnTo>
                <a:lnTo>
                  <a:pt x="1109521" y="142653"/>
                </a:lnTo>
                <a:lnTo>
                  <a:pt x="1109256" y="142522"/>
                </a:lnTo>
                <a:lnTo>
                  <a:pt x="1109005" y="142388"/>
                </a:lnTo>
                <a:lnTo>
                  <a:pt x="1108769" y="142251"/>
                </a:lnTo>
                <a:lnTo>
                  <a:pt x="1108545" y="142111"/>
                </a:lnTo>
                <a:lnTo>
                  <a:pt x="1108330" y="141968"/>
                </a:lnTo>
                <a:lnTo>
                  <a:pt x="1108124" y="141823"/>
                </a:lnTo>
                <a:lnTo>
                  <a:pt x="1107929" y="141675"/>
                </a:lnTo>
                <a:lnTo>
                  <a:pt x="1107742" y="141524"/>
                </a:lnTo>
                <a:lnTo>
                  <a:pt x="1107566" y="141371"/>
                </a:lnTo>
                <a:lnTo>
                  <a:pt x="1107399" y="141215"/>
                </a:lnTo>
                <a:lnTo>
                  <a:pt x="1107241" y="141057"/>
                </a:lnTo>
                <a:lnTo>
                  <a:pt x="1107093" y="140895"/>
                </a:lnTo>
                <a:lnTo>
                  <a:pt x="1106955" y="140731"/>
                </a:lnTo>
                <a:lnTo>
                  <a:pt x="1106826" y="140565"/>
                </a:lnTo>
                <a:lnTo>
                  <a:pt x="1106706" y="140396"/>
                </a:lnTo>
                <a:lnTo>
                  <a:pt x="1106596" y="140224"/>
                </a:lnTo>
                <a:lnTo>
                  <a:pt x="1106496" y="140049"/>
                </a:lnTo>
                <a:lnTo>
                  <a:pt x="1106405" y="139872"/>
                </a:lnTo>
                <a:lnTo>
                  <a:pt x="1106324" y="139692"/>
                </a:lnTo>
                <a:lnTo>
                  <a:pt x="1106253" y="139510"/>
                </a:lnTo>
                <a:lnTo>
                  <a:pt x="1106191" y="139324"/>
                </a:lnTo>
                <a:lnTo>
                  <a:pt x="1106138" y="139136"/>
                </a:lnTo>
                <a:lnTo>
                  <a:pt x="1106095" y="138946"/>
                </a:lnTo>
                <a:lnTo>
                  <a:pt x="1106062" y="138753"/>
                </a:lnTo>
                <a:lnTo>
                  <a:pt x="1106038" y="138557"/>
                </a:lnTo>
                <a:lnTo>
                  <a:pt x="1106023" y="138358"/>
                </a:lnTo>
                <a:lnTo>
                  <a:pt x="1106019" y="138157"/>
                </a:lnTo>
                <a:lnTo>
                  <a:pt x="1106027" y="137871"/>
                </a:lnTo>
                <a:lnTo>
                  <a:pt x="1106051" y="137589"/>
                </a:lnTo>
                <a:lnTo>
                  <a:pt x="1106091" y="137310"/>
                </a:lnTo>
                <a:lnTo>
                  <a:pt x="1106147" y="137036"/>
                </a:lnTo>
                <a:lnTo>
                  <a:pt x="1106219" y="136765"/>
                </a:lnTo>
                <a:lnTo>
                  <a:pt x="1106306" y="136498"/>
                </a:lnTo>
                <a:lnTo>
                  <a:pt x="1106410" y="136235"/>
                </a:lnTo>
                <a:lnTo>
                  <a:pt x="1106530" y="135975"/>
                </a:lnTo>
                <a:lnTo>
                  <a:pt x="1106666" y="135719"/>
                </a:lnTo>
                <a:lnTo>
                  <a:pt x="1106818" y="135467"/>
                </a:lnTo>
                <a:lnTo>
                  <a:pt x="1106986" y="135219"/>
                </a:lnTo>
                <a:lnTo>
                  <a:pt x="1107170" y="134975"/>
                </a:lnTo>
                <a:lnTo>
                  <a:pt x="1107370" y="134734"/>
                </a:lnTo>
                <a:lnTo>
                  <a:pt x="1107586" y="134497"/>
                </a:lnTo>
                <a:lnTo>
                  <a:pt x="1107818" y="134264"/>
                </a:lnTo>
                <a:lnTo>
                  <a:pt x="1108065" y="134035"/>
                </a:lnTo>
                <a:lnTo>
                  <a:pt x="1108329" y="133809"/>
                </a:lnTo>
                <a:lnTo>
                  <a:pt x="1108609" y="133588"/>
                </a:lnTo>
                <a:lnTo>
                  <a:pt x="1108905" y="133370"/>
                </a:lnTo>
                <a:lnTo>
                  <a:pt x="1109217" y="133156"/>
                </a:lnTo>
                <a:lnTo>
                  <a:pt x="1109545" y="132945"/>
                </a:lnTo>
                <a:lnTo>
                  <a:pt x="1109888" y="132738"/>
                </a:lnTo>
                <a:lnTo>
                  <a:pt x="1110248" y="132536"/>
                </a:lnTo>
                <a:lnTo>
                  <a:pt x="1110624" y="132336"/>
                </a:lnTo>
                <a:lnTo>
                  <a:pt x="1111012" y="132140"/>
                </a:lnTo>
                <a:lnTo>
                  <a:pt x="1111407" y="131947"/>
                </a:lnTo>
                <a:lnTo>
                  <a:pt x="1111811" y="131756"/>
                </a:lnTo>
                <a:lnTo>
                  <a:pt x="1112223" y="131567"/>
                </a:lnTo>
                <a:lnTo>
                  <a:pt x="1112643" y="131381"/>
                </a:lnTo>
                <a:lnTo>
                  <a:pt x="1113070" y="131197"/>
                </a:lnTo>
                <a:lnTo>
                  <a:pt x="1113506" y="131016"/>
                </a:lnTo>
                <a:lnTo>
                  <a:pt x="1113950" y="130837"/>
                </a:lnTo>
                <a:lnTo>
                  <a:pt x="1114402" y="130660"/>
                </a:lnTo>
                <a:lnTo>
                  <a:pt x="1114861" y="130486"/>
                </a:lnTo>
                <a:lnTo>
                  <a:pt x="1115329" y="130315"/>
                </a:lnTo>
                <a:lnTo>
                  <a:pt x="1115603" y="130218"/>
                </a:lnTo>
                <a:lnTo>
                  <a:pt x="1115648" y="130229"/>
                </a:lnTo>
                <a:lnTo>
                  <a:pt x="1116821" y="130511"/>
                </a:lnTo>
                <a:lnTo>
                  <a:pt x="1118011" y="130771"/>
                </a:lnTo>
                <a:lnTo>
                  <a:pt x="1119219" y="131011"/>
                </a:lnTo>
                <a:lnTo>
                  <a:pt x="1120445" y="131230"/>
                </a:lnTo>
                <a:lnTo>
                  <a:pt x="1121687" y="131428"/>
                </a:lnTo>
                <a:lnTo>
                  <a:pt x="1122947" y="131605"/>
                </a:lnTo>
                <a:lnTo>
                  <a:pt x="1124224" y="131762"/>
                </a:lnTo>
                <a:lnTo>
                  <a:pt x="1125519" y="131897"/>
                </a:lnTo>
                <a:lnTo>
                  <a:pt x="1126831" y="132012"/>
                </a:lnTo>
                <a:lnTo>
                  <a:pt x="1128160" y="132106"/>
                </a:lnTo>
                <a:lnTo>
                  <a:pt x="1129507" y="132179"/>
                </a:lnTo>
                <a:lnTo>
                  <a:pt x="1130870" y="132231"/>
                </a:lnTo>
                <a:lnTo>
                  <a:pt x="1132252" y="132262"/>
                </a:lnTo>
                <a:lnTo>
                  <a:pt x="1133650" y="132273"/>
                </a:lnTo>
                <a:lnTo>
                  <a:pt x="1135142" y="132262"/>
                </a:lnTo>
                <a:lnTo>
                  <a:pt x="1136613" y="132232"/>
                </a:lnTo>
                <a:lnTo>
                  <a:pt x="1138062" y="132181"/>
                </a:lnTo>
                <a:lnTo>
                  <a:pt x="1139490" y="132109"/>
                </a:lnTo>
                <a:lnTo>
                  <a:pt x="1140896" y="132017"/>
                </a:lnTo>
                <a:lnTo>
                  <a:pt x="1142281" y="131905"/>
                </a:lnTo>
                <a:lnTo>
                  <a:pt x="1143644" y="131773"/>
                </a:lnTo>
                <a:lnTo>
                  <a:pt x="1144985" y="131620"/>
                </a:lnTo>
                <a:lnTo>
                  <a:pt x="1146305" y="131446"/>
                </a:lnTo>
                <a:lnTo>
                  <a:pt x="1147604" y="131252"/>
                </a:lnTo>
                <a:lnTo>
                  <a:pt x="1148881" y="131038"/>
                </a:lnTo>
                <a:lnTo>
                  <a:pt x="1150136" y="130803"/>
                </a:lnTo>
                <a:lnTo>
                  <a:pt x="1151370" y="130548"/>
                </a:lnTo>
                <a:lnTo>
                  <a:pt x="1152582" y="130273"/>
                </a:lnTo>
                <a:lnTo>
                  <a:pt x="1153773" y="129977"/>
                </a:lnTo>
                <a:lnTo>
                  <a:pt x="1154942" y="129661"/>
                </a:lnTo>
                <a:lnTo>
                  <a:pt x="1156090" y="129324"/>
                </a:lnTo>
                <a:lnTo>
                  <a:pt x="1157216" y="128967"/>
                </a:lnTo>
                <a:lnTo>
                  <a:pt x="1158320" y="128590"/>
                </a:lnTo>
                <a:lnTo>
                  <a:pt x="1159403" y="128192"/>
                </a:lnTo>
                <a:lnTo>
                  <a:pt x="1160465" y="127773"/>
                </a:lnTo>
                <a:lnTo>
                  <a:pt x="1161505" y="127335"/>
                </a:lnTo>
                <a:lnTo>
                  <a:pt x="1162523" y="126876"/>
                </a:lnTo>
                <a:lnTo>
                  <a:pt x="1163520" y="126396"/>
                </a:lnTo>
                <a:lnTo>
                  <a:pt x="1164496" y="125899"/>
                </a:lnTo>
                <a:lnTo>
                  <a:pt x="1165451" y="125389"/>
                </a:lnTo>
                <a:lnTo>
                  <a:pt x="1166386" y="124865"/>
                </a:lnTo>
                <a:lnTo>
                  <a:pt x="1167301" y="124327"/>
                </a:lnTo>
                <a:lnTo>
                  <a:pt x="1168195" y="123776"/>
                </a:lnTo>
                <a:lnTo>
                  <a:pt x="1169069" y="123210"/>
                </a:lnTo>
                <a:lnTo>
                  <a:pt x="1169922" y="122631"/>
                </a:lnTo>
                <a:lnTo>
                  <a:pt x="1170755" y="122039"/>
                </a:lnTo>
                <a:lnTo>
                  <a:pt x="1171567" y="121432"/>
                </a:lnTo>
                <a:lnTo>
                  <a:pt x="1172359" y="120812"/>
                </a:lnTo>
                <a:lnTo>
                  <a:pt x="1173131" y="120178"/>
                </a:lnTo>
                <a:lnTo>
                  <a:pt x="1173882" y="119530"/>
                </a:lnTo>
                <a:lnTo>
                  <a:pt x="1174613" y="118869"/>
                </a:lnTo>
                <a:lnTo>
                  <a:pt x="1175323" y="118193"/>
                </a:lnTo>
                <a:lnTo>
                  <a:pt x="1176013" y="117505"/>
                </a:lnTo>
                <a:lnTo>
                  <a:pt x="1176682" y="116802"/>
                </a:lnTo>
                <a:lnTo>
                  <a:pt x="1177331" y="116085"/>
                </a:lnTo>
                <a:lnTo>
                  <a:pt x="1177959" y="115355"/>
                </a:lnTo>
                <a:lnTo>
                  <a:pt x="1178567" y="114611"/>
                </a:lnTo>
                <a:lnTo>
                  <a:pt x="1179155" y="113854"/>
                </a:lnTo>
                <a:lnTo>
                  <a:pt x="1179722" y="113082"/>
                </a:lnTo>
                <a:lnTo>
                  <a:pt x="1180269" y="112297"/>
                </a:lnTo>
                <a:lnTo>
                  <a:pt x="1180795" y="111498"/>
                </a:lnTo>
                <a:lnTo>
                  <a:pt x="1181301" y="110685"/>
                </a:lnTo>
                <a:lnTo>
                  <a:pt x="1181787" y="109863"/>
                </a:lnTo>
                <a:lnTo>
                  <a:pt x="1182251" y="109034"/>
                </a:lnTo>
                <a:lnTo>
                  <a:pt x="1182696" y="108199"/>
                </a:lnTo>
                <a:lnTo>
                  <a:pt x="1183119" y="107358"/>
                </a:lnTo>
                <a:lnTo>
                  <a:pt x="1183522" y="106510"/>
                </a:lnTo>
                <a:lnTo>
                  <a:pt x="1183904" y="105657"/>
                </a:lnTo>
                <a:lnTo>
                  <a:pt x="1184265" y="104797"/>
                </a:lnTo>
                <a:lnTo>
                  <a:pt x="1184606" y="103930"/>
                </a:lnTo>
                <a:lnTo>
                  <a:pt x="1184926" y="103058"/>
                </a:lnTo>
                <a:lnTo>
                  <a:pt x="1185226" y="102179"/>
                </a:lnTo>
                <a:lnTo>
                  <a:pt x="1185505" y="101295"/>
                </a:lnTo>
                <a:lnTo>
                  <a:pt x="1185763" y="100404"/>
                </a:lnTo>
                <a:lnTo>
                  <a:pt x="1186000" y="99506"/>
                </a:lnTo>
                <a:lnTo>
                  <a:pt x="1186217" y="98603"/>
                </a:lnTo>
                <a:lnTo>
                  <a:pt x="1186413" y="97693"/>
                </a:lnTo>
                <a:lnTo>
                  <a:pt x="1186589" y="96777"/>
                </a:lnTo>
                <a:lnTo>
                  <a:pt x="1186744" y="95855"/>
                </a:lnTo>
                <a:lnTo>
                  <a:pt x="1186878" y="94927"/>
                </a:lnTo>
                <a:lnTo>
                  <a:pt x="1186992" y="93992"/>
                </a:lnTo>
                <a:lnTo>
                  <a:pt x="1187085" y="93052"/>
                </a:lnTo>
                <a:lnTo>
                  <a:pt x="1187157" y="92105"/>
                </a:lnTo>
                <a:lnTo>
                  <a:pt x="1187209" y="91151"/>
                </a:lnTo>
                <a:lnTo>
                  <a:pt x="1187239" y="90192"/>
                </a:lnTo>
                <a:lnTo>
                  <a:pt x="1187250" y="89226"/>
                </a:lnTo>
                <a:lnTo>
                  <a:pt x="1187240" y="88219"/>
                </a:lnTo>
                <a:lnTo>
                  <a:pt x="1187209" y="87220"/>
                </a:lnTo>
                <a:lnTo>
                  <a:pt x="1187159" y="86229"/>
                </a:lnTo>
                <a:lnTo>
                  <a:pt x="1187088" y="85247"/>
                </a:lnTo>
                <a:lnTo>
                  <a:pt x="1186997" y="84272"/>
                </a:lnTo>
                <a:lnTo>
                  <a:pt x="1186886" y="83306"/>
                </a:lnTo>
                <a:lnTo>
                  <a:pt x="1186755" y="82348"/>
                </a:lnTo>
                <a:lnTo>
                  <a:pt x="1186603" y="81398"/>
                </a:lnTo>
                <a:lnTo>
                  <a:pt x="1186431" y="80457"/>
                </a:lnTo>
                <a:lnTo>
                  <a:pt x="1186239" y="79523"/>
                </a:lnTo>
                <a:lnTo>
                  <a:pt x="1186027" y="78598"/>
                </a:lnTo>
                <a:lnTo>
                  <a:pt x="1185795" y="77681"/>
                </a:lnTo>
                <a:lnTo>
                  <a:pt x="1185542" y="76773"/>
                </a:lnTo>
                <a:lnTo>
                  <a:pt x="1185269" y="75872"/>
                </a:lnTo>
                <a:lnTo>
                  <a:pt x="1184976" y="74980"/>
                </a:lnTo>
                <a:lnTo>
                  <a:pt x="1184663" y="74096"/>
                </a:lnTo>
                <a:lnTo>
                  <a:pt x="1184329" y="73220"/>
                </a:lnTo>
                <a:lnTo>
                  <a:pt x="1183976" y="72353"/>
                </a:lnTo>
                <a:lnTo>
                  <a:pt x="1183602" y="71493"/>
                </a:lnTo>
                <a:lnTo>
                  <a:pt x="1183208" y="70642"/>
                </a:lnTo>
                <a:lnTo>
                  <a:pt x="1182793" y="69799"/>
                </a:lnTo>
                <a:lnTo>
                  <a:pt x="1182359" y="68964"/>
                </a:lnTo>
                <a:lnTo>
                  <a:pt x="1181904" y="68138"/>
                </a:lnTo>
                <a:lnTo>
                  <a:pt x="1181429" y="67320"/>
                </a:lnTo>
                <a:lnTo>
                  <a:pt x="1180934" y="66512"/>
                </a:lnTo>
                <a:lnTo>
                  <a:pt x="1180418" y="65718"/>
                </a:lnTo>
                <a:lnTo>
                  <a:pt x="1179882" y="64938"/>
                </a:lnTo>
                <a:lnTo>
                  <a:pt x="1179326" y="64171"/>
                </a:lnTo>
                <a:lnTo>
                  <a:pt x="1178749" y="63418"/>
                </a:lnTo>
                <a:lnTo>
                  <a:pt x="1178151" y="62678"/>
                </a:lnTo>
                <a:lnTo>
                  <a:pt x="1177533" y="61952"/>
                </a:lnTo>
                <a:lnTo>
                  <a:pt x="1176895" y="61239"/>
                </a:lnTo>
                <a:lnTo>
                  <a:pt x="1176236" y="60540"/>
                </a:lnTo>
                <a:lnTo>
                  <a:pt x="1175557" y="59854"/>
                </a:lnTo>
                <a:lnTo>
                  <a:pt x="1174858" y="59182"/>
                </a:lnTo>
                <a:lnTo>
                  <a:pt x="1174397" y="58760"/>
                </a:lnTo>
                <a:lnTo>
                  <a:pt x="1174473" y="58701"/>
                </a:lnTo>
                <a:lnTo>
                  <a:pt x="1174995" y="58324"/>
                </a:lnTo>
                <a:lnTo>
                  <a:pt x="1175531" y="57967"/>
                </a:lnTo>
                <a:close/>
                <a:moveTo>
                  <a:pt x="1130930" y="111773"/>
                </a:moveTo>
                <a:lnTo>
                  <a:pt x="1130266" y="111684"/>
                </a:lnTo>
                <a:lnTo>
                  <a:pt x="1129608" y="111574"/>
                </a:lnTo>
                <a:lnTo>
                  <a:pt x="1128957" y="111444"/>
                </a:lnTo>
                <a:lnTo>
                  <a:pt x="1128313" y="111295"/>
                </a:lnTo>
                <a:lnTo>
                  <a:pt x="1127675" y="111125"/>
                </a:lnTo>
                <a:lnTo>
                  <a:pt x="1127043" y="110936"/>
                </a:lnTo>
                <a:lnTo>
                  <a:pt x="1126418" y="110727"/>
                </a:lnTo>
                <a:lnTo>
                  <a:pt x="1125799" y="110498"/>
                </a:lnTo>
                <a:lnTo>
                  <a:pt x="1125186" y="110248"/>
                </a:lnTo>
                <a:lnTo>
                  <a:pt x="1124580" y="109979"/>
                </a:lnTo>
                <a:lnTo>
                  <a:pt x="1123981" y="109690"/>
                </a:lnTo>
                <a:lnTo>
                  <a:pt x="1123388" y="109381"/>
                </a:lnTo>
                <a:lnTo>
                  <a:pt x="1122801" y="109053"/>
                </a:lnTo>
                <a:lnTo>
                  <a:pt x="1122221" y="108704"/>
                </a:lnTo>
                <a:lnTo>
                  <a:pt x="1121647" y="108335"/>
                </a:lnTo>
                <a:lnTo>
                  <a:pt x="1121080" y="107946"/>
                </a:lnTo>
                <a:lnTo>
                  <a:pt x="1120519" y="107538"/>
                </a:lnTo>
                <a:lnTo>
                  <a:pt x="1119964" y="107109"/>
                </a:lnTo>
                <a:lnTo>
                  <a:pt x="1119416" y="106661"/>
                </a:lnTo>
                <a:lnTo>
                  <a:pt x="1118875" y="106192"/>
                </a:lnTo>
                <a:lnTo>
                  <a:pt x="1118348" y="105704"/>
                </a:lnTo>
                <a:lnTo>
                  <a:pt x="1117843" y="105197"/>
                </a:lnTo>
                <a:lnTo>
                  <a:pt x="1117361" y="104671"/>
                </a:lnTo>
                <a:lnTo>
                  <a:pt x="1116901" y="104126"/>
                </a:lnTo>
                <a:lnTo>
                  <a:pt x="1116464" y="103562"/>
                </a:lnTo>
                <a:lnTo>
                  <a:pt x="1116049" y="102979"/>
                </a:lnTo>
                <a:lnTo>
                  <a:pt x="1115656" y="102377"/>
                </a:lnTo>
                <a:lnTo>
                  <a:pt x="1115286" y="101756"/>
                </a:lnTo>
                <a:lnTo>
                  <a:pt x="1114938" y="101115"/>
                </a:lnTo>
                <a:lnTo>
                  <a:pt x="1114613" y="100456"/>
                </a:lnTo>
                <a:lnTo>
                  <a:pt x="1114310" y="99778"/>
                </a:lnTo>
                <a:lnTo>
                  <a:pt x="1114030" y="99080"/>
                </a:lnTo>
                <a:lnTo>
                  <a:pt x="1113772" y="98364"/>
                </a:lnTo>
                <a:lnTo>
                  <a:pt x="1113536" y="97629"/>
                </a:lnTo>
                <a:lnTo>
                  <a:pt x="1113323" y="96874"/>
                </a:lnTo>
                <a:lnTo>
                  <a:pt x="1113133" y="96100"/>
                </a:lnTo>
                <a:lnTo>
                  <a:pt x="1112964" y="95308"/>
                </a:lnTo>
                <a:lnTo>
                  <a:pt x="1112819" y="94496"/>
                </a:lnTo>
                <a:lnTo>
                  <a:pt x="1112695" y="93666"/>
                </a:lnTo>
                <a:lnTo>
                  <a:pt x="1112594" y="92816"/>
                </a:lnTo>
                <a:lnTo>
                  <a:pt x="1112516" y="91947"/>
                </a:lnTo>
                <a:lnTo>
                  <a:pt x="1112460" y="91059"/>
                </a:lnTo>
                <a:lnTo>
                  <a:pt x="1112426" y="90152"/>
                </a:lnTo>
                <a:lnTo>
                  <a:pt x="1112415" y="89226"/>
                </a:lnTo>
                <a:lnTo>
                  <a:pt x="1112426" y="88290"/>
                </a:lnTo>
                <a:lnTo>
                  <a:pt x="1112458" y="87372"/>
                </a:lnTo>
                <a:lnTo>
                  <a:pt x="1112513" y="86473"/>
                </a:lnTo>
                <a:lnTo>
                  <a:pt x="1112589" y="85593"/>
                </a:lnTo>
                <a:lnTo>
                  <a:pt x="1112687" y="84731"/>
                </a:lnTo>
                <a:lnTo>
                  <a:pt x="1112807" y="83889"/>
                </a:lnTo>
                <a:lnTo>
                  <a:pt x="1112948" y="83065"/>
                </a:lnTo>
                <a:lnTo>
                  <a:pt x="1113111" y="82260"/>
                </a:lnTo>
                <a:lnTo>
                  <a:pt x="1113296" y="81474"/>
                </a:lnTo>
                <a:lnTo>
                  <a:pt x="1113503" y="80707"/>
                </a:lnTo>
                <a:lnTo>
                  <a:pt x="1113732" y="79958"/>
                </a:lnTo>
                <a:lnTo>
                  <a:pt x="1113982" y="79228"/>
                </a:lnTo>
                <a:lnTo>
                  <a:pt x="1114254" y="78518"/>
                </a:lnTo>
                <a:lnTo>
                  <a:pt x="1114548" y="77826"/>
                </a:lnTo>
                <a:lnTo>
                  <a:pt x="1114863" y="77152"/>
                </a:lnTo>
                <a:lnTo>
                  <a:pt x="1115201" y="76498"/>
                </a:lnTo>
                <a:lnTo>
                  <a:pt x="1115560" y="75863"/>
                </a:lnTo>
                <a:lnTo>
                  <a:pt x="1115941" y="75246"/>
                </a:lnTo>
                <a:lnTo>
                  <a:pt x="1116343" y="74648"/>
                </a:lnTo>
                <a:lnTo>
                  <a:pt x="1116768" y="74069"/>
                </a:lnTo>
                <a:lnTo>
                  <a:pt x="1117214" y="73509"/>
                </a:lnTo>
                <a:lnTo>
                  <a:pt x="1117682" y="72967"/>
                </a:lnTo>
                <a:lnTo>
                  <a:pt x="1118172" y="72445"/>
                </a:lnTo>
                <a:lnTo>
                  <a:pt x="1118683" y="71941"/>
                </a:lnTo>
                <a:lnTo>
                  <a:pt x="1119211" y="71457"/>
                </a:lnTo>
                <a:lnTo>
                  <a:pt x="1119751" y="70993"/>
                </a:lnTo>
                <a:lnTo>
                  <a:pt x="1120302" y="70550"/>
                </a:lnTo>
                <a:lnTo>
                  <a:pt x="1120865" y="70128"/>
                </a:lnTo>
                <a:lnTo>
                  <a:pt x="1121439" y="69726"/>
                </a:lnTo>
                <a:lnTo>
                  <a:pt x="1122025" y="69345"/>
                </a:lnTo>
                <a:lnTo>
                  <a:pt x="1122622" y="68985"/>
                </a:lnTo>
                <a:lnTo>
                  <a:pt x="1123231" y="68645"/>
                </a:lnTo>
                <a:lnTo>
                  <a:pt x="1123852" y="68326"/>
                </a:lnTo>
                <a:lnTo>
                  <a:pt x="1124484" y="68027"/>
                </a:lnTo>
                <a:lnTo>
                  <a:pt x="1125128" y="67749"/>
                </a:lnTo>
                <a:lnTo>
                  <a:pt x="1125783" y="67491"/>
                </a:lnTo>
                <a:lnTo>
                  <a:pt x="1126449" y="67255"/>
                </a:lnTo>
                <a:lnTo>
                  <a:pt x="1127128" y="67038"/>
                </a:lnTo>
                <a:lnTo>
                  <a:pt x="1127818" y="66843"/>
                </a:lnTo>
                <a:lnTo>
                  <a:pt x="1128519" y="66667"/>
                </a:lnTo>
                <a:lnTo>
                  <a:pt x="1129232" y="66513"/>
                </a:lnTo>
                <a:lnTo>
                  <a:pt x="1129956" y="66379"/>
                </a:lnTo>
                <a:lnTo>
                  <a:pt x="1130692" y="66266"/>
                </a:lnTo>
                <a:lnTo>
                  <a:pt x="1131440" y="66173"/>
                </a:lnTo>
                <a:lnTo>
                  <a:pt x="1132199" y="66101"/>
                </a:lnTo>
                <a:lnTo>
                  <a:pt x="1132970" y="66050"/>
                </a:lnTo>
                <a:lnTo>
                  <a:pt x="1133752" y="66019"/>
                </a:lnTo>
                <a:lnTo>
                  <a:pt x="1134545" y="66008"/>
                </a:lnTo>
                <a:lnTo>
                  <a:pt x="1135328" y="66018"/>
                </a:lnTo>
                <a:lnTo>
                  <a:pt x="1136098" y="66048"/>
                </a:lnTo>
                <a:lnTo>
                  <a:pt x="1136856" y="66098"/>
                </a:lnTo>
                <a:lnTo>
                  <a:pt x="1137601" y="66168"/>
                </a:lnTo>
                <a:lnTo>
                  <a:pt x="1138334" y="66257"/>
                </a:lnTo>
                <a:lnTo>
                  <a:pt x="1139055" y="66367"/>
                </a:lnTo>
                <a:lnTo>
                  <a:pt x="1139763" y="66497"/>
                </a:lnTo>
                <a:lnTo>
                  <a:pt x="1140458" y="66646"/>
                </a:lnTo>
                <a:lnTo>
                  <a:pt x="1141142" y="66816"/>
                </a:lnTo>
                <a:lnTo>
                  <a:pt x="1141812" y="67005"/>
                </a:lnTo>
                <a:lnTo>
                  <a:pt x="1142471" y="67214"/>
                </a:lnTo>
                <a:lnTo>
                  <a:pt x="1143116" y="67443"/>
                </a:lnTo>
                <a:lnTo>
                  <a:pt x="1143750" y="67693"/>
                </a:lnTo>
                <a:lnTo>
                  <a:pt x="1144371" y="67962"/>
                </a:lnTo>
                <a:lnTo>
                  <a:pt x="1144979" y="68251"/>
                </a:lnTo>
                <a:lnTo>
                  <a:pt x="1145575" y="68560"/>
                </a:lnTo>
                <a:lnTo>
                  <a:pt x="1146159" y="68889"/>
                </a:lnTo>
                <a:lnTo>
                  <a:pt x="1146730" y="69237"/>
                </a:lnTo>
                <a:lnTo>
                  <a:pt x="1147289" y="69606"/>
                </a:lnTo>
                <a:lnTo>
                  <a:pt x="1147835" y="69995"/>
                </a:lnTo>
                <a:lnTo>
                  <a:pt x="1148369" y="70403"/>
                </a:lnTo>
                <a:lnTo>
                  <a:pt x="1148891" y="70832"/>
                </a:lnTo>
                <a:lnTo>
                  <a:pt x="1149400" y="71280"/>
                </a:lnTo>
                <a:lnTo>
                  <a:pt x="1149896" y="71749"/>
                </a:lnTo>
                <a:lnTo>
                  <a:pt x="1150376" y="72238"/>
                </a:lnTo>
                <a:lnTo>
                  <a:pt x="1150836" y="72747"/>
                </a:lnTo>
                <a:lnTo>
                  <a:pt x="1151275" y="73278"/>
                </a:lnTo>
                <a:lnTo>
                  <a:pt x="1151694" y="73829"/>
                </a:lnTo>
                <a:lnTo>
                  <a:pt x="1152093" y="74401"/>
                </a:lnTo>
                <a:lnTo>
                  <a:pt x="1152471" y="74994"/>
                </a:lnTo>
                <a:lnTo>
                  <a:pt x="1152828" y="75608"/>
                </a:lnTo>
                <a:lnTo>
                  <a:pt x="1153165" y="76242"/>
                </a:lnTo>
                <a:lnTo>
                  <a:pt x="1153482" y="76898"/>
                </a:lnTo>
                <a:lnTo>
                  <a:pt x="1153778" y="77574"/>
                </a:lnTo>
                <a:lnTo>
                  <a:pt x="1154054" y="78271"/>
                </a:lnTo>
                <a:lnTo>
                  <a:pt x="1154310" y="78989"/>
                </a:lnTo>
                <a:lnTo>
                  <a:pt x="1154545" y="79727"/>
                </a:lnTo>
                <a:lnTo>
                  <a:pt x="1154759" y="80487"/>
                </a:lnTo>
                <a:lnTo>
                  <a:pt x="1154953" y="81267"/>
                </a:lnTo>
                <a:lnTo>
                  <a:pt x="1155127" y="82068"/>
                </a:lnTo>
                <a:lnTo>
                  <a:pt x="1155280" y="82890"/>
                </a:lnTo>
                <a:lnTo>
                  <a:pt x="1155413" y="83733"/>
                </a:lnTo>
                <a:lnTo>
                  <a:pt x="1155525" y="84596"/>
                </a:lnTo>
                <a:lnTo>
                  <a:pt x="1155617" y="85481"/>
                </a:lnTo>
                <a:lnTo>
                  <a:pt x="1155689" y="86386"/>
                </a:lnTo>
                <a:lnTo>
                  <a:pt x="1155740" y="87312"/>
                </a:lnTo>
                <a:lnTo>
                  <a:pt x="1155771" y="88259"/>
                </a:lnTo>
                <a:lnTo>
                  <a:pt x="1155781" y="89226"/>
                </a:lnTo>
                <a:lnTo>
                  <a:pt x="1155770" y="90142"/>
                </a:lnTo>
                <a:lnTo>
                  <a:pt x="1155737" y="91039"/>
                </a:lnTo>
                <a:lnTo>
                  <a:pt x="1155682" y="91918"/>
                </a:lnTo>
                <a:lnTo>
                  <a:pt x="1155605" y="92778"/>
                </a:lnTo>
                <a:lnTo>
                  <a:pt x="1155506" y="93621"/>
                </a:lnTo>
                <a:lnTo>
                  <a:pt x="1155385" y="94444"/>
                </a:lnTo>
                <a:lnTo>
                  <a:pt x="1155242" y="95250"/>
                </a:lnTo>
                <a:lnTo>
                  <a:pt x="1155077" y="96037"/>
                </a:lnTo>
                <a:lnTo>
                  <a:pt x="1154890" y="96805"/>
                </a:lnTo>
                <a:lnTo>
                  <a:pt x="1154681" y="97555"/>
                </a:lnTo>
                <a:lnTo>
                  <a:pt x="1154451" y="98287"/>
                </a:lnTo>
                <a:lnTo>
                  <a:pt x="1154198" y="99001"/>
                </a:lnTo>
                <a:lnTo>
                  <a:pt x="1153923" y="99696"/>
                </a:lnTo>
                <a:lnTo>
                  <a:pt x="1153626" y="100372"/>
                </a:lnTo>
                <a:lnTo>
                  <a:pt x="1153307" y="101031"/>
                </a:lnTo>
                <a:lnTo>
                  <a:pt x="1152966" y="101670"/>
                </a:lnTo>
                <a:lnTo>
                  <a:pt x="1152604" y="102292"/>
                </a:lnTo>
                <a:lnTo>
                  <a:pt x="1152219" y="102895"/>
                </a:lnTo>
                <a:lnTo>
                  <a:pt x="1151812" y="103480"/>
                </a:lnTo>
                <a:lnTo>
                  <a:pt x="1151383" y="104046"/>
                </a:lnTo>
                <a:lnTo>
                  <a:pt x="1150933" y="104594"/>
                </a:lnTo>
                <a:lnTo>
                  <a:pt x="1150460" y="105124"/>
                </a:lnTo>
                <a:lnTo>
                  <a:pt x="1149965" y="105635"/>
                </a:lnTo>
                <a:lnTo>
                  <a:pt x="1149449" y="106128"/>
                </a:lnTo>
                <a:lnTo>
                  <a:pt x="1148915" y="106602"/>
                </a:lnTo>
                <a:lnTo>
                  <a:pt x="1148371" y="107055"/>
                </a:lnTo>
                <a:lnTo>
                  <a:pt x="1147817" y="107489"/>
                </a:lnTo>
                <a:lnTo>
                  <a:pt x="1147251" y="107902"/>
                </a:lnTo>
                <a:lnTo>
                  <a:pt x="1146674" y="108295"/>
                </a:lnTo>
                <a:lnTo>
                  <a:pt x="1146087" y="108668"/>
                </a:lnTo>
                <a:lnTo>
                  <a:pt x="1145488" y="109020"/>
                </a:lnTo>
                <a:lnTo>
                  <a:pt x="1144879" y="109353"/>
                </a:lnTo>
                <a:lnTo>
                  <a:pt x="1144259" y="109665"/>
                </a:lnTo>
                <a:lnTo>
                  <a:pt x="1143628" y="109958"/>
                </a:lnTo>
                <a:lnTo>
                  <a:pt x="1142986" y="110230"/>
                </a:lnTo>
                <a:lnTo>
                  <a:pt x="1142333" y="110482"/>
                </a:lnTo>
                <a:lnTo>
                  <a:pt x="1141669" y="110713"/>
                </a:lnTo>
                <a:lnTo>
                  <a:pt x="1140994" y="110925"/>
                </a:lnTo>
                <a:lnTo>
                  <a:pt x="1140309" y="111116"/>
                </a:lnTo>
                <a:lnTo>
                  <a:pt x="1139613" y="111288"/>
                </a:lnTo>
                <a:lnTo>
                  <a:pt x="1138905" y="111439"/>
                </a:lnTo>
                <a:lnTo>
                  <a:pt x="1138187" y="111570"/>
                </a:lnTo>
                <a:lnTo>
                  <a:pt x="1137458" y="111681"/>
                </a:lnTo>
                <a:lnTo>
                  <a:pt x="1136718" y="111772"/>
                </a:lnTo>
                <a:lnTo>
                  <a:pt x="1135968" y="111842"/>
                </a:lnTo>
                <a:lnTo>
                  <a:pt x="1135206" y="111892"/>
                </a:lnTo>
                <a:lnTo>
                  <a:pt x="1134433" y="111923"/>
                </a:lnTo>
                <a:lnTo>
                  <a:pt x="1133650" y="111933"/>
                </a:lnTo>
                <a:lnTo>
                  <a:pt x="1132960" y="111923"/>
                </a:lnTo>
                <a:lnTo>
                  <a:pt x="1132277" y="111893"/>
                </a:lnTo>
                <a:lnTo>
                  <a:pt x="1131600" y="111843"/>
                </a:lnTo>
                <a:lnTo>
                  <a:pt x="1130930" y="111773"/>
                </a:lnTo>
                <a:close/>
                <a:moveTo>
                  <a:pt x="1130683" y="199048"/>
                </a:moveTo>
                <a:lnTo>
                  <a:pt x="1129566" y="198976"/>
                </a:lnTo>
                <a:lnTo>
                  <a:pt x="1128477" y="198887"/>
                </a:lnTo>
                <a:lnTo>
                  <a:pt x="1127418" y="198783"/>
                </a:lnTo>
                <a:lnTo>
                  <a:pt x="1126387" y="198662"/>
                </a:lnTo>
                <a:lnTo>
                  <a:pt x="1125385" y="198526"/>
                </a:lnTo>
                <a:lnTo>
                  <a:pt x="1124412" y="198373"/>
                </a:lnTo>
                <a:lnTo>
                  <a:pt x="1123468" y="198205"/>
                </a:lnTo>
                <a:lnTo>
                  <a:pt x="1122553" y="198020"/>
                </a:lnTo>
                <a:lnTo>
                  <a:pt x="1121666" y="197819"/>
                </a:lnTo>
                <a:lnTo>
                  <a:pt x="1120809" y="197602"/>
                </a:lnTo>
                <a:lnTo>
                  <a:pt x="1119980" y="197370"/>
                </a:lnTo>
                <a:lnTo>
                  <a:pt x="1119180" y="197121"/>
                </a:lnTo>
                <a:lnTo>
                  <a:pt x="1118410" y="196856"/>
                </a:lnTo>
                <a:lnTo>
                  <a:pt x="1117668" y="196575"/>
                </a:lnTo>
                <a:lnTo>
                  <a:pt x="1116955" y="196278"/>
                </a:lnTo>
                <a:lnTo>
                  <a:pt x="1116270" y="195964"/>
                </a:lnTo>
                <a:lnTo>
                  <a:pt x="1115615" y="195635"/>
                </a:lnTo>
                <a:lnTo>
                  <a:pt x="1114988" y="195290"/>
                </a:lnTo>
                <a:lnTo>
                  <a:pt x="1114391" y="194929"/>
                </a:lnTo>
                <a:lnTo>
                  <a:pt x="1113822" y="194551"/>
                </a:lnTo>
                <a:lnTo>
                  <a:pt x="1113279" y="194164"/>
                </a:lnTo>
                <a:lnTo>
                  <a:pt x="1112759" y="193775"/>
                </a:lnTo>
                <a:lnTo>
                  <a:pt x="1112263" y="193383"/>
                </a:lnTo>
                <a:lnTo>
                  <a:pt x="1111789" y="192988"/>
                </a:lnTo>
                <a:lnTo>
                  <a:pt x="1111339" y="192590"/>
                </a:lnTo>
                <a:lnTo>
                  <a:pt x="1110912" y="192190"/>
                </a:lnTo>
                <a:lnTo>
                  <a:pt x="1110507" y="191787"/>
                </a:lnTo>
                <a:lnTo>
                  <a:pt x="1110126" y="191381"/>
                </a:lnTo>
                <a:lnTo>
                  <a:pt x="1109768" y="190973"/>
                </a:lnTo>
                <a:lnTo>
                  <a:pt x="1109433" y="190562"/>
                </a:lnTo>
                <a:lnTo>
                  <a:pt x="1109122" y="190148"/>
                </a:lnTo>
                <a:lnTo>
                  <a:pt x="1108833" y="189732"/>
                </a:lnTo>
                <a:lnTo>
                  <a:pt x="1108567" y="189313"/>
                </a:lnTo>
                <a:lnTo>
                  <a:pt x="1108325" y="188891"/>
                </a:lnTo>
                <a:lnTo>
                  <a:pt x="1108105" y="188467"/>
                </a:lnTo>
                <a:lnTo>
                  <a:pt x="1107909" y="188039"/>
                </a:lnTo>
                <a:lnTo>
                  <a:pt x="1107736" y="187610"/>
                </a:lnTo>
                <a:lnTo>
                  <a:pt x="1107586" y="187177"/>
                </a:lnTo>
                <a:lnTo>
                  <a:pt x="1107459" y="186742"/>
                </a:lnTo>
                <a:lnTo>
                  <a:pt x="1107355" y="186304"/>
                </a:lnTo>
                <a:lnTo>
                  <a:pt x="1107274" y="185863"/>
                </a:lnTo>
                <a:lnTo>
                  <a:pt x="1107216" y="185420"/>
                </a:lnTo>
                <a:lnTo>
                  <a:pt x="1107181" y="184974"/>
                </a:lnTo>
                <a:lnTo>
                  <a:pt x="1107170" y="184525"/>
                </a:lnTo>
                <a:lnTo>
                  <a:pt x="1107175" y="184142"/>
                </a:lnTo>
                <a:lnTo>
                  <a:pt x="1107192" y="183762"/>
                </a:lnTo>
                <a:lnTo>
                  <a:pt x="1107219" y="183386"/>
                </a:lnTo>
                <a:lnTo>
                  <a:pt x="1107257" y="183014"/>
                </a:lnTo>
                <a:lnTo>
                  <a:pt x="1107306" y="182645"/>
                </a:lnTo>
                <a:lnTo>
                  <a:pt x="1107366" y="182281"/>
                </a:lnTo>
                <a:lnTo>
                  <a:pt x="1107437" y="181920"/>
                </a:lnTo>
                <a:lnTo>
                  <a:pt x="1107518" y="181563"/>
                </a:lnTo>
                <a:lnTo>
                  <a:pt x="1107611" y="181210"/>
                </a:lnTo>
                <a:lnTo>
                  <a:pt x="1107714" y="180860"/>
                </a:lnTo>
                <a:lnTo>
                  <a:pt x="1107828" y="180515"/>
                </a:lnTo>
                <a:lnTo>
                  <a:pt x="1107953" y="180173"/>
                </a:lnTo>
                <a:lnTo>
                  <a:pt x="1108089" y="179835"/>
                </a:lnTo>
                <a:lnTo>
                  <a:pt x="1108236" y="179500"/>
                </a:lnTo>
                <a:lnTo>
                  <a:pt x="1108394" y="179170"/>
                </a:lnTo>
                <a:lnTo>
                  <a:pt x="1108563" y="178843"/>
                </a:lnTo>
                <a:lnTo>
                  <a:pt x="1108742" y="178520"/>
                </a:lnTo>
                <a:lnTo>
                  <a:pt x="1108933" y="178201"/>
                </a:lnTo>
                <a:lnTo>
                  <a:pt x="1109134" y="177886"/>
                </a:lnTo>
                <a:lnTo>
                  <a:pt x="1109346" y="177574"/>
                </a:lnTo>
                <a:lnTo>
                  <a:pt x="1109569" y="177267"/>
                </a:lnTo>
                <a:lnTo>
                  <a:pt x="1109803" y="176963"/>
                </a:lnTo>
                <a:lnTo>
                  <a:pt x="1110048" y="176662"/>
                </a:lnTo>
                <a:lnTo>
                  <a:pt x="1110304" y="176366"/>
                </a:lnTo>
                <a:lnTo>
                  <a:pt x="1110568" y="176074"/>
                </a:lnTo>
                <a:lnTo>
                  <a:pt x="1110839" y="175788"/>
                </a:lnTo>
                <a:lnTo>
                  <a:pt x="1111117" y="175508"/>
                </a:lnTo>
                <a:lnTo>
                  <a:pt x="1111400" y="175233"/>
                </a:lnTo>
                <a:lnTo>
                  <a:pt x="1111690" y="174963"/>
                </a:lnTo>
                <a:lnTo>
                  <a:pt x="1111987" y="174700"/>
                </a:lnTo>
                <a:lnTo>
                  <a:pt x="1112290" y="174441"/>
                </a:lnTo>
                <a:lnTo>
                  <a:pt x="1112600" y="174189"/>
                </a:lnTo>
                <a:lnTo>
                  <a:pt x="1112915" y="173942"/>
                </a:lnTo>
                <a:lnTo>
                  <a:pt x="1113238" y="173700"/>
                </a:lnTo>
                <a:lnTo>
                  <a:pt x="1113567" y="173464"/>
                </a:lnTo>
                <a:lnTo>
                  <a:pt x="1113902" y="173234"/>
                </a:lnTo>
                <a:lnTo>
                  <a:pt x="1114244" y="173009"/>
                </a:lnTo>
                <a:lnTo>
                  <a:pt x="1114592" y="172790"/>
                </a:lnTo>
                <a:lnTo>
                  <a:pt x="1114946" y="172576"/>
                </a:lnTo>
                <a:lnTo>
                  <a:pt x="1115307" y="172368"/>
                </a:lnTo>
                <a:lnTo>
                  <a:pt x="1115675" y="172166"/>
                </a:lnTo>
                <a:lnTo>
                  <a:pt x="1116049" y="171969"/>
                </a:lnTo>
                <a:lnTo>
                  <a:pt x="1116429" y="171778"/>
                </a:lnTo>
                <a:lnTo>
                  <a:pt x="1116816" y="171592"/>
                </a:lnTo>
                <a:lnTo>
                  <a:pt x="1117209" y="171412"/>
                </a:lnTo>
                <a:lnTo>
                  <a:pt x="1117609" y="171238"/>
                </a:lnTo>
                <a:lnTo>
                  <a:pt x="1118015" y="171069"/>
                </a:lnTo>
                <a:lnTo>
                  <a:pt x="1118427" y="170905"/>
                </a:lnTo>
                <a:lnTo>
                  <a:pt x="1141197" y="170905"/>
                </a:lnTo>
                <a:lnTo>
                  <a:pt x="1141969" y="170908"/>
                </a:lnTo>
                <a:lnTo>
                  <a:pt x="1142728" y="170916"/>
                </a:lnTo>
                <a:lnTo>
                  <a:pt x="1143474" y="170929"/>
                </a:lnTo>
                <a:lnTo>
                  <a:pt x="1144207" y="170948"/>
                </a:lnTo>
                <a:lnTo>
                  <a:pt x="1144927" y="170972"/>
                </a:lnTo>
                <a:lnTo>
                  <a:pt x="1145635" y="171002"/>
                </a:lnTo>
                <a:lnTo>
                  <a:pt x="1146329" y="171036"/>
                </a:lnTo>
                <a:lnTo>
                  <a:pt x="1147011" y="171076"/>
                </a:lnTo>
                <a:lnTo>
                  <a:pt x="1147680" y="171122"/>
                </a:lnTo>
                <a:lnTo>
                  <a:pt x="1148335" y="171173"/>
                </a:lnTo>
                <a:lnTo>
                  <a:pt x="1148978" y="171229"/>
                </a:lnTo>
                <a:lnTo>
                  <a:pt x="1149608" y="171290"/>
                </a:lnTo>
                <a:lnTo>
                  <a:pt x="1150226" y="171357"/>
                </a:lnTo>
                <a:lnTo>
                  <a:pt x="1150830" y="171429"/>
                </a:lnTo>
                <a:lnTo>
                  <a:pt x="1151421" y="171507"/>
                </a:lnTo>
                <a:lnTo>
                  <a:pt x="1152000" y="171589"/>
                </a:lnTo>
                <a:lnTo>
                  <a:pt x="1152566" y="171678"/>
                </a:lnTo>
                <a:lnTo>
                  <a:pt x="1153118" y="171771"/>
                </a:lnTo>
                <a:lnTo>
                  <a:pt x="1153658" y="171870"/>
                </a:lnTo>
                <a:lnTo>
                  <a:pt x="1154185" y="171974"/>
                </a:lnTo>
                <a:lnTo>
                  <a:pt x="1154699" y="172084"/>
                </a:lnTo>
                <a:lnTo>
                  <a:pt x="1155201" y="172199"/>
                </a:lnTo>
                <a:lnTo>
                  <a:pt x="1155689" y="172319"/>
                </a:lnTo>
                <a:lnTo>
                  <a:pt x="1156164" y="172444"/>
                </a:lnTo>
                <a:lnTo>
                  <a:pt x="1156628" y="172575"/>
                </a:lnTo>
                <a:lnTo>
                  <a:pt x="1157080" y="172710"/>
                </a:lnTo>
                <a:lnTo>
                  <a:pt x="1157522" y="172850"/>
                </a:lnTo>
                <a:lnTo>
                  <a:pt x="1157952" y="172994"/>
                </a:lnTo>
                <a:lnTo>
                  <a:pt x="1158371" y="173143"/>
                </a:lnTo>
                <a:lnTo>
                  <a:pt x="1158779" y="173296"/>
                </a:lnTo>
                <a:lnTo>
                  <a:pt x="1159176" y="173454"/>
                </a:lnTo>
                <a:lnTo>
                  <a:pt x="1159562" y="173616"/>
                </a:lnTo>
                <a:lnTo>
                  <a:pt x="1159936" y="173782"/>
                </a:lnTo>
                <a:lnTo>
                  <a:pt x="1160300" y="173953"/>
                </a:lnTo>
                <a:lnTo>
                  <a:pt x="1160652" y="174128"/>
                </a:lnTo>
                <a:lnTo>
                  <a:pt x="1160994" y="174308"/>
                </a:lnTo>
                <a:lnTo>
                  <a:pt x="1161324" y="174493"/>
                </a:lnTo>
                <a:lnTo>
                  <a:pt x="1161643" y="174681"/>
                </a:lnTo>
                <a:lnTo>
                  <a:pt x="1161951" y="174874"/>
                </a:lnTo>
                <a:lnTo>
                  <a:pt x="1162248" y="175072"/>
                </a:lnTo>
                <a:lnTo>
                  <a:pt x="1162534" y="175274"/>
                </a:lnTo>
                <a:lnTo>
                  <a:pt x="1162809" y="175481"/>
                </a:lnTo>
                <a:lnTo>
                  <a:pt x="1163072" y="175692"/>
                </a:lnTo>
                <a:lnTo>
                  <a:pt x="1163325" y="175907"/>
                </a:lnTo>
                <a:lnTo>
                  <a:pt x="1163566" y="176127"/>
                </a:lnTo>
                <a:lnTo>
                  <a:pt x="1163796" y="176352"/>
                </a:lnTo>
                <a:lnTo>
                  <a:pt x="1164016" y="176580"/>
                </a:lnTo>
                <a:lnTo>
                  <a:pt x="1164224" y="176814"/>
                </a:lnTo>
                <a:lnTo>
                  <a:pt x="1164422" y="177052"/>
                </a:lnTo>
                <a:lnTo>
                  <a:pt x="1164612" y="177294"/>
                </a:lnTo>
                <a:lnTo>
                  <a:pt x="1164793" y="177541"/>
                </a:lnTo>
                <a:lnTo>
                  <a:pt x="1164966" y="177793"/>
                </a:lnTo>
                <a:lnTo>
                  <a:pt x="1165131" y="178049"/>
                </a:lnTo>
                <a:lnTo>
                  <a:pt x="1165287" y="178309"/>
                </a:lnTo>
                <a:lnTo>
                  <a:pt x="1165435" y="178574"/>
                </a:lnTo>
                <a:lnTo>
                  <a:pt x="1165574" y="178843"/>
                </a:lnTo>
                <a:lnTo>
                  <a:pt x="1165705" y="179117"/>
                </a:lnTo>
                <a:lnTo>
                  <a:pt x="1165827" y="179395"/>
                </a:lnTo>
                <a:lnTo>
                  <a:pt x="1165941" y="179678"/>
                </a:lnTo>
                <a:lnTo>
                  <a:pt x="1166047" y="179965"/>
                </a:lnTo>
                <a:lnTo>
                  <a:pt x="1166144" y="180256"/>
                </a:lnTo>
                <a:lnTo>
                  <a:pt x="1166232" y="180552"/>
                </a:lnTo>
                <a:lnTo>
                  <a:pt x="1166312" y="180853"/>
                </a:lnTo>
                <a:lnTo>
                  <a:pt x="1166384" y="181158"/>
                </a:lnTo>
                <a:lnTo>
                  <a:pt x="1166447" y="181467"/>
                </a:lnTo>
                <a:lnTo>
                  <a:pt x="1166502" y="181781"/>
                </a:lnTo>
                <a:lnTo>
                  <a:pt x="1166549" y="182099"/>
                </a:lnTo>
                <a:lnTo>
                  <a:pt x="1166587" y="182422"/>
                </a:lnTo>
                <a:lnTo>
                  <a:pt x="1166616" y="182749"/>
                </a:lnTo>
                <a:lnTo>
                  <a:pt x="1166637" y="183081"/>
                </a:lnTo>
                <a:lnTo>
                  <a:pt x="1166650" y="183417"/>
                </a:lnTo>
                <a:lnTo>
                  <a:pt x="1166654" y="183758"/>
                </a:lnTo>
                <a:lnTo>
                  <a:pt x="1166642" y="184290"/>
                </a:lnTo>
                <a:lnTo>
                  <a:pt x="1166605" y="184815"/>
                </a:lnTo>
                <a:lnTo>
                  <a:pt x="1166544" y="185334"/>
                </a:lnTo>
                <a:lnTo>
                  <a:pt x="1166459" y="185845"/>
                </a:lnTo>
                <a:lnTo>
                  <a:pt x="1166349" y="186351"/>
                </a:lnTo>
                <a:lnTo>
                  <a:pt x="1166214" y="186849"/>
                </a:lnTo>
                <a:lnTo>
                  <a:pt x="1166056" y="187341"/>
                </a:lnTo>
                <a:lnTo>
                  <a:pt x="1165872" y="187826"/>
                </a:lnTo>
                <a:lnTo>
                  <a:pt x="1165665" y="188305"/>
                </a:lnTo>
                <a:lnTo>
                  <a:pt x="1165433" y="188777"/>
                </a:lnTo>
                <a:lnTo>
                  <a:pt x="1165176" y="189242"/>
                </a:lnTo>
                <a:lnTo>
                  <a:pt x="1164895" y="189700"/>
                </a:lnTo>
                <a:lnTo>
                  <a:pt x="1164590" y="190152"/>
                </a:lnTo>
                <a:lnTo>
                  <a:pt x="1164260" y="190597"/>
                </a:lnTo>
                <a:lnTo>
                  <a:pt x="1163906" y="191035"/>
                </a:lnTo>
                <a:lnTo>
                  <a:pt x="1163527" y="191467"/>
                </a:lnTo>
                <a:lnTo>
                  <a:pt x="1163124" y="191892"/>
                </a:lnTo>
                <a:lnTo>
                  <a:pt x="1162697" y="192310"/>
                </a:lnTo>
                <a:lnTo>
                  <a:pt x="1162245" y="192722"/>
                </a:lnTo>
                <a:lnTo>
                  <a:pt x="1161768" y="193126"/>
                </a:lnTo>
                <a:lnTo>
                  <a:pt x="1161267" y="193525"/>
                </a:lnTo>
                <a:lnTo>
                  <a:pt x="1160742" y="193916"/>
                </a:lnTo>
                <a:lnTo>
                  <a:pt x="1160193" y="194301"/>
                </a:lnTo>
                <a:lnTo>
                  <a:pt x="1159618" y="194679"/>
                </a:lnTo>
                <a:lnTo>
                  <a:pt x="1159015" y="195046"/>
                </a:lnTo>
                <a:lnTo>
                  <a:pt x="1158376" y="195397"/>
                </a:lnTo>
                <a:lnTo>
                  <a:pt x="1157702" y="195733"/>
                </a:lnTo>
                <a:lnTo>
                  <a:pt x="1156992" y="196053"/>
                </a:lnTo>
                <a:lnTo>
                  <a:pt x="1156248" y="196358"/>
                </a:lnTo>
                <a:lnTo>
                  <a:pt x="1155469" y="196647"/>
                </a:lnTo>
                <a:lnTo>
                  <a:pt x="1154655" y="196920"/>
                </a:lnTo>
                <a:lnTo>
                  <a:pt x="1153805" y="197178"/>
                </a:lnTo>
                <a:lnTo>
                  <a:pt x="1152920" y="197420"/>
                </a:lnTo>
                <a:lnTo>
                  <a:pt x="1152001" y="197646"/>
                </a:lnTo>
                <a:lnTo>
                  <a:pt x="1151046" y="197857"/>
                </a:lnTo>
                <a:lnTo>
                  <a:pt x="1150056" y="198052"/>
                </a:lnTo>
                <a:lnTo>
                  <a:pt x="1149031" y="198232"/>
                </a:lnTo>
                <a:lnTo>
                  <a:pt x="1147971" y="198396"/>
                </a:lnTo>
                <a:lnTo>
                  <a:pt x="1146876" y="198544"/>
                </a:lnTo>
                <a:lnTo>
                  <a:pt x="1145746" y="198677"/>
                </a:lnTo>
                <a:lnTo>
                  <a:pt x="1144581" y="198794"/>
                </a:lnTo>
                <a:lnTo>
                  <a:pt x="1143380" y="198895"/>
                </a:lnTo>
                <a:lnTo>
                  <a:pt x="1142145" y="198981"/>
                </a:lnTo>
                <a:lnTo>
                  <a:pt x="1140874" y="199051"/>
                </a:lnTo>
                <a:lnTo>
                  <a:pt x="1139568" y="199106"/>
                </a:lnTo>
                <a:lnTo>
                  <a:pt x="1138228" y="199145"/>
                </a:lnTo>
                <a:lnTo>
                  <a:pt x="1136852" y="199169"/>
                </a:lnTo>
                <a:lnTo>
                  <a:pt x="1135441" y="199176"/>
                </a:lnTo>
                <a:lnTo>
                  <a:pt x="1134208" y="199168"/>
                </a:lnTo>
                <a:lnTo>
                  <a:pt x="1133004" y="199144"/>
                </a:lnTo>
                <a:lnTo>
                  <a:pt x="1131829" y="199104"/>
                </a:lnTo>
                <a:lnTo>
                  <a:pt x="1130683" y="1990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4EA48-8FD7-4059-A36F-3469FF51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8" y="5021660"/>
            <a:ext cx="435535" cy="168858"/>
          </a:xfrm>
          <a:custGeom xmlns:a="http://schemas.openxmlformats.org/drawingml/2006/main">
            <a:pathLst>
              <a:path w="435535" h="168858">
                <a:moveTo>
                  <a:pt x="88" y="55866"/>
                </a:moveTo>
                <a:lnTo>
                  <a:pt x="0" y="112152"/>
                </a:lnTo>
                <a:lnTo>
                  <a:pt x="266632" y="112572"/>
                </a:lnTo>
                <a:lnTo>
                  <a:pt x="266543" y="168858"/>
                </a:lnTo>
                <a:lnTo>
                  <a:pt x="435535" y="84696"/>
                </a:lnTo>
                <a:lnTo>
                  <a:pt x="266810" y="0"/>
                </a:lnTo>
                <a:lnTo>
                  <a:pt x="266721" y="56286"/>
                </a:lnTo>
                <a:lnTo>
                  <a:pt x="88" y="558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6d53fd2b8444b"/>
          <a:stretch xmlns:a="http://schemas.openxmlformats.org/drawingml/2006/main"/>
        </p:blipFill>
        <p:spPr>
          <a:xfrm xmlns:a="http://schemas.openxmlformats.org/drawingml/2006/main">
            <a:off x="335745" y="1495354"/>
            <a:ext cx="1170752" cy="1199031"/>
          </a:xfrm>
          <a:prstGeom xmlns:a="http://schemas.openxmlformats.org/drawingml/2006/main" prst="rect">
            <a:avLst/>
          </a:prstGeom>
        </p:spPr>
      </p:pic>
      <p:pic>
        <p:nvPicPr>
          <p:cNvPr id="2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4cdda1e8a4a38"/>
          <a:stretch xmlns:a="http://schemas.openxmlformats.org/drawingml/2006/main"/>
        </p:blipFill>
        <p:spPr>
          <a:xfrm xmlns:a="http://schemas.openxmlformats.org/drawingml/2006/main">
            <a:off x="5645067" y="3615620"/>
            <a:ext cx="1404083" cy="1404083"/>
          </a:xfrm>
          <a:prstGeom xmlns:a="http://schemas.openxmlformats.org/drawingml/2006/main" prst="rect">
            <a:avLst/>
          </a:prstGeom>
        </p:spPr>
      </p:pic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7EADC-FF43-43DC-9D35-5C7D681D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878" y="4635423"/>
            <a:ext cx="1196841" cy="546979"/>
          </a:xfrm>
          <a:custGeom xmlns:a="http://schemas.openxmlformats.org/drawingml/2006/main">
            <a:pathLst>
              <a:path w="1196841" h="546979">
                <a:moveTo>
                  <a:pt x="0" y="0"/>
                </a:moveTo>
                <a:lnTo>
                  <a:pt x="0" y="56286"/>
                </a:lnTo>
                <a:lnTo>
                  <a:pt x="429313" y="56286"/>
                </a:lnTo>
                <a:lnTo>
                  <a:pt x="429313" y="490693"/>
                </a:lnTo>
                <a:lnTo>
                  <a:pt x="1027983" y="490693"/>
                </a:lnTo>
                <a:lnTo>
                  <a:pt x="1027983" y="546979"/>
                </a:lnTo>
                <a:lnTo>
                  <a:pt x="1196841" y="462550"/>
                </a:lnTo>
                <a:lnTo>
                  <a:pt x="1027983" y="378121"/>
                </a:lnTo>
                <a:lnTo>
                  <a:pt x="1027983" y="434407"/>
                </a:lnTo>
                <a:lnTo>
                  <a:pt x="485600" y="434407"/>
                </a:lnTo>
                <a:lnTo>
                  <a:pt x="4856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B5E7C-C524-402E-9CD8-30FC455E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977" y="4385206"/>
            <a:ext cx="435491" cy="687"/>
          </a:xfrm>
          <a:custGeom xmlns:a="http://schemas.openxmlformats.org/drawingml/2006/main">
            <a:pathLst>
              <a:path w="435491" h="687" fill="none">
                <a:moveTo>
                  <a:pt x="0" y="0"/>
                </a:moveTo>
                <a:lnTo>
                  <a:pt x="435491" y="687"/>
                </a:lnTo>
              </a:path>
            </a:pathLst>
          </a:custGeom>
          <a:noFill xmlns:a="http://schemas.openxmlformats.org/drawingml/2006/main"/>
          <a:ln xmlns:a="http://schemas.openxmlformats.org/drawingml/2006/main" w="56286" cap="flat">
            <a:solidFill>
              <a:srgbClr val="000000"/>
            </a:solidFill>
            <a:miter/>
          </a:ln>
        </p:spPr>
      </p:sp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3e6d525cc4f26"/>
          <a:stretch xmlns:a="http://schemas.openxmlformats.org/drawingml/2006/main"/>
        </p:blipFill>
        <p:spPr>
          <a:xfrm xmlns:a="http://schemas.openxmlformats.org/drawingml/2006/main">
            <a:off x="7278761" y="1470606"/>
            <a:ext cx="1079947" cy="1367240"/>
          </a:xfrm>
          <a:prstGeom xmlns:a="http://schemas.openxmlformats.org/drawingml/2006/main" prst="rect">
            <a:avLst/>
          </a:prstGeom>
        </p:spPr>
      </p:pic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B48265-3041-475F-8300-D606762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3176" y="2037047"/>
            <a:ext cx="991171" cy="168859"/>
          </a:xfrm>
          <a:custGeom xmlns:a="http://schemas.openxmlformats.org/drawingml/2006/main">
            <a:pathLst>
              <a:path w="991171" h="168859">
                <a:moveTo>
                  <a:pt x="822313" y="168859"/>
                </a:moveTo>
                <a:lnTo>
                  <a:pt x="991171" y="84429"/>
                </a:lnTo>
                <a:lnTo>
                  <a:pt x="822313" y="0"/>
                </a:lnTo>
                <a:lnTo>
                  <a:pt x="822313" y="56286"/>
                </a:lnTo>
                <a:lnTo>
                  <a:pt x="467444" y="56286"/>
                </a:lnTo>
                <a:lnTo>
                  <a:pt x="467444" y="60393"/>
                </a:lnTo>
                <a:lnTo>
                  <a:pt x="0" y="60393"/>
                </a:lnTo>
                <a:lnTo>
                  <a:pt x="0" y="116679"/>
                </a:lnTo>
                <a:lnTo>
                  <a:pt x="523730" y="116679"/>
                </a:lnTo>
                <a:lnTo>
                  <a:pt x="523730" y="112572"/>
                </a:lnTo>
                <a:lnTo>
                  <a:pt x="822313" y="112572"/>
                </a:lnTo>
                <a:lnTo>
                  <a:pt x="822313" y="168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478073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2026-09-05T08:53:53.0600000Z</dcterms:created>
  <dcterms:modified xsi:type="dcterms:W3CDTF">2026-09-05T08:53:53.0600000Z</dcterms:modified>
</coreProperties>
</file>