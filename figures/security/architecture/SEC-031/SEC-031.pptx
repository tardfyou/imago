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ba582f63b54b2b" /><Relationship Type="http://schemas.openxmlformats.org/officeDocument/2006/relationships/extended-properties" Target="/docProps/app.xml" Id="Rec0fee3e5c574402" /><Relationship Type="http://schemas.openxmlformats.org/officeDocument/2006/relationships/officeDocument" Target="/ppt/presentation.xml" Id="Rb17ba09620a747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177712841e4648"/>
  </p:sldMasterIdLst>
  <p:notesMasterIdLst>
    <p:notesMasterId xmlns:r="http://schemas.openxmlformats.org/officeDocument/2006/relationships" r:id="R5c8bc6104c0845d8"/>
  </p:notesMasterIdLst>
  <p:sldIdLst>
    <p:sldId xmlns:r="http://schemas.openxmlformats.org/officeDocument/2006/relationships" id="256" r:id="R24ca68325c854d5d"/>
  </p:sldIdLst>
  <p:sldSz cx="7286625" cy="5486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0085ff176243b5" /><Relationship Type="http://schemas.openxmlformats.org/officeDocument/2006/relationships/slideMaster" Target="/ppt/slideMasters/slideMaster1.xml" Id="Rbf177712841e4648" /><Relationship Type="http://schemas.openxmlformats.org/officeDocument/2006/relationships/notesMaster" Target="/ppt/notesMasters/notesMaster1.xml" Id="R5c8bc6104c0845d8" /><Relationship Type="http://schemas.openxmlformats.org/officeDocument/2006/relationships/presProps" Target="/ppt/presProps.xml" Id="Re62ac7e9348f4d0b" /><Relationship Type="http://schemas.openxmlformats.org/officeDocument/2006/relationships/tableStyles" Target="/ppt/tableStyles.xml" Id="Rbb81a7ccd533487a" /><Relationship Type="http://schemas.openxmlformats.org/officeDocument/2006/relationships/slide" Target="/ppt/slides/slide1.xml" Id="R24ca68325c854d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c683375dd24a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848cfe5afb4b19" /><Relationship Type="http://schemas.openxmlformats.org/officeDocument/2006/relationships/notesMaster" Target="/ppt/notesMasters/notesMaster1.xml" Id="Ra1be8a1b19484db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素材ID：SEC-031</ns1:t>
            </ns1:r>
          </ns1:p>
          <ns1:p>
            <ns1:r>
              <ns1:t>论文：Blindfold: Confidential Memory Management by Untrusted Operating System</ns1:t>
            </ns1:r>
          </ns1:p>
          <ns1:p>
            <ns1:r>
              <ns1:t>会议：NDSS 2025</ns1:t>
            </ns1:r>
          </ns1:p>
          <ns1:p>
            <ns1:r>
              <ns1:t>奖项：Distinguished Paper Award</ns1:t>
            </ns1:r>
          </ns1:p>
          <ns1:p>
            <ns1:r>
              <ns1:t>图号：Figure 3，PDF第5页</ns1:t>
            </ns1:r>
          </ns1:p>
          <ns1:p>
            <ns1:r>
              <ns1:t>类型：系统架构</ns1:t>
            </ns1:r>
          </ns1:p>
          <ns1:p>
            <ns1:r>
              <ns1:t>借鉴点：纵向堆叠用户/OS/守卫/硬件/内存层，跨层箭头明确区分语义访问与普通访问，可复用到TEE、沙箱和权限隔离。</ns1:t>
            </ns1:r>
          </ns1:p>
          <ns1:p>
            <ns1:r>
              <ns1:t>论文URL：https://www.ndss-symposium.org/wp-content/uploads/2025-294-paper.pdf</ns1:t>
            </ns1:r>
          </ns1:p>
          <ns1:p>
            <ns1:r>
              <ns1:t>官方获奖URL：https://www.ndss-symposium.org/ndss2025/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2680f785445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a809ebbe7a4231" /><Relationship Type="http://schemas.openxmlformats.org/officeDocument/2006/relationships/slideLayout" Target="/ppt/slideLayouts/slideLayout1.xml" Id="Rb920fef8d91449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20fef8d91449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ed3353e1849aa" /><Relationship Type="http://schemas.openxmlformats.org/officeDocument/2006/relationships/image" Target="/ppt/media/image.png" Id="R79de085d721d4e99" /><Relationship Type="http://schemas.openxmlformats.org/officeDocument/2006/relationships/image" Target="/ppt/media/image2.png" Id="Rbdf0da93dbe74c17" /><Relationship Type="http://schemas.openxmlformats.org/officeDocument/2006/relationships/image" Target="/ppt/media/image3.png" Id="R0abe3f5f8a694356" /><Relationship Type="http://schemas.openxmlformats.org/officeDocument/2006/relationships/image" Target="/ppt/media/image4.png" Id="Rdb4e894e78484586" /><Relationship Type="http://schemas.openxmlformats.org/officeDocument/2006/relationships/image" Target="/ppt/media/image5.png" Id="R9a198ca71b09491f" /><Relationship Type="http://schemas.openxmlformats.org/officeDocument/2006/relationships/image" Target="/ppt/media/image6.png" Id="R4fed0386067b45dc" /><Relationship Type="http://schemas.openxmlformats.org/officeDocument/2006/relationships/image" Target="/ppt/media/image7.png" Id="Rd32e4c0c8fd945de" /><Relationship Type="http://schemas.openxmlformats.org/officeDocument/2006/relationships/image" Target="/ppt/media/image8.png" Id="R55650e0adfa04c57" /><Relationship Type="http://schemas.openxmlformats.org/officeDocument/2006/relationships/image" Target="/ppt/media/image9.png" Id="R67fd9667a8784527" /><Relationship Type="http://schemas.openxmlformats.org/officeDocument/2006/relationships/image" Target="/ppt/media/image10.png" Id="R7ef2dab5b7754a26" /><Relationship Type="http://schemas.openxmlformats.org/officeDocument/2006/relationships/image" Target="/ppt/media/image11.png" Id="R9f12fdc163b14d67" /><Relationship Type="http://schemas.openxmlformats.org/officeDocument/2006/relationships/image" Target="/ppt/media/image12.png" Id="Rb29ab7354d954d6a" /><Relationship Type="http://schemas.openxmlformats.org/officeDocument/2006/relationships/image" Target="/ppt/media/image13.png" Id="R37fe7ec061c544d6" /><Relationship Type="http://schemas.openxmlformats.org/officeDocument/2006/relationships/image" Target="/ppt/media/image14.png" Id="R1a8b3b4e3cc041ba" /><Relationship Type="http://schemas.openxmlformats.org/officeDocument/2006/relationships/image" Target="/ppt/media/image15.png" Id="R2865e6d4b8bf4286" /><Relationship Type="http://schemas.openxmlformats.org/officeDocument/2006/relationships/image" Target="/ppt/media/image16.png" Id="R8afe56ebed55444e" /><Relationship Type="http://schemas.openxmlformats.org/officeDocument/2006/relationships/image" Target="/ppt/media/image17.png" Id="R7a5691d40f67431e" /><Relationship Type="http://schemas.openxmlformats.org/officeDocument/2006/relationships/image" Target="/ppt/media/image18.png" Id="R44579f1ae5a94af7" /><Relationship Type="http://schemas.openxmlformats.org/officeDocument/2006/relationships/image" Target="/ppt/media/image19.png" Id="R89464b75c43d4e22" /><Relationship Type="http://schemas.openxmlformats.org/officeDocument/2006/relationships/image" Target="/ppt/media/image20.png" Id="R30e6319cbb29497b" /><Relationship Type="http://schemas.openxmlformats.org/officeDocument/2006/relationships/image" Target="/ppt/media/image21.png" Id="R9defd857784e45e6" /><Relationship Type="http://schemas.openxmlformats.org/officeDocument/2006/relationships/image" Target="/ppt/media/image22.png" Id="Rc7a5ab84790a4174" /><Relationship Type="http://schemas.openxmlformats.org/officeDocument/2006/relationships/image" Target="/ppt/media/image23.png" Id="R1fa6ff8cc1b24c9e" /><Relationship Type="http://schemas.openxmlformats.org/officeDocument/2006/relationships/image" Target="/ppt/media/image24.png" Id="R4e85bb0a460848b0" /><Relationship Type="http://schemas.openxmlformats.org/officeDocument/2006/relationships/notesSlide" Target="/ppt/notesSlides/notesSlide1.xml" Id="Rf52d870a272a46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113D45-DCE9-4B6C-BDC2-5EA9941C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7" y="44007"/>
            <a:ext cx="7124463" cy="5380980"/>
          </a:xfrm>
          <a:custGeom xmlns:a="http://schemas.openxmlformats.org/drawingml/2006/main">
            <a:pathLst>
              <a:path w="7124463" h="5380980">
                <a:moveTo>
                  <a:pt x="7124463" y="5380980"/>
                </a:moveTo>
                <a:lnTo>
                  <a:pt x="7124463" y="0"/>
                </a:lnTo>
                <a:lnTo>
                  <a:pt x="0" y="0"/>
                </a:lnTo>
                <a:lnTo>
                  <a:pt x="0" y="5380980"/>
                </a:lnTo>
                <a:lnTo>
                  <a:pt x="7124463" y="538098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31ABA-3D39-46E6-958A-E8CF5278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7" y="44007"/>
            <a:ext cx="7124463" cy="5380980"/>
          </a:xfrm>
          <a:custGeom xmlns:a="http://schemas.openxmlformats.org/drawingml/2006/main">
            <a:pathLst>
              <a:path w="7124463" h="5380980">
                <a:moveTo>
                  <a:pt x="7124463" y="5380980"/>
                </a:moveTo>
                <a:lnTo>
                  <a:pt x="7124463" y="0"/>
                </a:lnTo>
                <a:lnTo>
                  <a:pt x="0" y="0"/>
                </a:lnTo>
                <a:lnTo>
                  <a:pt x="0" y="5380980"/>
                </a:lnTo>
                <a:lnTo>
                  <a:pt x="7124463" y="538098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2F1F49-73C3-4EDE-BB7D-BFFE0447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08" y="1809293"/>
            <a:ext cx="5796073" cy="458058"/>
          </a:xfrm>
          <a:custGeom xmlns:a="http://schemas.openxmlformats.org/drawingml/2006/main">
            <a:pathLst>
              <a:path w="5796073" h="458058">
                <a:moveTo>
                  <a:pt x="0" y="65524"/>
                </a:moveTo>
                <a:cubicBezTo>
                  <a:pt x="0" y="29336"/>
                  <a:pt x="29335" y="0"/>
                  <a:pt x="65522" y="0"/>
                </a:cubicBezTo>
                <a:lnTo>
                  <a:pt x="5730551" y="0"/>
                </a:lnTo>
                <a:cubicBezTo>
                  <a:pt x="5766737" y="0"/>
                  <a:pt x="5796073" y="29336"/>
                  <a:pt x="5796073" y="65524"/>
                </a:cubicBezTo>
                <a:lnTo>
                  <a:pt x="5796073" y="392534"/>
                </a:lnTo>
                <a:cubicBezTo>
                  <a:pt x="5796073" y="428721"/>
                  <a:pt x="5766737" y="458058"/>
                  <a:pt x="5730551" y="458058"/>
                </a:cubicBezTo>
                <a:lnTo>
                  <a:pt x="65522" y="458058"/>
                </a:lnTo>
                <a:cubicBezTo>
                  <a:pt x="29335" y="458058"/>
                  <a:pt x="0" y="428721"/>
                  <a:pt x="0" y="392534"/>
                </a:cubicBezTo>
                <a:lnTo>
                  <a:pt x="0" y="65524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FDB9DB-BCA1-43C4-BCC8-8F94225B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08" y="1809293"/>
            <a:ext cx="5796074" cy="458057"/>
          </a:xfrm>
          <a:custGeom xmlns:a="http://schemas.openxmlformats.org/drawingml/2006/main">
            <a:pathLst>
              <a:path w="5796074" h="458057" fill="none">
                <a:moveTo>
                  <a:pt x="0" y="65523"/>
                </a:moveTo>
                <a:cubicBezTo>
                  <a:pt x="0" y="29336"/>
                  <a:pt x="29336" y="0"/>
                  <a:pt x="65523" y="0"/>
                </a:cubicBezTo>
                <a:lnTo>
                  <a:pt x="5730551" y="0"/>
                </a:lnTo>
                <a:cubicBezTo>
                  <a:pt x="5766739" y="0"/>
                  <a:pt x="5796074" y="29336"/>
                  <a:pt x="5796074" y="65523"/>
                </a:cubicBezTo>
                <a:lnTo>
                  <a:pt x="5796074" y="392534"/>
                </a:lnTo>
                <a:cubicBezTo>
                  <a:pt x="5796074" y="428722"/>
                  <a:pt x="5766739" y="458057"/>
                  <a:pt x="5730551" y="458057"/>
                </a:cubicBezTo>
                <a:lnTo>
                  <a:pt x="65523" y="458057"/>
                </a:lnTo>
                <a:cubicBezTo>
                  <a:pt x="29336" y="458057"/>
                  <a:pt x="0" y="428722"/>
                  <a:pt x="0" y="392534"/>
                </a:cubicBezTo>
                <a:lnTo>
                  <a:pt x="0" y="6552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E5170-D7E1-4399-9913-AB3E54A1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999" y="1695538"/>
            <a:ext cx="378380" cy="648089"/>
          </a:xfrm>
          <a:custGeom xmlns:a="http://schemas.openxmlformats.org/drawingml/2006/main">
            <a:pathLst>
              <a:path w="378380" h="648089">
                <a:moveTo>
                  <a:pt x="137628" y="4977"/>
                </a:moveTo>
                <a:cubicBezTo>
                  <a:pt x="151048" y="0"/>
                  <a:pt x="165962" y="6846"/>
                  <a:pt x="170939" y="20266"/>
                </a:cubicBezTo>
                <a:lnTo>
                  <a:pt x="373404" y="566283"/>
                </a:lnTo>
                <a:cubicBezTo>
                  <a:pt x="378380" y="579705"/>
                  <a:pt x="371534" y="594618"/>
                  <a:pt x="358114" y="599594"/>
                </a:cubicBezTo>
                <a:lnTo>
                  <a:pt x="240753" y="643112"/>
                </a:lnTo>
                <a:cubicBezTo>
                  <a:pt x="227331" y="648089"/>
                  <a:pt x="212417" y="641243"/>
                  <a:pt x="207442" y="627823"/>
                </a:cubicBezTo>
                <a:lnTo>
                  <a:pt x="4977" y="81806"/>
                </a:lnTo>
                <a:cubicBezTo>
                  <a:pt x="0" y="68384"/>
                  <a:pt x="6845" y="53471"/>
                  <a:pt x="20266" y="48495"/>
                </a:cubicBezTo>
                <a:lnTo>
                  <a:pt x="137628" y="49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BE04B5-49FE-43A4-A846-BF02EE9C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394" y="1742144"/>
            <a:ext cx="285812" cy="603075"/>
          </a:xfrm>
          <a:custGeom xmlns:a="http://schemas.openxmlformats.org/drawingml/2006/main">
            <a:pathLst>
              <a:path w="285812" h="603075">
                <a:moveTo>
                  <a:pt x="157464" y="2720"/>
                </a:moveTo>
                <a:cubicBezTo>
                  <a:pt x="172590" y="0"/>
                  <a:pt x="187057" y="10059"/>
                  <a:pt x="189776" y="25185"/>
                </a:cubicBezTo>
                <a:lnTo>
                  <a:pt x="283093" y="544264"/>
                </a:lnTo>
                <a:cubicBezTo>
                  <a:pt x="285812" y="559390"/>
                  <a:pt x="275754" y="573856"/>
                  <a:pt x="260627" y="576576"/>
                </a:cubicBezTo>
                <a:lnTo>
                  <a:pt x="128349" y="600356"/>
                </a:lnTo>
                <a:cubicBezTo>
                  <a:pt x="113222" y="603075"/>
                  <a:pt x="98755" y="593018"/>
                  <a:pt x="96036" y="577891"/>
                </a:cubicBezTo>
                <a:lnTo>
                  <a:pt x="2720" y="58813"/>
                </a:lnTo>
                <a:cubicBezTo>
                  <a:pt x="0" y="43686"/>
                  <a:pt x="10059" y="29219"/>
                  <a:pt x="25185" y="26500"/>
                </a:cubicBezTo>
                <a:lnTo>
                  <a:pt x="157464" y="27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0AB843-F7D6-4CCC-870A-87781BB2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22" y="635158"/>
            <a:ext cx="2593802" cy="708086"/>
          </a:xfrm>
          <a:custGeom xmlns:a="http://schemas.openxmlformats.org/drawingml/2006/main">
            <a:pathLst>
              <a:path w="2593802" h="708086">
                <a:moveTo>
                  <a:pt x="0" y="55422"/>
                </a:moveTo>
                <a:cubicBezTo>
                  <a:pt x="0" y="24813"/>
                  <a:pt x="24813" y="0"/>
                  <a:pt x="55422" y="0"/>
                </a:cubicBezTo>
                <a:lnTo>
                  <a:pt x="2538380" y="0"/>
                </a:lnTo>
                <a:cubicBezTo>
                  <a:pt x="2568988" y="0"/>
                  <a:pt x="2593802" y="24813"/>
                  <a:pt x="2593802" y="55422"/>
                </a:cubicBezTo>
                <a:lnTo>
                  <a:pt x="2593802" y="652663"/>
                </a:lnTo>
                <a:cubicBezTo>
                  <a:pt x="2593802" y="683272"/>
                  <a:pt x="2568988" y="708086"/>
                  <a:pt x="2538380" y="708086"/>
                </a:cubicBezTo>
                <a:lnTo>
                  <a:pt x="55422" y="708086"/>
                </a:lnTo>
                <a:cubicBezTo>
                  <a:pt x="24813" y="708086"/>
                  <a:pt x="0" y="683272"/>
                  <a:pt x="0" y="652663"/>
                </a:cubicBezTo>
                <a:lnTo>
                  <a:pt x="0" y="5542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F9850-0283-44C8-8ADB-42ABAFC7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22" y="635158"/>
            <a:ext cx="2593802" cy="708086"/>
          </a:xfrm>
          <a:custGeom xmlns:a="http://schemas.openxmlformats.org/drawingml/2006/main">
            <a:pathLst>
              <a:path w="2593802" h="708086" fill="none">
                <a:moveTo>
                  <a:pt x="0" y="55422"/>
                </a:moveTo>
                <a:cubicBezTo>
                  <a:pt x="0" y="24813"/>
                  <a:pt x="24813" y="0"/>
                  <a:pt x="55422" y="0"/>
                </a:cubicBezTo>
                <a:lnTo>
                  <a:pt x="2538380" y="0"/>
                </a:lnTo>
                <a:cubicBezTo>
                  <a:pt x="2568989" y="0"/>
                  <a:pt x="2593802" y="24813"/>
                  <a:pt x="2593802" y="55422"/>
                </a:cubicBezTo>
                <a:lnTo>
                  <a:pt x="2593802" y="652664"/>
                </a:lnTo>
                <a:cubicBezTo>
                  <a:pt x="2593802" y="683273"/>
                  <a:pt x="2568989" y="708086"/>
                  <a:pt x="2538380" y="708086"/>
                </a:cubicBezTo>
                <a:lnTo>
                  <a:pt x="55422" y="708086"/>
                </a:lnTo>
                <a:cubicBezTo>
                  <a:pt x="24813" y="708086"/>
                  <a:pt x="0" y="683273"/>
                  <a:pt x="0" y="652664"/>
                </a:cubicBezTo>
                <a:lnTo>
                  <a:pt x="0" y="554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custDash>
              <a:ds d="100000" sp="100000"/>
            </a:custDash>
            <a:miter/>
          </a:ln>
        </p:spPr>
      </p:sp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e085d721d4e99"/>
          <a:stretch xmlns:a="http://schemas.openxmlformats.org/drawingml/2006/main"/>
        </p:blipFill>
        <p:spPr>
          <a:xfrm xmlns:a="http://schemas.openxmlformats.org/drawingml/2006/main">
            <a:off x="331042" y="3127259"/>
            <a:ext cx="5928604" cy="767377"/>
          </a:xfrm>
          <a:prstGeom xmlns:a="http://schemas.openxmlformats.org/drawingml/2006/main" prst="rect">
            <a:avLst/>
          </a:prstGeom>
        </p:spPr>
      </p:pic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0AF84-1C7A-493E-99FF-3E28CB92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78" y="3159065"/>
            <a:ext cx="5808352" cy="647619"/>
          </a:xfrm>
          <a:custGeom xmlns:a="http://schemas.openxmlformats.org/drawingml/2006/main">
            <a:pathLst>
              <a:path w="5808352" h="647619">
                <a:moveTo>
                  <a:pt x="0" y="37383"/>
                </a:moveTo>
                <a:cubicBezTo>
                  <a:pt x="0" y="16736"/>
                  <a:pt x="16737" y="0"/>
                  <a:pt x="37383" y="0"/>
                </a:cubicBezTo>
                <a:lnTo>
                  <a:pt x="5770971" y="0"/>
                </a:lnTo>
                <a:cubicBezTo>
                  <a:pt x="5791616" y="0"/>
                  <a:pt x="5808352" y="16736"/>
                  <a:pt x="5808352" y="37383"/>
                </a:cubicBezTo>
                <a:lnTo>
                  <a:pt x="5808352" y="610236"/>
                </a:lnTo>
                <a:cubicBezTo>
                  <a:pt x="5808352" y="630881"/>
                  <a:pt x="5791616" y="647619"/>
                  <a:pt x="5770971" y="647619"/>
                </a:cubicBezTo>
                <a:lnTo>
                  <a:pt x="37383" y="647619"/>
                </a:lnTo>
                <a:cubicBezTo>
                  <a:pt x="16737" y="647619"/>
                  <a:pt x="0" y="630881"/>
                  <a:pt x="0" y="610236"/>
                </a:cubicBezTo>
                <a:lnTo>
                  <a:pt x="0" y="37383"/>
                </a:lnTo>
                <a:close/>
              </a:path>
            </a:pathLst>
          </a:custGeom>
          <a:solidFill xmlns:a="http://schemas.openxmlformats.org/drawingml/2006/main">
            <a:srgbClr val="AEBB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3A8E58-CC08-41FF-B43C-11CCE7F5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78" y="3159065"/>
            <a:ext cx="5808353" cy="647618"/>
          </a:xfrm>
          <a:custGeom xmlns:a="http://schemas.openxmlformats.org/drawingml/2006/main">
            <a:pathLst>
              <a:path w="5808353" h="647618" fill="none">
                <a:moveTo>
                  <a:pt x="0" y="37382"/>
                </a:moveTo>
                <a:cubicBezTo>
                  <a:pt x="0" y="16737"/>
                  <a:pt x="16737" y="0"/>
                  <a:pt x="37382" y="0"/>
                </a:cubicBezTo>
                <a:lnTo>
                  <a:pt x="5770971" y="0"/>
                </a:lnTo>
                <a:cubicBezTo>
                  <a:pt x="5791616" y="0"/>
                  <a:pt x="5808353" y="16737"/>
                  <a:pt x="5808353" y="37382"/>
                </a:cubicBezTo>
                <a:lnTo>
                  <a:pt x="5808353" y="610236"/>
                </a:lnTo>
                <a:cubicBezTo>
                  <a:pt x="5808353" y="630882"/>
                  <a:pt x="5791616" y="647618"/>
                  <a:pt x="5770971" y="647618"/>
                </a:cubicBezTo>
                <a:lnTo>
                  <a:pt x="37382" y="647618"/>
                </a:lnTo>
                <a:cubicBezTo>
                  <a:pt x="16737" y="647618"/>
                  <a:pt x="0" y="630882"/>
                  <a:pt x="0" y="610236"/>
                </a:cubicBezTo>
                <a:lnTo>
                  <a:pt x="0" y="373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F7491-7850-4863-83DF-AD6F3FD2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57" y="4650787"/>
            <a:ext cx="5796073" cy="732619"/>
          </a:xfrm>
          <a:custGeom xmlns:a="http://schemas.openxmlformats.org/drawingml/2006/main">
            <a:pathLst>
              <a:path w="5796073" h="732619">
                <a:moveTo>
                  <a:pt x="0" y="28594"/>
                </a:moveTo>
                <a:cubicBezTo>
                  <a:pt x="0" y="12801"/>
                  <a:pt x="12801" y="0"/>
                  <a:pt x="28594" y="0"/>
                </a:cubicBezTo>
                <a:lnTo>
                  <a:pt x="5767479" y="0"/>
                </a:lnTo>
                <a:cubicBezTo>
                  <a:pt x="5783272" y="0"/>
                  <a:pt x="5796073" y="12801"/>
                  <a:pt x="5796073" y="28594"/>
                </a:cubicBezTo>
                <a:lnTo>
                  <a:pt x="5796073" y="704025"/>
                </a:lnTo>
                <a:cubicBezTo>
                  <a:pt x="5796073" y="719817"/>
                  <a:pt x="5783272" y="732619"/>
                  <a:pt x="5767479" y="732619"/>
                </a:cubicBezTo>
                <a:lnTo>
                  <a:pt x="28594" y="732619"/>
                </a:lnTo>
                <a:cubicBezTo>
                  <a:pt x="12801" y="732619"/>
                  <a:pt x="0" y="719817"/>
                  <a:pt x="0" y="704025"/>
                </a:cubicBezTo>
                <a:lnTo>
                  <a:pt x="0" y="28594"/>
                </a:lnTo>
                <a:close/>
              </a:path>
            </a:pathLst>
          </a:custGeom>
          <a:solidFill xmlns:a="http://schemas.openxmlformats.org/drawingml/2006/main">
            <a:srgbClr val="DB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2E539-40C3-46E5-9831-E05B3A89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57" y="4650787"/>
            <a:ext cx="5796074" cy="732619"/>
          </a:xfrm>
          <a:custGeom xmlns:a="http://schemas.openxmlformats.org/drawingml/2006/main">
            <a:pathLst>
              <a:path w="5796074" h="732619" fill="none">
                <a:moveTo>
                  <a:pt x="0" y="28594"/>
                </a:moveTo>
                <a:cubicBezTo>
                  <a:pt x="0" y="12802"/>
                  <a:pt x="12802" y="0"/>
                  <a:pt x="28594" y="0"/>
                </a:cubicBezTo>
                <a:lnTo>
                  <a:pt x="5767481" y="0"/>
                </a:lnTo>
                <a:cubicBezTo>
                  <a:pt x="5783273" y="0"/>
                  <a:pt x="5796074" y="12802"/>
                  <a:pt x="5796074" y="28594"/>
                </a:cubicBezTo>
                <a:lnTo>
                  <a:pt x="5796074" y="704025"/>
                </a:lnTo>
                <a:cubicBezTo>
                  <a:pt x="5796074" y="719817"/>
                  <a:pt x="5783273" y="732619"/>
                  <a:pt x="5767481" y="732619"/>
                </a:cubicBezTo>
                <a:lnTo>
                  <a:pt x="28594" y="732619"/>
                </a:lnTo>
                <a:cubicBezTo>
                  <a:pt x="12802" y="732619"/>
                  <a:pt x="0" y="719817"/>
                  <a:pt x="0" y="704025"/>
                </a:cubicBezTo>
                <a:lnTo>
                  <a:pt x="0" y="28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5E1E5-780A-4138-BDB1-C0025FBD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170" y="2722014"/>
            <a:ext cx="768442" cy="10"/>
          </a:xfrm>
          <a:custGeom xmlns:a="http://schemas.openxmlformats.org/drawingml/2006/main">
            <a:pathLst>
              <a:path w="768442" h="1" fill="none">
                <a:moveTo>
                  <a:pt x="0" y="0"/>
                </a:moveTo>
                <a:lnTo>
                  <a:pt x="768442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471" cap="flat">
            <a:solidFill>
              <a:srgbClr val="BFBFBF"/>
            </a:solidFill>
            <a:custDash>
              <a:ds d="100000" sp="100000"/>
            </a:custDash>
            <a:miter/>
          </a:ln>
        </p:spPr>
      </p:sp>
      <p:sp>
        <p:nvSpPr>
          <p:cNvPr id="15" name="Text Privileged">
            <a:extLst xmlns:a="http://schemas.openxmlformats.org/drawingml/2006/main">
              <a:ext uri="{FF2B5EF4-FFF2-40B4-BE49-F238E27FC236}">
                <a16:creationId xmlns:a16="http://schemas.microsoft.com/office/drawing/2014/main" id="{E3F94F49-E7C8-461F-BD91-2F188F25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1275" y="2221341"/>
            <a:ext cx="711225" cy="155248"/>
          </a:xfrm>
          <a:custGeom xmlns:a="http://schemas.openxmlformats.org/drawingml/2006/main">
            <a:pathLst>
              <a:path w="711225" h="155248">
                <a:moveTo>
                  <a:pt x="0" y="119976"/>
                </a:moveTo>
                <a:lnTo>
                  <a:pt x="0" y="0"/>
                </a:lnTo>
                <a:lnTo>
                  <a:pt x="45257" y="0"/>
                </a:lnTo>
                <a:cubicBezTo>
                  <a:pt x="53222" y="0"/>
                  <a:pt x="59306" y="382"/>
                  <a:pt x="63507" y="1146"/>
                </a:cubicBezTo>
                <a:cubicBezTo>
                  <a:pt x="69399" y="2128"/>
                  <a:pt x="74337" y="3996"/>
                  <a:pt x="78320" y="6752"/>
                </a:cubicBezTo>
                <a:cubicBezTo>
                  <a:pt x="82303" y="9507"/>
                  <a:pt x="85508" y="13367"/>
                  <a:pt x="87936" y="18332"/>
                </a:cubicBezTo>
                <a:cubicBezTo>
                  <a:pt x="90364" y="23297"/>
                  <a:pt x="91578" y="28753"/>
                  <a:pt x="91578" y="34700"/>
                </a:cubicBezTo>
                <a:cubicBezTo>
                  <a:pt x="91578" y="44902"/>
                  <a:pt x="88331" y="53536"/>
                  <a:pt x="81839" y="60602"/>
                </a:cubicBezTo>
                <a:cubicBezTo>
                  <a:pt x="75346" y="67667"/>
                  <a:pt x="63616" y="71200"/>
                  <a:pt x="46648" y="71200"/>
                </a:cubicBezTo>
                <a:lnTo>
                  <a:pt x="15877" y="71200"/>
                </a:lnTo>
                <a:lnTo>
                  <a:pt x="15877" y="119976"/>
                </a:lnTo>
                <a:lnTo>
                  <a:pt x="0" y="119976"/>
                </a:lnTo>
                <a:moveTo>
                  <a:pt x="15877" y="57042"/>
                </a:moveTo>
                <a:lnTo>
                  <a:pt x="46894" y="57042"/>
                </a:lnTo>
                <a:cubicBezTo>
                  <a:pt x="57151" y="57042"/>
                  <a:pt x="64434" y="55132"/>
                  <a:pt x="68745" y="51313"/>
                </a:cubicBezTo>
                <a:cubicBezTo>
                  <a:pt x="73055" y="47494"/>
                  <a:pt x="75210" y="42120"/>
                  <a:pt x="75210" y="35191"/>
                </a:cubicBezTo>
                <a:cubicBezTo>
                  <a:pt x="75210" y="30171"/>
                  <a:pt x="73941" y="25875"/>
                  <a:pt x="71404" y="22301"/>
                </a:cubicBezTo>
                <a:cubicBezTo>
                  <a:pt x="68867" y="18727"/>
                  <a:pt x="65526" y="16368"/>
                  <a:pt x="61379" y="15222"/>
                </a:cubicBezTo>
                <a:cubicBezTo>
                  <a:pt x="58706" y="14513"/>
                  <a:pt x="53768" y="14158"/>
                  <a:pt x="46566" y="14158"/>
                </a:cubicBezTo>
                <a:lnTo>
                  <a:pt x="15877" y="14158"/>
                </a:lnTo>
                <a:lnTo>
                  <a:pt x="15877" y="57042"/>
                </a:lnTo>
                <a:close/>
                <a:moveTo>
                  <a:pt x="109161" y="119976"/>
                </a:moveTo>
                <a:lnTo>
                  <a:pt x="109161" y="33063"/>
                </a:lnTo>
                <a:lnTo>
                  <a:pt x="122418" y="33063"/>
                </a:lnTo>
                <a:lnTo>
                  <a:pt x="122418" y="46239"/>
                </a:lnTo>
                <a:cubicBezTo>
                  <a:pt x="125801" y="40074"/>
                  <a:pt x="128925" y="36009"/>
                  <a:pt x="131789" y="34045"/>
                </a:cubicBezTo>
                <a:cubicBezTo>
                  <a:pt x="134653" y="32081"/>
                  <a:pt x="137804" y="31099"/>
                  <a:pt x="141241" y="31099"/>
                </a:cubicBezTo>
                <a:cubicBezTo>
                  <a:pt x="146206" y="31099"/>
                  <a:pt x="151253" y="32681"/>
                  <a:pt x="156381" y="35845"/>
                </a:cubicBezTo>
                <a:lnTo>
                  <a:pt x="151307" y="49512"/>
                </a:lnTo>
                <a:cubicBezTo>
                  <a:pt x="147707" y="47385"/>
                  <a:pt x="144106" y="46321"/>
                  <a:pt x="140505" y="46321"/>
                </a:cubicBezTo>
                <a:cubicBezTo>
                  <a:pt x="137286" y="46321"/>
                  <a:pt x="134394" y="47289"/>
                  <a:pt x="131830" y="49226"/>
                </a:cubicBezTo>
                <a:cubicBezTo>
                  <a:pt x="129266" y="51163"/>
                  <a:pt x="127438" y="53850"/>
                  <a:pt x="126347" y="57287"/>
                </a:cubicBezTo>
                <a:cubicBezTo>
                  <a:pt x="124710" y="62525"/>
                  <a:pt x="123891" y="68254"/>
                  <a:pt x="123891" y="74473"/>
                </a:cubicBezTo>
                <a:lnTo>
                  <a:pt x="123891" y="119976"/>
                </a:lnTo>
                <a:lnTo>
                  <a:pt x="109161" y="119976"/>
                </a:lnTo>
                <a:close/>
                <a:moveTo>
                  <a:pt x="165805" y="16941"/>
                </a:moveTo>
                <a:lnTo>
                  <a:pt x="165805" y="0"/>
                </a:lnTo>
                <a:lnTo>
                  <a:pt x="180536" y="0"/>
                </a:lnTo>
                <a:lnTo>
                  <a:pt x="180536" y="16941"/>
                </a:lnTo>
                <a:lnTo>
                  <a:pt x="165805" y="16941"/>
                </a:lnTo>
                <a:moveTo>
                  <a:pt x="165805" y="119976"/>
                </a:moveTo>
                <a:lnTo>
                  <a:pt x="165805" y="33063"/>
                </a:lnTo>
                <a:lnTo>
                  <a:pt x="180536" y="33063"/>
                </a:lnTo>
                <a:lnTo>
                  <a:pt x="180536" y="119976"/>
                </a:lnTo>
                <a:lnTo>
                  <a:pt x="165805" y="119976"/>
                </a:lnTo>
                <a:close/>
                <a:moveTo>
                  <a:pt x="226941" y="119976"/>
                </a:moveTo>
                <a:lnTo>
                  <a:pt x="193878" y="33063"/>
                </a:lnTo>
                <a:lnTo>
                  <a:pt x="209427" y="33063"/>
                </a:lnTo>
                <a:lnTo>
                  <a:pt x="228086" y="85112"/>
                </a:lnTo>
                <a:cubicBezTo>
                  <a:pt x="230105" y="90732"/>
                  <a:pt x="231960" y="96570"/>
                  <a:pt x="233651" y="102626"/>
                </a:cubicBezTo>
                <a:cubicBezTo>
                  <a:pt x="234961" y="98043"/>
                  <a:pt x="236789" y="92532"/>
                  <a:pt x="239135" y="86094"/>
                </a:cubicBezTo>
                <a:lnTo>
                  <a:pt x="258449" y="33063"/>
                </a:lnTo>
                <a:lnTo>
                  <a:pt x="273589" y="33063"/>
                </a:lnTo>
                <a:lnTo>
                  <a:pt x="240689" y="119976"/>
                </a:lnTo>
                <a:lnTo>
                  <a:pt x="226941" y="119976"/>
                </a:lnTo>
                <a:close/>
                <a:moveTo>
                  <a:pt x="286683" y="16941"/>
                </a:moveTo>
                <a:lnTo>
                  <a:pt x="286683" y="0"/>
                </a:lnTo>
                <a:lnTo>
                  <a:pt x="301414" y="0"/>
                </a:lnTo>
                <a:lnTo>
                  <a:pt x="301414" y="16941"/>
                </a:lnTo>
                <a:lnTo>
                  <a:pt x="286683" y="16941"/>
                </a:lnTo>
                <a:moveTo>
                  <a:pt x="286683" y="119976"/>
                </a:moveTo>
                <a:lnTo>
                  <a:pt x="286683" y="33063"/>
                </a:lnTo>
                <a:lnTo>
                  <a:pt x="301414" y="33063"/>
                </a:lnTo>
                <a:lnTo>
                  <a:pt x="301414" y="119976"/>
                </a:lnTo>
                <a:lnTo>
                  <a:pt x="286683" y="119976"/>
                </a:lnTo>
                <a:close/>
                <a:moveTo>
                  <a:pt x="323348" y="119976"/>
                </a:moveTo>
                <a:lnTo>
                  <a:pt x="323348" y="0"/>
                </a:lnTo>
                <a:lnTo>
                  <a:pt x="338079" y="0"/>
                </a:lnTo>
                <a:lnTo>
                  <a:pt x="338079" y="119976"/>
                </a:lnTo>
                <a:lnTo>
                  <a:pt x="323348" y="119976"/>
                </a:lnTo>
                <a:close/>
                <a:moveTo>
                  <a:pt x="420247" y="91987"/>
                </a:moveTo>
                <a:lnTo>
                  <a:pt x="435469" y="93869"/>
                </a:lnTo>
                <a:cubicBezTo>
                  <a:pt x="433068" y="102762"/>
                  <a:pt x="428622" y="109664"/>
                  <a:pt x="422129" y="114574"/>
                </a:cubicBezTo>
                <a:cubicBezTo>
                  <a:pt x="415636" y="119485"/>
                  <a:pt x="407343" y="121940"/>
                  <a:pt x="397250" y="121940"/>
                </a:cubicBezTo>
                <a:cubicBezTo>
                  <a:pt x="384538" y="121940"/>
                  <a:pt x="374458" y="118025"/>
                  <a:pt x="367011" y="110196"/>
                </a:cubicBezTo>
                <a:cubicBezTo>
                  <a:pt x="359563" y="102367"/>
                  <a:pt x="355840" y="91387"/>
                  <a:pt x="355840" y="77256"/>
                </a:cubicBezTo>
                <a:cubicBezTo>
                  <a:pt x="355840" y="62634"/>
                  <a:pt x="359604" y="51286"/>
                  <a:pt x="367133" y="43211"/>
                </a:cubicBezTo>
                <a:cubicBezTo>
                  <a:pt x="374662" y="35136"/>
                  <a:pt x="384429" y="31099"/>
                  <a:pt x="396432" y="31099"/>
                </a:cubicBezTo>
                <a:cubicBezTo>
                  <a:pt x="408053" y="31099"/>
                  <a:pt x="417546" y="35054"/>
                  <a:pt x="424911" y="42965"/>
                </a:cubicBezTo>
                <a:cubicBezTo>
                  <a:pt x="432277" y="50876"/>
                  <a:pt x="435960" y="62007"/>
                  <a:pt x="435960" y="76356"/>
                </a:cubicBezTo>
                <a:cubicBezTo>
                  <a:pt x="435960" y="77229"/>
                  <a:pt x="435932" y="78538"/>
                  <a:pt x="435878" y="80284"/>
                </a:cubicBezTo>
                <a:lnTo>
                  <a:pt x="371062" y="80284"/>
                </a:lnTo>
                <a:cubicBezTo>
                  <a:pt x="371607" y="89832"/>
                  <a:pt x="374308" y="97143"/>
                  <a:pt x="379164" y="102217"/>
                </a:cubicBezTo>
                <a:cubicBezTo>
                  <a:pt x="384019" y="107291"/>
                  <a:pt x="390075" y="109828"/>
                  <a:pt x="397332" y="109828"/>
                </a:cubicBezTo>
                <a:cubicBezTo>
                  <a:pt x="402733" y="109828"/>
                  <a:pt x="407343" y="108409"/>
                  <a:pt x="411163" y="105572"/>
                </a:cubicBezTo>
                <a:cubicBezTo>
                  <a:pt x="414982" y="102735"/>
                  <a:pt x="418010" y="98207"/>
                  <a:pt x="420247" y="91987"/>
                </a:cubicBezTo>
                <a:moveTo>
                  <a:pt x="371880" y="68172"/>
                </a:moveTo>
                <a:lnTo>
                  <a:pt x="420410" y="68172"/>
                </a:lnTo>
                <a:cubicBezTo>
                  <a:pt x="419756" y="60861"/>
                  <a:pt x="417901" y="55378"/>
                  <a:pt x="414845" y="51722"/>
                </a:cubicBezTo>
                <a:cubicBezTo>
                  <a:pt x="410153" y="46048"/>
                  <a:pt x="404070" y="43211"/>
                  <a:pt x="396595" y="43211"/>
                </a:cubicBezTo>
                <a:cubicBezTo>
                  <a:pt x="389830" y="43211"/>
                  <a:pt x="384142" y="45475"/>
                  <a:pt x="379532" y="50003"/>
                </a:cubicBezTo>
                <a:cubicBezTo>
                  <a:pt x="374922" y="54532"/>
                  <a:pt x="372371" y="60588"/>
                  <a:pt x="371880" y="68172"/>
                </a:cubicBezTo>
                <a:close/>
                <a:moveTo>
                  <a:pt x="451523" y="127177"/>
                </a:moveTo>
                <a:lnTo>
                  <a:pt x="465844" y="129305"/>
                </a:lnTo>
                <a:cubicBezTo>
                  <a:pt x="466445" y="133725"/>
                  <a:pt x="468109" y="136944"/>
                  <a:pt x="470837" y="138962"/>
                </a:cubicBezTo>
                <a:cubicBezTo>
                  <a:pt x="474492" y="141690"/>
                  <a:pt x="479484" y="143054"/>
                  <a:pt x="485813" y="143054"/>
                </a:cubicBezTo>
                <a:cubicBezTo>
                  <a:pt x="492633" y="143054"/>
                  <a:pt x="497898" y="141690"/>
                  <a:pt x="501608" y="138962"/>
                </a:cubicBezTo>
                <a:cubicBezTo>
                  <a:pt x="505318" y="136234"/>
                  <a:pt x="507828" y="132415"/>
                  <a:pt x="509137" y="127505"/>
                </a:cubicBezTo>
                <a:cubicBezTo>
                  <a:pt x="509901" y="124504"/>
                  <a:pt x="510256" y="118202"/>
                  <a:pt x="510201" y="108600"/>
                </a:cubicBezTo>
                <a:cubicBezTo>
                  <a:pt x="503763" y="116184"/>
                  <a:pt x="495743" y="119976"/>
                  <a:pt x="486140" y="119976"/>
                </a:cubicBezTo>
                <a:cubicBezTo>
                  <a:pt x="474192" y="119976"/>
                  <a:pt x="464944" y="115665"/>
                  <a:pt x="458397" y="107045"/>
                </a:cubicBezTo>
                <a:cubicBezTo>
                  <a:pt x="451850" y="98425"/>
                  <a:pt x="448576" y="88086"/>
                  <a:pt x="448576" y="76028"/>
                </a:cubicBezTo>
                <a:cubicBezTo>
                  <a:pt x="448576" y="67735"/>
                  <a:pt x="450077" y="60083"/>
                  <a:pt x="453078" y="53072"/>
                </a:cubicBezTo>
                <a:cubicBezTo>
                  <a:pt x="456078" y="46062"/>
                  <a:pt x="460429" y="40647"/>
                  <a:pt x="466131" y="36827"/>
                </a:cubicBezTo>
                <a:cubicBezTo>
                  <a:pt x="471832" y="33008"/>
                  <a:pt x="478529" y="31099"/>
                  <a:pt x="486222" y="31099"/>
                </a:cubicBezTo>
                <a:cubicBezTo>
                  <a:pt x="496479" y="31099"/>
                  <a:pt x="504936" y="35245"/>
                  <a:pt x="511592" y="43538"/>
                </a:cubicBezTo>
                <a:lnTo>
                  <a:pt x="511592" y="33063"/>
                </a:lnTo>
                <a:lnTo>
                  <a:pt x="525177" y="33063"/>
                </a:lnTo>
                <a:lnTo>
                  <a:pt x="525177" y="108191"/>
                </a:lnTo>
                <a:cubicBezTo>
                  <a:pt x="525177" y="121722"/>
                  <a:pt x="523800" y="131310"/>
                  <a:pt x="521045" y="136957"/>
                </a:cubicBezTo>
                <a:cubicBezTo>
                  <a:pt x="518289" y="142604"/>
                  <a:pt x="513925" y="147064"/>
                  <a:pt x="507950" y="150338"/>
                </a:cubicBezTo>
                <a:cubicBezTo>
                  <a:pt x="501976" y="153611"/>
                  <a:pt x="494624" y="155248"/>
                  <a:pt x="485895" y="155248"/>
                </a:cubicBezTo>
                <a:cubicBezTo>
                  <a:pt x="475529" y="155248"/>
                  <a:pt x="467154" y="152916"/>
                  <a:pt x="460770" y="148251"/>
                </a:cubicBezTo>
                <a:cubicBezTo>
                  <a:pt x="454387" y="143586"/>
                  <a:pt x="451304" y="136562"/>
                  <a:pt x="451523" y="127177"/>
                </a:cubicBezTo>
                <a:moveTo>
                  <a:pt x="463717" y="74964"/>
                </a:moveTo>
                <a:cubicBezTo>
                  <a:pt x="463717" y="86367"/>
                  <a:pt x="465981" y="94687"/>
                  <a:pt x="470509" y="99925"/>
                </a:cubicBezTo>
                <a:cubicBezTo>
                  <a:pt x="475038" y="105163"/>
                  <a:pt x="480712" y="107782"/>
                  <a:pt x="487532" y="107782"/>
                </a:cubicBezTo>
                <a:cubicBezTo>
                  <a:pt x="494297" y="107782"/>
                  <a:pt x="499971" y="105176"/>
                  <a:pt x="504554" y="99966"/>
                </a:cubicBezTo>
                <a:cubicBezTo>
                  <a:pt x="509137" y="94756"/>
                  <a:pt x="511429" y="86585"/>
                  <a:pt x="511429" y="75455"/>
                </a:cubicBezTo>
                <a:cubicBezTo>
                  <a:pt x="511429" y="64816"/>
                  <a:pt x="509069" y="56796"/>
                  <a:pt x="504350" y="51395"/>
                </a:cubicBezTo>
                <a:cubicBezTo>
                  <a:pt x="499630" y="45993"/>
                  <a:pt x="493942" y="43293"/>
                  <a:pt x="487286" y="43293"/>
                </a:cubicBezTo>
                <a:cubicBezTo>
                  <a:pt x="480739" y="43293"/>
                  <a:pt x="475174" y="45952"/>
                  <a:pt x="470591" y="51272"/>
                </a:cubicBezTo>
                <a:cubicBezTo>
                  <a:pt x="466008" y="56592"/>
                  <a:pt x="463717" y="64489"/>
                  <a:pt x="463717" y="74964"/>
                </a:cubicBezTo>
                <a:close/>
                <a:moveTo>
                  <a:pt x="607194" y="91987"/>
                </a:moveTo>
                <a:lnTo>
                  <a:pt x="622416" y="93869"/>
                </a:lnTo>
                <a:cubicBezTo>
                  <a:pt x="620015" y="102762"/>
                  <a:pt x="615569" y="109664"/>
                  <a:pt x="609076" y="114574"/>
                </a:cubicBezTo>
                <a:cubicBezTo>
                  <a:pt x="602584" y="119485"/>
                  <a:pt x="594291" y="121940"/>
                  <a:pt x="584197" y="121940"/>
                </a:cubicBezTo>
                <a:cubicBezTo>
                  <a:pt x="571485" y="121940"/>
                  <a:pt x="561405" y="118025"/>
                  <a:pt x="553958" y="110196"/>
                </a:cubicBezTo>
                <a:cubicBezTo>
                  <a:pt x="546511" y="102367"/>
                  <a:pt x="542787" y="91387"/>
                  <a:pt x="542787" y="77256"/>
                </a:cubicBezTo>
                <a:cubicBezTo>
                  <a:pt x="542787" y="62634"/>
                  <a:pt x="546552" y="51286"/>
                  <a:pt x="554081" y="43211"/>
                </a:cubicBezTo>
                <a:cubicBezTo>
                  <a:pt x="561610" y="35136"/>
                  <a:pt x="571376" y="31099"/>
                  <a:pt x="583379" y="31099"/>
                </a:cubicBezTo>
                <a:cubicBezTo>
                  <a:pt x="595000" y="31099"/>
                  <a:pt x="604493" y="35054"/>
                  <a:pt x="611859" y="42965"/>
                </a:cubicBezTo>
                <a:cubicBezTo>
                  <a:pt x="619224" y="50876"/>
                  <a:pt x="622907" y="62007"/>
                  <a:pt x="622907" y="76356"/>
                </a:cubicBezTo>
                <a:cubicBezTo>
                  <a:pt x="622907" y="77229"/>
                  <a:pt x="622880" y="78538"/>
                  <a:pt x="622825" y="80284"/>
                </a:cubicBezTo>
                <a:lnTo>
                  <a:pt x="558009" y="80284"/>
                </a:lnTo>
                <a:cubicBezTo>
                  <a:pt x="558555" y="89832"/>
                  <a:pt x="561255" y="97143"/>
                  <a:pt x="566111" y="102217"/>
                </a:cubicBezTo>
                <a:cubicBezTo>
                  <a:pt x="570967" y="107291"/>
                  <a:pt x="577023" y="109828"/>
                  <a:pt x="584279" y="109828"/>
                </a:cubicBezTo>
                <a:cubicBezTo>
                  <a:pt x="589681" y="109828"/>
                  <a:pt x="594291" y="108409"/>
                  <a:pt x="598110" y="105572"/>
                </a:cubicBezTo>
                <a:cubicBezTo>
                  <a:pt x="601929" y="102735"/>
                  <a:pt x="604957" y="98207"/>
                  <a:pt x="607194" y="91987"/>
                </a:cubicBezTo>
                <a:moveTo>
                  <a:pt x="558827" y="68172"/>
                </a:moveTo>
                <a:lnTo>
                  <a:pt x="607358" y="68172"/>
                </a:lnTo>
                <a:cubicBezTo>
                  <a:pt x="606703" y="60861"/>
                  <a:pt x="604848" y="55378"/>
                  <a:pt x="601793" y="51722"/>
                </a:cubicBezTo>
                <a:cubicBezTo>
                  <a:pt x="597101" y="46048"/>
                  <a:pt x="591017" y="43211"/>
                  <a:pt x="583543" y="43211"/>
                </a:cubicBezTo>
                <a:cubicBezTo>
                  <a:pt x="576777" y="43211"/>
                  <a:pt x="571090" y="45475"/>
                  <a:pt x="566479" y="50003"/>
                </a:cubicBezTo>
                <a:cubicBezTo>
                  <a:pt x="561869" y="54532"/>
                  <a:pt x="559318" y="60588"/>
                  <a:pt x="558827" y="68172"/>
                </a:cubicBezTo>
                <a:close/>
                <a:moveTo>
                  <a:pt x="697558" y="119976"/>
                </a:moveTo>
                <a:lnTo>
                  <a:pt x="697558" y="109009"/>
                </a:lnTo>
                <a:cubicBezTo>
                  <a:pt x="692047" y="117630"/>
                  <a:pt x="683945" y="121940"/>
                  <a:pt x="673252" y="121940"/>
                </a:cubicBezTo>
                <a:cubicBezTo>
                  <a:pt x="666323" y="121940"/>
                  <a:pt x="659953" y="120030"/>
                  <a:pt x="654142" y="116211"/>
                </a:cubicBezTo>
                <a:cubicBezTo>
                  <a:pt x="648332" y="112392"/>
                  <a:pt x="643831" y="107059"/>
                  <a:pt x="640639" y="100212"/>
                </a:cubicBezTo>
                <a:cubicBezTo>
                  <a:pt x="637447" y="93364"/>
                  <a:pt x="635851" y="85494"/>
                  <a:pt x="635851" y="76601"/>
                </a:cubicBezTo>
                <a:cubicBezTo>
                  <a:pt x="635851" y="67926"/>
                  <a:pt x="637297" y="60056"/>
                  <a:pt x="640189" y="52991"/>
                </a:cubicBezTo>
                <a:cubicBezTo>
                  <a:pt x="643081" y="45925"/>
                  <a:pt x="647418" y="40510"/>
                  <a:pt x="653201" y="36746"/>
                </a:cubicBezTo>
                <a:cubicBezTo>
                  <a:pt x="658985" y="32981"/>
                  <a:pt x="665450" y="31099"/>
                  <a:pt x="672597" y="31099"/>
                </a:cubicBezTo>
                <a:cubicBezTo>
                  <a:pt x="677835" y="31099"/>
                  <a:pt x="682500" y="32204"/>
                  <a:pt x="686591" y="34413"/>
                </a:cubicBezTo>
                <a:cubicBezTo>
                  <a:pt x="690683" y="36623"/>
                  <a:pt x="694012" y="39501"/>
                  <a:pt x="696576" y="43047"/>
                </a:cubicBezTo>
                <a:lnTo>
                  <a:pt x="696576" y="0"/>
                </a:lnTo>
                <a:lnTo>
                  <a:pt x="711225" y="0"/>
                </a:lnTo>
                <a:lnTo>
                  <a:pt x="711225" y="119976"/>
                </a:lnTo>
                <a:lnTo>
                  <a:pt x="697558" y="119976"/>
                </a:lnTo>
                <a:moveTo>
                  <a:pt x="650992" y="76601"/>
                </a:moveTo>
                <a:cubicBezTo>
                  <a:pt x="650992" y="87731"/>
                  <a:pt x="653338" y="96051"/>
                  <a:pt x="658030" y="101562"/>
                </a:cubicBezTo>
                <a:cubicBezTo>
                  <a:pt x="662722" y="107072"/>
                  <a:pt x="668260" y="109828"/>
                  <a:pt x="674643" y="109828"/>
                </a:cubicBezTo>
                <a:cubicBezTo>
                  <a:pt x="681081" y="109828"/>
                  <a:pt x="686551" y="107195"/>
                  <a:pt x="691052" y="101930"/>
                </a:cubicBezTo>
                <a:cubicBezTo>
                  <a:pt x="695553" y="96665"/>
                  <a:pt x="697803" y="88631"/>
                  <a:pt x="697803" y="77829"/>
                </a:cubicBezTo>
                <a:cubicBezTo>
                  <a:pt x="697803" y="65935"/>
                  <a:pt x="695512" y="57205"/>
                  <a:pt x="690929" y="51640"/>
                </a:cubicBezTo>
                <a:cubicBezTo>
                  <a:pt x="686346" y="46075"/>
                  <a:pt x="680699" y="43293"/>
                  <a:pt x="673988" y="43293"/>
                </a:cubicBezTo>
                <a:cubicBezTo>
                  <a:pt x="667441" y="43293"/>
                  <a:pt x="661972" y="45966"/>
                  <a:pt x="657580" y="51313"/>
                </a:cubicBezTo>
                <a:cubicBezTo>
                  <a:pt x="653188" y="56660"/>
                  <a:pt x="650992" y="65089"/>
                  <a:pt x="650992" y="766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User">
            <a:extLst xmlns:a="http://schemas.openxmlformats.org/drawingml/2006/main">
              <a:ext uri="{FF2B5EF4-FFF2-40B4-BE49-F238E27FC236}">
                <a16:creationId xmlns:a16="http://schemas.microsoft.com/office/drawing/2014/main" id="{B47E3ADF-B6F7-407B-B65B-4E60D77E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237" y="1320911"/>
            <a:ext cx="343083" cy="122022"/>
          </a:xfrm>
          <a:custGeom xmlns:a="http://schemas.openxmlformats.org/drawingml/2006/main">
            <a:pathLst>
              <a:path w="343083" h="122022">
                <a:moveTo>
                  <a:pt x="78483" y="0"/>
                </a:moveTo>
                <a:lnTo>
                  <a:pt x="94360" y="0"/>
                </a:lnTo>
                <a:lnTo>
                  <a:pt x="94360" y="69317"/>
                </a:lnTo>
                <a:cubicBezTo>
                  <a:pt x="94360" y="81375"/>
                  <a:pt x="92996" y="90950"/>
                  <a:pt x="90268" y="98043"/>
                </a:cubicBezTo>
                <a:cubicBezTo>
                  <a:pt x="87540" y="105136"/>
                  <a:pt x="82616" y="110905"/>
                  <a:pt x="75496" y="115352"/>
                </a:cubicBezTo>
                <a:cubicBezTo>
                  <a:pt x="68376" y="119798"/>
                  <a:pt x="59033" y="122022"/>
                  <a:pt x="47466" y="122022"/>
                </a:cubicBezTo>
                <a:cubicBezTo>
                  <a:pt x="36227" y="122022"/>
                  <a:pt x="27034" y="120085"/>
                  <a:pt x="19887" y="116211"/>
                </a:cubicBezTo>
                <a:cubicBezTo>
                  <a:pt x="12740" y="112337"/>
                  <a:pt x="7638" y="106731"/>
                  <a:pt x="4583" y="99393"/>
                </a:cubicBezTo>
                <a:cubicBezTo>
                  <a:pt x="1528" y="92055"/>
                  <a:pt x="0" y="82030"/>
                  <a:pt x="0" y="69317"/>
                </a:cubicBezTo>
                <a:lnTo>
                  <a:pt x="0" y="0"/>
                </a:lnTo>
                <a:lnTo>
                  <a:pt x="15877" y="0"/>
                </a:lnTo>
                <a:lnTo>
                  <a:pt x="15877" y="69236"/>
                </a:lnTo>
                <a:cubicBezTo>
                  <a:pt x="15877" y="79656"/>
                  <a:pt x="16845" y="87336"/>
                  <a:pt x="18782" y="92273"/>
                </a:cubicBezTo>
                <a:cubicBezTo>
                  <a:pt x="20719" y="97211"/>
                  <a:pt x="24047" y="101016"/>
                  <a:pt x="28766" y="103690"/>
                </a:cubicBezTo>
                <a:cubicBezTo>
                  <a:pt x="33486" y="106363"/>
                  <a:pt x="39255" y="107700"/>
                  <a:pt x="46075" y="107700"/>
                </a:cubicBezTo>
                <a:cubicBezTo>
                  <a:pt x="57751" y="107700"/>
                  <a:pt x="66071" y="105054"/>
                  <a:pt x="71036" y="99761"/>
                </a:cubicBezTo>
                <a:cubicBezTo>
                  <a:pt x="76001" y="94469"/>
                  <a:pt x="78483" y="84294"/>
                  <a:pt x="78483" y="69236"/>
                </a:cubicBezTo>
                <a:lnTo>
                  <a:pt x="78483" y="0"/>
                </a:lnTo>
                <a:close/>
                <a:moveTo>
                  <a:pt x="112857" y="94033"/>
                </a:moveTo>
                <a:lnTo>
                  <a:pt x="127424" y="91741"/>
                </a:lnTo>
                <a:cubicBezTo>
                  <a:pt x="128243" y="97579"/>
                  <a:pt x="130520" y="102053"/>
                  <a:pt x="134258" y="105163"/>
                </a:cubicBezTo>
                <a:cubicBezTo>
                  <a:pt x="137995" y="108273"/>
                  <a:pt x="143219" y="109828"/>
                  <a:pt x="149930" y="109828"/>
                </a:cubicBezTo>
                <a:cubicBezTo>
                  <a:pt x="156695" y="109828"/>
                  <a:pt x="161715" y="108450"/>
                  <a:pt x="164988" y="105695"/>
                </a:cubicBezTo>
                <a:cubicBezTo>
                  <a:pt x="168262" y="102940"/>
                  <a:pt x="169899" y="99707"/>
                  <a:pt x="169899" y="95997"/>
                </a:cubicBezTo>
                <a:cubicBezTo>
                  <a:pt x="169899" y="92669"/>
                  <a:pt x="168453" y="90050"/>
                  <a:pt x="165561" y="88140"/>
                </a:cubicBezTo>
                <a:cubicBezTo>
                  <a:pt x="163542" y="86831"/>
                  <a:pt x="158523" y="85167"/>
                  <a:pt x="150503" y="83148"/>
                </a:cubicBezTo>
                <a:cubicBezTo>
                  <a:pt x="139700" y="80420"/>
                  <a:pt x="132212" y="78061"/>
                  <a:pt x="128038" y="76069"/>
                </a:cubicBezTo>
                <a:cubicBezTo>
                  <a:pt x="123864" y="74078"/>
                  <a:pt x="120700" y="71322"/>
                  <a:pt x="118545" y="67803"/>
                </a:cubicBezTo>
                <a:cubicBezTo>
                  <a:pt x="116390" y="64284"/>
                  <a:pt x="115312" y="60397"/>
                  <a:pt x="115312" y="56141"/>
                </a:cubicBezTo>
                <a:cubicBezTo>
                  <a:pt x="115312" y="52268"/>
                  <a:pt x="116199" y="48680"/>
                  <a:pt x="117972" y="45380"/>
                </a:cubicBezTo>
                <a:cubicBezTo>
                  <a:pt x="119745" y="42079"/>
                  <a:pt x="122159" y="39337"/>
                  <a:pt x="125215" y="37155"/>
                </a:cubicBezTo>
                <a:cubicBezTo>
                  <a:pt x="127506" y="35463"/>
                  <a:pt x="130630" y="34031"/>
                  <a:pt x="134585" y="32858"/>
                </a:cubicBezTo>
                <a:cubicBezTo>
                  <a:pt x="138541" y="31685"/>
                  <a:pt x="142783" y="31099"/>
                  <a:pt x="147311" y="31099"/>
                </a:cubicBezTo>
                <a:cubicBezTo>
                  <a:pt x="154131" y="31099"/>
                  <a:pt x="160119" y="32081"/>
                  <a:pt x="165275" y="34045"/>
                </a:cubicBezTo>
                <a:cubicBezTo>
                  <a:pt x="170430" y="36009"/>
                  <a:pt x="174236" y="38669"/>
                  <a:pt x="176691" y="42024"/>
                </a:cubicBezTo>
                <a:cubicBezTo>
                  <a:pt x="179146" y="45380"/>
                  <a:pt x="180838" y="49867"/>
                  <a:pt x="181765" y="55487"/>
                </a:cubicBezTo>
                <a:lnTo>
                  <a:pt x="167362" y="57451"/>
                </a:lnTo>
                <a:cubicBezTo>
                  <a:pt x="166707" y="52977"/>
                  <a:pt x="164811" y="49485"/>
                  <a:pt x="161674" y="46975"/>
                </a:cubicBezTo>
                <a:cubicBezTo>
                  <a:pt x="158537" y="44466"/>
                  <a:pt x="154104" y="43211"/>
                  <a:pt x="148375" y="43211"/>
                </a:cubicBezTo>
                <a:cubicBezTo>
                  <a:pt x="141610" y="43211"/>
                  <a:pt x="136781" y="44329"/>
                  <a:pt x="133889" y="46566"/>
                </a:cubicBezTo>
                <a:cubicBezTo>
                  <a:pt x="130998" y="48803"/>
                  <a:pt x="129552" y="51422"/>
                  <a:pt x="129552" y="54423"/>
                </a:cubicBezTo>
                <a:cubicBezTo>
                  <a:pt x="129552" y="56332"/>
                  <a:pt x="130152" y="58051"/>
                  <a:pt x="131352" y="59579"/>
                </a:cubicBezTo>
                <a:cubicBezTo>
                  <a:pt x="132553" y="61161"/>
                  <a:pt x="134435" y="62470"/>
                  <a:pt x="136999" y="63507"/>
                </a:cubicBezTo>
                <a:cubicBezTo>
                  <a:pt x="138472" y="64052"/>
                  <a:pt x="142810" y="65307"/>
                  <a:pt x="150012" y="67271"/>
                </a:cubicBezTo>
                <a:cubicBezTo>
                  <a:pt x="160433" y="70054"/>
                  <a:pt x="167703" y="72332"/>
                  <a:pt x="171822" y="74105"/>
                </a:cubicBezTo>
                <a:cubicBezTo>
                  <a:pt x="175941" y="75878"/>
                  <a:pt x="179174" y="78456"/>
                  <a:pt x="181520" y="81839"/>
                </a:cubicBezTo>
                <a:cubicBezTo>
                  <a:pt x="183866" y="85221"/>
                  <a:pt x="185039" y="89422"/>
                  <a:pt x="185039" y="94442"/>
                </a:cubicBezTo>
                <a:cubicBezTo>
                  <a:pt x="185039" y="99352"/>
                  <a:pt x="183607" y="103976"/>
                  <a:pt x="180742" y="108314"/>
                </a:cubicBezTo>
                <a:cubicBezTo>
                  <a:pt x="177878" y="112651"/>
                  <a:pt x="173745" y="116006"/>
                  <a:pt x="168344" y="118380"/>
                </a:cubicBezTo>
                <a:cubicBezTo>
                  <a:pt x="162942" y="120753"/>
                  <a:pt x="156832" y="121940"/>
                  <a:pt x="150012" y="121940"/>
                </a:cubicBezTo>
                <a:cubicBezTo>
                  <a:pt x="138718" y="121940"/>
                  <a:pt x="130111" y="119594"/>
                  <a:pt x="124192" y="114902"/>
                </a:cubicBezTo>
                <a:cubicBezTo>
                  <a:pt x="118272" y="110210"/>
                  <a:pt x="114494" y="103253"/>
                  <a:pt x="112857" y="94033"/>
                </a:cubicBezTo>
                <a:close/>
                <a:moveTo>
                  <a:pt x="262049" y="91987"/>
                </a:moveTo>
                <a:lnTo>
                  <a:pt x="277271" y="93869"/>
                </a:lnTo>
                <a:cubicBezTo>
                  <a:pt x="274871" y="102762"/>
                  <a:pt x="270424" y="109664"/>
                  <a:pt x="263931" y="114574"/>
                </a:cubicBezTo>
                <a:cubicBezTo>
                  <a:pt x="257439" y="119485"/>
                  <a:pt x="249146" y="121940"/>
                  <a:pt x="239052" y="121940"/>
                </a:cubicBezTo>
                <a:cubicBezTo>
                  <a:pt x="226340" y="121940"/>
                  <a:pt x="216260" y="118025"/>
                  <a:pt x="208813" y="110196"/>
                </a:cubicBezTo>
                <a:cubicBezTo>
                  <a:pt x="201366" y="102367"/>
                  <a:pt x="197642" y="91387"/>
                  <a:pt x="197642" y="77256"/>
                </a:cubicBezTo>
                <a:cubicBezTo>
                  <a:pt x="197642" y="62634"/>
                  <a:pt x="201407" y="51286"/>
                  <a:pt x="208936" y="43211"/>
                </a:cubicBezTo>
                <a:cubicBezTo>
                  <a:pt x="216465" y="35136"/>
                  <a:pt x="226231" y="31099"/>
                  <a:pt x="238234" y="31099"/>
                </a:cubicBezTo>
                <a:cubicBezTo>
                  <a:pt x="249855" y="31099"/>
                  <a:pt x="259348" y="35054"/>
                  <a:pt x="266714" y="42965"/>
                </a:cubicBezTo>
                <a:cubicBezTo>
                  <a:pt x="274079" y="50876"/>
                  <a:pt x="277762" y="62007"/>
                  <a:pt x="277762" y="76356"/>
                </a:cubicBezTo>
                <a:cubicBezTo>
                  <a:pt x="277762" y="77229"/>
                  <a:pt x="277735" y="78538"/>
                  <a:pt x="277680" y="80284"/>
                </a:cubicBezTo>
                <a:lnTo>
                  <a:pt x="212864" y="80284"/>
                </a:lnTo>
                <a:cubicBezTo>
                  <a:pt x="213410" y="89832"/>
                  <a:pt x="216110" y="97143"/>
                  <a:pt x="220966" y="102217"/>
                </a:cubicBezTo>
                <a:cubicBezTo>
                  <a:pt x="225822" y="107291"/>
                  <a:pt x="231878" y="109828"/>
                  <a:pt x="239134" y="109828"/>
                </a:cubicBezTo>
                <a:cubicBezTo>
                  <a:pt x="244536" y="109828"/>
                  <a:pt x="249146" y="108409"/>
                  <a:pt x="252965" y="105572"/>
                </a:cubicBezTo>
                <a:cubicBezTo>
                  <a:pt x="256784" y="102735"/>
                  <a:pt x="259812" y="98207"/>
                  <a:pt x="262049" y="91987"/>
                </a:cubicBezTo>
                <a:moveTo>
                  <a:pt x="213682" y="68172"/>
                </a:moveTo>
                <a:lnTo>
                  <a:pt x="262213" y="68172"/>
                </a:lnTo>
                <a:cubicBezTo>
                  <a:pt x="261558" y="60861"/>
                  <a:pt x="259703" y="55378"/>
                  <a:pt x="256648" y="51722"/>
                </a:cubicBezTo>
                <a:cubicBezTo>
                  <a:pt x="251956" y="46048"/>
                  <a:pt x="245872" y="43211"/>
                  <a:pt x="238398" y="43211"/>
                </a:cubicBezTo>
                <a:cubicBezTo>
                  <a:pt x="231632" y="43211"/>
                  <a:pt x="225945" y="45475"/>
                  <a:pt x="221334" y="50003"/>
                </a:cubicBezTo>
                <a:cubicBezTo>
                  <a:pt x="216724" y="54532"/>
                  <a:pt x="214173" y="60588"/>
                  <a:pt x="213682" y="68172"/>
                </a:cubicBezTo>
                <a:close/>
                <a:moveTo>
                  <a:pt x="295862" y="119976"/>
                </a:moveTo>
                <a:lnTo>
                  <a:pt x="295862" y="33063"/>
                </a:lnTo>
                <a:lnTo>
                  <a:pt x="309120" y="33063"/>
                </a:lnTo>
                <a:lnTo>
                  <a:pt x="309120" y="46239"/>
                </a:lnTo>
                <a:cubicBezTo>
                  <a:pt x="312503" y="40074"/>
                  <a:pt x="315626" y="36009"/>
                  <a:pt x="318491" y="34045"/>
                </a:cubicBezTo>
                <a:cubicBezTo>
                  <a:pt x="321355" y="32081"/>
                  <a:pt x="324506" y="31099"/>
                  <a:pt x="327943" y="31099"/>
                </a:cubicBezTo>
                <a:cubicBezTo>
                  <a:pt x="332908" y="31099"/>
                  <a:pt x="337955" y="32681"/>
                  <a:pt x="343083" y="35845"/>
                </a:cubicBezTo>
                <a:lnTo>
                  <a:pt x="338009" y="49512"/>
                </a:lnTo>
                <a:cubicBezTo>
                  <a:pt x="334408" y="47385"/>
                  <a:pt x="330808" y="46321"/>
                  <a:pt x="327207" y="46321"/>
                </a:cubicBezTo>
                <a:cubicBezTo>
                  <a:pt x="323988" y="46321"/>
                  <a:pt x="321096" y="47289"/>
                  <a:pt x="318532" y="49226"/>
                </a:cubicBezTo>
                <a:cubicBezTo>
                  <a:pt x="315967" y="51163"/>
                  <a:pt x="314140" y="53850"/>
                  <a:pt x="313048" y="57287"/>
                </a:cubicBezTo>
                <a:cubicBezTo>
                  <a:pt x="311412" y="62525"/>
                  <a:pt x="310593" y="68254"/>
                  <a:pt x="310593" y="74473"/>
                </a:cubicBezTo>
                <a:lnTo>
                  <a:pt x="310593" y="119976"/>
                </a:lnTo>
                <a:lnTo>
                  <a:pt x="295862" y="1199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Higher-">
            <a:extLst xmlns:a="http://schemas.openxmlformats.org/drawingml/2006/main">
              <a:ext uri="{FF2B5EF4-FFF2-40B4-BE49-F238E27FC236}">
                <a16:creationId xmlns:a16="http://schemas.microsoft.com/office/drawing/2014/main" id="{D1197012-5EB2-47F0-97A2-890F4C17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286" y="3192940"/>
            <a:ext cx="531914" cy="155248"/>
          </a:xfrm>
          <a:custGeom xmlns:a="http://schemas.openxmlformats.org/drawingml/2006/main">
            <a:pathLst>
              <a:path w="531914" h="155248">
                <a:moveTo>
                  <a:pt x="0" y="119976"/>
                </a:moveTo>
                <a:lnTo>
                  <a:pt x="0" y="0"/>
                </a:lnTo>
                <a:lnTo>
                  <a:pt x="15877" y="0"/>
                </a:lnTo>
                <a:lnTo>
                  <a:pt x="15877" y="49267"/>
                </a:lnTo>
                <a:lnTo>
                  <a:pt x="78238" y="49267"/>
                </a:lnTo>
                <a:lnTo>
                  <a:pt x="78238" y="0"/>
                </a:lnTo>
                <a:lnTo>
                  <a:pt x="94115" y="0"/>
                </a:lnTo>
                <a:lnTo>
                  <a:pt x="94115" y="119976"/>
                </a:lnTo>
                <a:lnTo>
                  <a:pt x="78238" y="119976"/>
                </a:lnTo>
                <a:lnTo>
                  <a:pt x="78238" y="63425"/>
                </a:lnTo>
                <a:lnTo>
                  <a:pt x="15877" y="63425"/>
                </a:lnTo>
                <a:lnTo>
                  <a:pt x="15877" y="119976"/>
                </a:lnTo>
                <a:lnTo>
                  <a:pt x="0" y="119976"/>
                </a:lnTo>
                <a:close/>
                <a:moveTo>
                  <a:pt x="118586" y="16941"/>
                </a:moveTo>
                <a:lnTo>
                  <a:pt x="118586" y="0"/>
                </a:lnTo>
                <a:lnTo>
                  <a:pt x="133317" y="0"/>
                </a:lnTo>
                <a:lnTo>
                  <a:pt x="133317" y="16941"/>
                </a:lnTo>
                <a:lnTo>
                  <a:pt x="118586" y="16941"/>
                </a:lnTo>
                <a:moveTo>
                  <a:pt x="118586" y="119976"/>
                </a:moveTo>
                <a:lnTo>
                  <a:pt x="118586" y="33063"/>
                </a:lnTo>
                <a:lnTo>
                  <a:pt x="133317" y="33063"/>
                </a:lnTo>
                <a:lnTo>
                  <a:pt x="133317" y="119976"/>
                </a:lnTo>
                <a:lnTo>
                  <a:pt x="118586" y="119976"/>
                </a:lnTo>
                <a:close/>
                <a:moveTo>
                  <a:pt x="152878" y="127177"/>
                </a:moveTo>
                <a:lnTo>
                  <a:pt x="167200" y="129305"/>
                </a:lnTo>
                <a:cubicBezTo>
                  <a:pt x="167800" y="133725"/>
                  <a:pt x="169464" y="136944"/>
                  <a:pt x="172192" y="138962"/>
                </a:cubicBezTo>
                <a:cubicBezTo>
                  <a:pt x="175847" y="141690"/>
                  <a:pt x="180839" y="143054"/>
                  <a:pt x="187168" y="143054"/>
                </a:cubicBezTo>
                <a:cubicBezTo>
                  <a:pt x="193988" y="143054"/>
                  <a:pt x="199253" y="141690"/>
                  <a:pt x="202963" y="138962"/>
                </a:cubicBezTo>
                <a:cubicBezTo>
                  <a:pt x="206673" y="136234"/>
                  <a:pt x="209183" y="132415"/>
                  <a:pt x="210492" y="127505"/>
                </a:cubicBezTo>
                <a:cubicBezTo>
                  <a:pt x="211256" y="124504"/>
                  <a:pt x="211611" y="118202"/>
                  <a:pt x="211556" y="108600"/>
                </a:cubicBezTo>
                <a:cubicBezTo>
                  <a:pt x="205118" y="116184"/>
                  <a:pt x="197098" y="119976"/>
                  <a:pt x="187496" y="119976"/>
                </a:cubicBezTo>
                <a:cubicBezTo>
                  <a:pt x="175547" y="119976"/>
                  <a:pt x="166299" y="115665"/>
                  <a:pt x="159752" y="107045"/>
                </a:cubicBezTo>
                <a:cubicBezTo>
                  <a:pt x="153205" y="98425"/>
                  <a:pt x="149932" y="88086"/>
                  <a:pt x="149932" y="76028"/>
                </a:cubicBezTo>
                <a:cubicBezTo>
                  <a:pt x="149932" y="67735"/>
                  <a:pt x="151432" y="60083"/>
                  <a:pt x="154433" y="53072"/>
                </a:cubicBezTo>
                <a:cubicBezTo>
                  <a:pt x="157433" y="46062"/>
                  <a:pt x="161785" y="40647"/>
                  <a:pt x="167486" y="36827"/>
                </a:cubicBezTo>
                <a:cubicBezTo>
                  <a:pt x="173187" y="33008"/>
                  <a:pt x="179885" y="31099"/>
                  <a:pt x="187577" y="31099"/>
                </a:cubicBezTo>
                <a:cubicBezTo>
                  <a:pt x="197834" y="31099"/>
                  <a:pt x="206291" y="35245"/>
                  <a:pt x="212947" y="43538"/>
                </a:cubicBezTo>
                <a:lnTo>
                  <a:pt x="212947" y="33063"/>
                </a:lnTo>
                <a:lnTo>
                  <a:pt x="226533" y="33063"/>
                </a:lnTo>
                <a:lnTo>
                  <a:pt x="226533" y="108191"/>
                </a:lnTo>
                <a:cubicBezTo>
                  <a:pt x="226533" y="121722"/>
                  <a:pt x="225155" y="131310"/>
                  <a:pt x="222400" y="136957"/>
                </a:cubicBezTo>
                <a:cubicBezTo>
                  <a:pt x="219645" y="142604"/>
                  <a:pt x="215280" y="147064"/>
                  <a:pt x="209306" y="150338"/>
                </a:cubicBezTo>
                <a:cubicBezTo>
                  <a:pt x="203331" y="153611"/>
                  <a:pt x="195979" y="155248"/>
                  <a:pt x="187250" y="155248"/>
                </a:cubicBezTo>
                <a:cubicBezTo>
                  <a:pt x="176884" y="155248"/>
                  <a:pt x="168509" y="152916"/>
                  <a:pt x="162126" y="148251"/>
                </a:cubicBezTo>
                <a:cubicBezTo>
                  <a:pt x="155742" y="143586"/>
                  <a:pt x="152660" y="136562"/>
                  <a:pt x="152878" y="127177"/>
                </a:cubicBezTo>
                <a:moveTo>
                  <a:pt x="165072" y="74964"/>
                </a:moveTo>
                <a:cubicBezTo>
                  <a:pt x="165072" y="86367"/>
                  <a:pt x="167336" y="94687"/>
                  <a:pt x="171864" y="99925"/>
                </a:cubicBezTo>
                <a:cubicBezTo>
                  <a:pt x="176393" y="105163"/>
                  <a:pt x="182067" y="107782"/>
                  <a:pt x="188887" y="107782"/>
                </a:cubicBezTo>
                <a:cubicBezTo>
                  <a:pt x="195652" y="107782"/>
                  <a:pt x="201326" y="105176"/>
                  <a:pt x="205909" y="99966"/>
                </a:cubicBezTo>
                <a:cubicBezTo>
                  <a:pt x="210492" y="94756"/>
                  <a:pt x="212784" y="86585"/>
                  <a:pt x="212784" y="75455"/>
                </a:cubicBezTo>
                <a:cubicBezTo>
                  <a:pt x="212784" y="64816"/>
                  <a:pt x="210424" y="56796"/>
                  <a:pt x="205705" y="51395"/>
                </a:cubicBezTo>
                <a:cubicBezTo>
                  <a:pt x="200985" y="45993"/>
                  <a:pt x="195297" y="43293"/>
                  <a:pt x="188641" y="43293"/>
                </a:cubicBezTo>
                <a:cubicBezTo>
                  <a:pt x="182094" y="43293"/>
                  <a:pt x="176529" y="45952"/>
                  <a:pt x="171946" y="51272"/>
                </a:cubicBezTo>
                <a:cubicBezTo>
                  <a:pt x="167363" y="56592"/>
                  <a:pt x="165072" y="64489"/>
                  <a:pt x="165072" y="74964"/>
                </a:cubicBezTo>
                <a:close/>
                <a:moveTo>
                  <a:pt x="249136" y="119976"/>
                </a:moveTo>
                <a:lnTo>
                  <a:pt x="249136" y="0"/>
                </a:lnTo>
                <a:lnTo>
                  <a:pt x="263867" y="0"/>
                </a:lnTo>
                <a:lnTo>
                  <a:pt x="263867" y="43047"/>
                </a:lnTo>
                <a:cubicBezTo>
                  <a:pt x="270742" y="35082"/>
                  <a:pt x="279416" y="31099"/>
                  <a:pt x="289892" y="31099"/>
                </a:cubicBezTo>
                <a:cubicBezTo>
                  <a:pt x="296330" y="31099"/>
                  <a:pt x="301922" y="32367"/>
                  <a:pt x="306669" y="34904"/>
                </a:cubicBezTo>
                <a:cubicBezTo>
                  <a:pt x="311415" y="37441"/>
                  <a:pt x="314812" y="40947"/>
                  <a:pt x="316858" y="45421"/>
                </a:cubicBezTo>
                <a:cubicBezTo>
                  <a:pt x="318904" y="49894"/>
                  <a:pt x="319927" y="56387"/>
                  <a:pt x="319927" y="64898"/>
                </a:cubicBezTo>
                <a:lnTo>
                  <a:pt x="319927" y="119976"/>
                </a:lnTo>
                <a:lnTo>
                  <a:pt x="305196" y="119976"/>
                </a:lnTo>
                <a:lnTo>
                  <a:pt x="305196" y="64898"/>
                </a:lnTo>
                <a:cubicBezTo>
                  <a:pt x="305196" y="57533"/>
                  <a:pt x="303600" y="52172"/>
                  <a:pt x="300408" y="48817"/>
                </a:cubicBezTo>
                <a:cubicBezTo>
                  <a:pt x="297216" y="45461"/>
                  <a:pt x="292702" y="43784"/>
                  <a:pt x="286864" y="43784"/>
                </a:cubicBezTo>
                <a:cubicBezTo>
                  <a:pt x="282499" y="43784"/>
                  <a:pt x="278393" y="44916"/>
                  <a:pt x="274547" y="47180"/>
                </a:cubicBezTo>
                <a:cubicBezTo>
                  <a:pt x="270701" y="49444"/>
                  <a:pt x="267959" y="52513"/>
                  <a:pt x="266322" y="56387"/>
                </a:cubicBezTo>
                <a:cubicBezTo>
                  <a:pt x="264685" y="60261"/>
                  <a:pt x="263867" y="65607"/>
                  <a:pt x="263867" y="72427"/>
                </a:cubicBezTo>
                <a:lnTo>
                  <a:pt x="263867" y="119976"/>
                </a:lnTo>
                <a:lnTo>
                  <a:pt x="249136" y="119976"/>
                </a:lnTo>
                <a:close/>
                <a:moveTo>
                  <a:pt x="402191" y="91987"/>
                </a:moveTo>
                <a:lnTo>
                  <a:pt x="417413" y="93869"/>
                </a:lnTo>
                <a:cubicBezTo>
                  <a:pt x="415012" y="102762"/>
                  <a:pt x="410565" y="109664"/>
                  <a:pt x="404073" y="114574"/>
                </a:cubicBezTo>
                <a:cubicBezTo>
                  <a:pt x="397580" y="119485"/>
                  <a:pt x="389287" y="121940"/>
                  <a:pt x="379194" y="121940"/>
                </a:cubicBezTo>
                <a:cubicBezTo>
                  <a:pt x="366482" y="121940"/>
                  <a:pt x="356402" y="118025"/>
                  <a:pt x="348954" y="110196"/>
                </a:cubicBezTo>
                <a:cubicBezTo>
                  <a:pt x="341507" y="102367"/>
                  <a:pt x="337783" y="91387"/>
                  <a:pt x="337783" y="77256"/>
                </a:cubicBezTo>
                <a:cubicBezTo>
                  <a:pt x="337783" y="62634"/>
                  <a:pt x="341548" y="51286"/>
                  <a:pt x="349077" y="43211"/>
                </a:cubicBezTo>
                <a:cubicBezTo>
                  <a:pt x="356606" y="35136"/>
                  <a:pt x="366372" y="31099"/>
                  <a:pt x="378376" y="31099"/>
                </a:cubicBezTo>
                <a:cubicBezTo>
                  <a:pt x="389997" y="31099"/>
                  <a:pt x="399490" y="35054"/>
                  <a:pt x="406855" y="42965"/>
                </a:cubicBezTo>
                <a:cubicBezTo>
                  <a:pt x="414221" y="50876"/>
                  <a:pt x="417904" y="62007"/>
                  <a:pt x="417904" y="76356"/>
                </a:cubicBezTo>
                <a:cubicBezTo>
                  <a:pt x="417904" y="77229"/>
                  <a:pt x="417876" y="78538"/>
                  <a:pt x="417822" y="80284"/>
                </a:cubicBezTo>
                <a:lnTo>
                  <a:pt x="353005" y="80284"/>
                </a:lnTo>
                <a:cubicBezTo>
                  <a:pt x="353551" y="89832"/>
                  <a:pt x="356252" y="97143"/>
                  <a:pt x="361108" y="102217"/>
                </a:cubicBezTo>
                <a:cubicBezTo>
                  <a:pt x="365963" y="107291"/>
                  <a:pt x="372019" y="109828"/>
                  <a:pt x="379276" y="109828"/>
                </a:cubicBezTo>
                <a:cubicBezTo>
                  <a:pt x="384677" y="109828"/>
                  <a:pt x="389287" y="108409"/>
                  <a:pt x="393106" y="105572"/>
                </a:cubicBezTo>
                <a:cubicBezTo>
                  <a:pt x="396926" y="102735"/>
                  <a:pt x="399954" y="98207"/>
                  <a:pt x="402191" y="91987"/>
                </a:cubicBezTo>
                <a:moveTo>
                  <a:pt x="353824" y="68172"/>
                </a:moveTo>
                <a:lnTo>
                  <a:pt x="402354" y="68172"/>
                </a:lnTo>
                <a:cubicBezTo>
                  <a:pt x="401700" y="60861"/>
                  <a:pt x="399845" y="55378"/>
                  <a:pt x="396789" y="51722"/>
                </a:cubicBezTo>
                <a:cubicBezTo>
                  <a:pt x="392097" y="46048"/>
                  <a:pt x="386014" y="43211"/>
                  <a:pt x="378539" y="43211"/>
                </a:cubicBezTo>
                <a:cubicBezTo>
                  <a:pt x="371774" y="43211"/>
                  <a:pt x="366086" y="45475"/>
                  <a:pt x="361476" y="50003"/>
                </a:cubicBezTo>
                <a:cubicBezTo>
                  <a:pt x="356866" y="54532"/>
                  <a:pt x="354315" y="60588"/>
                  <a:pt x="353824" y="68172"/>
                </a:cubicBezTo>
                <a:close/>
                <a:moveTo>
                  <a:pt x="436087" y="119976"/>
                </a:moveTo>
                <a:lnTo>
                  <a:pt x="436087" y="33063"/>
                </a:lnTo>
                <a:lnTo>
                  <a:pt x="449345" y="33063"/>
                </a:lnTo>
                <a:lnTo>
                  <a:pt x="449345" y="46239"/>
                </a:lnTo>
                <a:cubicBezTo>
                  <a:pt x="452728" y="40074"/>
                  <a:pt x="455851" y="36009"/>
                  <a:pt x="458716" y="34045"/>
                </a:cubicBezTo>
                <a:cubicBezTo>
                  <a:pt x="461580" y="32081"/>
                  <a:pt x="464731" y="31099"/>
                  <a:pt x="468168" y="31099"/>
                </a:cubicBezTo>
                <a:cubicBezTo>
                  <a:pt x="473133" y="31099"/>
                  <a:pt x="478180" y="32681"/>
                  <a:pt x="483308" y="35845"/>
                </a:cubicBezTo>
                <a:lnTo>
                  <a:pt x="478234" y="49512"/>
                </a:lnTo>
                <a:cubicBezTo>
                  <a:pt x="474633" y="47385"/>
                  <a:pt x="471032" y="46321"/>
                  <a:pt x="467431" y="46321"/>
                </a:cubicBezTo>
                <a:cubicBezTo>
                  <a:pt x="464213" y="46321"/>
                  <a:pt x="461321" y="47289"/>
                  <a:pt x="458757" y="49226"/>
                </a:cubicBezTo>
                <a:cubicBezTo>
                  <a:pt x="456192" y="51163"/>
                  <a:pt x="454365" y="53850"/>
                  <a:pt x="453273" y="57287"/>
                </a:cubicBezTo>
                <a:cubicBezTo>
                  <a:pt x="451637" y="62525"/>
                  <a:pt x="450818" y="68254"/>
                  <a:pt x="450818" y="74473"/>
                </a:cubicBezTo>
                <a:lnTo>
                  <a:pt x="450818" y="119976"/>
                </a:lnTo>
                <a:lnTo>
                  <a:pt x="436087" y="119976"/>
                </a:lnTo>
                <a:close/>
                <a:moveTo>
                  <a:pt x="486658" y="83967"/>
                </a:moveTo>
                <a:lnTo>
                  <a:pt x="486658" y="69154"/>
                </a:lnTo>
                <a:lnTo>
                  <a:pt x="531914" y="69154"/>
                </a:lnTo>
                <a:lnTo>
                  <a:pt x="531914" y="83967"/>
                </a:lnTo>
                <a:lnTo>
                  <a:pt x="486658" y="839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privileged">
            <a:extLst xmlns:a="http://schemas.openxmlformats.org/drawingml/2006/main">
              <a:ext uri="{FF2B5EF4-FFF2-40B4-BE49-F238E27FC236}">
                <a16:creationId xmlns:a16="http://schemas.microsoft.com/office/drawing/2014/main" id="{36F075ED-048A-4E1C-9B13-68332A85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09" y="3387877"/>
            <a:ext cx="695374" cy="155248"/>
          </a:xfrm>
          <a:custGeom xmlns:a="http://schemas.openxmlformats.org/drawingml/2006/main">
            <a:pathLst>
              <a:path w="695374" h="155248">
                <a:moveTo>
                  <a:pt x="0" y="153284"/>
                </a:moveTo>
                <a:lnTo>
                  <a:pt x="0" y="33063"/>
                </a:lnTo>
                <a:lnTo>
                  <a:pt x="13422" y="33063"/>
                </a:lnTo>
                <a:lnTo>
                  <a:pt x="13422" y="44357"/>
                </a:lnTo>
                <a:cubicBezTo>
                  <a:pt x="16586" y="39937"/>
                  <a:pt x="20160" y="36623"/>
                  <a:pt x="24142" y="34413"/>
                </a:cubicBezTo>
                <a:cubicBezTo>
                  <a:pt x="28125" y="32204"/>
                  <a:pt x="32954" y="31099"/>
                  <a:pt x="38628" y="31099"/>
                </a:cubicBezTo>
                <a:cubicBezTo>
                  <a:pt x="46048" y="31099"/>
                  <a:pt x="52595" y="33008"/>
                  <a:pt x="58269" y="36827"/>
                </a:cubicBezTo>
                <a:cubicBezTo>
                  <a:pt x="63943" y="40647"/>
                  <a:pt x="68226" y="46034"/>
                  <a:pt x="71118" y="52991"/>
                </a:cubicBezTo>
                <a:cubicBezTo>
                  <a:pt x="74010" y="59947"/>
                  <a:pt x="75455" y="67572"/>
                  <a:pt x="75455" y="75865"/>
                </a:cubicBezTo>
                <a:cubicBezTo>
                  <a:pt x="75455" y="84758"/>
                  <a:pt x="73859" y="92764"/>
                  <a:pt x="70668" y="99884"/>
                </a:cubicBezTo>
                <a:cubicBezTo>
                  <a:pt x="67476" y="107004"/>
                  <a:pt x="62839" y="112460"/>
                  <a:pt x="56755" y="116252"/>
                </a:cubicBezTo>
                <a:cubicBezTo>
                  <a:pt x="50672" y="120044"/>
                  <a:pt x="44275" y="121940"/>
                  <a:pt x="37564" y="121940"/>
                </a:cubicBezTo>
                <a:cubicBezTo>
                  <a:pt x="32654" y="121940"/>
                  <a:pt x="28248" y="120903"/>
                  <a:pt x="24347" y="118830"/>
                </a:cubicBezTo>
                <a:cubicBezTo>
                  <a:pt x="20446" y="116757"/>
                  <a:pt x="17241" y="114138"/>
                  <a:pt x="14731" y="110973"/>
                </a:cubicBezTo>
                <a:lnTo>
                  <a:pt x="14731" y="153284"/>
                </a:lnTo>
                <a:lnTo>
                  <a:pt x="0" y="153284"/>
                </a:lnTo>
                <a:moveTo>
                  <a:pt x="13340" y="77010"/>
                </a:moveTo>
                <a:cubicBezTo>
                  <a:pt x="13340" y="88195"/>
                  <a:pt x="15604" y="96461"/>
                  <a:pt x="20132" y="101807"/>
                </a:cubicBezTo>
                <a:cubicBezTo>
                  <a:pt x="24661" y="107154"/>
                  <a:pt x="30144" y="109828"/>
                  <a:pt x="36582" y="109828"/>
                </a:cubicBezTo>
                <a:cubicBezTo>
                  <a:pt x="43129" y="109828"/>
                  <a:pt x="48735" y="107059"/>
                  <a:pt x="53400" y="101521"/>
                </a:cubicBezTo>
                <a:cubicBezTo>
                  <a:pt x="58065" y="95983"/>
                  <a:pt x="60397" y="87404"/>
                  <a:pt x="60397" y="75783"/>
                </a:cubicBezTo>
                <a:cubicBezTo>
                  <a:pt x="60397" y="64707"/>
                  <a:pt x="58119" y="56414"/>
                  <a:pt x="53563" y="50904"/>
                </a:cubicBezTo>
                <a:cubicBezTo>
                  <a:pt x="49008" y="45393"/>
                  <a:pt x="43566" y="42638"/>
                  <a:pt x="37237" y="42638"/>
                </a:cubicBezTo>
                <a:cubicBezTo>
                  <a:pt x="30962" y="42638"/>
                  <a:pt x="25411" y="45571"/>
                  <a:pt x="20582" y="51436"/>
                </a:cubicBezTo>
                <a:cubicBezTo>
                  <a:pt x="15754" y="57301"/>
                  <a:pt x="13340" y="65826"/>
                  <a:pt x="13340" y="77010"/>
                </a:cubicBezTo>
                <a:close/>
                <a:moveTo>
                  <a:pt x="93310" y="119976"/>
                </a:moveTo>
                <a:lnTo>
                  <a:pt x="93310" y="33063"/>
                </a:lnTo>
                <a:lnTo>
                  <a:pt x="106568" y="33063"/>
                </a:lnTo>
                <a:lnTo>
                  <a:pt x="106568" y="46239"/>
                </a:lnTo>
                <a:cubicBezTo>
                  <a:pt x="109951" y="40074"/>
                  <a:pt x="113074" y="36009"/>
                  <a:pt x="115939" y="34045"/>
                </a:cubicBezTo>
                <a:cubicBezTo>
                  <a:pt x="118803" y="32081"/>
                  <a:pt x="121954" y="31099"/>
                  <a:pt x="125391" y="31099"/>
                </a:cubicBezTo>
                <a:cubicBezTo>
                  <a:pt x="130356" y="31099"/>
                  <a:pt x="135403" y="32681"/>
                  <a:pt x="140531" y="35845"/>
                </a:cubicBezTo>
                <a:lnTo>
                  <a:pt x="135457" y="49512"/>
                </a:lnTo>
                <a:cubicBezTo>
                  <a:pt x="131856" y="47385"/>
                  <a:pt x="128255" y="46321"/>
                  <a:pt x="124655" y="46321"/>
                </a:cubicBezTo>
                <a:cubicBezTo>
                  <a:pt x="121436" y="46321"/>
                  <a:pt x="118544" y="47289"/>
                  <a:pt x="115980" y="49226"/>
                </a:cubicBezTo>
                <a:cubicBezTo>
                  <a:pt x="113415" y="51163"/>
                  <a:pt x="111588" y="53850"/>
                  <a:pt x="110496" y="57287"/>
                </a:cubicBezTo>
                <a:cubicBezTo>
                  <a:pt x="108860" y="62525"/>
                  <a:pt x="108041" y="68254"/>
                  <a:pt x="108041" y="74473"/>
                </a:cubicBezTo>
                <a:lnTo>
                  <a:pt x="108041" y="119976"/>
                </a:lnTo>
                <a:lnTo>
                  <a:pt x="93310" y="119976"/>
                </a:lnTo>
                <a:close/>
                <a:moveTo>
                  <a:pt x="149955" y="16941"/>
                </a:moveTo>
                <a:lnTo>
                  <a:pt x="149955" y="0"/>
                </a:lnTo>
                <a:lnTo>
                  <a:pt x="164686" y="0"/>
                </a:lnTo>
                <a:lnTo>
                  <a:pt x="164686" y="16941"/>
                </a:lnTo>
                <a:lnTo>
                  <a:pt x="149955" y="16941"/>
                </a:lnTo>
                <a:moveTo>
                  <a:pt x="149955" y="119976"/>
                </a:moveTo>
                <a:lnTo>
                  <a:pt x="149955" y="33063"/>
                </a:lnTo>
                <a:lnTo>
                  <a:pt x="164686" y="33063"/>
                </a:lnTo>
                <a:lnTo>
                  <a:pt x="164686" y="119976"/>
                </a:lnTo>
                <a:lnTo>
                  <a:pt x="149955" y="119976"/>
                </a:lnTo>
                <a:close/>
                <a:moveTo>
                  <a:pt x="211090" y="119976"/>
                </a:moveTo>
                <a:lnTo>
                  <a:pt x="178027" y="33063"/>
                </a:lnTo>
                <a:lnTo>
                  <a:pt x="193576" y="33063"/>
                </a:lnTo>
                <a:lnTo>
                  <a:pt x="212236" y="85112"/>
                </a:lnTo>
                <a:cubicBezTo>
                  <a:pt x="214254" y="90732"/>
                  <a:pt x="216109" y="96570"/>
                  <a:pt x="217801" y="102626"/>
                </a:cubicBezTo>
                <a:cubicBezTo>
                  <a:pt x="219110" y="98043"/>
                  <a:pt x="220938" y="92532"/>
                  <a:pt x="223284" y="86094"/>
                </a:cubicBezTo>
                <a:lnTo>
                  <a:pt x="242598" y="33063"/>
                </a:lnTo>
                <a:lnTo>
                  <a:pt x="257738" y="33063"/>
                </a:lnTo>
                <a:lnTo>
                  <a:pt x="224839" y="119976"/>
                </a:lnTo>
                <a:lnTo>
                  <a:pt x="211090" y="119976"/>
                </a:lnTo>
                <a:close/>
                <a:moveTo>
                  <a:pt x="270832" y="16941"/>
                </a:moveTo>
                <a:lnTo>
                  <a:pt x="270832" y="0"/>
                </a:lnTo>
                <a:lnTo>
                  <a:pt x="285563" y="0"/>
                </a:lnTo>
                <a:lnTo>
                  <a:pt x="285563" y="16941"/>
                </a:lnTo>
                <a:lnTo>
                  <a:pt x="270832" y="16941"/>
                </a:lnTo>
                <a:moveTo>
                  <a:pt x="270832" y="119976"/>
                </a:moveTo>
                <a:lnTo>
                  <a:pt x="270832" y="33063"/>
                </a:lnTo>
                <a:lnTo>
                  <a:pt x="285563" y="33063"/>
                </a:lnTo>
                <a:lnTo>
                  <a:pt x="285563" y="119976"/>
                </a:lnTo>
                <a:lnTo>
                  <a:pt x="270832" y="119976"/>
                </a:lnTo>
                <a:close/>
                <a:moveTo>
                  <a:pt x="307497" y="119976"/>
                </a:moveTo>
                <a:lnTo>
                  <a:pt x="307497" y="0"/>
                </a:lnTo>
                <a:lnTo>
                  <a:pt x="322228" y="0"/>
                </a:lnTo>
                <a:lnTo>
                  <a:pt x="322228" y="119976"/>
                </a:lnTo>
                <a:lnTo>
                  <a:pt x="307497" y="119976"/>
                </a:lnTo>
                <a:close/>
                <a:moveTo>
                  <a:pt x="404396" y="91987"/>
                </a:moveTo>
                <a:lnTo>
                  <a:pt x="419618" y="93869"/>
                </a:lnTo>
                <a:cubicBezTo>
                  <a:pt x="417217" y="102762"/>
                  <a:pt x="412771" y="109664"/>
                  <a:pt x="406278" y="114574"/>
                </a:cubicBezTo>
                <a:cubicBezTo>
                  <a:pt x="399786" y="119485"/>
                  <a:pt x="391493" y="121940"/>
                  <a:pt x="381399" y="121940"/>
                </a:cubicBezTo>
                <a:cubicBezTo>
                  <a:pt x="368687" y="121940"/>
                  <a:pt x="358607" y="118025"/>
                  <a:pt x="351160" y="110196"/>
                </a:cubicBezTo>
                <a:cubicBezTo>
                  <a:pt x="343712" y="102367"/>
                  <a:pt x="339989" y="91387"/>
                  <a:pt x="339989" y="77256"/>
                </a:cubicBezTo>
                <a:cubicBezTo>
                  <a:pt x="339989" y="62634"/>
                  <a:pt x="343753" y="51286"/>
                  <a:pt x="351283" y="43211"/>
                </a:cubicBezTo>
                <a:cubicBezTo>
                  <a:pt x="358812" y="35136"/>
                  <a:pt x="368578" y="31099"/>
                  <a:pt x="380581" y="31099"/>
                </a:cubicBezTo>
                <a:cubicBezTo>
                  <a:pt x="392202" y="31099"/>
                  <a:pt x="401695" y="35054"/>
                  <a:pt x="409061" y="42965"/>
                </a:cubicBezTo>
                <a:cubicBezTo>
                  <a:pt x="416426" y="50876"/>
                  <a:pt x="420109" y="62007"/>
                  <a:pt x="420109" y="76356"/>
                </a:cubicBezTo>
                <a:cubicBezTo>
                  <a:pt x="420109" y="77229"/>
                  <a:pt x="420082" y="78538"/>
                  <a:pt x="420027" y="80284"/>
                </a:cubicBezTo>
                <a:lnTo>
                  <a:pt x="355211" y="80284"/>
                </a:lnTo>
                <a:cubicBezTo>
                  <a:pt x="355756" y="89832"/>
                  <a:pt x="358457" y="97143"/>
                  <a:pt x="363313" y="102217"/>
                </a:cubicBezTo>
                <a:cubicBezTo>
                  <a:pt x="368169" y="107291"/>
                  <a:pt x="374225" y="109828"/>
                  <a:pt x="381481" y="109828"/>
                </a:cubicBezTo>
                <a:cubicBezTo>
                  <a:pt x="386882" y="109828"/>
                  <a:pt x="391493" y="108409"/>
                  <a:pt x="395312" y="105572"/>
                </a:cubicBezTo>
                <a:cubicBezTo>
                  <a:pt x="399131" y="102735"/>
                  <a:pt x="402159" y="98207"/>
                  <a:pt x="404396" y="91987"/>
                </a:cubicBezTo>
                <a:moveTo>
                  <a:pt x="356029" y="68172"/>
                </a:moveTo>
                <a:lnTo>
                  <a:pt x="404560" y="68172"/>
                </a:lnTo>
                <a:cubicBezTo>
                  <a:pt x="403905" y="60861"/>
                  <a:pt x="402050" y="55378"/>
                  <a:pt x="398995" y="51722"/>
                </a:cubicBezTo>
                <a:cubicBezTo>
                  <a:pt x="394302" y="46048"/>
                  <a:pt x="388219" y="43211"/>
                  <a:pt x="380744" y="43211"/>
                </a:cubicBezTo>
                <a:cubicBezTo>
                  <a:pt x="373979" y="43211"/>
                  <a:pt x="368291" y="45475"/>
                  <a:pt x="363681" y="50003"/>
                </a:cubicBezTo>
                <a:cubicBezTo>
                  <a:pt x="359071" y="54532"/>
                  <a:pt x="356520" y="60588"/>
                  <a:pt x="356029" y="68172"/>
                </a:cubicBezTo>
                <a:close/>
                <a:moveTo>
                  <a:pt x="435672" y="127177"/>
                </a:moveTo>
                <a:lnTo>
                  <a:pt x="449994" y="129305"/>
                </a:lnTo>
                <a:cubicBezTo>
                  <a:pt x="450594" y="133725"/>
                  <a:pt x="452258" y="136944"/>
                  <a:pt x="454986" y="138962"/>
                </a:cubicBezTo>
                <a:cubicBezTo>
                  <a:pt x="458642" y="141690"/>
                  <a:pt x="463634" y="143054"/>
                  <a:pt x="469963" y="143054"/>
                </a:cubicBezTo>
                <a:cubicBezTo>
                  <a:pt x="476783" y="143054"/>
                  <a:pt x="482048" y="141690"/>
                  <a:pt x="485758" y="138962"/>
                </a:cubicBezTo>
                <a:cubicBezTo>
                  <a:pt x="489468" y="136234"/>
                  <a:pt x="491977" y="132415"/>
                  <a:pt x="493287" y="127505"/>
                </a:cubicBezTo>
                <a:cubicBezTo>
                  <a:pt x="494051" y="124504"/>
                  <a:pt x="494405" y="118202"/>
                  <a:pt x="494351" y="108600"/>
                </a:cubicBezTo>
                <a:cubicBezTo>
                  <a:pt x="487913" y="116184"/>
                  <a:pt x="479893" y="119976"/>
                  <a:pt x="470290" y="119976"/>
                </a:cubicBezTo>
                <a:cubicBezTo>
                  <a:pt x="458342" y="119976"/>
                  <a:pt x="449094" y="115665"/>
                  <a:pt x="442547" y="107045"/>
                </a:cubicBezTo>
                <a:cubicBezTo>
                  <a:pt x="436000" y="98425"/>
                  <a:pt x="432726" y="88086"/>
                  <a:pt x="432726" y="76028"/>
                </a:cubicBezTo>
                <a:cubicBezTo>
                  <a:pt x="432726" y="67735"/>
                  <a:pt x="434227" y="60083"/>
                  <a:pt x="437227" y="53072"/>
                </a:cubicBezTo>
                <a:cubicBezTo>
                  <a:pt x="440228" y="46062"/>
                  <a:pt x="444579" y="40647"/>
                  <a:pt x="450281" y="36827"/>
                </a:cubicBezTo>
                <a:cubicBezTo>
                  <a:pt x="455982" y="33008"/>
                  <a:pt x="462679" y="31099"/>
                  <a:pt x="470372" y="31099"/>
                </a:cubicBezTo>
                <a:cubicBezTo>
                  <a:pt x="480629" y="31099"/>
                  <a:pt x="489086" y="35245"/>
                  <a:pt x="495742" y="43538"/>
                </a:cubicBezTo>
                <a:lnTo>
                  <a:pt x="495742" y="33063"/>
                </a:lnTo>
                <a:lnTo>
                  <a:pt x="509327" y="33063"/>
                </a:lnTo>
                <a:lnTo>
                  <a:pt x="509327" y="108191"/>
                </a:lnTo>
                <a:cubicBezTo>
                  <a:pt x="509327" y="121722"/>
                  <a:pt x="507950" y="131310"/>
                  <a:pt x="505194" y="136957"/>
                </a:cubicBezTo>
                <a:cubicBezTo>
                  <a:pt x="502439" y="142604"/>
                  <a:pt x="498074" y="147064"/>
                  <a:pt x="492100" y="150338"/>
                </a:cubicBezTo>
                <a:cubicBezTo>
                  <a:pt x="486126" y="153611"/>
                  <a:pt x="478774" y="155248"/>
                  <a:pt x="470045" y="155248"/>
                </a:cubicBezTo>
                <a:cubicBezTo>
                  <a:pt x="459678" y="155248"/>
                  <a:pt x="451304" y="152916"/>
                  <a:pt x="444920" y="148251"/>
                </a:cubicBezTo>
                <a:cubicBezTo>
                  <a:pt x="438537" y="143586"/>
                  <a:pt x="435454" y="136562"/>
                  <a:pt x="435672" y="127177"/>
                </a:cubicBezTo>
                <a:moveTo>
                  <a:pt x="447866" y="74964"/>
                </a:moveTo>
                <a:cubicBezTo>
                  <a:pt x="447866" y="86367"/>
                  <a:pt x="450131" y="94687"/>
                  <a:pt x="454659" y="99925"/>
                </a:cubicBezTo>
                <a:cubicBezTo>
                  <a:pt x="459187" y="105163"/>
                  <a:pt x="464862" y="107782"/>
                  <a:pt x="471681" y="107782"/>
                </a:cubicBezTo>
                <a:cubicBezTo>
                  <a:pt x="478447" y="107782"/>
                  <a:pt x="484121" y="105176"/>
                  <a:pt x="488704" y="99966"/>
                </a:cubicBezTo>
                <a:cubicBezTo>
                  <a:pt x="493287" y="94756"/>
                  <a:pt x="495578" y="86585"/>
                  <a:pt x="495578" y="75455"/>
                </a:cubicBezTo>
                <a:cubicBezTo>
                  <a:pt x="495578" y="64816"/>
                  <a:pt x="493219" y="56796"/>
                  <a:pt x="488499" y="51395"/>
                </a:cubicBezTo>
                <a:cubicBezTo>
                  <a:pt x="483780" y="45993"/>
                  <a:pt x="478092" y="43293"/>
                  <a:pt x="471436" y="43293"/>
                </a:cubicBezTo>
                <a:cubicBezTo>
                  <a:pt x="464889" y="43293"/>
                  <a:pt x="459324" y="45952"/>
                  <a:pt x="454741" y="51272"/>
                </a:cubicBezTo>
                <a:cubicBezTo>
                  <a:pt x="450158" y="56592"/>
                  <a:pt x="447866" y="64489"/>
                  <a:pt x="447866" y="74964"/>
                </a:cubicBezTo>
                <a:close/>
                <a:moveTo>
                  <a:pt x="591343" y="91987"/>
                </a:moveTo>
                <a:lnTo>
                  <a:pt x="606565" y="93869"/>
                </a:lnTo>
                <a:cubicBezTo>
                  <a:pt x="604165" y="102762"/>
                  <a:pt x="599718" y="109664"/>
                  <a:pt x="593226" y="114574"/>
                </a:cubicBezTo>
                <a:cubicBezTo>
                  <a:pt x="586733" y="119485"/>
                  <a:pt x="578440" y="121940"/>
                  <a:pt x="568347" y="121940"/>
                </a:cubicBezTo>
                <a:cubicBezTo>
                  <a:pt x="555634" y="121940"/>
                  <a:pt x="545554" y="118025"/>
                  <a:pt x="538107" y="110196"/>
                </a:cubicBezTo>
                <a:cubicBezTo>
                  <a:pt x="530660" y="102367"/>
                  <a:pt x="526936" y="91387"/>
                  <a:pt x="526936" y="77256"/>
                </a:cubicBezTo>
                <a:cubicBezTo>
                  <a:pt x="526936" y="62634"/>
                  <a:pt x="530701" y="51286"/>
                  <a:pt x="538230" y="43211"/>
                </a:cubicBezTo>
                <a:cubicBezTo>
                  <a:pt x="545759" y="35136"/>
                  <a:pt x="555525" y="31099"/>
                  <a:pt x="567528" y="31099"/>
                </a:cubicBezTo>
                <a:cubicBezTo>
                  <a:pt x="579149" y="31099"/>
                  <a:pt x="588643" y="35054"/>
                  <a:pt x="596008" y="42965"/>
                </a:cubicBezTo>
                <a:cubicBezTo>
                  <a:pt x="603374" y="50876"/>
                  <a:pt x="607056" y="62007"/>
                  <a:pt x="607056" y="76356"/>
                </a:cubicBezTo>
                <a:cubicBezTo>
                  <a:pt x="607056" y="77229"/>
                  <a:pt x="607029" y="78538"/>
                  <a:pt x="606974" y="80284"/>
                </a:cubicBezTo>
                <a:lnTo>
                  <a:pt x="542158" y="80284"/>
                </a:lnTo>
                <a:cubicBezTo>
                  <a:pt x="542704" y="89832"/>
                  <a:pt x="545404" y="97143"/>
                  <a:pt x="550260" y="102217"/>
                </a:cubicBezTo>
                <a:cubicBezTo>
                  <a:pt x="555116" y="107291"/>
                  <a:pt x="561172" y="109828"/>
                  <a:pt x="568428" y="109828"/>
                </a:cubicBezTo>
                <a:cubicBezTo>
                  <a:pt x="573830" y="109828"/>
                  <a:pt x="578440" y="108409"/>
                  <a:pt x="582259" y="105572"/>
                </a:cubicBezTo>
                <a:cubicBezTo>
                  <a:pt x="586078" y="102735"/>
                  <a:pt x="589106" y="98207"/>
                  <a:pt x="591343" y="91987"/>
                </a:cubicBezTo>
                <a:moveTo>
                  <a:pt x="542977" y="68172"/>
                </a:moveTo>
                <a:lnTo>
                  <a:pt x="591507" y="68172"/>
                </a:lnTo>
                <a:cubicBezTo>
                  <a:pt x="590852" y="60861"/>
                  <a:pt x="588997" y="55378"/>
                  <a:pt x="585942" y="51722"/>
                </a:cubicBezTo>
                <a:cubicBezTo>
                  <a:pt x="581250" y="46048"/>
                  <a:pt x="575166" y="43211"/>
                  <a:pt x="567692" y="43211"/>
                </a:cubicBezTo>
                <a:cubicBezTo>
                  <a:pt x="560927" y="43211"/>
                  <a:pt x="555239" y="45475"/>
                  <a:pt x="550628" y="50003"/>
                </a:cubicBezTo>
                <a:cubicBezTo>
                  <a:pt x="546018" y="54532"/>
                  <a:pt x="543468" y="60588"/>
                  <a:pt x="542977" y="68172"/>
                </a:cubicBezTo>
                <a:close/>
                <a:moveTo>
                  <a:pt x="681707" y="119976"/>
                </a:moveTo>
                <a:lnTo>
                  <a:pt x="681707" y="109009"/>
                </a:lnTo>
                <a:cubicBezTo>
                  <a:pt x="676197" y="117630"/>
                  <a:pt x="668095" y="121940"/>
                  <a:pt x="657401" y="121940"/>
                </a:cubicBezTo>
                <a:cubicBezTo>
                  <a:pt x="650472" y="121940"/>
                  <a:pt x="644102" y="120030"/>
                  <a:pt x="638292" y="116211"/>
                </a:cubicBezTo>
                <a:cubicBezTo>
                  <a:pt x="632481" y="112392"/>
                  <a:pt x="627980" y="107059"/>
                  <a:pt x="624788" y="100212"/>
                </a:cubicBezTo>
                <a:cubicBezTo>
                  <a:pt x="621597" y="93364"/>
                  <a:pt x="620001" y="85494"/>
                  <a:pt x="620001" y="76601"/>
                </a:cubicBezTo>
                <a:cubicBezTo>
                  <a:pt x="620001" y="67926"/>
                  <a:pt x="621447" y="60056"/>
                  <a:pt x="624338" y="52991"/>
                </a:cubicBezTo>
                <a:cubicBezTo>
                  <a:pt x="627230" y="45925"/>
                  <a:pt x="631567" y="40510"/>
                  <a:pt x="637351" y="36746"/>
                </a:cubicBezTo>
                <a:cubicBezTo>
                  <a:pt x="643134" y="32981"/>
                  <a:pt x="649599" y="31099"/>
                  <a:pt x="656747" y="31099"/>
                </a:cubicBezTo>
                <a:cubicBezTo>
                  <a:pt x="661984" y="31099"/>
                  <a:pt x="666649" y="32204"/>
                  <a:pt x="670741" y="34413"/>
                </a:cubicBezTo>
                <a:cubicBezTo>
                  <a:pt x="674833" y="36623"/>
                  <a:pt x="678161" y="39501"/>
                  <a:pt x="680725" y="43047"/>
                </a:cubicBezTo>
                <a:lnTo>
                  <a:pt x="680725" y="0"/>
                </a:lnTo>
                <a:lnTo>
                  <a:pt x="695374" y="0"/>
                </a:lnTo>
                <a:lnTo>
                  <a:pt x="695374" y="119976"/>
                </a:lnTo>
                <a:lnTo>
                  <a:pt x="681707" y="119976"/>
                </a:lnTo>
                <a:moveTo>
                  <a:pt x="635141" y="76601"/>
                </a:moveTo>
                <a:cubicBezTo>
                  <a:pt x="635141" y="87731"/>
                  <a:pt x="637487" y="96051"/>
                  <a:pt x="642179" y="101562"/>
                </a:cubicBezTo>
                <a:cubicBezTo>
                  <a:pt x="646871" y="107072"/>
                  <a:pt x="652409" y="109828"/>
                  <a:pt x="658792" y="109828"/>
                </a:cubicBezTo>
                <a:cubicBezTo>
                  <a:pt x="665230" y="109828"/>
                  <a:pt x="670700" y="107195"/>
                  <a:pt x="675201" y="101930"/>
                </a:cubicBezTo>
                <a:cubicBezTo>
                  <a:pt x="679702" y="96665"/>
                  <a:pt x="681953" y="88631"/>
                  <a:pt x="681953" y="77829"/>
                </a:cubicBezTo>
                <a:cubicBezTo>
                  <a:pt x="681953" y="65935"/>
                  <a:pt x="679661" y="57205"/>
                  <a:pt x="675078" y="51640"/>
                </a:cubicBezTo>
                <a:cubicBezTo>
                  <a:pt x="670495" y="46075"/>
                  <a:pt x="664849" y="43293"/>
                  <a:pt x="658138" y="43293"/>
                </a:cubicBezTo>
                <a:cubicBezTo>
                  <a:pt x="651591" y="43293"/>
                  <a:pt x="646121" y="45966"/>
                  <a:pt x="641729" y="51313"/>
                </a:cubicBezTo>
                <a:cubicBezTo>
                  <a:pt x="637337" y="56660"/>
                  <a:pt x="635141" y="65089"/>
                  <a:pt x="635141" y="766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6F28CC-4648-401B-A63E-334B990A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11" y="4845868"/>
            <a:ext cx="747768" cy="410646"/>
          </a:xfrm>
          <a:custGeom xmlns:a="http://schemas.openxmlformats.org/drawingml/2006/main">
            <a:pathLst>
              <a:path w="747768" h="410646">
                <a:moveTo>
                  <a:pt x="0" y="410646"/>
                </a:moveTo>
                <a:lnTo>
                  <a:pt x="747768" y="410646"/>
                </a:lnTo>
                <a:lnTo>
                  <a:pt x="747768" y="0"/>
                </a:lnTo>
                <a:lnTo>
                  <a:pt x="0" y="0"/>
                </a:lnTo>
                <a:lnTo>
                  <a:pt x="0" y="4106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A8EA49-4F2C-4543-AAB8-C3496FFC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12" y="4845868"/>
            <a:ext cx="747769" cy="410646"/>
          </a:xfrm>
          <a:custGeom xmlns:a="http://schemas.openxmlformats.org/drawingml/2006/main">
            <a:pathLst>
              <a:path w="747769" h="410646" fill="none">
                <a:moveTo>
                  <a:pt x="0" y="0"/>
                </a:moveTo>
                <a:lnTo>
                  <a:pt x="747769" y="0"/>
                </a:lnTo>
                <a:lnTo>
                  <a:pt x="747769" y="410646"/>
                </a:lnTo>
                <a:lnTo>
                  <a:pt x="0" y="41064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miter/>
          </a:ln>
        </p:spPr>
      </p:sp>
      <p:sp>
        <p:nvSpPr>
          <p:cNvPr id="21" name="Text IT">
            <a:extLst xmlns:a="http://schemas.openxmlformats.org/drawingml/2006/main">
              <a:ext uri="{FF2B5EF4-FFF2-40B4-BE49-F238E27FC236}">
                <a16:creationId xmlns:a16="http://schemas.microsoft.com/office/drawing/2014/main" id="{96D8B774-7487-4C8C-82A0-B37FCA9B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787" y="4894836"/>
            <a:ext cx="139771" cy="129205"/>
          </a:xfrm>
          <a:custGeom xmlns:a="http://schemas.openxmlformats.org/drawingml/2006/main">
            <a:pathLst>
              <a:path w="139771" h="129205">
                <a:moveTo>
                  <a:pt x="0" y="129205"/>
                </a:moveTo>
                <a:lnTo>
                  <a:pt x="0" y="0"/>
                </a:lnTo>
                <a:lnTo>
                  <a:pt x="17098" y="0"/>
                </a:lnTo>
                <a:lnTo>
                  <a:pt x="17098" y="129205"/>
                </a:lnTo>
                <a:lnTo>
                  <a:pt x="0" y="129205"/>
                </a:lnTo>
                <a:close/>
                <a:moveTo>
                  <a:pt x="79928" y="129205"/>
                </a:moveTo>
                <a:lnTo>
                  <a:pt x="79928" y="15247"/>
                </a:lnTo>
                <a:lnTo>
                  <a:pt x="37359" y="15247"/>
                </a:lnTo>
                <a:lnTo>
                  <a:pt x="37359" y="0"/>
                </a:lnTo>
                <a:lnTo>
                  <a:pt x="139771" y="0"/>
                </a:lnTo>
                <a:lnTo>
                  <a:pt x="139771" y="15247"/>
                </a:lnTo>
                <a:lnTo>
                  <a:pt x="97026" y="15247"/>
                </a:lnTo>
                <a:lnTo>
                  <a:pt x="97026" y="129205"/>
                </a:lnTo>
                <a:lnTo>
                  <a:pt x="79928" y="1292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(normal)">
            <a:extLst xmlns:a="http://schemas.openxmlformats.org/drawingml/2006/main">
              <a:ext uri="{FF2B5EF4-FFF2-40B4-BE49-F238E27FC236}">
                <a16:creationId xmlns:a16="http://schemas.microsoft.com/office/drawing/2014/main" id="{A12E5F69-51E1-407A-A5BD-A99DD433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199" y="5078496"/>
            <a:ext cx="558735" cy="145195"/>
          </a:xfrm>
          <a:custGeom xmlns:a="http://schemas.openxmlformats.org/drawingml/2006/main">
            <a:pathLst>
              <a:path w="558735" h="145195">
                <a:moveTo>
                  <a:pt x="26818" y="145195"/>
                </a:moveTo>
                <a:cubicBezTo>
                  <a:pt x="19314" y="135726"/>
                  <a:pt x="12968" y="124647"/>
                  <a:pt x="7781" y="111955"/>
                </a:cubicBezTo>
                <a:cubicBezTo>
                  <a:pt x="2594" y="99264"/>
                  <a:pt x="0" y="86120"/>
                  <a:pt x="0" y="72522"/>
                </a:cubicBezTo>
                <a:cubicBezTo>
                  <a:pt x="0" y="60536"/>
                  <a:pt x="1939" y="49053"/>
                  <a:pt x="5817" y="38074"/>
                </a:cubicBezTo>
                <a:cubicBezTo>
                  <a:pt x="10349" y="25332"/>
                  <a:pt x="17350" y="12641"/>
                  <a:pt x="26818" y="0"/>
                </a:cubicBezTo>
                <a:lnTo>
                  <a:pt x="36563" y="0"/>
                </a:lnTo>
                <a:cubicBezTo>
                  <a:pt x="30469" y="10475"/>
                  <a:pt x="26440" y="17954"/>
                  <a:pt x="24476" y="22436"/>
                </a:cubicBezTo>
                <a:cubicBezTo>
                  <a:pt x="21404" y="29386"/>
                  <a:pt x="18987" y="36639"/>
                  <a:pt x="17224" y="44193"/>
                </a:cubicBezTo>
                <a:cubicBezTo>
                  <a:pt x="15058" y="53611"/>
                  <a:pt x="13976" y="63079"/>
                  <a:pt x="13976" y="72597"/>
                </a:cubicBezTo>
                <a:cubicBezTo>
                  <a:pt x="13976" y="96822"/>
                  <a:pt x="21505" y="121021"/>
                  <a:pt x="36563" y="145195"/>
                </a:cubicBezTo>
                <a:lnTo>
                  <a:pt x="26818" y="145195"/>
                </a:lnTo>
                <a:close/>
                <a:moveTo>
                  <a:pt x="52397" y="112635"/>
                </a:moveTo>
                <a:lnTo>
                  <a:pt x="52397" y="32408"/>
                </a:lnTo>
                <a:lnTo>
                  <a:pt x="64635" y="32408"/>
                </a:lnTo>
                <a:lnTo>
                  <a:pt x="64635" y="43815"/>
                </a:lnTo>
                <a:cubicBezTo>
                  <a:pt x="70527" y="35002"/>
                  <a:pt x="79039" y="30595"/>
                  <a:pt x="90169" y="30595"/>
                </a:cubicBezTo>
                <a:cubicBezTo>
                  <a:pt x="95003" y="30595"/>
                  <a:pt x="99448" y="31464"/>
                  <a:pt x="103502" y="33201"/>
                </a:cubicBezTo>
                <a:cubicBezTo>
                  <a:pt x="107556" y="34939"/>
                  <a:pt x="110591" y="37218"/>
                  <a:pt x="112605" y="40038"/>
                </a:cubicBezTo>
                <a:cubicBezTo>
                  <a:pt x="114620" y="42858"/>
                  <a:pt x="116030" y="46207"/>
                  <a:pt x="116835" y="50085"/>
                </a:cubicBezTo>
                <a:cubicBezTo>
                  <a:pt x="117339" y="52603"/>
                  <a:pt x="117591" y="57010"/>
                  <a:pt x="117591" y="63305"/>
                </a:cubicBezTo>
                <a:lnTo>
                  <a:pt x="117591" y="112635"/>
                </a:lnTo>
                <a:lnTo>
                  <a:pt x="103993" y="112635"/>
                </a:lnTo>
                <a:lnTo>
                  <a:pt x="103993" y="63834"/>
                </a:lnTo>
                <a:cubicBezTo>
                  <a:pt x="103993" y="58294"/>
                  <a:pt x="103464" y="54152"/>
                  <a:pt x="102407" y="51407"/>
                </a:cubicBezTo>
                <a:cubicBezTo>
                  <a:pt x="101349" y="48663"/>
                  <a:pt x="99473" y="46472"/>
                  <a:pt x="96779" y="44835"/>
                </a:cubicBezTo>
                <a:cubicBezTo>
                  <a:pt x="94084" y="43198"/>
                  <a:pt x="90924" y="42380"/>
                  <a:pt x="87298" y="42380"/>
                </a:cubicBezTo>
                <a:cubicBezTo>
                  <a:pt x="81506" y="42380"/>
                  <a:pt x="76508" y="44218"/>
                  <a:pt x="72303" y="47895"/>
                </a:cubicBezTo>
                <a:cubicBezTo>
                  <a:pt x="68097" y="51571"/>
                  <a:pt x="65995" y="58546"/>
                  <a:pt x="65995" y="68820"/>
                </a:cubicBezTo>
                <a:lnTo>
                  <a:pt x="65995" y="112635"/>
                </a:lnTo>
                <a:lnTo>
                  <a:pt x="52397" y="112635"/>
                </a:lnTo>
                <a:close/>
                <a:moveTo>
                  <a:pt x="132784" y="72522"/>
                </a:moveTo>
                <a:cubicBezTo>
                  <a:pt x="132784" y="57665"/>
                  <a:pt x="136913" y="46661"/>
                  <a:pt x="145173" y="39509"/>
                </a:cubicBezTo>
                <a:cubicBezTo>
                  <a:pt x="152072" y="33566"/>
                  <a:pt x="160483" y="30595"/>
                  <a:pt x="170404" y="30595"/>
                </a:cubicBezTo>
                <a:cubicBezTo>
                  <a:pt x="181434" y="30595"/>
                  <a:pt x="190448" y="34209"/>
                  <a:pt x="197449" y="41436"/>
                </a:cubicBezTo>
                <a:cubicBezTo>
                  <a:pt x="204449" y="48663"/>
                  <a:pt x="207949" y="58647"/>
                  <a:pt x="207949" y="71389"/>
                </a:cubicBezTo>
                <a:cubicBezTo>
                  <a:pt x="207949" y="81713"/>
                  <a:pt x="206401" y="89834"/>
                  <a:pt x="203303" y="95751"/>
                </a:cubicBezTo>
                <a:cubicBezTo>
                  <a:pt x="200206" y="101669"/>
                  <a:pt x="195699" y="106265"/>
                  <a:pt x="189781" y="109538"/>
                </a:cubicBezTo>
                <a:cubicBezTo>
                  <a:pt x="183864" y="112812"/>
                  <a:pt x="177405" y="114448"/>
                  <a:pt x="170404" y="114448"/>
                </a:cubicBezTo>
                <a:cubicBezTo>
                  <a:pt x="159173" y="114448"/>
                  <a:pt x="150096" y="110847"/>
                  <a:pt x="143171" y="103646"/>
                </a:cubicBezTo>
                <a:cubicBezTo>
                  <a:pt x="136246" y="96444"/>
                  <a:pt x="132784" y="86069"/>
                  <a:pt x="132784" y="72522"/>
                </a:cubicBezTo>
                <a:moveTo>
                  <a:pt x="146759" y="72522"/>
                </a:moveTo>
                <a:cubicBezTo>
                  <a:pt x="146759" y="82796"/>
                  <a:pt x="149000" y="90489"/>
                  <a:pt x="153482" y="95600"/>
                </a:cubicBezTo>
                <a:cubicBezTo>
                  <a:pt x="157965" y="100712"/>
                  <a:pt x="163605" y="103268"/>
                  <a:pt x="170404" y="103268"/>
                </a:cubicBezTo>
                <a:cubicBezTo>
                  <a:pt x="177153" y="103268"/>
                  <a:pt x="182768" y="100699"/>
                  <a:pt x="187250" y="95563"/>
                </a:cubicBezTo>
                <a:cubicBezTo>
                  <a:pt x="191733" y="90426"/>
                  <a:pt x="193974" y="82594"/>
                  <a:pt x="193974" y="72068"/>
                </a:cubicBezTo>
                <a:cubicBezTo>
                  <a:pt x="193974" y="62147"/>
                  <a:pt x="191720" y="54631"/>
                  <a:pt x="187213" y="49519"/>
                </a:cubicBezTo>
                <a:cubicBezTo>
                  <a:pt x="182705" y="44407"/>
                  <a:pt x="177102" y="41851"/>
                  <a:pt x="170404" y="41851"/>
                </a:cubicBezTo>
                <a:cubicBezTo>
                  <a:pt x="163605" y="41851"/>
                  <a:pt x="157965" y="44394"/>
                  <a:pt x="153482" y="49481"/>
                </a:cubicBezTo>
                <a:cubicBezTo>
                  <a:pt x="149000" y="54568"/>
                  <a:pt x="146759" y="62248"/>
                  <a:pt x="146759" y="72522"/>
                </a:cubicBezTo>
                <a:close/>
                <a:moveTo>
                  <a:pt x="223142" y="112635"/>
                </a:moveTo>
                <a:lnTo>
                  <a:pt x="223142" y="32408"/>
                </a:lnTo>
                <a:lnTo>
                  <a:pt x="235380" y="32408"/>
                </a:lnTo>
                <a:lnTo>
                  <a:pt x="235380" y="44571"/>
                </a:lnTo>
                <a:cubicBezTo>
                  <a:pt x="238502" y="38880"/>
                  <a:pt x="241385" y="35128"/>
                  <a:pt x="244029" y="33315"/>
                </a:cubicBezTo>
                <a:cubicBezTo>
                  <a:pt x="246673" y="31502"/>
                  <a:pt x="249582" y="30595"/>
                  <a:pt x="252755" y="30595"/>
                </a:cubicBezTo>
                <a:cubicBezTo>
                  <a:pt x="257338" y="30595"/>
                  <a:pt x="261996" y="32056"/>
                  <a:pt x="266730" y="34977"/>
                </a:cubicBezTo>
                <a:lnTo>
                  <a:pt x="262047" y="47592"/>
                </a:lnTo>
                <a:cubicBezTo>
                  <a:pt x="258723" y="45628"/>
                  <a:pt x="255399" y="44646"/>
                  <a:pt x="252075" y="44646"/>
                </a:cubicBezTo>
                <a:cubicBezTo>
                  <a:pt x="249103" y="44646"/>
                  <a:pt x="246434" y="45540"/>
                  <a:pt x="244067" y="47328"/>
                </a:cubicBezTo>
                <a:cubicBezTo>
                  <a:pt x="241700" y="49116"/>
                  <a:pt x="240013" y="51596"/>
                  <a:pt x="239006" y="54769"/>
                </a:cubicBezTo>
                <a:cubicBezTo>
                  <a:pt x="237495" y="59604"/>
                  <a:pt x="236740" y="64892"/>
                  <a:pt x="236740" y="70633"/>
                </a:cubicBezTo>
                <a:lnTo>
                  <a:pt x="236740" y="112635"/>
                </a:lnTo>
                <a:lnTo>
                  <a:pt x="223142" y="112635"/>
                </a:lnTo>
                <a:close/>
                <a:moveTo>
                  <a:pt x="274859" y="112635"/>
                </a:moveTo>
                <a:lnTo>
                  <a:pt x="274859" y="32408"/>
                </a:lnTo>
                <a:lnTo>
                  <a:pt x="287021" y="32408"/>
                </a:lnTo>
                <a:lnTo>
                  <a:pt x="287021" y="43664"/>
                </a:lnTo>
                <a:cubicBezTo>
                  <a:pt x="289539" y="39736"/>
                  <a:pt x="292888" y="36576"/>
                  <a:pt x="297068" y="34183"/>
                </a:cubicBezTo>
                <a:cubicBezTo>
                  <a:pt x="301249" y="31791"/>
                  <a:pt x="306008" y="30595"/>
                  <a:pt x="311346" y="30595"/>
                </a:cubicBezTo>
                <a:cubicBezTo>
                  <a:pt x="317289" y="30595"/>
                  <a:pt x="322161" y="31829"/>
                  <a:pt x="325964" y="34297"/>
                </a:cubicBezTo>
                <a:cubicBezTo>
                  <a:pt x="329766" y="36764"/>
                  <a:pt x="332448" y="40214"/>
                  <a:pt x="334009" y="44646"/>
                </a:cubicBezTo>
                <a:cubicBezTo>
                  <a:pt x="340355" y="35279"/>
                  <a:pt x="348614" y="30595"/>
                  <a:pt x="358787" y="30595"/>
                </a:cubicBezTo>
                <a:cubicBezTo>
                  <a:pt x="366745" y="30595"/>
                  <a:pt x="372864" y="32798"/>
                  <a:pt x="377145" y="37205"/>
                </a:cubicBezTo>
                <a:cubicBezTo>
                  <a:pt x="381425" y="41612"/>
                  <a:pt x="383566" y="48398"/>
                  <a:pt x="383566" y="57564"/>
                </a:cubicBezTo>
                <a:lnTo>
                  <a:pt x="383566" y="112635"/>
                </a:lnTo>
                <a:lnTo>
                  <a:pt x="370043" y="112635"/>
                </a:lnTo>
                <a:lnTo>
                  <a:pt x="370043" y="62097"/>
                </a:lnTo>
                <a:cubicBezTo>
                  <a:pt x="370043" y="56658"/>
                  <a:pt x="369603" y="52742"/>
                  <a:pt x="368721" y="50350"/>
                </a:cubicBezTo>
                <a:cubicBezTo>
                  <a:pt x="367840" y="47958"/>
                  <a:pt x="366241" y="46031"/>
                  <a:pt x="363924" y="44571"/>
                </a:cubicBezTo>
                <a:cubicBezTo>
                  <a:pt x="361608" y="43110"/>
                  <a:pt x="358888" y="42380"/>
                  <a:pt x="355766" y="42380"/>
                </a:cubicBezTo>
                <a:cubicBezTo>
                  <a:pt x="350125" y="42380"/>
                  <a:pt x="345441" y="44256"/>
                  <a:pt x="341715" y="48008"/>
                </a:cubicBezTo>
                <a:cubicBezTo>
                  <a:pt x="337988" y="51760"/>
                  <a:pt x="336124" y="57766"/>
                  <a:pt x="336124" y="66025"/>
                </a:cubicBezTo>
                <a:lnTo>
                  <a:pt x="336124" y="112635"/>
                </a:lnTo>
                <a:lnTo>
                  <a:pt x="322527" y="112635"/>
                </a:lnTo>
                <a:lnTo>
                  <a:pt x="322527" y="60510"/>
                </a:lnTo>
                <a:cubicBezTo>
                  <a:pt x="322527" y="54467"/>
                  <a:pt x="321419" y="49934"/>
                  <a:pt x="319203" y="46913"/>
                </a:cubicBezTo>
                <a:cubicBezTo>
                  <a:pt x="316987" y="43891"/>
                  <a:pt x="313361" y="42380"/>
                  <a:pt x="308324" y="42380"/>
                </a:cubicBezTo>
                <a:cubicBezTo>
                  <a:pt x="304497" y="42380"/>
                  <a:pt x="300959" y="43387"/>
                  <a:pt x="297711" y="45402"/>
                </a:cubicBezTo>
                <a:cubicBezTo>
                  <a:pt x="294462" y="47416"/>
                  <a:pt x="292108" y="50362"/>
                  <a:pt x="290647" y="54240"/>
                </a:cubicBezTo>
                <a:cubicBezTo>
                  <a:pt x="289187" y="58118"/>
                  <a:pt x="288456" y="63708"/>
                  <a:pt x="288456" y="71011"/>
                </a:cubicBezTo>
                <a:lnTo>
                  <a:pt x="288456" y="112635"/>
                </a:lnTo>
                <a:lnTo>
                  <a:pt x="274859" y="112635"/>
                </a:lnTo>
                <a:close/>
                <a:moveTo>
                  <a:pt x="456133" y="102739"/>
                </a:moveTo>
                <a:cubicBezTo>
                  <a:pt x="451096" y="107020"/>
                  <a:pt x="446249" y="110042"/>
                  <a:pt x="441591" y="111804"/>
                </a:cubicBezTo>
                <a:cubicBezTo>
                  <a:pt x="436932" y="113567"/>
                  <a:pt x="431934" y="114448"/>
                  <a:pt x="426595" y="114448"/>
                </a:cubicBezTo>
                <a:cubicBezTo>
                  <a:pt x="417782" y="114448"/>
                  <a:pt x="411008" y="112295"/>
                  <a:pt x="406274" y="107989"/>
                </a:cubicBezTo>
                <a:cubicBezTo>
                  <a:pt x="401540" y="103683"/>
                  <a:pt x="399173" y="98181"/>
                  <a:pt x="399173" y="91483"/>
                </a:cubicBezTo>
                <a:cubicBezTo>
                  <a:pt x="399173" y="87555"/>
                  <a:pt x="400067" y="83967"/>
                  <a:pt x="401855" y="80718"/>
                </a:cubicBezTo>
                <a:cubicBezTo>
                  <a:pt x="403643" y="77470"/>
                  <a:pt x="405984" y="74864"/>
                  <a:pt x="408880" y="72899"/>
                </a:cubicBezTo>
                <a:cubicBezTo>
                  <a:pt x="411776" y="70935"/>
                  <a:pt x="415037" y="69450"/>
                  <a:pt x="418663" y="68442"/>
                </a:cubicBezTo>
                <a:cubicBezTo>
                  <a:pt x="421332" y="67737"/>
                  <a:pt x="425361" y="67057"/>
                  <a:pt x="430750" y="66403"/>
                </a:cubicBezTo>
                <a:cubicBezTo>
                  <a:pt x="441729" y="65093"/>
                  <a:pt x="449812" y="63532"/>
                  <a:pt x="455000" y="61719"/>
                </a:cubicBezTo>
                <a:cubicBezTo>
                  <a:pt x="455050" y="59856"/>
                  <a:pt x="455075" y="58672"/>
                  <a:pt x="455075" y="58168"/>
                </a:cubicBezTo>
                <a:cubicBezTo>
                  <a:pt x="455075" y="52629"/>
                  <a:pt x="453791" y="48726"/>
                  <a:pt x="451222" y="46459"/>
                </a:cubicBezTo>
                <a:cubicBezTo>
                  <a:pt x="447747" y="43387"/>
                  <a:pt x="442585" y="41851"/>
                  <a:pt x="435736" y="41851"/>
                </a:cubicBezTo>
                <a:cubicBezTo>
                  <a:pt x="429340" y="41851"/>
                  <a:pt x="424618" y="42972"/>
                  <a:pt x="421572" y="45213"/>
                </a:cubicBezTo>
                <a:cubicBezTo>
                  <a:pt x="418525" y="47454"/>
                  <a:pt x="416271" y="51420"/>
                  <a:pt x="414810" y="57111"/>
                </a:cubicBezTo>
                <a:lnTo>
                  <a:pt x="401515" y="55298"/>
                </a:lnTo>
                <a:cubicBezTo>
                  <a:pt x="402723" y="49607"/>
                  <a:pt x="404713" y="45011"/>
                  <a:pt x="407483" y="41511"/>
                </a:cubicBezTo>
                <a:cubicBezTo>
                  <a:pt x="410253" y="38011"/>
                  <a:pt x="414256" y="35317"/>
                  <a:pt x="419494" y="33428"/>
                </a:cubicBezTo>
                <a:cubicBezTo>
                  <a:pt x="424732" y="31539"/>
                  <a:pt x="430800" y="30595"/>
                  <a:pt x="437700" y="30595"/>
                </a:cubicBezTo>
                <a:cubicBezTo>
                  <a:pt x="444549" y="30595"/>
                  <a:pt x="450114" y="31401"/>
                  <a:pt x="454395" y="33013"/>
                </a:cubicBezTo>
                <a:cubicBezTo>
                  <a:pt x="458676" y="34624"/>
                  <a:pt x="461824" y="36651"/>
                  <a:pt x="463838" y="39094"/>
                </a:cubicBezTo>
                <a:cubicBezTo>
                  <a:pt x="465853" y="41536"/>
                  <a:pt x="467263" y="44621"/>
                  <a:pt x="468069" y="48348"/>
                </a:cubicBezTo>
                <a:cubicBezTo>
                  <a:pt x="468522" y="50664"/>
                  <a:pt x="468748" y="54845"/>
                  <a:pt x="468748" y="60888"/>
                </a:cubicBezTo>
                <a:lnTo>
                  <a:pt x="468748" y="79018"/>
                </a:lnTo>
                <a:cubicBezTo>
                  <a:pt x="468748" y="91659"/>
                  <a:pt x="469038" y="99654"/>
                  <a:pt x="469617" y="103004"/>
                </a:cubicBezTo>
                <a:cubicBezTo>
                  <a:pt x="470196" y="106353"/>
                  <a:pt x="471342" y="109563"/>
                  <a:pt x="473054" y="112635"/>
                </a:cubicBezTo>
                <a:lnTo>
                  <a:pt x="458852" y="112635"/>
                </a:lnTo>
                <a:cubicBezTo>
                  <a:pt x="457442" y="109815"/>
                  <a:pt x="456536" y="106516"/>
                  <a:pt x="456133" y="102739"/>
                </a:cubicBezTo>
                <a:moveTo>
                  <a:pt x="455000" y="72371"/>
                </a:moveTo>
                <a:cubicBezTo>
                  <a:pt x="450064" y="74385"/>
                  <a:pt x="442661" y="76097"/>
                  <a:pt x="432790" y="77508"/>
                </a:cubicBezTo>
                <a:cubicBezTo>
                  <a:pt x="427200" y="78313"/>
                  <a:pt x="423246" y="79220"/>
                  <a:pt x="420929" y="80227"/>
                </a:cubicBezTo>
                <a:cubicBezTo>
                  <a:pt x="418613" y="81234"/>
                  <a:pt x="416825" y="82708"/>
                  <a:pt x="415566" y="84646"/>
                </a:cubicBezTo>
                <a:cubicBezTo>
                  <a:pt x="414307" y="86585"/>
                  <a:pt x="413677" y="88738"/>
                  <a:pt x="413677" y="91105"/>
                </a:cubicBezTo>
                <a:cubicBezTo>
                  <a:pt x="413677" y="94732"/>
                  <a:pt x="415050" y="97753"/>
                  <a:pt x="417794" y="100171"/>
                </a:cubicBezTo>
                <a:cubicBezTo>
                  <a:pt x="420539" y="102588"/>
                  <a:pt x="424556" y="103797"/>
                  <a:pt x="429844" y="103797"/>
                </a:cubicBezTo>
                <a:cubicBezTo>
                  <a:pt x="435081" y="103797"/>
                  <a:pt x="439740" y="102651"/>
                  <a:pt x="443819" y="100360"/>
                </a:cubicBezTo>
                <a:cubicBezTo>
                  <a:pt x="447898" y="98068"/>
                  <a:pt x="450895" y="94933"/>
                  <a:pt x="452809" y="90954"/>
                </a:cubicBezTo>
                <a:cubicBezTo>
                  <a:pt x="454269" y="87882"/>
                  <a:pt x="455000" y="83350"/>
                  <a:pt x="455000" y="77357"/>
                </a:cubicBezTo>
                <a:lnTo>
                  <a:pt x="455000" y="72371"/>
                </a:lnTo>
                <a:close/>
                <a:moveTo>
                  <a:pt x="488927" y="112635"/>
                </a:moveTo>
                <a:lnTo>
                  <a:pt x="488927" y="1889"/>
                </a:lnTo>
                <a:lnTo>
                  <a:pt x="502525" y="1889"/>
                </a:lnTo>
                <a:lnTo>
                  <a:pt x="502525" y="112635"/>
                </a:lnTo>
                <a:lnTo>
                  <a:pt x="488927" y="112635"/>
                </a:lnTo>
                <a:close/>
                <a:moveTo>
                  <a:pt x="531917" y="145195"/>
                </a:moveTo>
                <a:lnTo>
                  <a:pt x="522172" y="145195"/>
                </a:lnTo>
                <a:cubicBezTo>
                  <a:pt x="537230" y="121021"/>
                  <a:pt x="544760" y="96822"/>
                  <a:pt x="544760" y="72597"/>
                </a:cubicBezTo>
                <a:cubicBezTo>
                  <a:pt x="544760" y="63129"/>
                  <a:pt x="543677" y="53737"/>
                  <a:pt x="541511" y="44420"/>
                </a:cubicBezTo>
                <a:cubicBezTo>
                  <a:pt x="539799" y="36865"/>
                  <a:pt x="537407" y="29613"/>
                  <a:pt x="534335" y="22663"/>
                </a:cubicBezTo>
                <a:cubicBezTo>
                  <a:pt x="532370" y="18130"/>
                  <a:pt x="528316" y="10576"/>
                  <a:pt x="522172" y="0"/>
                </a:cubicBezTo>
                <a:lnTo>
                  <a:pt x="531917" y="0"/>
                </a:lnTo>
                <a:cubicBezTo>
                  <a:pt x="541385" y="12641"/>
                  <a:pt x="548386" y="25332"/>
                  <a:pt x="552918" y="38074"/>
                </a:cubicBezTo>
                <a:cubicBezTo>
                  <a:pt x="556796" y="49053"/>
                  <a:pt x="558735" y="60536"/>
                  <a:pt x="558735" y="72522"/>
                </a:cubicBezTo>
                <a:cubicBezTo>
                  <a:pt x="558735" y="86120"/>
                  <a:pt x="556129" y="99264"/>
                  <a:pt x="550916" y="111955"/>
                </a:cubicBezTo>
                <a:cubicBezTo>
                  <a:pt x="545704" y="124647"/>
                  <a:pt x="539371" y="135726"/>
                  <a:pt x="531917" y="1451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D26EB3-8D3A-4177-A9CA-9E25A099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942" y="732489"/>
            <a:ext cx="790533" cy="422270"/>
          </a:xfrm>
          <a:custGeom xmlns:a="http://schemas.openxmlformats.org/drawingml/2006/main">
            <a:pathLst>
              <a:path w="790533" h="422270">
                <a:moveTo>
                  <a:pt x="0" y="61828"/>
                </a:moveTo>
                <a:cubicBezTo>
                  <a:pt x="0" y="27682"/>
                  <a:pt x="27682" y="0"/>
                  <a:pt x="61828" y="0"/>
                </a:cubicBezTo>
                <a:lnTo>
                  <a:pt x="728705" y="0"/>
                </a:lnTo>
                <a:cubicBezTo>
                  <a:pt x="762851" y="0"/>
                  <a:pt x="790533" y="27682"/>
                  <a:pt x="790533" y="61828"/>
                </a:cubicBezTo>
                <a:lnTo>
                  <a:pt x="790533" y="360441"/>
                </a:lnTo>
                <a:cubicBezTo>
                  <a:pt x="790533" y="394588"/>
                  <a:pt x="762851" y="422270"/>
                  <a:pt x="728705" y="422270"/>
                </a:cubicBezTo>
                <a:lnTo>
                  <a:pt x="61828" y="422270"/>
                </a:lnTo>
                <a:cubicBezTo>
                  <a:pt x="27682" y="422270"/>
                  <a:pt x="0" y="394588"/>
                  <a:pt x="0" y="360441"/>
                </a:cubicBezTo>
                <a:lnTo>
                  <a:pt x="0" y="6182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94333-DC83-4760-BF13-CA21299B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942" y="732489"/>
            <a:ext cx="790533" cy="422269"/>
          </a:xfrm>
          <a:custGeom xmlns:a="http://schemas.openxmlformats.org/drawingml/2006/main">
            <a:pathLst>
              <a:path w="790533" h="422269" fill="none">
                <a:moveTo>
                  <a:pt x="0" y="61828"/>
                </a:moveTo>
                <a:cubicBezTo>
                  <a:pt x="0" y="27681"/>
                  <a:pt x="27681" y="0"/>
                  <a:pt x="61828" y="0"/>
                </a:cubicBezTo>
                <a:lnTo>
                  <a:pt x="728705" y="0"/>
                </a:lnTo>
                <a:cubicBezTo>
                  <a:pt x="762852" y="0"/>
                  <a:pt x="790533" y="27681"/>
                  <a:pt x="790533" y="61828"/>
                </a:cubicBezTo>
                <a:lnTo>
                  <a:pt x="790533" y="360441"/>
                </a:lnTo>
                <a:cubicBezTo>
                  <a:pt x="790533" y="394588"/>
                  <a:pt x="762852" y="422269"/>
                  <a:pt x="728705" y="422269"/>
                </a:cubicBezTo>
                <a:lnTo>
                  <a:pt x="61828" y="422269"/>
                </a:lnTo>
                <a:cubicBezTo>
                  <a:pt x="27681" y="422269"/>
                  <a:pt x="0" y="394588"/>
                  <a:pt x="0" y="360441"/>
                </a:cubicBezTo>
                <a:lnTo>
                  <a:pt x="0" y="6182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miter/>
          </a:ln>
        </p:spPr>
      </p:sp>
      <p:sp>
        <p:nvSpPr>
          <p:cNvPr id="25" name="Text App">
            <a:extLst xmlns:a="http://schemas.openxmlformats.org/drawingml/2006/main">
              <a:ext uri="{FF2B5EF4-FFF2-40B4-BE49-F238E27FC236}">
                <a16:creationId xmlns:a16="http://schemas.microsoft.com/office/drawing/2014/main" id="{16D7D1B9-096E-4D54-A151-5ED2E07F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590" y="887769"/>
            <a:ext cx="314208" cy="165075"/>
          </a:xfrm>
          <a:custGeom xmlns:a="http://schemas.openxmlformats.org/drawingml/2006/main">
            <a:pathLst>
              <a:path w="314208" h="165075">
                <a:moveTo>
                  <a:pt x="0" y="129205"/>
                </a:moveTo>
                <a:lnTo>
                  <a:pt x="49619" y="0"/>
                </a:lnTo>
                <a:lnTo>
                  <a:pt x="68039" y="0"/>
                </a:lnTo>
                <a:lnTo>
                  <a:pt x="120920" y="129205"/>
                </a:lnTo>
                <a:lnTo>
                  <a:pt x="101442" y="129205"/>
                </a:lnTo>
                <a:lnTo>
                  <a:pt x="86371" y="90073"/>
                </a:lnTo>
                <a:lnTo>
                  <a:pt x="32345" y="90073"/>
                </a:lnTo>
                <a:lnTo>
                  <a:pt x="18156" y="129205"/>
                </a:lnTo>
                <a:lnTo>
                  <a:pt x="0" y="129205"/>
                </a:lnTo>
                <a:moveTo>
                  <a:pt x="37281" y="76148"/>
                </a:moveTo>
                <a:lnTo>
                  <a:pt x="81083" y="76148"/>
                </a:lnTo>
                <a:lnTo>
                  <a:pt x="67599" y="40365"/>
                </a:lnTo>
                <a:cubicBezTo>
                  <a:pt x="63486" y="29496"/>
                  <a:pt x="60431" y="20565"/>
                  <a:pt x="58433" y="13573"/>
                </a:cubicBezTo>
                <a:cubicBezTo>
                  <a:pt x="56788" y="21857"/>
                  <a:pt x="54467" y="30083"/>
                  <a:pt x="51470" y="38250"/>
                </a:cubicBezTo>
                <a:lnTo>
                  <a:pt x="37281" y="76148"/>
                </a:lnTo>
                <a:close/>
                <a:moveTo>
                  <a:pt x="133024" y="165075"/>
                </a:moveTo>
                <a:lnTo>
                  <a:pt x="133024" y="35606"/>
                </a:lnTo>
                <a:lnTo>
                  <a:pt x="147478" y="35606"/>
                </a:lnTo>
                <a:lnTo>
                  <a:pt x="147478" y="47769"/>
                </a:lnTo>
                <a:cubicBezTo>
                  <a:pt x="150886" y="43009"/>
                  <a:pt x="154734" y="39440"/>
                  <a:pt x="159023" y="37060"/>
                </a:cubicBezTo>
                <a:cubicBezTo>
                  <a:pt x="163313" y="34681"/>
                  <a:pt x="168513" y="33491"/>
                  <a:pt x="174623" y="33491"/>
                </a:cubicBezTo>
                <a:cubicBezTo>
                  <a:pt x="182614" y="33491"/>
                  <a:pt x="189665" y="35547"/>
                  <a:pt x="195775" y="39660"/>
                </a:cubicBezTo>
                <a:cubicBezTo>
                  <a:pt x="201886" y="43773"/>
                  <a:pt x="206498" y="49575"/>
                  <a:pt x="209612" y="57067"/>
                </a:cubicBezTo>
                <a:cubicBezTo>
                  <a:pt x="212726" y="64558"/>
                  <a:pt x="214283" y="72769"/>
                  <a:pt x="214283" y="81700"/>
                </a:cubicBezTo>
                <a:cubicBezTo>
                  <a:pt x="214283" y="91278"/>
                  <a:pt x="212565" y="99900"/>
                  <a:pt x="209128" y="107568"/>
                </a:cubicBezTo>
                <a:cubicBezTo>
                  <a:pt x="205690" y="115235"/>
                  <a:pt x="200696" y="121111"/>
                  <a:pt x="194145" y="125194"/>
                </a:cubicBezTo>
                <a:cubicBezTo>
                  <a:pt x="187594" y="129278"/>
                  <a:pt x="180704" y="131320"/>
                  <a:pt x="173477" y="131320"/>
                </a:cubicBezTo>
                <a:cubicBezTo>
                  <a:pt x="168189" y="131320"/>
                  <a:pt x="163445" y="130203"/>
                  <a:pt x="159244" y="127971"/>
                </a:cubicBezTo>
                <a:cubicBezTo>
                  <a:pt x="155043" y="125738"/>
                  <a:pt x="151591" y="122918"/>
                  <a:pt x="148888" y="119510"/>
                </a:cubicBezTo>
                <a:lnTo>
                  <a:pt x="148888" y="165075"/>
                </a:lnTo>
                <a:lnTo>
                  <a:pt x="133024" y="165075"/>
                </a:lnTo>
                <a:moveTo>
                  <a:pt x="147390" y="82934"/>
                </a:moveTo>
                <a:cubicBezTo>
                  <a:pt x="147390" y="94979"/>
                  <a:pt x="149828" y="103881"/>
                  <a:pt x="154705" y="109639"/>
                </a:cubicBezTo>
                <a:cubicBezTo>
                  <a:pt x="159582" y="115397"/>
                  <a:pt x="165487" y="118276"/>
                  <a:pt x="172420" y="118276"/>
                </a:cubicBezTo>
                <a:cubicBezTo>
                  <a:pt x="179471" y="118276"/>
                  <a:pt x="185508" y="115294"/>
                  <a:pt x="190531" y="109330"/>
                </a:cubicBezTo>
                <a:cubicBezTo>
                  <a:pt x="195555" y="103367"/>
                  <a:pt x="198067" y="94127"/>
                  <a:pt x="198067" y="81612"/>
                </a:cubicBezTo>
                <a:cubicBezTo>
                  <a:pt x="198067" y="69685"/>
                  <a:pt x="195614" y="60754"/>
                  <a:pt x="190708" y="54819"/>
                </a:cubicBezTo>
                <a:cubicBezTo>
                  <a:pt x="185802" y="48885"/>
                  <a:pt x="179941" y="45918"/>
                  <a:pt x="173125" y="45918"/>
                </a:cubicBezTo>
                <a:cubicBezTo>
                  <a:pt x="166368" y="45918"/>
                  <a:pt x="160390" y="49076"/>
                  <a:pt x="155190" y="55392"/>
                </a:cubicBezTo>
                <a:cubicBezTo>
                  <a:pt x="149990" y="61709"/>
                  <a:pt x="147390" y="70889"/>
                  <a:pt x="147390" y="82934"/>
                </a:cubicBezTo>
                <a:close/>
                <a:moveTo>
                  <a:pt x="232948" y="165075"/>
                </a:moveTo>
                <a:lnTo>
                  <a:pt x="232948" y="35606"/>
                </a:lnTo>
                <a:lnTo>
                  <a:pt x="247402" y="35606"/>
                </a:lnTo>
                <a:lnTo>
                  <a:pt x="247402" y="47769"/>
                </a:lnTo>
                <a:cubicBezTo>
                  <a:pt x="250810" y="43009"/>
                  <a:pt x="254658" y="39440"/>
                  <a:pt x="258948" y="37060"/>
                </a:cubicBezTo>
                <a:cubicBezTo>
                  <a:pt x="263237" y="34681"/>
                  <a:pt x="268437" y="33491"/>
                  <a:pt x="274547" y="33491"/>
                </a:cubicBezTo>
                <a:cubicBezTo>
                  <a:pt x="282538" y="33491"/>
                  <a:pt x="289589" y="35547"/>
                  <a:pt x="295700" y="39660"/>
                </a:cubicBezTo>
                <a:cubicBezTo>
                  <a:pt x="301810" y="43773"/>
                  <a:pt x="306423" y="49575"/>
                  <a:pt x="309537" y="57067"/>
                </a:cubicBezTo>
                <a:cubicBezTo>
                  <a:pt x="312651" y="64558"/>
                  <a:pt x="314208" y="72769"/>
                  <a:pt x="314208" y="81700"/>
                </a:cubicBezTo>
                <a:cubicBezTo>
                  <a:pt x="314208" y="91278"/>
                  <a:pt x="312489" y="99900"/>
                  <a:pt x="309052" y="107568"/>
                </a:cubicBezTo>
                <a:cubicBezTo>
                  <a:pt x="305615" y="115235"/>
                  <a:pt x="300620" y="121111"/>
                  <a:pt x="294069" y="125194"/>
                </a:cubicBezTo>
                <a:cubicBezTo>
                  <a:pt x="287518" y="129278"/>
                  <a:pt x="280629" y="131320"/>
                  <a:pt x="273402" y="131320"/>
                </a:cubicBezTo>
                <a:cubicBezTo>
                  <a:pt x="268114" y="131320"/>
                  <a:pt x="263369" y="130203"/>
                  <a:pt x="259168" y="127971"/>
                </a:cubicBezTo>
                <a:cubicBezTo>
                  <a:pt x="254967" y="125738"/>
                  <a:pt x="251515" y="122918"/>
                  <a:pt x="248812" y="119510"/>
                </a:cubicBezTo>
                <a:lnTo>
                  <a:pt x="248812" y="165075"/>
                </a:lnTo>
                <a:lnTo>
                  <a:pt x="232948" y="165075"/>
                </a:lnTo>
                <a:moveTo>
                  <a:pt x="247314" y="82934"/>
                </a:moveTo>
                <a:cubicBezTo>
                  <a:pt x="247314" y="94979"/>
                  <a:pt x="249752" y="103881"/>
                  <a:pt x="254629" y="109639"/>
                </a:cubicBezTo>
                <a:cubicBezTo>
                  <a:pt x="259506" y="115397"/>
                  <a:pt x="265411" y="118276"/>
                  <a:pt x="272344" y="118276"/>
                </a:cubicBezTo>
                <a:cubicBezTo>
                  <a:pt x="279395" y="118276"/>
                  <a:pt x="285432" y="115294"/>
                  <a:pt x="290456" y="109330"/>
                </a:cubicBezTo>
                <a:cubicBezTo>
                  <a:pt x="295479" y="103367"/>
                  <a:pt x="297991" y="94127"/>
                  <a:pt x="297991" y="81612"/>
                </a:cubicBezTo>
                <a:cubicBezTo>
                  <a:pt x="297991" y="69685"/>
                  <a:pt x="295538" y="60754"/>
                  <a:pt x="290632" y="54819"/>
                </a:cubicBezTo>
                <a:cubicBezTo>
                  <a:pt x="285726" y="48885"/>
                  <a:pt x="279865" y="45918"/>
                  <a:pt x="273049" y="45918"/>
                </a:cubicBezTo>
                <a:cubicBezTo>
                  <a:pt x="266292" y="45918"/>
                  <a:pt x="260314" y="49076"/>
                  <a:pt x="255114" y="55392"/>
                </a:cubicBezTo>
                <a:cubicBezTo>
                  <a:pt x="249914" y="61709"/>
                  <a:pt x="247314" y="70889"/>
                  <a:pt x="247314" y="829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0da93dbe74c17"/>
          <a:stretch xmlns:a="http://schemas.openxmlformats.org/drawingml/2006/main"/>
        </p:blipFill>
        <p:spPr>
          <a:xfrm xmlns:a="http://schemas.openxmlformats.org/drawingml/2006/main">
            <a:off x="2384838" y="881153"/>
            <a:ext cx="369745" cy="375104"/>
          </a:xfrm>
          <a:prstGeom xmlns:a="http://schemas.openxmlformats.org/drawingml/2006/main" prst="rect">
            <a:avLst/>
          </a:prstGeom>
        </p:spPr>
      </p:pic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e3f5f8a694356"/>
          <a:stretch xmlns:a="http://schemas.openxmlformats.org/drawingml/2006/main"/>
        </p:blipFill>
        <p:spPr>
          <a:xfrm xmlns:a="http://schemas.openxmlformats.org/drawingml/2006/main">
            <a:off x="2483855" y="972608"/>
            <a:ext cx="176781" cy="169639"/>
          </a:xfrm>
          <a:prstGeom xmlns:a="http://schemas.openxmlformats.org/drawingml/2006/main" prst="rect">
            <a:avLst/>
          </a:prstGeom>
        </p:spPr>
      </p:pic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e894e78484586"/>
          <a:stretch xmlns:a="http://schemas.openxmlformats.org/drawingml/2006/main"/>
        </p:blipFill>
        <p:spPr>
          <a:xfrm xmlns:a="http://schemas.openxmlformats.org/drawingml/2006/main">
            <a:off x="1643375" y="882565"/>
            <a:ext cx="369745" cy="375104"/>
          </a:xfrm>
          <a:prstGeom xmlns:a="http://schemas.openxmlformats.org/drawingml/2006/main" prst="rect">
            <a:avLst/>
          </a:prstGeom>
        </p:spPr>
      </p:pic>
      <p:sp>
        <p:nvSpPr>
          <p:cNvPr id="29" name="Text Legacy">
            <a:extLst xmlns:a="http://schemas.openxmlformats.org/drawingml/2006/main">
              <a:ext uri="{FF2B5EF4-FFF2-40B4-BE49-F238E27FC236}">
                <a16:creationId xmlns:a16="http://schemas.microsoft.com/office/drawing/2014/main" id="{1729ECA0-DD9C-460D-A6E1-506E9952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733" y="682706"/>
            <a:ext cx="474271" cy="146831"/>
          </a:xfrm>
          <a:custGeom xmlns:a="http://schemas.openxmlformats.org/drawingml/2006/main">
            <a:pathLst>
              <a:path w="474271" h="146831">
                <a:moveTo>
                  <a:pt x="59138" y="107964"/>
                </a:moveTo>
                <a:cubicBezTo>
                  <a:pt x="59138" y="109139"/>
                  <a:pt x="59079" y="110123"/>
                  <a:pt x="58962" y="110917"/>
                </a:cubicBezTo>
                <a:cubicBezTo>
                  <a:pt x="58844" y="111710"/>
                  <a:pt x="58653" y="112386"/>
                  <a:pt x="58389" y="112944"/>
                </a:cubicBezTo>
                <a:cubicBezTo>
                  <a:pt x="58124" y="113502"/>
                  <a:pt x="57801" y="113913"/>
                  <a:pt x="57419" y="114178"/>
                </a:cubicBezTo>
                <a:cubicBezTo>
                  <a:pt x="57037" y="114442"/>
                  <a:pt x="56582" y="114574"/>
                  <a:pt x="56053" y="114574"/>
                </a:cubicBezTo>
                <a:lnTo>
                  <a:pt x="5641" y="114574"/>
                </a:lnTo>
                <a:cubicBezTo>
                  <a:pt x="4289" y="114574"/>
                  <a:pt x="3011" y="114119"/>
                  <a:pt x="1807" y="113208"/>
                </a:cubicBezTo>
                <a:cubicBezTo>
                  <a:pt x="602" y="112297"/>
                  <a:pt x="0" y="110696"/>
                  <a:pt x="0" y="108405"/>
                </a:cubicBezTo>
                <a:lnTo>
                  <a:pt x="0" y="2820"/>
                </a:lnTo>
                <a:cubicBezTo>
                  <a:pt x="0" y="2350"/>
                  <a:pt x="118" y="1939"/>
                  <a:pt x="353" y="1586"/>
                </a:cubicBezTo>
                <a:cubicBezTo>
                  <a:pt x="588" y="1234"/>
                  <a:pt x="999" y="955"/>
                  <a:pt x="1586" y="749"/>
                </a:cubicBezTo>
                <a:cubicBezTo>
                  <a:pt x="2174" y="543"/>
                  <a:pt x="2967" y="367"/>
                  <a:pt x="3966" y="220"/>
                </a:cubicBezTo>
                <a:cubicBezTo>
                  <a:pt x="4965" y="73"/>
                  <a:pt x="6169" y="0"/>
                  <a:pt x="7580" y="0"/>
                </a:cubicBezTo>
                <a:cubicBezTo>
                  <a:pt x="9048" y="0"/>
                  <a:pt x="10268" y="73"/>
                  <a:pt x="11237" y="220"/>
                </a:cubicBezTo>
                <a:cubicBezTo>
                  <a:pt x="12207" y="367"/>
                  <a:pt x="12985" y="543"/>
                  <a:pt x="13573" y="749"/>
                </a:cubicBezTo>
                <a:cubicBezTo>
                  <a:pt x="14160" y="955"/>
                  <a:pt x="14571" y="1234"/>
                  <a:pt x="14807" y="1586"/>
                </a:cubicBezTo>
                <a:cubicBezTo>
                  <a:pt x="15042" y="1939"/>
                  <a:pt x="15159" y="2350"/>
                  <a:pt x="15159" y="2820"/>
                </a:cubicBezTo>
                <a:lnTo>
                  <a:pt x="15159" y="101442"/>
                </a:lnTo>
                <a:lnTo>
                  <a:pt x="56053" y="101442"/>
                </a:lnTo>
                <a:cubicBezTo>
                  <a:pt x="56582" y="101442"/>
                  <a:pt x="57037" y="101574"/>
                  <a:pt x="57419" y="101839"/>
                </a:cubicBezTo>
                <a:cubicBezTo>
                  <a:pt x="57801" y="102103"/>
                  <a:pt x="58124" y="102485"/>
                  <a:pt x="58389" y="102985"/>
                </a:cubicBezTo>
                <a:cubicBezTo>
                  <a:pt x="58653" y="103484"/>
                  <a:pt x="58844" y="104145"/>
                  <a:pt x="58962" y="104968"/>
                </a:cubicBezTo>
                <a:cubicBezTo>
                  <a:pt x="59079" y="105790"/>
                  <a:pt x="59138" y="106789"/>
                  <a:pt x="59138" y="107964"/>
                </a:cubicBezTo>
                <a:close/>
                <a:moveTo>
                  <a:pt x="141750" y="69273"/>
                </a:moveTo>
                <a:cubicBezTo>
                  <a:pt x="141750" y="71565"/>
                  <a:pt x="141177" y="73195"/>
                  <a:pt x="140031" y="74165"/>
                </a:cubicBezTo>
                <a:cubicBezTo>
                  <a:pt x="138885" y="75134"/>
                  <a:pt x="137578" y="75619"/>
                  <a:pt x="136109" y="75619"/>
                </a:cubicBezTo>
                <a:lnTo>
                  <a:pt x="84110" y="75619"/>
                </a:lnTo>
                <a:cubicBezTo>
                  <a:pt x="84110" y="80039"/>
                  <a:pt x="84551" y="84017"/>
                  <a:pt x="85432" y="87553"/>
                </a:cubicBezTo>
                <a:cubicBezTo>
                  <a:pt x="86313" y="91089"/>
                  <a:pt x="87782" y="94124"/>
                  <a:pt x="89839" y="96658"/>
                </a:cubicBezTo>
                <a:cubicBezTo>
                  <a:pt x="91895" y="99192"/>
                  <a:pt x="94568" y="101137"/>
                  <a:pt x="97859" y="102494"/>
                </a:cubicBezTo>
                <a:cubicBezTo>
                  <a:pt x="101149" y="103849"/>
                  <a:pt x="105174" y="104527"/>
                  <a:pt x="109933" y="104527"/>
                </a:cubicBezTo>
                <a:cubicBezTo>
                  <a:pt x="113694" y="104527"/>
                  <a:pt x="117043" y="104219"/>
                  <a:pt x="119980" y="103602"/>
                </a:cubicBezTo>
                <a:cubicBezTo>
                  <a:pt x="122918" y="102985"/>
                  <a:pt x="125459" y="102294"/>
                  <a:pt x="127604" y="101530"/>
                </a:cubicBezTo>
                <a:cubicBezTo>
                  <a:pt x="129749" y="100767"/>
                  <a:pt x="131511" y="100076"/>
                  <a:pt x="132892" y="99459"/>
                </a:cubicBezTo>
                <a:cubicBezTo>
                  <a:pt x="134273" y="98842"/>
                  <a:pt x="135316" y="98534"/>
                  <a:pt x="136021" y="98534"/>
                </a:cubicBezTo>
                <a:cubicBezTo>
                  <a:pt x="136432" y="98534"/>
                  <a:pt x="136799" y="98637"/>
                  <a:pt x="137123" y="98842"/>
                </a:cubicBezTo>
                <a:cubicBezTo>
                  <a:pt x="137446" y="99048"/>
                  <a:pt x="137695" y="99356"/>
                  <a:pt x="137872" y="99768"/>
                </a:cubicBezTo>
                <a:cubicBezTo>
                  <a:pt x="138048" y="100179"/>
                  <a:pt x="138180" y="100752"/>
                  <a:pt x="138268" y="101486"/>
                </a:cubicBezTo>
                <a:cubicBezTo>
                  <a:pt x="138356" y="102221"/>
                  <a:pt x="138400" y="103117"/>
                  <a:pt x="138400" y="104174"/>
                </a:cubicBezTo>
                <a:cubicBezTo>
                  <a:pt x="138400" y="104938"/>
                  <a:pt x="138371" y="105599"/>
                  <a:pt x="138312" y="106157"/>
                </a:cubicBezTo>
                <a:cubicBezTo>
                  <a:pt x="138254" y="106716"/>
                  <a:pt x="138180" y="107215"/>
                  <a:pt x="138092" y="107656"/>
                </a:cubicBezTo>
                <a:cubicBezTo>
                  <a:pt x="138004" y="108096"/>
                  <a:pt x="137857" y="108493"/>
                  <a:pt x="137651" y="108846"/>
                </a:cubicBezTo>
                <a:cubicBezTo>
                  <a:pt x="137446" y="109198"/>
                  <a:pt x="137181" y="109536"/>
                  <a:pt x="136858" y="109859"/>
                </a:cubicBezTo>
                <a:cubicBezTo>
                  <a:pt x="136535" y="110182"/>
                  <a:pt x="135580" y="110711"/>
                  <a:pt x="133994" y="111446"/>
                </a:cubicBezTo>
                <a:cubicBezTo>
                  <a:pt x="132407" y="112180"/>
                  <a:pt x="130351" y="112900"/>
                  <a:pt x="127824" y="113605"/>
                </a:cubicBezTo>
                <a:cubicBezTo>
                  <a:pt x="125298" y="114310"/>
                  <a:pt x="122375" y="114941"/>
                  <a:pt x="119055" y="115500"/>
                </a:cubicBezTo>
                <a:cubicBezTo>
                  <a:pt x="115735" y="116058"/>
                  <a:pt x="112195" y="116337"/>
                  <a:pt x="108435" y="116337"/>
                </a:cubicBezTo>
                <a:cubicBezTo>
                  <a:pt x="101913" y="116337"/>
                  <a:pt x="96199" y="115425"/>
                  <a:pt x="91293" y="113602"/>
                </a:cubicBezTo>
                <a:cubicBezTo>
                  <a:pt x="86387" y="111779"/>
                  <a:pt x="82259" y="109073"/>
                  <a:pt x="78910" y="105485"/>
                </a:cubicBezTo>
                <a:cubicBezTo>
                  <a:pt x="75561" y="101898"/>
                  <a:pt x="73034" y="97398"/>
                  <a:pt x="71330" y="91987"/>
                </a:cubicBezTo>
                <a:cubicBezTo>
                  <a:pt x="69627" y="86576"/>
                  <a:pt x="68775" y="80283"/>
                  <a:pt x="68775" y="73107"/>
                </a:cubicBezTo>
                <a:cubicBezTo>
                  <a:pt x="68775" y="66284"/>
                  <a:pt x="69656" y="60152"/>
                  <a:pt x="71419" y="54712"/>
                </a:cubicBezTo>
                <a:cubicBezTo>
                  <a:pt x="73181" y="49272"/>
                  <a:pt x="75722" y="44655"/>
                  <a:pt x="79042" y="40861"/>
                </a:cubicBezTo>
                <a:cubicBezTo>
                  <a:pt x="82362" y="37068"/>
                  <a:pt x="86372" y="34157"/>
                  <a:pt x="91073" y="32128"/>
                </a:cubicBezTo>
                <a:cubicBezTo>
                  <a:pt x="95773" y="30099"/>
                  <a:pt x="101032" y="29084"/>
                  <a:pt x="106849" y="29084"/>
                </a:cubicBezTo>
                <a:cubicBezTo>
                  <a:pt x="113077" y="29084"/>
                  <a:pt x="118379" y="30083"/>
                  <a:pt x="122757" y="32081"/>
                </a:cubicBezTo>
                <a:cubicBezTo>
                  <a:pt x="127134" y="34078"/>
                  <a:pt x="130733" y="36767"/>
                  <a:pt x="133553" y="40145"/>
                </a:cubicBezTo>
                <a:cubicBezTo>
                  <a:pt x="136373" y="43524"/>
                  <a:pt x="138445" y="47490"/>
                  <a:pt x="139767" y="52043"/>
                </a:cubicBezTo>
                <a:cubicBezTo>
                  <a:pt x="141089" y="56597"/>
                  <a:pt x="141750" y="61459"/>
                  <a:pt x="141750" y="66629"/>
                </a:cubicBezTo>
                <a:lnTo>
                  <a:pt x="141750" y="69273"/>
                </a:lnTo>
                <a:moveTo>
                  <a:pt x="127119" y="64955"/>
                </a:moveTo>
                <a:cubicBezTo>
                  <a:pt x="127296" y="57317"/>
                  <a:pt x="125606" y="51323"/>
                  <a:pt x="122052" y="46975"/>
                </a:cubicBezTo>
                <a:cubicBezTo>
                  <a:pt x="118497" y="42628"/>
                  <a:pt x="113224" y="40454"/>
                  <a:pt x="106232" y="40454"/>
                </a:cubicBezTo>
                <a:cubicBezTo>
                  <a:pt x="102647" y="40454"/>
                  <a:pt x="99504" y="41129"/>
                  <a:pt x="96801" y="42481"/>
                </a:cubicBezTo>
                <a:cubicBezTo>
                  <a:pt x="94098" y="43832"/>
                  <a:pt x="91836" y="45624"/>
                  <a:pt x="90015" y="47857"/>
                </a:cubicBezTo>
                <a:cubicBezTo>
                  <a:pt x="88193" y="50090"/>
                  <a:pt x="86783" y="52689"/>
                  <a:pt x="85784" y="55657"/>
                </a:cubicBezTo>
                <a:cubicBezTo>
                  <a:pt x="84786" y="58624"/>
                  <a:pt x="84227" y="61723"/>
                  <a:pt x="84110" y="64955"/>
                </a:cubicBezTo>
                <a:lnTo>
                  <a:pt x="127119" y="64955"/>
                </a:lnTo>
                <a:close/>
                <a:moveTo>
                  <a:pt x="230516" y="36576"/>
                </a:moveTo>
                <a:cubicBezTo>
                  <a:pt x="230516" y="38632"/>
                  <a:pt x="230237" y="40116"/>
                  <a:pt x="229679" y="41026"/>
                </a:cubicBezTo>
                <a:cubicBezTo>
                  <a:pt x="229121" y="41937"/>
                  <a:pt x="228401" y="42392"/>
                  <a:pt x="227520" y="42392"/>
                </a:cubicBezTo>
                <a:lnTo>
                  <a:pt x="216151" y="42392"/>
                </a:lnTo>
                <a:cubicBezTo>
                  <a:pt x="218207" y="44513"/>
                  <a:pt x="219647" y="46856"/>
                  <a:pt x="220469" y="49421"/>
                </a:cubicBezTo>
                <a:cubicBezTo>
                  <a:pt x="221292" y="51984"/>
                  <a:pt x="221703" y="54650"/>
                  <a:pt x="221703" y="57419"/>
                </a:cubicBezTo>
                <a:cubicBezTo>
                  <a:pt x="221703" y="61995"/>
                  <a:pt x="220969" y="66043"/>
                  <a:pt x="219500" y="69563"/>
                </a:cubicBezTo>
                <a:cubicBezTo>
                  <a:pt x="218031" y="73082"/>
                  <a:pt x="215930" y="76060"/>
                  <a:pt x="213198" y="78494"/>
                </a:cubicBezTo>
                <a:cubicBezTo>
                  <a:pt x="210466" y="80929"/>
                  <a:pt x="207220" y="82792"/>
                  <a:pt x="203459" y="84083"/>
                </a:cubicBezTo>
                <a:cubicBezTo>
                  <a:pt x="199699" y="85373"/>
                  <a:pt x="195527" y="86019"/>
                  <a:pt x="190944" y="86019"/>
                </a:cubicBezTo>
                <a:cubicBezTo>
                  <a:pt x="187713" y="86019"/>
                  <a:pt x="184643" y="85594"/>
                  <a:pt x="181734" y="84744"/>
                </a:cubicBezTo>
                <a:cubicBezTo>
                  <a:pt x="178826" y="83894"/>
                  <a:pt x="176578" y="82823"/>
                  <a:pt x="174992" y="81532"/>
                </a:cubicBezTo>
                <a:cubicBezTo>
                  <a:pt x="173934" y="82590"/>
                  <a:pt x="173068" y="83794"/>
                  <a:pt x="172392" y="85146"/>
                </a:cubicBezTo>
                <a:cubicBezTo>
                  <a:pt x="171716" y="86495"/>
                  <a:pt x="171379" y="88051"/>
                  <a:pt x="171379" y="89811"/>
                </a:cubicBezTo>
                <a:cubicBezTo>
                  <a:pt x="171379" y="91868"/>
                  <a:pt x="172333" y="93572"/>
                  <a:pt x="174243" y="94923"/>
                </a:cubicBezTo>
                <a:cubicBezTo>
                  <a:pt x="176152" y="96273"/>
                  <a:pt x="178694" y="97006"/>
                  <a:pt x="181866" y="97124"/>
                </a:cubicBezTo>
                <a:lnTo>
                  <a:pt x="202578" y="98008"/>
                </a:lnTo>
                <a:cubicBezTo>
                  <a:pt x="206515" y="98125"/>
                  <a:pt x="210128" y="98671"/>
                  <a:pt x="213418" y="99644"/>
                </a:cubicBezTo>
                <a:cubicBezTo>
                  <a:pt x="216709" y="100617"/>
                  <a:pt x="219558" y="102003"/>
                  <a:pt x="221967" y="103803"/>
                </a:cubicBezTo>
                <a:cubicBezTo>
                  <a:pt x="224376" y="105600"/>
                  <a:pt x="226257" y="107811"/>
                  <a:pt x="227608" y="110435"/>
                </a:cubicBezTo>
                <a:cubicBezTo>
                  <a:pt x="228959" y="113059"/>
                  <a:pt x="229635" y="116110"/>
                  <a:pt x="229635" y="119590"/>
                </a:cubicBezTo>
                <a:cubicBezTo>
                  <a:pt x="229635" y="123245"/>
                  <a:pt x="228871" y="126724"/>
                  <a:pt x="227344" y="130025"/>
                </a:cubicBezTo>
                <a:cubicBezTo>
                  <a:pt x="225816" y="133328"/>
                  <a:pt x="223480" y="136232"/>
                  <a:pt x="220337" y="138737"/>
                </a:cubicBezTo>
                <a:cubicBezTo>
                  <a:pt x="217194" y="141243"/>
                  <a:pt x="213183" y="143219"/>
                  <a:pt x="208307" y="144664"/>
                </a:cubicBezTo>
                <a:cubicBezTo>
                  <a:pt x="203430" y="146109"/>
                  <a:pt x="197672" y="146831"/>
                  <a:pt x="191032" y="146831"/>
                </a:cubicBezTo>
                <a:cubicBezTo>
                  <a:pt x="184628" y="146831"/>
                  <a:pt x="179178" y="146287"/>
                  <a:pt x="174684" y="145198"/>
                </a:cubicBezTo>
                <a:cubicBezTo>
                  <a:pt x="170189" y="144111"/>
                  <a:pt x="166502" y="142627"/>
                  <a:pt x="163623" y="140745"/>
                </a:cubicBezTo>
                <a:cubicBezTo>
                  <a:pt x="160744" y="138864"/>
                  <a:pt x="158658" y="136616"/>
                  <a:pt x="157365" y="134000"/>
                </a:cubicBezTo>
                <a:cubicBezTo>
                  <a:pt x="156073" y="131383"/>
                  <a:pt x="155426" y="128545"/>
                  <a:pt x="155426" y="125486"/>
                </a:cubicBezTo>
                <a:cubicBezTo>
                  <a:pt x="155426" y="123547"/>
                  <a:pt x="155661" y="121666"/>
                  <a:pt x="156131" y="119843"/>
                </a:cubicBezTo>
                <a:cubicBezTo>
                  <a:pt x="156601" y="118020"/>
                  <a:pt x="157321" y="116285"/>
                  <a:pt x="158291" y="114638"/>
                </a:cubicBezTo>
                <a:cubicBezTo>
                  <a:pt x="159260" y="112992"/>
                  <a:pt x="160465" y="111421"/>
                  <a:pt x="161904" y="109922"/>
                </a:cubicBezTo>
                <a:cubicBezTo>
                  <a:pt x="163344" y="108422"/>
                  <a:pt x="165004" y="106937"/>
                  <a:pt x="166884" y="105466"/>
                </a:cubicBezTo>
                <a:cubicBezTo>
                  <a:pt x="164005" y="103992"/>
                  <a:pt x="161875" y="102134"/>
                  <a:pt x="160494" y="99892"/>
                </a:cubicBezTo>
                <a:cubicBezTo>
                  <a:pt x="159113" y="97648"/>
                  <a:pt x="158423" y="95228"/>
                  <a:pt x="158423" y="92632"/>
                </a:cubicBezTo>
                <a:cubicBezTo>
                  <a:pt x="158423" y="89033"/>
                  <a:pt x="159157" y="85817"/>
                  <a:pt x="160626" y="82984"/>
                </a:cubicBezTo>
                <a:cubicBezTo>
                  <a:pt x="162095" y="80151"/>
                  <a:pt x="163917" y="77613"/>
                  <a:pt x="166090" y="75371"/>
                </a:cubicBezTo>
                <a:cubicBezTo>
                  <a:pt x="164269" y="73201"/>
                  <a:pt x="162830" y="70751"/>
                  <a:pt x="161772" y="68023"/>
                </a:cubicBezTo>
                <a:cubicBezTo>
                  <a:pt x="160714" y="65294"/>
                  <a:pt x="160186" y="61995"/>
                  <a:pt x="160186" y="58124"/>
                </a:cubicBezTo>
                <a:cubicBezTo>
                  <a:pt x="160186" y="53608"/>
                  <a:pt x="160949" y="49560"/>
                  <a:pt x="162477" y="45981"/>
                </a:cubicBezTo>
                <a:cubicBezTo>
                  <a:pt x="164005" y="42403"/>
                  <a:pt x="166120" y="39381"/>
                  <a:pt x="168823" y="36917"/>
                </a:cubicBezTo>
                <a:cubicBezTo>
                  <a:pt x="171525" y="34453"/>
                  <a:pt x="174772" y="32561"/>
                  <a:pt x="178561" y="31241"/>
                </a:cubicBezTo>
                <a:cubicBezTo>
                  <a:pt x="182351" y="29921"/>
                  <a:pt x="186479" y="29261"/>
                  <a:pt x="190944" y="29261"/>
                </a:cubicBezTo>
                <a:cubicBezTo>
                  <a:pt x="193353" y="29261"/>
                  <a:pt x="195601" y="29385"/>
                  <a:pt x="197687" y="29635"/>
                </a:cubicBezTo>
                <a:cubicBezTo>
                  <a:pt x="199772" y="29883"/>
                  <a:pt x="201726" y="30228"/>
                  <a:pt x="203547" y="30671"/>
                </a:cubicBezTo>
                <a:lnTo>
                  <a:pt x="227520" y="30671"/>
                </a:lnTo>
                <a:cubicBezTo>
                  <a:pt x="228519" y="30671"/>
                  <a:pt x="229268" y="31155"/>
                  <a:pt x="229767" y="32125"/>
                </a:cubicBezTo>
                <a:cubicBezTo>
                  <a:pt x="230267" y="33094"/>
                  <a:pt x="230516" y="34578"/>
                  <a:pt x="230516" y="36576"/>
                </a:cubicBezTo>
                <a:moveTo>
                  <a:pt x="207778" y="57507"/>
                </a:moveTo>
                <a:cubicBezTo>
                  <a:pt x="207778" y="52117"/>
                  <a:pt x="206294" y="47912"/>
                  <a:pt x="203327" y="44893"/>
                </a:cubicBezTo>
                <a:cubicBezTo>
                  <a:pt x="200360" y="41875"/>
                  <a:pt x="196144" y="40365"/>
                  <a:pt x="190680" y="40365"/>
                </a:cubicBezTo>
                <a:cubicBezTo>
                  <a:pt x="187860" y="40365"/>
                  <a:pt x="185407" y="40835"/>
                  <a:pt x="183321" y="41773"/>
                </a:cubicBezTo>
                <a:cubicBezTo>
                  <a:pt x="181235" y="42709"/>
                  <a:pt x="179502" y="43998"/>
                  <a:pt x="178121" y="45640"/>
                </a:cubicBezTo>
                <a:cubicBezTo>
                  <a:pt x="176740" y="47281"/>
                  <a:pt x="175712" y="49171"/>
                  <a:pt x="175036" y="51311"/>
                </a:cubicBezTo>
                <a:cubicBezTo>
                  <a:pt x="174360" y="53450"/>
                  <a:pt x="174023" y="55692"/>
                  <a:pt x="174023" y="58036"/>
                </a:cubicBezTo>
                <a:cubicBezTo>
                  <a:pt x="174023" y="63251"/>
                  <a:pt x="175506" y="67353"/>
                  <a:pt x="178473" y="70342"/>
                </a:cubicBezTo>
                <a:cubicBezTo>
                  <a:pt x="181441" y="73331"/>
                  <a:pt x="185597" y="74826"/>
                  <a:pt x="190944" y="74826"/>
                </a:cubicBezTo>
                <a:cubicBezTo>
                  <a:pt x="193823" y="74826"/>
                  <a:pt x="196320" y="74372"/>
                  <a:pt x="198436" y="73465"/>
                </a:cubicBezTo>
                <a:cubicBezTo>
                  <a:pt x="200551" y="72556"/>
                  <a:pt x="202299" y="71296"/>
                  <a:pt x="203680" y="69684"/>
                </a:cubicBezTo>
                <a:cubicBezTo>
                  <a:pt x="205060" y="68072"/>
                  <a:pt x="206089" y="66211"/>
                  <a:pt x="206764" y="64101"/>
                </a:cubicBezTo>
                <a:cubicBezTo>
                  <a:pt x="207440" y="61991"/>
                  <a:pt x="207778" y="59793"/>
                  <a:pt x="207778" y="57507"/>
                </a:cubicBezTo>
                <a:moveTo>
                  <a:pt x="215093" y="120380"/>
                </a:moveTo>
                <a:cubicBezTo>
                  <a:pt x="215093" y="116948"/>
                  <a:pt x="213698" y="114302"/>
                  <a:pt x="210907" y="112440"/>
                </a:cubicBezTo>
                <a:cubicBezTo>
                  <a:pt x="208116" y="110576"/>
                  <a:pt x="204341" y="109586"/>
                  <a:pt x="199581" y="109468"/>
                </a:cubicBezTo>
                <a:lnTo>
                  <a:pt x="179046" y="108757"/>
                </a:lnTo>
                <a:cubicBezTo>
                  <a:pt x="177166" y="110236"/>
                  <a:pt x="175624" y="111640"/>
                  <a:pt x="174419" y="112971"/>
                </a:cubicBezTo>
                <a:cubicBezTo>
                  <a:pt x="173215" y="114303"/>
                  <a:pt x="172260" y="115574"/>
                  <a:pt x="171555" y="116786"/>
                </a:cubicBezTo>
                <a:cubicBezTo>
                  <a:pt x="170850" y="117998"/>
                  <a:pt x="170365" y="119195"/>
                  <a:pt x="170101" y="120377"/>
                </a:cubicBezTo>
                <a:cubicBezTo>
                  <a:pt x="169836" y="121562"/>
                  <a:pt x="169704" y="122774"/>
                  <a:pt x="169704" y="124016"/>
                </a:cubicBezTo>
                <a:cubicBezTo>
                  <a:pt x="169704" y="127860"/>
                  <a:pt x="171643" y="130773"/>
                  <a:pt x="175521" y="132755"/>
                </a:cubicBezTo>
                <a:cubicBezTo>
                  <a:pt x="179399" y="134736"/>
                  <a:pt x="184804" y="135726"/>
                  <a:pt x="191738" y="135726"/>
                </a:cubicBezTo>
                <a:cubicBezTo>
                  <a:pt x="196144" y="135726"/>
                  <a:pt x="199831" y="135298"/>
                  <a:pt x="202798" y="134440"/>
                </a:cubicBezTo>
                <a:cubicBezTo>
                  <a:pt x="205766" y="133583"/>
                  <a:pt x="208160" y="132444"/>
                  <a:pt x="209981" y="131025"/>
                </a:cubicBezTo>
                <a:cubicBezTo>
                  <a:pt x="211803" y="129606"/>
                  <a:pt x="213110" y="127979"/>
                  <a:pt x="213903" y="126145"/>
                </a:cubicBezTo>
                <a:cubicBezTo>
                  <a:pt x="214696" y="124312"/>
                  <a:pt x="215093" y="122391"/>
                  <a:pt x="215093" y="120380"/>
                </a:cubicBezTo>
                <a:close/>
                <a:moveTo>
                  <a:pt x="306049" y="112459"/>
                </a:moveTo>
                <a:cubicBezTo>
                  <a:pt x="306049" y="113164"/>
                  <a:pt x="305814" y="113693"/>
                  <a:pt x="305344" y="114045"/>
                </a:cubicBezTo>
                <a:cubicBezTo>
                  <a:pt x="304874" y="114398"/>
                  <a:pt x="304228" y="114662"/>
                  <a:pt x="303405" y="114839"/>
                </a:cubicBezTo>
                <a:cubicBezTo>
                  <a:pt x="302583" y="115015"/>
                  <a:pt x="301378" y="115103"/>
                  <a:pt x="299792" y="115103"/>
                </a:cubicBezTo>
                <a:cubicBezTo>
                  <a:pt x="298264" y="115103"/>
                  <a:pt x="297045" y="115015"/>
                  <a:pt x="296134" y="114839"/>
                </a:cubicBezTo>
                <a:cubicBezTo>
                  <a:pt x="295223" y="114662"/>
                  <a:pt x="294562" y="114398"/>
                  <a:pt x="294151" y="114045"/>
                </a:cubicBezTo>
                <a:cubicBezTo>
                  <a:pt x="293740" y="113693"/>
                  <a:pt x="293534" y="113164"/>
                  <a:pt x="293534" y="112459"/>
                </a:cubicBezTo>
                <a:lnTo>
                  <a:pt x="293534" y="104527"/>
                </a:lnTo>
                <a:cubicBezTo>
                  <a:pt x="290068" y="108229"/>
                  <a:pt x="286204" y="111122"/>
                  <a:pt x="281945" y="113208"/>
                </a:cubicBezTo>
                <a:cubicBezTo>
                  <a:pt x="277685" y="115294"/>
                  <a:pt x="273175" y="116337"/>
                  <a:pt x="268416" y="116337"/>
                </a:cubicBezTo>
                <a:cubicBezTo>
                  <a:pt x="264244" y="116337"/>
                  <a:pt x="260469" y="115792"/>
                  <a:pt x="257091" y="114701"/>
                </a:cubicBezTo>
                <a:cubicBezTo>
                  <a:pt x="253712" y="113610"/>
                  <a:pt x="250833" y="112033"/>
                  <a:pt x="248454" y="109969"/>
                </a:cubicBezTo>
                <a:cubicBezTo>
                  <a:pt x="246074" y="107905"/>
                  <a:pt x="244223" y="105371"/>
                  <a:pt x="242901" y="102365"/>
                </a:cubicBezTo>
                <a:cubicBezTo>
                  <a:pt x="241579" y="99357"/>
                  <a:pt x="240918" y="95937"/>
                  <a:pt x="240918" y="92103"/>
                </a:cubicBezTo>
                <a:cubicBezTo>
                  <a:pt x="240918" y="87623"/>
                  <a:pt x="241829" y="83732"/>
                  <a:pt x="243650" y="80431"/>
                </a:cubicBezTo>
                <a:cubicBezTo>
                  <a:pt x="245472" y="77127"/>
                  <a:pt x="248086" y="74385"/>
                  <a:pt x="251494" y="72204"/>
                </a:cubicBezTo>
                <a:cubicBezTo>
                  <a:pt x="254902" y="70023"/>
                  <a:pt x="259074" y="68387"/>
                  <a:pt x="264009" y="67296"/>
                </a:cubicBezTo>
                <a:cubicBezTo>
                  <a:pt x="268945" y="66205"/>
                  <a:pt x="274497" y="65660"/>
                  <a:pt x="280667" y="65660"/>
                </a:cubicBezTo>
                <a:lnTo>
                  <a:pt x="291595" y="65660"/>
                </a:lnTo>
                <a:lnTo>
                  <a:pt x="291595" y="59513"/>
                </a:lnTo>
                <a:cubicBezTo>
                  <a:pt x="291595" y="56468"/>
                  <a:pt x="291272" y="53776"/>
                  <a:pt x="290626" y="51434"/>
                </a:cubicBezTo>
                <a:cubicBezTo>
                  <a:pt x="289979" y="49092"/>
                  <a:pt x="288937" y="47144"/>
                  <a:pt x="287497" y="45593"/>
                </a:cubicBezTo>
                <a:cubicBezTo>
                  <a:pt x="286057" y="44041"/>
                  <a:pt x="284192" y="42871"/>
                  <a:pt x="281900" y="42081"/>
                </a:cubicBezTo>
                <a:cubicBezTo>
                  <a:pt x="279609" y="41290"/>
                  <a:pt x="276789" y="40894"/>
                  <a:pt x="273440" y="40894"/>
                </a:cubicBezTo>
                <a:cubicBezTo>
                  <a:pt x="269856" y="40894"/>
                  <a:pt x="266639" y="41316"/>
                  <a:pt x="263789" y="42158"/>
                </a:cubicBezTo>
                <a:cubicBezTo>
                  <a:pt x="260939" y="43001"/>
                  <a:pt x="258442" y="43931"/>
                  <a:pt x="256298" y="44948"/>
                </a:cubicBezTo>
                <a:cubicBezTo>
                  <a:pt x="254153" y="45966"/>
                  <a:pt x="252361" y="46896"/>
                  <a:pt x="250921" y="47738"/>
                </a:cubicBezTo>
                <a:cubicBezTo>
                  <a:pt x="249482" y="48581"/>
                  <a:pt x="248410" y="49003"/>
                  <a:pt x="247704" y="49003"/>
                </a:cubicBezTo>
                <a:cubicBezTo>
                  <a:pt x="247234" y="49003"/>
                  <a:pt x="246823" y="48885"/>
                  <a:pt x="246471" y="48650"/>
                </a:cubicBezTo>
                <a:cubicBezTo>
                  <a:pt x="246118" y="48415"/>
                  <a:pt x="245810" y="48062"/>
                  <a:pt x="245545" y="47592"/>
                </a:cubicBezTo>
                <a:cubicBezTo>
                  <a:pt x="245281" y="47122"/>
                  <a:pt x="245090" y="46520"/>
                  <a:pt x="244972" y="45786"/>
                </a:cubicBezTo>
                <a:cubicBezTo>
                  <a:pt x="244855" y="45051"/>
                  <a:pt x="244796" y="44243"/>
                  <a:pt x="244796" y="43362"/>
                </a:cubicBezTo>
                <a:cubicBezTo>
                  <a:pt x="244796" y="41893"/>
                  <a:pt x="244899" y="40733"/>
                  <a:pt x="245105" y="39881"/>
                </a:cubicBezTo>
                <a:cubicBezTo>
                  <a:pt x="245310" y="39029"/>
                  <a:pt x="245810" y="38221"/>
                  <a:pt x="246603" y="37457"/>
                </a:cubicBezTo>
                <a:cubicBezTo>
                  <a:pt x="247396" y="36693"/>
                  <a:pt x="248762" y="35804"/>
                  <a:pt x="250701" y="34788"/>
                </a:cubicBezTo>
                <a:cubicBezTo>
                  <a:pt x="252640" y="33771"/>
                  <a:pt x="254873" y="32842"/>
                  <a:pt x="257399" y="32001"/>
                </a:cubicBezTo>
                <a:cubicBezTo>
                  <a:pt x="259926" y="31160"/>
                  <a:pt x="262687" y="30464"/>
                  <a:pt x="265684" y="29913"/>
                </a:cubicBezTo>
                <a:cubicBezTo>
                  <a:pt x="268680" y="29361"/>
                  <a:pt x="271706" y="29084"/>
                  <a:pt x="274762" y="29084"/>
                </a:cubicBezTo>
                <a:cubicBezTo>
                  <a:pt x="280461" y="29084"/>
                  <a:pt x="285308" y="29731"/>
                  <a:pt x="289304" y="31023"/>
                </a:cubicBezTo>
                <a:cubicBezTo>
                  <a:pt x="293299" y="32316"/>
                  <a:pt x="296531" y="34211"/>
                  <a:pt x="298998" y="36708"/>
                </a:cubicBezTo>
                <a:cubicBezTo>
                  <a:pt x="301466" y="39205"/>
                  <a:pt x="303258" y="42304"/>
                  <a:pt x="304375" y="46006"/>
                </a:cubicBezTo>
                <a:cubicBezTo>
                  <a:pt x="305491" y="49708"/>
                  <a:pt x="306049" y="54026"/>
                  <a:pt x="306049" y="58962"/>
                </a:cubicBezTo>
                <a:lnTo>
                  <a:pt x="306049" y="112459"/>
                </a:lnTo>
                <a:moveTo>
                  <a:pt x="291595" y="76148"/>
                </a:moveTo>
                <a:lnTo>
                  <a:pt x="279168" y="76148"/>
                </a:lnTo>
                <a:cubicBezTo>
                  <a:pt x="275173" y="76148"/>
                  <a:pt x="271706" y="76488"/>
                  <a:pt x="268769" y="77170"/>
                </a:cubicBezTo>
                <a:cubicBezTo>
                  <a:pt x="265831" y="77849"/>
                  <a:pt x="263392" y="78853"/>
                  <a:pt x="261453" y="80183"/>
                </a:cubicBezTo>
                <a:cubicBezTo>
                  <a:pt x="259514" y="81512"/>
                  <a:pt x="258090" y="83109"/>
                  <a:pt x="257179" y="84972"/>
                </a:cubicBezTo>
                <a:cubicBezTo>
                  <a:pt x="256268" y="86834"/>
                  <a:pt x="255813" y="88977"/>
                  <a:pt x="255813" y="91401"/>
                </a:cubicBezTo>
                <a:cubicBezTo>
                  <a:pt x="255813" y="95539"/>
                  <a:pt x="257120" y="98835"/>
                  <a:pt x="259735" y="101288"/>
                </a:cubicBezTo>
                <a:cubicBezTo>
                  <a:pt x="262349" y="103741"/>
                  <a:pt x="266007" y="104968"/>
                  <a:pt x="270707" y="104968"/>
                </a:cubicBezTo>
                <a:cubicBezTo>
                  <a:pt x="274527" y="104968"/>
                  <a:pt x="278067" y="103993"/>
                  <a:pt x="281328" y="102043"/>
                </a:cubicBezTo>
                <a:cubicBezTo>
                  <a:pt x="284589" y="100091"/>
                  <a:pt x="288011" y="97105"/>
                  <a:pt x="291595" y="93086"/>
                </a:cubicBezTo>
                <a:lnTo>
                  <a:pt x="291595" y="76148"/>
                </a:lnTo>
                <a:close/>
                <a:moveTo>
                  <a:pt x="390426" y="100385"/>
                </a:moveTo>
                <a:cubicBezTo>
                  <a:pt x="390426" y="101384"/>
                  <a:pt x="390396" y="102250"/>
                  <a:pt x="390338" y="102985"/>
                </a:cubicBezTo>
                <a:cubicBezTo>
                  <a:pt x="390279" y="103719"/>
                  <a:pt x="390176" y="104336"/>
                  <a:pt x="390029" y="104835"/>
                </a:cubicBezTo>
                <a:cubicBezTo>
                  <a:pt x="389882" y="105335"/>
                  <a:pt x="389706" y="105776"/>
                  <a:pt x="389500" y="106157"/>
                </a:cubicBezTo>
                <a:cubicBezTo>
                  <a:pt x="389295" y="106539"/>
                  <a:pt x="388825" y="107098"/>
                  <a:pt x="388090" y="107832"/>
                </a:cubicBezTo>
                <a:cubicBezTo>
                  <a:pt x="387356" y="108566"/>
                  <a:pt x="386107" y="109477"/>
                  <a:pt x="384345" y="110564"/>
                </a:cubicBezTo>
                <a:cubicBezTo>
                  <a:pt x="382582" y="111651"/>
                  <a:pt x="380599" y="112621"/>
                  <a:pt x="378396" y="113473"/>
                </a:cubicBezTo>
                <a:cubicBezTo>
                  <a:pt x="376192" y="114325"/>
                  <a:pt x="373798" y="115015"/>
                  <a:pt x="371213" y="115544"/>
                </a:cubicBezTo>
                <a:cubicBezTo>
                  <a:pt x="368627" y="116073"/>
                  <a:pt x="365954" y="116337"/>
                  <a:pt x="363192" y="116337"/>
                </a:cubicBezTo>
                <a:cubicBezTo>
                  <a:pt x="357493" y="116337"/>
                  <a:pt x="352440" y="115395"/>
                  <a:pt x="348033" y="113511"/>
                </a:cubicBezTo>
                <a:cubicBezTo>
                  <a:pt x="343627" y="111627"/>
                  <a:pt x="339940" y="108875"/>
                  <a:pt x="336973" y="105254"/>
                </a:cubicBezTo>
                <a:cubicBezTo>
                  <a:pt x="334005" y="101633"/>
                  <a:pt x="331743" y="97188"/>
                  <a:pt x="330186" y="91918"/>
                </a:cubicBezTo>
                <a:cubicBezTo>
                  <a:pt x="328629" y="86649"/>
                  <a:pt x="327851" y="80570"/>
                  <a:pt x="327851" y="73683"/>
                </a:cubicBezTo>
                <a:cubicBezTo>
                  <a:pt x="327851" y="65852"/>
                  <a:pt x="328805" y="59125"/>
                  <a:pt x="330715" y="53503"/>
                </a:cubicBezTo>
                <a:cubicBezTo>
                  <a:pt x="332625" y="47881"/>
                  <a:pt x="335239" y="43274"/>
                  <a:pt x="338559" y="39682"/>
                </a:cubicBezTo>
                <a:cubicBezTo>
                  <a:pt x="341879" y="36091"/>
                  <a:pt x="345786" y="33427"/>
                  <a:pt x="350281" y="31690"/>
                </a:cubicBezTo>
                <a:cubicBezTo>
                  <a:pt x="354776" y="29953"/>
                  <a:pt x="359638" y="29084"/>
                  <a:pt x="364867" y="29084"/>
                </a:cubicBezTo>
                <a:cubicBezTo>
                  <a:pt x="367393" y="29084"/>
                  <a:pt x="369847" y="29319"/>
                  <a:pt x="372226" y="29789"/>
                </a:cubicBezTo>
                <a:cubicBezTo>
                  <a:pt x="374606" y="30259"/>
                  <a:pt x="376794" y="30876"/>
                  <a:pt x="378792" y="31640"/>
                </a:cubicBezTo>
                <a:cubicBezTo>
                  <a:pt x="380790" y="32404"/>
                  <a:pt x="382567" y="33285"/>
                  <a:pt x="384124" y="34284"/>
                </a:cubicBezTo>
                <a:cubicBezTo>
                  <a:pt x="385681" y="35283"/>
                  <a:pt x="386812" y="36135"/>
                  <a:pt x="387517" y="36840"/>
                </a:cubicBezTo>
                <a:cubicBezTo>
                  <a:pt x="388222" y="37545"/>
                  <a:pt x="388707" y="38103"/>
                  <a:pt x="388972" y="38515"/>
                </a:cubicBezTo>
                <a:cubicBezTo>
                  <a:pt x="389236" y="38926"/>
                  <a:pt x="389456" y="39411"/>
                  <a:pt x="389633" y="39969"/>
                </a:cubicBezTo>
                <a:cubicBezTo>
                  <a:pt x="389809" y="40527"/>
                  <a:pt x="389926" y="41159"/>
                  <a:pt x="389985" y="41864"/>
                </a:cubicBezTo>
                <a:cubicBezTo>
                  <a:pt x="390044" y="42569"/>
                  <a:pt x="390073" y="43450"/>
                  <a:pt x="390073" y="44508"/>
                </a:cubicBezTo>
                <a:cubicBezTo>
                  <a:pt x="390073" y="46799"/>
                  <a:pt x="389809" y="48400"/>
                  <a:pt x="389280" y="49311"/>
                </a:cubicBezTo>
                <a:cubicBezTo>
                  <a:pt x="388751" y="50222"/>
                  <a:pt x="388105" y="50677"/>
                  <a:pt x="387341" y="50677"/>
                </a:cubicBezTo>
                <a:cubicBezTo>
                  <a:pt x="386460" y="50677"/>
                  <a:pt x="385446" y="50192"/>
                  <a:pt x="384300" y="49223"/>
                </a:cubicBezTo>
                <a:cubicBezTo>
                  <a:pt x="383155" y="48253"/>
                  <a:pt x="381701" y="47181"/>
                  <a:pt x="379938" y="46006"/>
                </a:cubicBezTo>
                <a:cubicBezTo>
                  <a:pt x="378175" y="44831"/>
                  <a:pt x="376045" y="43759"/>
                  <a:pt x="373548" y="42789"/>
                </a:cubicBezTo>
                <a:cubicBezTo>
                  <a:pt x="371051" y="41820"/>
                  <a:pt x="368099" y="41335"/>
                  <a:pt x="364691" y="41335"/>
                </a:cubicBezTo>
                <a:cubicBezTo>
                  <a:pt x="357699" y="41335"/>
                  <a:pt x="352337" y="44031"/>
                  <a:pt x="348606" y="49424"/>
                </a:cubicBezTo>
                <a:cubicBezTo>
                  <a:pt x="344875" y="54815"/>
                  <a:pt x="343010" y="62636"/>
                  <a:pt x="343010" y="72887"/>
                </a:cubicBezTo>
                <a:cubicBezTo>
                  <a:pt x="343010" y="78013"/>
                  <a:pt x="343494" y="82506"/>
                  <a:pt x="344464" y="86366"/>
                </a:cubicBezTo>
                <a:cubicBezTo>
                  <a:pt x="345433" y="90225"/>
                  <a:pt x="346858" y="93451"/>
                  <a:pt x="348738" y="96044"/>
                </a:cubicBezTo>
                <a:cubicBezTo>
                  <a:pt x="350619" y="98637"/>
                  <a:pt x="352925" y="100566"/>
                  <a:pt x="355657" y="101833"/>
                </a:cubicBezTo>
                <a:cubicBezTo>
                  <a:pt x="358389" y="103100"/>
                  <a:pt x="361518" y="103734"/>
                  <a:pt x="365043" y="103734"/>
                </a:cubicBezTo>
                <a:cubicBezTo>
                  <a:pt x="368392" y="103734"/>
                  <a:pt x="371330" y="103205"/>
                  <a:pt x="373857" y="102147"/>
                </a:cubicBezTo>
                <a:cubicBezTo>
                  <a:pt x="376383" y="101090"/>
                  <a:pt x="378572" y="99929"/>
                  <a:pt x="380423" y="98666"/>
                </a:cubicBezTo>
                <a:cubicBezTo>
                  <a:pt x="382273" y="97403"/>
                  <a:pt x="383830" y="96257"/>
                  <a:pt x="385094" y="95229"/>
                </a:cubicBezTo>
                <a:cubicBezTo>
                  <a:pt x="386357" y="94201"/>
                  <a:pt x="387341" y="93686"/>
                  <a:pt x="388046" y="93686"/>
                </a:cubicBezTo>
                <a:cubicBezTo>
                  <a:pt x="388457" y="93686"/>
                  <a:pt x="388810" y="93804"/>
                  <a:pt x="389104" y="94039"/>
                </a:cubicBezTo>
                <a:cubicBezTo>
                  <a:pt x="389398" y="94274"/>
                  <a:pt x="389647" y="94671"/>
                  <a:pt x="389853" y="95229"/>
                </a:cubicBezTo>
                <a:cubicBezTo>
                  <a:pt x="390059" y="95787"/>
                  <a:pt x="390205" y="96492"/>
                  <a:pt x="390294" y="97344"/>
                </a:cubicBezTo>
                <a:cubicBezTo>
                  <a:pt x="390382" y="98196"/>
                  <a:pt x="390426" y="99210"/>
                  <a:pt x="390426" y="100385"/>
                </a:cubicBezTo>
                <a:close/>
                <a:moveTo>
                  <a:pt x="445275" y="114574"/>
                </a:moveTo>
                <a:lnTo>
                  <a:pt x="434699" y="143747"/>
                </a:lnTo>
                <a:cubicBezTo>
                  <a:pt x="434346" y="144687"/>
                  <a:pt x="433450" y="145407"/>
                  <a:pt x="432011" y="145906"/>
                </a:cubicBezTo>
                <a:cubicBezTo>
                  <a:pt x="430571" y="146405"/>
                  <a:pt x="428383" y="146655"/>
                  <a:pt x="425445" y="146655"/>
                </a:cubicBezTo>
                <a:cubicBezTo>
                  <a:pt x="423917" y="146655"/>
                  <a:pt x="422683" y="146582"/>
                  <a:pt x="421743" y="146435"/>
                </a:cubicBezTo>
                <a:cubicBezTo>
                  <a:pt x="420803" y="146288"/>
                  <a:pt x="420083" y="146038"/>
                  <a:pt x="419584" y="145686"/>
                </a:cubicBezTo>
                <a:cubicBezTo>
                  <a:pt x="419084" y="145333"/>
                  <a:pt x="418805" y="144863"/>
                  <a:pt x="418747" y="144275"/>
                </a:cubicBezTo>
                <a:cubicBezTo>
                  <a:pt x="418688" y="143688"/>
                  <a:pt x="418835" y="142983"/>
                  <a:pt x="419187" y="142160"/>
                </a:cubicBezTo>
                <a:lnTo>
                  <a:pt x="430116" y="114574"/>
                </a:lnTo>
                <a:cubicBezTo>
                  <a:pt x="429587" y="114339"/>
                  <a:pt x="429088" y="113957"/>
                  <a:pt x="428618" y="113429"/>
                </a:cubicBezTo>
                <a:cubicBezTo>
                  <a:pt x="428148" y="112900"/>
                  <a:pt x="427824" y="112342"/>
                  <a:pt x="427648" y="111754"/>
                </a:cubicBezTo>
                <a:lnTo>
                  <a:pt x="399357" y="35959"/>
                </a:lnTo>
                <a:cubicBezTo>
                  <a:pt x="398887" y="34725"/>
                  <a:pt x="398652" y="33755"/>
                  <a:pt x="398652" y="33050"/>
                </a:cubicBezTo>
                <a:cubicBezTo>
                  <a:pt x="398652" y="32345"/>
                  <a:pt x="398887" y="31787"/>
                  <a:pt x="399357" y="31376"/>
                </a:cubicBezTo>
                <a:cubicBezTo>
                  <a:pt x="399827" y="30964"/>
                  <a:pt x="400591" y="30685"/>
                  <a:pt x="401649" y="30538"/>
                </a:cubicBezTo>
                <a:cubicBezTo>
                  <a:pt x="402706" y="30392"/>
                  <a:pt x="404116" y="30318"/>
                  <a:pt x="405879" y="30318"/>
                </a:cubicBezTo>
                <a:cubicBezTo>
                  <a:pt x="407642" y="30318"/>
                  <a:pt x="409022" y="30362"/>
                  <a:pt x="410021" y="30450"/>
                </a:cubicBezTo>
                <a:cubicBezTo>
                  <a:pt x="411020" y="30538"/>
                  <a:pt x="411813" y="30700"/>
                  <a:pt x="412401" y="30935"/>
                </a:cubicBezTo>
                <a:cubicBezTo>
                  <a:pt x="412989" y="31170"/>
                  <a:pt x="413414" y="31508"/>
                  <a:pt x="413679" y="31949"/>
                </a:cubicBezTo>
                <a:cubicBezTo>
                  <a:pt x="413943" y="32389"/>
                  <a:pt x="414222" y="32992"/>
                  <a:pt x="414516" y="33755"/>
                </a:cubicBezTo>
                <a:lnTo>
                  <a:pt x="437167" y="97388"/>
                </a:lnTo>
                <a:lnTo>
                  <a:pt x="437431" y="97388"/>
                </a:lnTo>
                <a:lnTo>
                  <a:pt x="459288" y="33403"/>
                </a:lnTo>
                <a:cubicBezTo>
                  <a:pt x="459641" y="32286"/>
                  <a:pt x="460067" y="31567"/>
                  <a:pt x="460566" y="31244"/>
                </a:cubicBezTo>
                <a:cubicBezTo>
                  <a:pt x="461066" y="30920"/>
                  <a:pt x="461815" y="30685"/>
                  <a:pt x="462814" y="30538"/>
                </a:cubicBezTo>
                <a:cubicBezTo>
                  <a:pt x="463812" y="30392"/>
                  <a:pt x="465252" y="30318"/>
                  <a:pt x="467132" y="30318"/>
                </a:cubicBezTo>
                <a:cubicBezTo>
                  <a:pt x="468777" y="30318"/>
                  <a:pt x="470129" y="30392"/>
                  <a:pt x="471186" y="30538"/>
                </a:cubicBezTo>
                <a:cubicBezTo>
                  <a:pt x="472244" y="30685"/>
                  <a:pt x="473023" y="30964"/>
                  <a:pt x="473522" y="31376"/>
                </a:cubicBezTo>
                <a:cubicBezTo>
                  <a:pt x="474021" y="31787"/>
                  <a:pt x="474271" y="32345"/>
                  <a:pt x="474271" y="33050"/>
                </a:cubicBezTo>
                <a:cubicBezTo>
                  <a:pt x="474271" y="33755"/>
                  <a:pt x="474095" y="34637"/>
                  <a:pt x="473742" y="35694"/>
                </a:cubicBezTo>
                <a:lnTo>
                  <a:pt x="445275" y="1145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23C37-E613-4E12-819B-B400B86F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040" y="1004562"/>
            <a:ext cx="220331" cy="191439"/>
          </a:xfrm>
          <a:custGeom xmlns:a="http://schemas.openxmlformats.org/drawingml/2006/main">
            <a:pathLst>
              <a:path w="220331" h="191439" fill="none">
                <a:moveTo>
                  <a:pt x="0" y="47860"/>
                </a:moveTo>
                <a:lnTo>
                  <a:pt x="124612" y="47860"/>
                </a:lnTo>
                <a:lnTo>
                  <a:pt x="124612" y="0"/>
                </a:lnTo>
                <a:lnTo>
                  <a:pt x="220331" y="95720"/>
                </a:lnTo>
                <a:lnTo>
                  <a:pt x="124612" y="191439"/>
                </a:lnTo>
                <a:lnTo>
                  <a:pt x="124612" y="143579"/>
                </a:lnTo>
                <a:lnTo>
                  <a:pt x="0" y="143579"/>
                </a:lnTo>
                <a:lnTo>
                  <a:pt x="0" y="4786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miter/>
          </a:ln>
        </p:spPr>
      </p:sp>
      <p:sp>
        <p:nvSpPr>
          <p:cNvPr id="31" name="Text Encrypted">
            <a:extLst xmlns:a="http://schemas.openxmlformats.org/drawingml/2006/main">
              <a:ext uri="{FF2B5EF4-FFF2-40B4-BE49-F238E27FC236}">
                <a16:creationId xmlns:a16="http://schemas.microsoft.com/office/drawing/2014/main" id="{01E309F5-B038-4D3D-9DD1-E97DE47A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027" y="684057"/>
            <a:ext cx="715313" cy="154587"/>
          </a:xfrm>
          <a:custGeom xmlns:a="http://schemas.openxmlformats.org/drawingml/2006/main">
            <a:pathLst>
              <a:path w="715313" h="154587">
                <a:moveTo>
                  <a:pt x="63457" y="116249"/>
                </a:moveTo>
                <a:cubicBezTo>
                  <a:pt x="63457" y="117306"/>
                  <a:pt x="63398" y="118232"/>
                  <a:pt x="63280" y="119025"/>
                </a:cubicBezTo>
                <a:cubicBezTo>
                  <a:pt x="63163" y="119818"/>
                  <a:pt x="62957" y="120479"/>
                  <a:pt x="62663" y="121008"/>
                </a:cubicBezTo>
                <a:cubicBezTo>
                  <a:pt x="62370" y="121537"/>
                  <a:pt x="62032" y="121919"/>
                  <a:pt x="61650" y="122154"/>
                </a:cubicBezTo>
                <a:cubicBezTo>
                  <a:pt x="61268" y="122389"/>
                  <a:pt x="60842" y="122506"/>
                  <a:pt x="60372" y="122506"/>
                </a:cubicBezTo>
                <a:lnTo>
                  <a:pt x="5641" y="122506"/>
                </a:lnTo>
                <a:cubicBezTo>
                  <a:pt x="4289" y="122506"/>
                  <a:pt x="3011" y="122051"/>
                  <a:pt x="1807" y="121140"/>
                </a:cubicBezTo>
                <a:cubicBezTo>
                  <a:pt x="602" y="120230"/>
                  <a:pt x="0" y="118628"/>
                  <a:pt x="0" y="116337"/>
                </a:cubicBezTo>
                <a:lnTo>
                  <a:pt x="0" y="14630"/>
                </a:lnTo>
                <a:cubicBezTo>
                  <a:pt x="0" y="12339"/>
                  <a:pt x="602" y="10738"/>
                  <a:pt x="1807" y="9827"/>
                </a:cubicBezTo>
                <a:cubicBezTo>
                  <a:pt x="3011" y="8916"/>
                  <a:pt x="4289" y="8461"/>
                  <a:pt x="5641" y="8461"/>
                </a:cubicBezTo>
                <a:lnTo>
                  <a:pt x="59755" y="8461"/>
                </a:lnTo>
                <a:cubicBezTo>
                  <a:pt x="60225" y="8461"/>
                  <a:pt x="60651" y="8578"/>
                  <a:pt x="61033" y="8813"/>
                </a:cubicBezTo>
                <a:cubicBezTo>
                  <a:pt x="61415" y="9048"/>
                  <a:pt x="61723" y="9430"/>
                  <a:pt x="61958" y="9959"/>
                </a:cubicBezTo>
                <a:cubicBezTo>
                  <a:pt x="62193" y="10488"/>
                  <a:pt x="62384" y="11149"/>
                  <a:pt x="62531" y="11942"/>
                </a:cubicBezTo>
                <a:cubicBezTo>
                  <a:pt x="62678" y="12735"/>
                  <a:pt x="62751" y="13720"/>
                  <a:pt x="62751" y="14895"/>
                </a:cubicBezTo>
                <a:cubicBezTo>
                  <a:pt x="62751" y="15952"/>
                  <a:pt x="62678" y="16878"/>
                  <a:pt x="62531" y="17671"/>
                </a:cubicBezTo>
                <a:cubicBezTo>
                  <a:pt x="62384" y="18464"/>
                  <a:pt x="62193" y="19110"/>
                  <a:pt x="61958" y="19610"/>
                </a:cubicBezTo>
                <a:cubicBezTo>
                  <a:pt x="61723" y="20109"/>
                  <a:pt x="61415" y="20476"/>
                  <a:pt x="61033" y="20712"/>
                </a:cubicBezTo>
                <a:cubicBezTo>
                  <a:pt x="60651" y="20947"/>
                  <a:pt x="60225" y="21064"/>
                  <a:pt x="59755" y="21064"/>
                </a:cubicBezTo>
                <a:lnTo>
                  <a:pt x="15159" y="21064"/>
                </a:lnTo>
                <a:lnTo>
                  <a:pt x="15159" y="56846"/>
                </a:lnTo>
                <a:lnTo>
                  <a:pt x="53409" y="56846"/>
                </a:lnTo>
                <a:cubicBezTo>
                  <a:pt x="53879" y="56846"/>
                  <a:pt x="54305" y="56979"/>
                  <a:pt x="54687" y="57243"/>
                </a:cubicBezTo>
                <a:cubicBezTo>
                  <a:pt x="55069" y="57507"/>
                  <a:pt x="55392" y="57875"/>
                  <a:pt x="55657" y="58345"/>
                </a:cubicBezTo>
                <a:cubicBezTo>
                  <a:pt x="55921" y="58815"/>
                  <a:pt x="56112" y="59461"/>
                  <a:pt x="56230" y="60284"/>
                </a:cubicBezTo>
                <a:cubicBezTo>
                  <a:pt x="56347" y="61106"/>
                  <a:pt x="56406" y="62076"/>
                  <a:pt x="56406" y="63192"/>
                </a:cubicBezTo>
                <a:cubicBezTo>
                  <a:pt x="56406" y="64250"/>
                  <a:pt x="56347" y="65160"/>
                  <a:pt x="56230" y="65924"/>
                </a:cubicBezTo>
                <a:cubicBezTo>
                  <a:pt x="56112" y="66688"/>
                  <a:pt x="55921" y="67305"/>
                  <a:pt x="55657" y="67775"/>
                </a:cubicBezTo>
                <a:cubicBezTo>
                  <a:pt x="55392" y="68245"/>
                  <a:pt x="55069" y="68583"/>
                  <a:pt x="54687" y="68789"/>
                </a:cubicBezTo>
                <a:cubicBezTo>
                  <a:pt x="54305" y="68994"/>
                  <a:pt x="53879" y="69097"/>
                  <a:pt x="53409" y="69097"/>
                </a:cubicBezTo>
                <a:lnTo>
                  <a:pt x="15159" y="69097"/>
                </a:lnTo>
                <a:lnTo>
                  <a:pt x="15159" y="109903"/>
                </a:lnTo>
                <a:lnTo>
                  <a:pt x="60372" y="109903"/>
                </a:lnTo>
                <a:cubicBezTo>
                  <a:pt x="60842" y="109903"/>
                  <a:pt x="61268" y="110021"/>
                  <a:pt x="61650" y="110256"/>
                </a:cubicBezTo>
                <a:cubicBezTo>
                  <a:pt x="62032" y="110491"/>
                  <a:pt x="62370" y="110858"/>
                  <a:pt x="62663" y="111357"/>
                </a:cubicBezTo>
                <a:cubicBezTo>
                  <a:pt x="62957" y="111857"/>
                  <a:pt x="63163" y="112503"/>
                  <a:pt x="63280" y="113296"/>
                </a:cubicBezTo>
                <a:cubicBezTo>
                  <a:pt x="63398" y="114090"/>
                  <a:pt x="63457" y="115074"/>
                  <a:pt x="63457" y="116249"/>
                </a:cubicBezTo>
                <a:close/>
                <a:moveTo>
                  <a:pt x="155272" y="120303"/>
                </a:moveTo>
                <a:cubicBezTo>
                  <a:pt x="155272" y="120773"/>
                  <a:pt x="155155" y="121170"/>
                  <a:pt x="154920" y="121493"/>
                </a:cubicBezTo>
                <a:cubicBezTo>
                  <a:pt x="154685" y="121816"/>
                  <a:pt x="154303" y="122095"/>
                  <a:pt x="153774" y="122330"/>
                </a:cubicBezTo>
                <a:cubicBezTo>
                  <a:pt x="153245" y="122565"/>
                  <a:pt x="152511" y="122741"/>
                  <a:pt x="151571" y="122859"/>
                </a:cubicBezTo>
                <a:cubicBezTo>
                  <a:pt x="150630" y="122976"/>
                  <a:pt x="149455" y="123035"/>
                  <a:pt x="148045" y="123035"/>
                </a:cubicBezTo>
                <a:cubicBezTo>
                  <a:pt x="146576" y="123035"/>
                  <a:pt x="145372" y="122976"/>
                  <a:pt x="144432" y="122859"/>
                </a:cubicBezTo>
                <a:cubicBezTo>
                  <a:pt x="143492" y="122741"/>
                  <a:pt x="142757" y="122565"/>
                  <a:pt x="142228" y="122330"/>
                </a:cubicBezTo>
                <a:cubicBezTo>
                  <a:pt x="141700" y="122095"/>
                  <a:pt x="141318" y="121816"/>
                  <a:pt x="141083" y="121493"/>
                </a:cubicBezTo>
                <a:cubicBezTo>
                  <a:pt x="140848" y="121170"/>
                  <a:pt x="140730" y="120773"/>
                  <a:pt x="140730" y="120303"/>
                </a:cubicBezTo>
                <a:lnTo>
                  <a:pt x="140730" y="73856"/>
                </a:lnTo>
                <a:cubicBezTo>
                  <a:pt x="140730" y="69332"/>
                  <a:pt x="140378" y="65689"/>
                  <a:pt x="139672" y="62928"/>
                </a:cubicBezTo>
                <a:cubicBezTo>
                  <a:pt x="138967" y="60166"/>
                  <a:pt x="137939" y="57787"/>
                  <a:pt x="136588" y="55789"/>
                </a:cubicBezTo>
                <a:cubicBezTo>
                  <a:pt x="135236" y="53791"/>
                  <a:pt x="133488" y="52263"/>
                  <a:pt x="131344" y="51206"/>
                </a:cubicBezTo>
                <a:cubicBezTo>
                  <a:pt x="129199" y="50148"/>
                  <a:pt x="126717" y="49619"/>
                  <a:pt x="123896" y="49619"/>
                </a:cubicBezTo>
                <a:cubicBezTo>
                  <a:pt x="120254" y="49619"/>
                  <a:pt x="116611" y="50912"/>
                  <a:pt x="112968" y="53497"/>
                </a:cubicBezTo>
                <a:cubicBezTo>
                  <a:pt x="109325" y="56083"/>
                  <a:pt x="105506" y="59872"/>
                  <a:pt x="101510" y="64867"/>
                </a:cubicBezTo>
                <a:lnTo>
                  <a:pt x="101510" y="120303"/>
                </a:lnTo>
                <a:cubicBezTo>
                  <a:pt x="101510" y="120773"/>
                  <a:pt x="101393" y="121170"/>
                  <a:pt x="101158" y="121493"/>
                </a:cubicBezTo>
                <a:cubicBezTo>
                  <a:pt x="100923" y="121816"/>
                  <a:pt x="100541" y="122095"/>
                  <a:pt x="100012" y="122330"/>
                </a:cubicBezTo>
                <a:cubicBezTo>
                  <a:pt x="99483" y="122565"/>
                  <a:pt x="98749" y="122741"/>
                  <a:pt x="97809" y="122859"/>
                </a:cubicBezTo>
                <a:cubicBezTo>
                  <a:pt x="96869" y="122976"/>
                  <a:pt x="95664" y="123035"/>
                  <a:pt x="94195" y="123035"/>
                </a:cubicBezTo>
                <a:cubicBezTo>
                  <a:pt x="92785" y="123035"/>
                  <a:pt x="91610" y="122976"/>
                  <a:pt x="90670" y="122859"/>
                </a:cubicBezTo>
                <a:cubicBezTo>
                  <a:pt x="89730" y="122741"/>
                  <a:pt x="88981" y="122565"/>
                  <a:pt x="88422" y="122330"/>
                </a:cubicBezTo>
                <a:cubicBezTo>
                  <a:pt x="87864" y="122095"/>
                  <a:pt x="87482" y="121816"/>
                  <a:pt x="87277" y="121493"/>
                </a:cubicBezTo>
                <a:cubicBezTo>
                  <a:pt x="87071" y="121170"/>
                  <a:pt x="86968" y="120773"/>
                  <a:pt x="86968" y="120303"/>
                </a:cubicBezTo>
                <a:lnTo>
                  <a:pt x="86968" y="40982"/>
                </a:lnTo>
                <a:cubicBezTo>
                  <a:pt x="86968" y="40512"/>
                  <a:pt x="87056" y="40116"/>
                  <a:pt x="87233" y="39793"/>
                </a:cubicBezTo>
                <a:cubicBezTo>
                  <a:pt x="87409" y="39469"/>
                  <a:pt x="87761" y="39176"/>
                  <a:pt x="88290" y="38911"/>
                </a:cubicBezTo>
                <a:cubicBezTo>
                  <a:pt x="88819" y="38647"/>
                  <a:pt x="89495" y="38471"/>
                  <a:pt x="90317" y="38382"/>
                </a:cubicBezTo>
                <a:cubicBezTo>
                  <a:pt x="91140" y="38294"/>
                  <a:pt x="92227" y="38250"/>
                  <a:pt x="93578" y="38250"/>
                </a:cubicBezTo>
                <a:cubicBezTo>
                  <a:pt x="94871" y="38250"/>
                  <a:pt x="95943" y="38294"/>
                  <a:pt x="96795" y="38382"/>
                </a:cubicBezTo>
                <a:cubicBezTo>
                  <a:pt x="97647" y="38471"/>
                  <a:pt x="98308" y="38647"/>
                  <a:pt x="98778" y="38911"/>
                </a:cubicBezTo>
                <a:cubicBezTo>
                  <a:pt x="99248" y="39176"/>
                  <a:pt x="99586" y="39469"/>
                  <a:pt x="99792" y="39793"/>
                </a:cubicBezTo>
                <a:cubicBezTo>
                  <a:pt x="99997" y="40116"/>
                  <a:pt x="100100" y="40512"/>
                  <a:pt x="100100" y="40982"/>
                </a:cubicBezTo>
                <a:lnTo>
                  <a:pt x="100100" y="51470"/>
                </a:lnTo>
                <a:cubicBezTo>
                  <a:pt x="104566" y="46476"/>
                  <a:pt x="109016" y="42818"/>
                  <a:pt x="113453" y="40498"/>
                </a:cubicBezTo>
                <a:cubicBezTo>
                  <a:pt x="117889" y="38177"/>
                  <a:pt x="122369" y="37016"/>
                  <a:pt x="126893" y="37016"/>
                </a:cubicBezTo>
                <a:cubicBezTo>
                  <a:pt x="132181" y="37016"/>
                  <a:pt x="136632" y="37912"/>
                  <a:pt x="140245" y="39704"/>
                </a:cubicBezTo>
                <a:cubicBezTo>
                  <a:pt x="143859" y="41496"/>
                  <a:pt x="146782" y="43891"/>
                  <a:pt x="149015" y="46887"/>
                </a:cubicBezTo>
                <a:cubicBezTo>
                  <a:pt x="151247" y="49884"/>
                  <a:pt x="152848" y="53395"/>
                  <a:pt x="153818" y="57419"/>
                </a:cubicBezTo>
                <a:cubicBezTo>
                  <a:pt x="154787" y="61444"/>
                  <a:pt x="155272" y="66277"/>
                  <a:pt x="155272" y="71917"/>
                </a:cubicBezTo>
                <a:lnTo>
                  <a:pt x="155272" y="120303"/>
                </a:lnTo>
                <a:close/>
                <a:moveTo>
                  <a:pt x="239132" y="108317"/>
                </a:moveTo>
                <a:cubicBezTo>
                  <a:pt x="239132" y="109316"/>
                  <a:pt x="239102" y="110182"/>
                  <a:pt x="239044" y="110917"/>
                </a:cubicBezTo>
                <a:cubicBezTo>
                  <a:pt x="238985" y="111651"/>
                  <a:pt x="238882" y="112268"/>
                  <a:pt x="238735" y="112768"/>
                </a:cubicBezTo>
                <a:cubicBezTo>
                  <a:pt x="238588" y="113267"/>
                  <a:pt x="238412" y="113708"/>
                  <a:pt x="238206" y="114090"/>
                </a:cubicBezTo>
                <a:cubicBezTo>
                  <a:pt x="238001" y="114471"/>
                  <a:pt x="237531" y="115030"/>
                  <a:pt x="236796" y="115764"/>
                </a:cubicBezTo>
                <a:cubicBezTo>
                  <a:pt x="236062" y="116499"/>
                  <a:pt x="234813" y="117409"/>
                  <a:pt x="233051" y="118496"/>
                </a:cubicBezTo>
                <a:cubicBezTo>
                  <a:pt x="231288" y="119583"/>
                  <a:pt x="229305" y="120553"/>
                  <a:pt x="227101" y="121405"/>
                </a:cubicBezTo>
                <a:cubicBezTo>
                  <a:pt x="224898" y="122257"/>
                  <a:pt x="222504" y="122947"/>
                  <a:pt x="219919" y="123476"/>
                </a:cubicBezTo>
                <a:cubicBezTo>
                  <a:pt x="217333" y="124005"/>
                  <a:pt x="214660" y="124269"/>
                  <a:pt x="211898" y="124269"/>
                </a:cubicBezTo>
                <a:cubicBezTo>
                  <a:pt x="206199" y="124269"/>
                  <a:pt x="201146" y="123327"/>
                  <a:pt x="196739" y="121443"/>
                </a:cubicBezTo>
                <a:cubicBezTo>
                  <a:pt x="192333" y="119559"/>
                  <a:pt x="188646" y="116807"/>
                  <a:pt x="185678" y="113186"/>
                </a:cubicBezTo>
                <a:cubicBezTo>
                  <a:pt x="182711" y="109565"/>
                  <a:pt x="180449" y="105120"/>
                  <a:pt x="178892" y="99850"/>
                </a:cubicBezTo>
                <a:cubicBezTo>
                  <a:pt x="177335" y="94581"/>
                  <a:pt x="176557" y="88502"/>
                  <a:pt x="176557" y="81615"/>
                </a:cubicBezTo>
                <a:cubicBezTo>
                  <a:pt x="176557" y="73784"/>
                  <a:pt x="177511" y="67057"/>
                  <a:pt x="179421" y="61435"/>
                </a:cubicBezTo>
                <a:cubicBezTo>
                  <a:pt x="181331" y="55813"/>
                  <a:pt x="183945" y="51206"/>
                  <a:pt x="187265" y="47614"/>
                </a:cubicBezTo>
                <a:cubicBezTo>
                  <a:pt x="190585" y="44023"/>
                  <a:pt x="194492" y="41359"/>
                  <a:pt x="198987" y="39622"/>
                </a:cubicBezTo>
                <a:cubicBezTo>
                  <a:pt x="203482" y="37885"/>
                  <a:pt x="208344" y="37016"/>
                  <a:pt x="213573" y="37016"/>
                </a:cubicBezTo>
                <a:cubicBezTo>
                  <a:pt x="216099" y="37016"/>
                  <a:pt x="218552" y="37251"/>
                  <a:pt x="220932" y="37721"/>
                </a:cubicBezTo>
                <a:cubicBezTo>
                  <a:pt x="223312" y="38191"/>
                  <a:pt x="225500" y="38808"/>
                  <a:pt x="227498" y="39572"/>
                </a:cubicBezTo>
                <a:cubicBezTo>
                  <a:pt x="229496" y="40336"/>
                  <a:pt x="231273" y="41217"/>
                  <a:pt x="232830" y="42216"/>
                </a:cubicBezTo>
                <a:cubicBezTo>
                  <a:pt x="234387" y="43215"/>
                  <a:pt x="235518" y="44067"/>
                  <a:pt x="236223" y="44772"/>
                </a:cubicBezTo>
                <a:cubicBezTo>
                  <a:pt x="236928" y="45477"/>
                  <a:pt x="237413" y="46035"/>
                  <a:pt x="237678" y="46447"/>
                </a:cubicBezTo>
                <a:cubicBezTo>
                  <a:pt x="237942" y="46858"/>
                  <a:pt x="238162" y="47343"/>
                  <a:pt x="238339" y="47901"/>
                </a:cubicBezTo>
                <a:cubicBezTo>
                  <a:pt x="238515" y="48459"/>
                  <a:pt x="238632" y="49091"/>
                  <a:pt x="238691" y="49796"/>
                </a:cubicBezTo>
                <a:cubicBezTo>
                  <a:pt x="238750" y="50501"/>
                  <a:pt x="238779" y="51382"/>
                  <a:pt x="238779" y="52440"/>
                </a:cubicBezTo>
                <a:cubicBezTo>
                  <a:pt x="238779" y="54731"/>
                  <a:pt x="238515" y="56332"/>
                  <a:pt x="237986" y="57243"/>
                </a:cubicBezTo>
                <a:cubicBezTo>
                  <a:pt x="237457" y="58154"/>
                  <a:pt x="236811" y="58609"/>
                  <a:pt x="236047" y="58609"/>
                </a:cubicBezTo>
                <a:cubicBezTo>
                  <a:pt x="235166" y="58609"/>
                  <a:pt x="234152" y="58124"/>
                  <a:pt x="233006" y="57155"/>
                </a:cubicBezTo>
                <a:cubicBezTo>
                  <a:pt x="231861" y="56185"/>
                  <a:pt x="230406" y="55113"/>
                  <a:pt x="228644" y="53938"/>
                </a:cubicBezTo>
                <a:cubicBezTo>
                  <a:pt x="226881" y="52763"/>
                  <a:pt x="224751" y="51691"/>
                  <a:pt x="222254" y="50721"/>
                </a:cubicBezTo>
                <a:cubicBezTo>
                  <a:pt x="219757" y="49752"/>
                  <a:pt x="216804" y="49267"/>
                  <a:pt x="213397" y="49267"/>
                </a:cubicBezTo>
                <a:cubicBezTo>
                  <a:pt x="206405" y="49267"/>
                  <a:pt x="201043" y="51963"/>
                  <a:pt x="197312" y="57356"/>
                </a:cubicBezTo>
                <a:cubicBezTo>
                  <a:pt x="193581" y="62747"/>
                  <a:pt x="191716" y="70568"/>
                  <a:pt x="191716" y="80819"/>
                </a:cubicBezTo>
                <a:cubicBezTo>
                  <a:pt x="191716" y="85945"/>
                  <a:pt x="192200" y="90438"/>
                  <a:pt x="193170" y="94298"/>
                </a:cubicBezTo>
                <a:cubicBezTo>
                  <a:pt x="194139" y="98157"/>
                  <a:pt x="195564" y="101384"/>
                  <a:pt x="197444" y="103976"/>
                </a:cubicBezTo>
                <a:cubicBezTo>
                  <a:pt x="199325" y="106569"/>
                  <a:pt x="201631" y="108499"/>
                  <a:pt x="204363" y="109765"/>
                </a:cubicBezTo>
                <a:cubicBezTo>
                  <a:pt x="207095" y="111032"/>
                  <a:pt x="210224" y="111666"/>
                  <a:pt x="213749" y="111666"/>
                </a:cubicBezTo>
                <a:cubicBezTo>
                  <a:pt x="217098" y="111666"/>
                  <a:pt x="220036" y="111137"/>
                  <a:pt x="222563" y="110079"/>
                </a:cubicBezTo>
                <a:cubicBezTo>
                  <a:pt x="225089" y="109022"/>
                  <a:pt x="227278" y="107861"/>
                  <a:pt x="229129" y="106598"/>
                </a:cubicBezTo>
                <a:cubicBezTo>
                  <a:pt x="230979" y="105335"/>
                  <a:pt x="232536" y="104189"/>
                  <a:pt x="233800" y="103161"/>
                </a:cubicBezTo>
                <a:cubicBezTo>
                  <a:pt x="235063" y="102133"/>
                  <a:pt x="236047" y="101619"/>
                  <a:pt x="236752" y="101619"/>
                </a:cubicBezTo>
                <a:cubicBezTo>
                  <a:pt x="237163" y="101619"/>
                  <a:pt x="237516" y="101736"/>
                  <a:pt x="237810" y="101971"/>
                </a:cubicBezTo>
                <a:cubicBezTo>
                  <a:pt x="238104" y="102206"/>
                  <a:pt x="238353" y="102603"/>
                  <a:pt x="238559" y="103161"/>
                </a:cubicBezTo>
                <a:cubicBezTo>
                  <a:pt x="238765" y="103719"/>
                  <a:pt x="238911" y="104424"/>
                  <a:pt x="239000" y="105276"/>
                </a:cubicBezTo>
                <a:cubicBezTo>
                  <a:pt x="239088" y="106128"/>
                  <a:pt x="239132" y="107142"/>
                  <a:pt x="239132" y="108317"/>
                </a:cubicBezTo>
                <a:close/>
                <a:moveTo>
                  <a:pt x="304114" y="46182"/>
                </a:moveTo>
                <a:cubicBezTo>
                  <a:pt x="304114" y="47475"/>
                  <a:pt x="304085" y="48562"/>
                  <a:pt x="304026" y="49443"/>
                </a:cubicBezTo>
                <a:cubicBezTo>
                  <a:pt x="303968" y="50325"/>
                  <a:pt x="303850" y="51015"/>
                  <a:pt x="303674" y="51514"/>
                </a:cubicBezTo>
                <a:cubicBezTo>
                  <a:pt x="303497" y="52014"/>
                  <a:pt x="303277" y="52396"/>
                  <a:pt x="303013" y="52660"/>
                </a:cubicBezTo>
                <a:cubicBezTo>
                  <a:pt x="302748" y="52925"/>
                  <a:pt x="302381" y="53057"/>
                  <a:pt x="301911" y="53057"/>
                </a:cubicBezTo>
                <a:cubicBezTo>
                  <a:pt x="301441" y="53057"/>
                  <a:pt x="300868" y="52925"/>
                  <a:pt x="300192" y="52660"/>
                </a:cubicBezTo>
                <a:cubicBezTo>
                  <a:pt x="299517" y="52396"/>
                  <a:pt x="298753" y="52131"/>
                  <a:pt x="297901" y="51867"/>
                </a:cubicBezTo>
                <a:cubicBezTo>
                  <a:pt x="297049" y="51602"/>
                  <a:pt x="296094" y="51353"/>
                  <a:pt x="295037" y="51118"/>
                </a:cubicBezTo>
                <a:cubicBezTo>
                  <a:pt x="293979" y="50883"/>
                  <a:pt x="292833" y="50765"/>
                  <a:pt x="291599" y="50765"/>
                </a:cubicBezTo>
                <a:cubicBezTo>
                  <a:pt x="290130" y="50765"/>
                  <a:pt x="288691" y="51059"/>
                  <a:pt x="287281" y="51647"/>
                </a:cubicBezTo>
                <a:cubicBezTo>
                  <a:pt x="285871" y="52234"/>
                  <a:pt x="284387" y="53204"/>
                  <a:pt x="282830" y="54555"/>
                </a:cubicBezTo>
                <a:cubicBezTo>
                  <a:pt x="281273" y="55906"/>
                  <a:pt x="279643" y="57698"/>
                  <a:pt x="277939" y="59931"/>
                </a:cubicBezTo>
                <a:cubicBezTo>
                  <a:pt x="276235" y="62164"/>
                  <a:pt x="274354" y="64896"/>
                  <a:pt x="272298" y="68128"/>
                </a:cubicBezTo>
                <a:lnTo>
                  <a:pt x="272298" y="120303"/>
                </a:lnTo>
                <a:cubicBezTo>
                  <a:pt x="272298" y="120773"/>
                  <a:pt x="272181" y="121170"/>
                  <a:pt x="271945" y="121493"/>
                </a:cubicBezTo>
                <a:cubicBezTo>
                  <a:pt x="271710" y="121816"/>
                  <a:pt x="271329" y="122095"/>
                  <a:pt x="270800" y="122330"/>
                </a:cubicBezTo>
                <a:cubicBezTo>
                  <a:pt x="270271" y="122565"/>
                  <a:pt x="269536" y="122741"/>
                  <a:pt x="268596" y="122859"/>
                </a:cubicBezTo>
                <a:cubicBezTo>
                  <a:pt x="267656" y="122976"/>
                  <a:pt x="266452" y="123035"/>
                  <a:pt x="264983" y="123035"/>
                </a:cubicBezTo>
                <a:cubicBezTo>
                  <a:pt x="263573" y="123035"/>
                  <a:pt x="262398" y="122976"/>
                  <a:pt x="261458" y="122859"/>
                </a:cubicBezTo>
                <a:cubicBezTo>
                  <a:pt x="260517" y="122741"/>
                  <a:pt x="259768" y="122565"/>
                  <a:pt x="259210" y="122330"/>
                </a:cubicBezTo>
                <a:cubicBezTo>
                  <a:pt x="258652" y="122095"/>
                  <a:pt x="258270" y="121816"/>
                  <a:pt x="258064" y="121493"/>
                </a:cubicBezTo>
                <a:cubicBezTo>
                  <a:pt x="257859" y="121170"/>
                  <a:pt x="257756" y="120773"/>
                  <a:pt x="257756" y="120303"/>
                </a:cubicBezTo>
                <a:lnTo>
                  <a:pt x="257756" y="40982"/>
                </a:lnTo>
                <a:cubicBezTo>
                  <a:pt x="257756" y="40512"/>
                  <a:pt x="257844" y="40116"/>
                  <a:pt x="258020" y="39793"/>
                </a:cubicBezTo>
                <a:cubicBezTo>
                  <a:pt x="258197" y="39469"/>
                  <a:pt x="258549" y="39176"/>
                  <a:pt x="259078" y="38911"/>
                </a:cubicBezTo>
                <a:cubicBezTo>
                  <a:pt x="259607" y="38647"/>
                  <a:pt x="260282" y="38471"/>
                  <a:pt x="261105" y="38382"/>
                </a:cubicBezTo>
                <a:cubicBezTo>
                  <a:pt x="261928" y="38294"/>
                  <a:pt x="263015" y="38250"/>
                  <a:pt x="264366" y="38250"/>
                </a:cubicBezTo>
                <a:cubicBezTo>
                  <a:pt x="265659" y="38250"/>
                  <a:pt x="266731" y="38294"/>
                  <a:pt x="267583" y="38382"/>
                </a:cubicBezTo>
                <a:cubicBezTo>
                  <a:pt x="268435" y="38471"/>
                  <a:pt x="269096" y="38647"/>
                  <a:pt x="269566" y="38911"/>
                </a:cubicBezTo>
                <a:cubicBezTo>
                  <a:pt x="270036" y="39176"/>
                  <a:pt x="270374" y="39469"/>
                  <a:pt x="270579" y="39793"/>
                </a:cubicBezTo>
                <a:cubicBezTo>
                  <a:pt x="270785" y="40116"/>
                  <a:pt x="270888" y="40512"/>
                  <a:pt x="270888" y="40982"/>
                </a:cubicBezTo>
                <a:lnTo>
                  <a:pt x="270888" y="52528"/>
                </a:lnTo>
                <a:cubicBezTo>
                  <a:pt x="273062" y="49355"/>
                  <a:pt x="275104" y="46770"/>
                  <a:pt x="277013" y="44772"/>
                </a:cubicBezTo>
                <a:cubicBezTo>
                  <a:pt x="278923" y="42774"/>
                  <a:pt x="280730" y="41203"/>
                  <a:pt x="282433" y="40057"/>
                </a:cubicBezTo>
                <a:cubicBezTo>
                  <a:pt x="284137" y="38911"/>
                  <a:pt x="285827" y="38118"/>
                  <a:pt x="287501" y="37677"/>
                </a:cubicBezTo>
                <a:cubicBezTo>
                  <a:pt x="289176" y="37237"/>
                  <a:pt x="290865" y="37016"/>
                  <a:pt x="292569" y="37016"/>
                </a:cubicBezTo>
                <a:cubicBezTo>
                  <a:pt x="293333" y="37016"/>
                  <a:pt x="294199" y="37060"/>
                  <a:pt x="295169" y="37149"/>
                </a:cubicBezTo>
                <a:cubicBezTo>
                  <a:pt x="296138" y="37237"/>
                  <a:pt x="297152" y="37398"/>
                  <a:pt x="298209" y="37633"/>
                </a:cubicBezTo>
                <a:cubicBezTo>
                  <a:pt x="299267" y="37868"/>
                  <a:pt x="300222" y="38133"/>
                  <a:pt x="301074" y="38426"/>
                </a:cubicBezTo>
                <a:cubicBezTo>
                  <a:pt x="301926" y="38720"/>
                  <a:pt x="302528" y="39014"/>
                  <a:pt x="302881" y="39308"/>
                </a:cubicBezTo>
                <a:cubicBezTo>
                  <a:pt x="303233" y="39602"/>
                  <a:pt x="303468" y="39881"/>
                  <a:pt x="303586" y="40145"/>
                </a:cubicBezTo>
                <a:cubicBezTo>
                  <a:pt x="303703" y="40409"/>
                  <a:pt x="303806" y="40747"/>
                  <a:pt x="303894" y="41159"/>
                </a:cubicBezTo>
                <a:cubicBezTo>
                  <a:pt x="303982" y="41570"/>
                  <a:pt x="304041" y="42172"/>
                  <a:pt x="304070" y="42965"/>
                </a:cubicBezTo>
                <a:cubicBezTo>
                  <a:pt x="304100" y="43759"/>
                  <a:pt x="304114" y="44831"/>
                  <a:pt x="304114" y="46182"/>
                </a:cubicBezTo>
                <a:close/>
                <a:moveTo>
                  <a:pt x="357625" y="122506"/>
                </a:moveTo>
                <a:lnTo>
                  <a:pt x="347049" y="151679"/>
                </a:lnTo>
                <a:cubicBezTo>
                  <a:pt x="346696" y="152619"/>
                  <a:pt x="345800" y="153339"/>
                  <a:pt x="344361" y="153838"/>
                </a:cubicBezTo>
                <a:cubicBezTo>
                  <a:pt x="342921" y="154337"/>
                  <a:pt x="340733" y="154587"/>
                  <a:pt x="337795" y="154587"/>
                </a:cubicBezTo>
                <a:cubicBezTo>
                  <a:pt x="336267" y="154587"/>
                  <a:pt x="335033" y="154514"/>
                  <a:pt x="334093" y="154367"/>
                </a:cubicBezTo>
                <a:cubicBezTo>
                  <a:pt x="333153" y="154220"/>
                  <a:pt x="332433" y="153970"/>
                  <a:pt x="331934" y="153618"/>
                </a:cubicBezTo>
                <a:cubicBezTo>
                  <a:pt x="331435" y="153265"/>
                  <a:pt x="331155" y="152795"/>
                  <a:pt x="331097" y="152208"/>
                </a:cubicBezTo>
                <a:cubicBezTo>
                  <a:pt x="331038" y="151620"/>
                  <a:pt x="331185" y="150915"/>
                  <a:pt x="331537" y="150092"/>
                </a:cubicBezTo>
                <a:lnTo>
                  <a:pt x="342466" y="122506"/>
                </a:lnTo>
                <a:cubicBezTo>
                  <a:pt x="341937" y="122271"/>
                  <a:pt x="341438" y="121889"/>
                  <a:pt x="340968" y="121361"/>
                </a:cubicBezTo>
                <a:cubicBezTo>
                  <a:pt x="340498" y="120832"/>
                  <a:pt x="340175" y="120274"/>
                  <a:pt x="339998" y="119686"/>
                </a:cubicBezTo>
                <a:lnTo>
                  <a:pt x="311707" y="43891"/>
                </a:lnTo>
                <a:cubicBezTo>
                  <a:pt x="311237" y="42657"/>
                  <a:pt x="311002" y="41687"/>
                  <a:pt x="311002" y="40982"/>
                </a:cubicBezTo>
                <a:cubicBezTo>
                  <a:pt x="311002" y="40277"/>
                  <a:pt x="311237" y="39719"/>
                  <a:pt x="311707" y="39308"/>
                </a:cubicBezTo>
                <a:cubicBezTo>
                  <a:pt x="312177" y="38896"/>
                  <a:pt x="312941" y="38617"/>
                  <a:pt x="313999" y="38471"/>
                </a:cubicBezTo>
                <a:cubicBezTo>
                  <a:pt x="315056" y="38324"/>
                  <a:pt x="316466" y="38250"/>
                  <a:pt x="318229" y="38250"/>
                </a:cubicBezTo>
                <a:cubicBezTo>
                  <a:pt x="319992" y="38250"/>
                  <a:pt x="321373" y="38294"/>
                  <a:pt x="322371" y="38382"/>
                </a:cubicBezTo>
                <a:cubicBezTo>
                  <a:pt x="323370" y="38471"/>
                  <a:pt x="324163" y="38632"/>
                  <a:pt x="324751" y="38867"/>
                </a:cubicBezTo>
                <a:cubicBezTo>
                  <a:pt x="325339" y="39102"/>
                  <a:pt x="325765" y="39440"/>
                  <a:pt x="326029" y="39881"/>
                </a:cubicBezTo>
                <a:cubicBezTo>
                  <a:pt x="326293" y="40321"/>
                  <a:pt x="326572" y="40924"/>
                  <a:pt x="326866" y="41687"/>
                </a:cubicBezTo>
                <a:lnTo>
                  <a:pt x="349517" y="105320"/>
                </a:lnTo>
                <a:lnTo>
                  <a:pt x="349781" y="105320"/>
                </a:lnTo>
                <a:lnTo>
                  <a:pt x="371638" y="41335"/>
                </a:lnTo>
                <a:cubicBezTo>
                  <a:pt x="371991" y="40219"/>
                  <a:pt x="372417" y="39499"/>
                  <a:pt x="372916" y="39176"/>
                </a:cubicBezTo>
                <a:cubicBezTo>
                  <a:pt x="373416" y="38852"/>
                  <a:pt x="374165" y="38617"/>
                  <a:pt x="375164" y="38471"/>
                </a:cubicBezTo>
                <a:cubicBezTo>
                  <a:pt x="376163" y="38324"/>
                  <a:pt x="377602" y="38250"/>
                  <a:pt x="379482" y="38250"/>
                </a:cubicBezTo>
                <a:cubicBezTo>
                  <a:pt x="381127" y="38250"/>
                  <a:pt x="382479" y="38324"/>
                  <a:pt x="383536" y="38471"/>
                </a:cubicBezTo>
                <a:cubicBezTo>
                  <a:pt x="384594" y="38617"/>
                  <a:pt x="385373" y="38896"/>
                  <a:pt x="385872" y="39308"/>
                </a:cubicBezTo>
                <a:cubicBezTo>
                  <a:pt x="386371" y="39719"/>
                  <a:pt x="386621" y="40277"/>
                  <a:pt x="386621" y="40982"/>
                </a:cubicBezTo>
                <a:cubicBezTo>
                  <a:pt x="386621" y="41687"/>
                  <a:pt x="386445" y="42569"/>
                  <a:pt x="386092" y="43626"/>
                </a:cubicBezTo>
                <a:lnTo>
                  <a:pt x="357625" y="122506"/>
                </a:lnTo>
                <a:close/>
                <a:moveTo>
                  <a:pt x="476610" y="79453"/>
                </a:moveTo>
                <a:cubicBezTo>
                  <a:pt x="476610" y="86392"/>
                  <a:pt x="475861" y="92625"/>
                  <a:pt x="474363" y="98154"/>
                </a:cubicBezTo>
                <a:cubicBezTo>
                  <a:pt x="472864" y="103682"/>
                  <a:pt x="470661" y="108374"/>
                  <a:pt x="467752" y="112228"/>
                </a:cubicBezTo>
                <a:cubicBezTo>
                  <a:pt x="464844" y="116080"/>
                  <a:pt x="461245" y="119050"/>
                  <a:pt x="456956" y="121138"/>
                </a:cubicBezTo>
                <a:cubicBezTo>
                  <a:pt x="452667" y="123225"/>
                  <a:pt x="447761" y="124269"/>
                  <a:pt x="442238" y="124269"/>
                </a:cubicBezTo>
                <a:cubicBezTo>
                  <a:pt x="439887" y="124269"/>
                  <a:pt x="437713" y="124034"/>
                  <a:pt x="435716" y="123564"/>
                </a:cubicBezTo>
                <a:cubicBezTo>
                  <a:pt x="433718" y="123094"/>
                  <a:pt x="431764" y="122359"/>
                  <a:pt x="429855" y="121361"/>
                </a:cubicBezTo>
                <a:cubicBezTo>
                  <a:pt x="427945" y="120360"/>
                  <a:pt x="426050" y="119095"/>
                  <a:pt x="424170" y="117565"/>
                </a:cubicBezTo>
                <a:cubicBezTo>
                  <a:pt x="422290" y="116036"/>
                  <a:pt x="420292" y="114242"/>
                  <a:pt x="418177" y="112184"/>
                </a:cubicBezTo>
                <a:lnTo>
                  <a:pt x="418177" y="151772"/>
                </a:lnTo>
                <a:cubicBezTo>
                  <a:pt x="418177" y="152241"/>
                  <a:pt x="418060" y="152651"/>
                  <a:pt x="417825" y="153003"/>
                </a:cubicBezTo>
                <a:cubicBezTo>
                  <a:pt x="417589" y="153356"/>
                  <a:pt x="417208" y="153649"/>
                  <a:pt x="416679" y="153882"/>
                </a:cubicBezTo>
                <a:cubicBezTo>
                  <a:pt x="416150" y="154117"/>
                  <a:pt x="415416" y="154293"/>
                  <a:pt x="414475" y="154411"/>
                </a:cubicBezTo>
                <a:cubicBezTo>
                  <a:pt x="413535" y="154528"/>
                  <a:pt x="412331" y="154587"/>
                  <a:pt x="410862" y="154587"/>
                </a:cubicBezTo>
                <a:cubicBezTo>
                  <a:pt x="409452" y="154587"/>
                  <a:pt x="408277" y="154528"/>
                  <a:pt x="407337" y="154411"/>
                </a:cubicBezTo>
                <a:cubicBezTo>
                  <a:pt x="406396" y="154293"/>
                  <a:pt x="405647" y="154117"/>
                  <a:pt x="405089" y="153882"/>
                </a:cubicBezTo>
                <a:cubicBezTo>
                  <a:pt x="404531" y="153647"/>
                  <a:pt x="404149" y="153353"/>
                  <a:pt x="403943" y="153001"/>
                </a:cubicBezTo>
                <a:cubicBezTo>
                  <a:pt x="403738" y="152648"/>
                  <a:pt x="403635" y="152237"/>
                  <a:pt x="403635" y="151767"/>
                </a:cubicBezTo>
                <a:lnTo>
                  <a:pt x="403635" y="40982"/>
                </a:lnTo>
                <a:cubicBezTo>
                  <a:pt x="403635" y="40454"/>
                  <a:pt x="403723" y="40028"/>
                  <a:pt x="403899" y="39704"/>
                </a:cubicBezTo>
                <a:cubicBezTo>
                  <a:pt x="404076" y="39381"/>
                  <a:pt x="404428" y="39102"/>
                  <a:pt x="404957" y="38867"/>
                </a:cubicBezTo>
                <a:cubicBezTo>
                  <a:pt x="405486" y="38632"/>
                  <a:pt x="406161" y="38471"/>
                  <a:pt x="406984" y="38382"/>
                </a:cubicBezTo>
                <a:cubicBezTo>
                  <a:pt x="407807" y="38294"/>
                  <a:pt x="408805" y="38250"/>
                  <a:pt x="409981" y="38250"/>
                </a:cubicBezTo>
                <a:cubicBezTo>
                  <a:pt x="411214" y="38250"/>
                  <a:pt x="412228" y="38294"/>
                  <a:pt x="413021" y="38382"/>
                </a:cubicBezTo>
                <a:cubicBezTo>
                  <a:pt x="413814" y="38471"/>
                  <a:pt x="414475" y="38632"/>
                  <a:pt x="415004" y="38867"/>
                </a:cubicBezTo>
                <a:cubicBezTo>
                  <a:pt x="415533" y="39102"/>
                  <a:pt x="415900" y="39382"/>
                  <a:pt x="416106" y="39707"/>
                </a:cubicBezTo>
                <a:cubicBezTo>
                  <a:pt x="416312" y="40030"/>
                  <a:pt x="416414" y="40456"/>
                  <a:pt x="416414" y="40985"/>
                </a:cubicBezTo>
                <a:lnTo>
                  <a:pt x="416414" y="51660"/>
                </a:lnTo>
                <a:cubicBezTo>
                  <a:pt x="418823" y="49191"/>
                  <a:pt x="421144" y="47044"/>
                  <a:pt x="423377" y="45221"/>
                </a:cubicBezTo>
                <a:cubicBezTo>
                  <a:pt x="425610" y="43398"/>
                  <a:pt x="427857" y="41884"/>
                  <a:pt x="430119" y="40679"/>
                </a:cubicBezTo>
                <a:cubicBezTo>
                  <a:pt x="432381" y="39473"/>
                  <a:pt x="434702" y="38561"/>
                  <a:pt x="437082" y="37944"/>
                </a:cubicBezTo>
                <a:cubicBezTo>
                  <a:pt x="439461" y="37326"/>
                  <a:pt x="441973" y="37016"/>
                  <a:pt x="444617" y="37016"/>
                </a:cubicBezTo>
                <a:cubicBezTo>
                  <a:pt x="450375" y="37016"/>
                  <a:pt x="455281" y="38134"/>
                  <a:pt x="459336" y="40368"/>
                </a:cubicBezTo>
                <a:cubicBezTo>
                  <a:pt x="463390" y="42603"/>
                  <a:pt x="466695" y="45662"/>
                  <a:pt x="469251" y="49545"/>
                </a:cubicBezTo>
                <a:cubicBezTo>
                  <a:pt x="471807" y="53427"/>
                  <a:pt x="473672" y="57941"/>
                  <a:pt x="474847" y="63087"/>
                </a:cubicBezTo>
                <a:cubicBezTo>
                  <a:pt x="476022" y="68232"/>
                  <a:pt x="476610" y="73687"/>
                  <a:pt x="476610" y="79453"/>
                </a:cubicBezTo>
                <a:moveTo>
                  <a:pt x="461275" y="81127"/>
                </a:moveTo>
                <a:cubicBezTo>
                  <a:pt x="461275" y="77068"/>
                  <a:pt x="460966" y="73140"/>
                  <a:pt x="460349" y="69345"/>
                </a:cubicBezTo>
                <a:cubicBezTo>
                  <a:pt x="459732" y="65550"/>
                  <a:pt x="458675" y="62181"/>
                  <a:pt x="457176" y="59240"/>
                </a:cubicBezTo>
                <a:cubicBezTo>
                  <a:pt x="455678" y="56298"/>
                  <a:pt x="453666" y="53945"/>
                  <a:pt x="451139" y="52181"/>
                </a:cubicBezTo>
                <a:cubicBezTo>
                  <a:pt x="448613" y="50415"/>
                  <a:pt x="445469" y="49531"/>
                  <a:pt x="441709" y="49531"/>
                </a:cubicBezTo>
                <a:cubicBezTo>
                  <a:pt x="439829" y="49531"/>
                  <a:pt x="437978" y="49811"/>
                  <a:pt x="436156" y="50371"/>
                </a:cubicBezTo>
                <a:cubicBezTo>
                  <a:pt x="434335" y="50930"/>
                  <a:pt x="432484" y="51812"/>
                  <a:pt x="430604" y="53018"/>
                </a:cubicBezTo>
                <a:cubicBezTo>
                  <a:pt x="428724" y="54224"/>
                  <a:pt x="426755" y="55814"/>
                  <a:pt x="424699" y="57786"/>
                </a:cubicBezTo>
                <a:cubicBezTo>
                  <a:pt x="422643" y="59758"/>
                  <a:pt x="420469" y="62186"/>
                  <a:pt x="418177" y="65070"/>
                </a:cubicBezTo>
                <a:lnTo>
                  <a:pt x="418177" y="96656"/>
                </a:lnTo>
                <a:cubicBezTo>
                  <a:pt x="422172" y="101541"/>
                  <a:pt x="425962" y="105280"/>
                  <a:pt x="429546" y="107871"/>
                </a:cubicBezTo>
                <a:cubicBezTo>
                  <a:pt x="433130" y="110460"/>
                  <a:pt x="436891" y="111754"/>
                  <a:pt x="440828" y="111754"/>
                </a:cubicBezTo>
                <a:cubicBezTo>
                  <a:pt x="444470" y="111754"/>
                  <a:pt x="447599" y="110872"/>
                  <a:pt x="450214" y="109107"/>
                </a:cubicBezTo>
                <a:cubicBezTo>
                  <a:pt x="452828" y="107341"/>
                  <a:pt x="454944" y="104987"/>
                  <a:pt x="456559" y="102045"/>
                </a:cubicBezTo>
                <a:cubicBezTo>
                  <a:pt x="458175" y="99104"/>
                  <a:pt x="459365" y="95809"/>
                  <a:pt x="460129" y="92161"/>
                </a:cubicBezTo>
                <a:cubicBezTo>
                  <a:pt x="460893" y="88512"/>
                  <a:pt x="461275" y="84835"/>
                  <a:pt x="461275" y="81127"/>
                </a:cubicBezTo>
                <a:close/>
                <a:moveTo>
                  <a:pt x="539120" y="114574"/>
                </a:moveTo>
                <a:cubicBezTo>
                  <a:pt x="539120" y="116278"/>
                  <a:pt x="539002" y="117630"/>
                  <a:pt x="538767" y="118628"/>
                </a:cubicBezTo>
                <a:cubicBezTo>
                  <a:pt x="538532" y="119627"/>
                  <a:pt x="538180" y="120362"/>
                  <a:pt x="537710" y="120832"/>
                </a:cubicBezTo>
                <a:cubicBezTo>
                  <a:pt x="537240" y="121302"/>
                  <a:pt x="536535" y="121743"/>
                  <a:pt x="535594" y="122154"/>
                </a:cubicBezTo>
                <a:cubicBezTo>
                  <a:pt x="534654" y="122565"/>
                  <a:pt x="533582" y="122903"/>
                  <a:pt x="532378" y="123167"/>
                </a:cubicBezTo>
                <a:cubicBezTo>
                  <a:pt x="531173" y="123432"/>
                  <a:pt x="529895" y="123652"/>
                  <a:pt x="528544" y="123828"/>
                </a:cubicBezTo>
                <a:cubicBezTo>
                  <a:pt x="527192" y="124005"/>
                  <a:pt x="525841" y="124093"/>
                  <a:pt x="524490" y="124093"/>
                </a:cubicBezTo>
                <a:cubicBezTo>
                  <a:pt x="520377" y="124093"/>
                  <a:pt x="516851" y="123548"/>
                  <a:pt x="513913" y="122460"/>
                </a:cubicBezTo>
                <a:cubicBezTo>
                  <a:pt x="510976" y="121369"/>
                  <a:pt x="508567" y="119719"/>
                  <a:pt x="506686" y="117510"/>
                </a:cubicBezTo>
                <a:cubicBezTo>
                  <a:pt x="504806" y="115301"/>
                  <a:pt x="503440" y="112504"/>
                  <a:pt x="502588" y="109118"/>
                </a:cubicBezTo>
                <a:cubicBezTo>
                  <a:pt x="501736" y="105732"/>
                  <a:pt x="501310" y="101743"/>
                  <a:pt x="501310" y="97149"/>
                </a:cubicBezTo>
                <a:lnTo>
                  <a:pt x="501310" y="50677"/>
                </a:lnTo>
                <a:lnTo>
                  <a:pt x="490205" y="50677"/>
                </a:lnTo>
                <a:cubicBezTo>
                  <a:pt x="489324" y="50677"/>
                  <a:pt x="488619" y="50207"/>
                  <a:pt x="488090" y="49267"/>
                </a:cubicBezTo>
                <a:cubicBezTo>
                  <a:pt x="487561" y="48327"/>
                  <a:pt x="487297" y="46799"/>
                  <a:pt x="487297" y="44684"/>
                </a:cubicBezTo>
                <a:cubicBezTo>
                  <a:pt x="487297" y="43568"/>
                  <a:pt x="487370" y="42628"/>
                  <a:pt x="487517" y="41864"/>
                </a:cubicBezTo>
                <a:cubicBezTo>
                  <a:pt x="487664" y="41100"/>
                  <a:pt x="487855" y="40468"/>
                  <a:pt x="488090" y="39969"/>
                </a:cubicBezTo>
                <a:cubicBezTo>
                  <a:pt x="488325" y="39469"/>
                  <a:pt x="488634" y="39117"/>
                  <a:pt x="489016" y="38911"/>
                </a:cubicBezTo>
                <a:cubicBezTo>
                  <a:pt x="489398" y="38706"/>
                  <a:pt x="489823" y="38603"/>
                  <a:pt x="490294" y="38603"/>
                </a:cubicBezTo>
                <a:lnTo>
                  <a:pt x="501310" y="38603"/>
                </a:lnTo>
                <a:lnTo>
                  <a:pt x="501310" y="19742"/>
                </a:lnTo>
                <a:cubicBezTo>
                  <a:pt x="501310" y="19331"/>
                  <a:pt x="501413" y="18949"/>
                  <a:pt x="501619" y="18596"/>
                </a:cubicBezTo>
                <a:cubicBezTo>
                  <a:pt x="501824" y="18244"/>
                  <a:pt x="502206" y="17935"/>
                  <a:pt x="502764" y="17671"/>
                </a:cubicBezTo>
                <a:cubicBezTo>
                  <a:pt x="503323" y="17406"/>
                  <a:pt x="504072" y="17216"/>
                  <a:pt x="505012" y="17098"/>
                </a:cubicBezTo>
                <a:cubicBezTo>
                  <a:pt x="505952" y="16980"/>
                  <a:pt x="507127" y="16922"/>
                  <a:pt x="508537" y="16922"/>
                </a:cubicBezTo>
                <a:cubicBezTo>
                  <a:pt x="510006" y="16922"/>
                  <a:pt x="511211" y="16980"/>
                  <a:pt x="512151" y="17098"/>
                </a:cubicBezTo>
                <a:cubicBezTo>
                  <a:pt x="513091" y="17216"/>
                  <a:pt x="513825" y="17406"/>
                  <a:pt x="514354" y="17671"/>
                </a:cubicBezTo>
                <a:cubicBezTo>
                  <a:pt x="514883" y="17935"/>
                  <a:pt x="515265" y="18244"/>
                  <a:pt x="515500" y="18596"/>
                </a:cubicBezTo>
                <a:cubicBezTo>
                  <a:pt x="515735" y="18949"/>
                  <a:pt x="515852" y="19331"/>
                  <a:pt x="515852" y="19742"/>
                </a:cubicBezTo>
                <a:lnTo>
                  <a:pt x="515852" y="38603"/>
                </a:lnTo>
                <a:lnTo>
                  <a:pt x="536211" y="38603"/>
                </a:lnTo>
                <a:cubicBezTo>
                  <a:pt x="536681" y="38603"/>
                  <a:pt x="537093" y="38706"/>
                  <a:pt x="537445" y="38911"/>
                </a:cubicBezTo>
                <a:cubicBezTo>
                  <a:pt x="537798" y="39117"/>
                  <a:pt x="538106" y="39469"/>
                  <a:pt x="538371" y="39969"/>
                </a:cubicBezTo>
                <a:cubicBezTo>
                  <a:pt x="538635" y="40468"/>
                  <a:pt x="538826" y="41100"/>
                  <a:pt x="538944" y="41864"/>
                </a:cubicBezTo>
                <a:cubicBezTo>
                  <a:pt x="539061" y="42628"/>
                  <a:pt x="539120" y="43568"/>
                  <a:pt x="539120" y="44684"/>
                </a:cubicBezTo>
                <a:cubicBezTo>
                  <a:pt x="539120" y="46799"/>
                  <a:pt x="538855" y="48327"/>
                  <a:pt x="538327" y="49267"/>
                </a:cubicBezTo>
                <a:cubicBezTo>
                  <a:pt x="537798" y="50207"/>
                  <a:pt x="537093" y="50677"/>
                  <a:pt x="536211" y="50677"/>
                </a:cubicBezTo>
                <a:lnTo>
                  <a:pt x="515852" y="50677"/>
                </a:lnTo>
                <a:lnTo>
                  <a:pt x="515852" y="95050"/>
                </a:lnTo>
                <a:cubicBezTo>
                  <a:pt x="515852" y="100529"/>
                  <a:pt x="516660" y="104668"/>
                  <a:pt x="518276" y="107468"/>
                </a:cubicBezTo>
                <a:cubicBezTo>
                  <a:pt x="519892" y="110267"/>
                  <a:pt x="522786" y="111666"/>
                  <a:pt x="526957" y="111666"/>
                </a:cubicBezTo>
                <a:cubicBezTo>
                  <a:pt x="528309" y="111666"/>
                  <a:pt x="529513" y="111534"/>
                  <a:pt x="530571" y="111269"/>
                </a:cubicBezTo>
                <a:cubicBezTo>
                  <a:pt x="531628" y="111005"/>
                  <a:pt x="532569" y="110726"/>
                  <a:pt x="533391" y="110432"/>
                </a:cubicBezTo>
                <a:cubicBezTo>
                  <a:pt x="534214" y="110138"/>
                  <a:pt x="534919" y="109859"/>
                  <a:pt x="535506" y="109595"/>
                </a:cubicBezTo>
                <a:cubicBezTo>
                  <a:pt x="536094" y="109330"/>
                  <a:pt x="536623" y="109198"/>
                  <a:pt x="537093" y="109198"/>
                </a:cubicBezTo>
                <a:cubicBezTo>
                  <a:pt x="537386" y="109198"/>
                  <a:pt x="537666" y="109272"/>
                  <a:pt x="537930" y="109418"/>
                </a:cubicBezTo>
                <a:cubicBezTo>
                  <a:pt x="538194" y="109565"/>
                  <a:pt x="538400" y="109844"/>
                  <a:pt x="538547" y="110256"/>
                </a:cubicBezTo>
                <a:cubicBezTo>
                  <a:pt x="538694" y="110667"/>
                  <a:pt x="538826" y="111225"/>
                  <a:pt x="538944" y="111930"/>
                </a:cubicBezTo>
                <a:cubicBezTo>
                  <a:pt x="539061" y="112635"/>
                  <a:pt x="539120" y="113517"/>
                  <a:pt x="539120" y="114574"/>
                </a:cubicBezTo>
                <a:close/>
                <a:moveTo>
                  <a:pt x="624782" y="77205"/>
                </a:moveTo>
                <a:cubicBezTo>
                  <a:pt x="624782" y="79497"/>
                  <a:pt x="624209" y="81127"/>
                  <a:pt x="623063" y="82097"/>
                </a:cubicBezTo>
                <a:cubicBezTo>
                  <a:pt x="621917" y="83066"/>
                  <a:pt x="620610" y="83551"/>
                  <a:pt x="619141" y="83551"/>
                </a:cubicBezTo>
                <a:lnTo>
                  <a:pt x="567142" y="83551"/>
                </a:lnTo>
                <a:cubicBezTo>
                  <a:pt x="567142" y="87971"/>
                  <a:pt x="567583" y="91949"/>
                  <a:pt x="568464" y="95485"/>
                </a:cubicBezTo>
                <a:cubicBezTo>
                  <a:pt x="569345" y="99021"/>
                  <a:pt x="570814" y="102056"/>
                  <a:pt x="572871" y="104590"/>
                </a:cubicBezTo>
                <a:cubicBezTo>
                  <a:pt x="574927" y="107124"/>
                  <a:pt x="577601" y="109070"/>
                  <a:pt x="580891" y="110426"/>
                </a:cubicBezTo>
                <a:cubicBezTo>
                  <a:pt x="584181" y="111782"/>
                  <a:pt x="588206" y="112459"/>
                  <a:pt x="592965" y="112459"/>
                </a:cubicBezTo>
                <a:cubicBezTo>
                  <a:pt x="596726" y="112459"/>
                  <a:pt x="600075" y="112151"/>
                  <a:pt x="603013" y="111534"/>
                </a:cubicBezTo>
                <a:cubicBezTo>
                  <a:pt x="605950" y="110917"/>
                  <a:pt x="608492" y="110226"/>
                  <a:pt x="610636" y="109463"/>
                </a:cubicBezTo>
                <a:cubicBezTo>
                  <a:pt x="612781" y="108699"/>
                  <a:pt x="614543" y="108008"/>
                  <a:pt x="615924" y="107391"/>
                </a:cubicBezTo>
                <a:cubicBezTo>
                  <a:pt x="617305" y="106774"/>
                  <a:pt x="618348" y="106466"/>
                  <a:pt x="619053" y="106466"/>
                </a:cubicBezTo>
                <a:cubicBezTo>
                  <a:pt x="619464" y="106466"/>
                  <a:pt x="619832" y="106569"/>
                  <a:pt x="620155" y="106774"/>
                </a:cubicBezTo>
                <a:cubicBezTo>
                  <a:pt x="620478" y="106980"/>
                  <a:pt x="620728" y="107289"/>
                  <a:pt x="620904" y="107700"/>
                </a:cubicBezTo>
                <a:cubicBezTo>
                  <a:pt x="621080" y="108111"/>
                  <a:pt x="621212" y="108684"/>
                  <a:pt x="621300" y="109418"/>
                </a:cubicBezTo>
                <a:cubicBezTo>
                  <a:pt x="621389" y="110153"/>
                  <a:pt x="621433" y="111049"/>
                  <a:pt x="621433" y="112107"/>
                </a:cubicBezTo>
                <a:cubicBezTo>
                  <a:pt x="621433" y="112870"/>
                  <a:pt x="621403" y="113531"/>
                  <a:pt x="621344" y="114090"/>
                </a:cubicBezTo>
                <a:cubicBezTo>
                  <a:pt x="621286" y="114648"/>
                  <a:pt x="621212" y="115147"/>
                  <a:pt x="621124" y="115588"/>
                </a:cubicBezTo>
                <a:cubicBezTo>
                  <a:pt x="621036" y="116028"/>
                  <a:pt x="620889" y="116425"/>
                  <a:pt x="620683" y="116778"/>
                </a:cubicBezTo>
                <a:cubicBezTo>
                  <a:pt x="620478" y="117130"/>
                  <a:pt x="620213" y="117468"/>
                  <a:pt x="619890" y="117791"/>
                </a:cubicBezTo>
                <a:cubicBezTo>
                  <a:pt x="619567" y="118114"/>
                  <a:pt x="618612" y="118643"/>
                  <a:pt x="617026" y="119378"/>
                </a:cubicBezTo>
                <a:cubicBezTo>
                  <a:pt x="615439" y="120112"/>
                  <a:pt x="613383" y="120832"/>
                  <a:pt x="610857" y="121537"/>
                </a:cubicBezTo>
                <a:cubicBezTo>
                  <a:pt x="608330" y="122242"/>
                  <a:pt x="605407" y="122874"/>
                  <a:pt x="602087" y="123432"/>
                </a:cubicBezTo>
                <a:cubicBezTo>
                  <a:pt x="598767" y="123990"/>
                  <a:pt x="595227" y="124269"/>
                  <a:pt x="591467" y="124269"/>
                </a:cubicBezTo>
                <a:cubicBezTo>
                  <a:pt x="584945" y="124269"/>
                  <a:pt x="579231" y="123357"/>
                  <a:pt x="574325" y="121534"/>
                </a:cubicBezTo>
                <a:cubicBezTo>
                  <a:pt x="569419" y="119711"/>
                  <a:pt x="565291" y="117005"/>
                  <a:pt x="561942" y="113418"/>
                </a:cubicBezTo>
                <a:cubicBezTo>
                  <a:pt x="558593" y="109830"/>
                  <a:pt x="556067" y="105330"/>
                  <a:pt x="554363" y="99919"/>
                </a:cubicBezTo>
                <a:cubicBezTo>
                  <a:pt x="552659" y="94508"/>
                  <a:pt x="551807" y="88215"/>
                  <a:pt x="551807" y="81039"/>
                </a:cubicBezTo>
                <a:cubicBezTo>
                  <a:pt x="551807" y="74216"/>
                  <a:pt x="552688" y="68084"/>
                  <a:pt x="554451" y="62644"/>
                </a:cubicBezTo>
                <a:cubicBezTo>
                  <a:pt x="556213" y="57204"/>
                  <a:pt x="558755" y="52587"/>
                  <a:pt x="562074" y="48793"/>
                </a:cubicBezTo>
                <a:cubicBezTo>
                  <a:pt x="565394" y="45000"/>
                  <a:pt x="569404" y="42089"/>
                  <a:pt x="574105" y="40060"/>
                </a:cubicBezTo>
                <a:cubicBezTo>
                  <a:pt x="578805" y="38031"/>
                  <a:pt x="584064" y="37016"/>
                  <a:pt x="589881" y="37016"/>
                </a:cubicBezTo>
                <a:cubicBezTo>
                  <a:pt x="596109" y="37016"/>
                  <a:pt x="601411" y="38015"/>
                  <a:pt x="605789" y="40013"/>
                </a:cubicBezTo>
                <a:cubicBezTo>
                  <a:pt x="610166" y="42011"/>
                  <a:pt x="613765" y="44699"/>
                  <a:pt x="616585" y="48077"/>
                </a:cubicBezTo>
                <a:cubicBezTo>
                  <a:pt x="619406" y="51456"/>
                  <a:pt x="621477" y="55422"/>
                  <a:pt x="622799" y="59975"/>
                </a:cubicBezTo>
                <a:cubicBezTo>
                  <a:pt x="624121" y="64529"/>
                  <a:pt x="624782" y="69391"/>
                  <a:pt x="624782" y="74561"/>
                </a:cubicBezTo>
                <a:lnTo>
                  <a:pt x="624782" y="77205"/>
                </a:lnTo>
                <a:moveTo>
                  <a:pt x="610151" y="72887"/>
                </a:moveTo>
                <a:cubicBezTo>
                  <a:pt x="610328" y="65249"/>
                  <a:pt x="608638" y="59255"/>
                  <a:pt x="605084" y="54908"/>
                </a:cubicBezTo>
                <a:cubicBezTo>
                  <a:pt x="601529" y="50560"/>
                  <a:pt x="596256" y="48386"/>
                  <a:pt x="589264" y="48386"/>
                </a:cubicBezTo>
                <a:cubicBezTo>
                  <a:pt x="585680" y="48386"/>
                  <a:pt x="582536" y="49061"/>
                  <a:pt x="579833" y="50413"/>
                </a:cubicBezTo>
                <a:cubicBezTo>
                  <a:pt x="577131" y="51764"/>
                  <a:pt x="574868" y="53556"/>
                  <a:pt x="573047" y="55789"/>
                </a:cubicBezTo>
                <a:cubicBezTo>
                  <a:pt x="571226" y="58022"/>
                  <a:pt x="569815" y="60622"/>
                  <a:pt x="568817" y="63589"/>
                </a:cubicBezTo>
                <a:cubicBezTo>
                  <a:pt x="567818" y="66556"/>
                  <a:pt x="567260" y="69655"/>
                  <a:pt x="567142" y="72887"/>
                </a:cubicBezTo>
                <a:lnTo>
                  <a:pt x="610151" y="72887"/>
                </a:lnTo>
                <a:close/>
                <a:moveTo>
                  <a:pt x="715313" y="120300"/>
                </a:moveTo>
                <a:cubicBezTo>
                  <a:pt x="715313" y="120770"/>
                  <a:pt x="715211" y="121182"/>
                  <a:pt x="715005" y="121537"/>
                </a:cubicBezTo>
                <a:cubicBezTo>
                  <a:pt x="714799" y="121889"/>
                  <a:pt x="714447" y="122168"/>
                  <a:pt x="713947" y="122374"/>
                </a:cubicBezTo>
                <a:cubicBezTo>
                  <a:pt x="713448" y="122580"/>
                  <a:pt x="712787" y="122741"/>
                  <a:pt x="711964" y="122859"/>
                </a:cubicBezTo>
                <a:cubicBezTo>
                  <a:pt x="711142" y="122976"/>
                  <a:pt x="710143" y="123035"/>
                  <a:pt x="708968" y="123035"/>
                </a:cubicBezTo>
                <a:cubicBezTo>
                  <a:pt x="707734" y="123035"/>
                  <a:pt x="706706" y="122976"/>
                  <a:pt x="705883" y="122859"/>
                </a:cubicBezTo>
                <a:cubicBezTo>
                  <a:pt x="705060" y="122743"/>
                  <a:pt x="704385" y="122583"/>
                  <a:pt x="703856" y="122380"/>
                </a:cubicBezTo>
                <a:cubicBezTo>
                  <a:pt x="703327" y="122174"/>
                  <a:pt x="702945" y="121896"/>
                  <a:pt x="702710" y="121545"/>
                </a:cubicBezTo>
                <a:cubicBezTo>
                  <a:pt x="702475" y="121194"/>
                  <a:pt x="702358" y="120786"/>
                  <a:pt x="702358" y="120320"/>
                </a:cubicBezTo>
                <a:lnTo>
                  <a:pt x="702358" y="109889"/>
                </a:lnTo>
                <a:cubicBezTo>
                  <a:pt x="698186" y="114417"/>
                  <a:pt x="693853" y="117946"/>
                  <a:pt x="689358" y="120477"/>
                </a:cubicBezTo>
                <a:cubicBezTo>
                  <a:pt x="684863" y="123005"/>
                  <a:pt x="679942" y="124269"/>
                  <a:pt x="674595" y="124269"/>
                </a:cubicBezTo>
                <a:cubicBezTo>
                  <a:pt x="668779" y="124269"/>
                  <a:pt x="663814" y="123137"/>
                  <a:pt x="659701" y="120873"/>
                </a:cubicBezTo>
                <a:cubicBezTo>
                  <a:pt x="655588" y="118609"/>
                  <a:pt x="652253" y="115551"/>
                  <a:pt x="649698" y="111699"/>
                </a:cubicBezTo>
                <a:cubicBezTo>
                  <a:pt x="647142" y="107845"/>
                  <a:pt x="645276" y="103316"/>
                  <a:pt x="644101" y="98112"/>
                </a:cubicBezTo>
                <a:cubicBezTo>
                  <a:pt x="642926" y="92907"/>
                  <a:pt x="642338" y="87422"/>
                  <a:pt x="642338" y="81656"/>
                </a:cubicBezTo>
                <a:cubicBezTo>
                  <a:pt x="642338" y="74835"/>
                  <a:pt x="643073" y="68675"/>
                  <a:pt x="644542" y="63176"/>
                </a:cubicBezTo>
                <a:cubicBezTo>
                  <a:pt x="646011" y="57676"/>
                  <a:pt x="648185" y="52986"/>
                  <a:pt x="651064" y="49104"/>
                </a:cubicBezTo>
                <a:cubicBezTo>
                  <a:pt x="653943" y="45221"/>
                  <a:pt x="657512" y="42235"/>
                  <a:pt x="661772" y="40148"/>
                </a:cubicBezTo>
                <a:cubicBezTo>
                  <a:pt x="666032" y="38060"/>
                  <a:pt x="670953" y="37016"/>
                  <a:pt x="676534" y="37016"/>
                </a:cubicBezTo>
                <a:cubicBezTo>
                  <a:pt x="681176" y="37016"/>
                  <a:pt x="685421" y="38031"/>
                  <a:pt x="689270" y="40060"/>
                </a:cubicBezTo>
                <a:cubicBezTo>
                  <a:pt x="693118" y="42089"/>
                  <a:pt x="696923" y="45073"/>
                  <a:pt x="700683" y="49014"/>
                </a:cubicBezTo>
                <a:lnTo>
                  <a:pt x="700683" y="2826"/>
                </a:lnTo>
                <a:cubicBezTo>
                  <a:pt x="700683" y="2415"/>
                  <a:pt x="700786" y="2018"/>
                  <a:pt x="700992" y="1636"/>
                </a:cubicBezTo>
                <a:cubicBezTo>
                  <a:pt x="701197" y="1252"/>
                  <a:pt x="701594" y="958"/>
                  <a:pt x="702181" y="752"/>
                </a:cubicBezTo>
                <a:cubicBezTo>
                  <a:pt x="702769" y="544"/>
                  <a:pt x="703518" y="367"/>
                  <a:pt x="704429" y="220"/>
                </a:cubicBezTo>
                <a:cubicBezTo>
                  <a:pt x="705340" y="73"/>
                  <a:pt x="706500" y="0"/>
                  <a:pt x="707910" y="0"/>
                </a:cubicBezTo>
                <a:cubicBezTo>
                  <a:pt x="709379" y="0"/>
                  <a:pt x="710584" y="73"/>
                  <a:pt x="711524" y="220"/>
                </a:cubicBezTo>
                <a:cubicBezTo>
                  <a:pt x="712464" y="367"/>
                  <a:pt x="713198" y="543"/>
                  <a:pt x="713727" y="749"/>
                </a:cubicBezTo>
                <a:cubicBezTo>
                  <a:pt x="714256" y="955"/>
                  <a:pt x="714652" y="1249"/>
                  <a:pt x="714917" y="1633"/>
                </a:cubicBezTo>
                <a:cubicBezTo>
                  <a:pt x="715181" y="2015"/>
                  <a:pt x="715313" y="2412"/>
                  <a:pt x="715313" y="2823"/>
                </a:cubicBezTo>
                <a:lnTo>
                  <a:pt x="715313" y="120300"/>
                </a:lnTo>
                <a:moveTo>
                  <a:pt x="700683" y="64542"/>
                </a:moveTo>
                <a:cubicBezTo>
                  <a:pt x="696746" y="59656"/>
                  <a:pt x="692942" y="55933"/>
                  <a:pt x="689270" y="53373"/>
                </a:cubicBezTo>
                <a:cubicBezTo>
                  <a:pt x="685598" y="50812"/>
                  <a:pt x="681764" y="49531"/>
                  <a:pt x="677768" y="49531"/>
                </a:cubicBezTo>
                <a:cubicBezTo>
                  <a:pt x="674067" y="49531"/>
                  <a:pt x="670923" y="50415"/>
                  <a:pt x="668338" y="52181"/>
                </a:cubicBezTo>
                <a:cubicBezTo>
                  <a:pt x="665753" y="53945"/>
                  <a:pt x="663652" y="56269"/>
                  <a:pt x="662036" y="59152"/>
                </a:cubicBezTo>
                <a:cubicBezTo>
                  <a:pt x="660421" y="62034"/>
                  <a:pt x="659245" y="65300"/>
                  <a:pt x="658511" y="68948"/>
                </a:cubicBezTo>
                <a:cubicBezTo>
                  <a:pt x="657777" y="72597"/>
                  <a:pt x="657409" y="76304"/>
                  <a:pt x="657409" y="80070"/>
                </a:cubicBezTo>
                <a:cubicBezTo>
                  <a:pt x="657409" y="84071"/>
                  <a:pt x="657718" y="87983"/>
                  <a:pt x="658335" y="91808"/>
                </a:cubicBezTo>
                <a:cubicBezTo>
                  <a:pt x="658952" y="95633"/>
                  <a:pt x="660024" y="99031"/>
                  <a:pt x="661552" y="102001"/>
                </a:cubicBezTo>
                <a:cubicBezTo>
                  <a:pt x="663079" y="104972"/>
                  <a:pt x="665106" y="107356"/>
                  <a:pt x="667633" y="109151"/>
                </a:cubicBezTo>
                <a:cubicBezTo>
                  <a:pt x="670159" y="110945"/>
                  <a:pt x="673332" y="111842"/>
                  <a:pt x="677151" y="111842"/>
                </a:cubicBezTo>
                <a:cubicBezTo>
                  <a:pt x="679090" y="111842"/>
                  <a:pt x="680956" y="111578"/>
                  <a:pt x="682748" y="111049"/>
                </a:cubicBezTo>
                <a:cubicBezTo>
                  <a:pt x="684540" y="110518"/>
                  <a:pt x="686376" y="109635"/>
                  <a:pt x="688256" y="108399"/>
                </a:cubicBezTo>
                <a:cubicBezTo>
                  <a:pt x="690136" y="107164"/>
                  <a:pt x="692105" y="105560"/>
                  <a:pt x="694161" y="103588"/>
                </a:cubicBezTo>
                <a:cubicBezTo>
                  <a:pt x="696218" y="101616"/>
                  <a:pt x="698392" y="99188"/>
                  <a:pt x="700683" y="96303"/>
                </a:cubicBezTo>
                <a:lnTo>
                  <a:pt x="700683" y="645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FB493B-2613-4C16-82AF-5603F06E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319" y="823436"/>
            <a:ext cx="737368" cy="253940"/>
          </a:xfrm>
          <a:custGeom xmlns:a="http://schemas.openxmlformats.org/drawingml/2006/main">
            <a:pathLst>
              <a:path w="737368" h="253940">
                <a:moveTo>
                  <a:pt x="0" y="43749"/>
                </a:moveTo>
                <a:lnTo>
                  <a:pt x="546764" y="43749"/>
                </a:lnTo>
                <a:lnTo>
                  <a:pt x="546764" y="0"/>
                </a:lnTo>
                <a:lnTo>
                  <a:pt x="737368" y="126970"/>
                </a:lnTo>
                <a:lnTo>
                  <a:pt x="546764" y="253940"/>
                </a:lnTo>
                <a:lnTo>
                  <a:pt x="546764" y="210191"/>
                </a:lnTo>
                <a:lnTo>
                  <a:pt x="0" y="210191"/>
                </a:lnTo>
                <a:lnTo>
                  <a:pt x="0" y="4374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1A757B-0A61-4894-B86E-D7753FDB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319" y="823436"/>
            <a:ext cx="737367" cy="253939"/>
          </a:xfrm>
          <a:custGeom xmlns:a="http://schemas.openxmlformats.org/drawingml/2006/main">
            <a:pathLst>
              <a:path w="737367" h="253939" fill="none">
                <a:moveTo>
                  <a:pt x="0" y="43749"/>
                </a:moveTo>
                <a:lnTo>
                  <a:pt x="546764" y="43749"/>
                </a:lnTo>
                <a:lnTo>
                  <a:pt x="546764" y="0"/>
                </a:lnTo>
                <a:lnTo>
                  <a:pt x="737367" y="126969"/>
                </a:lnTo>
                <a:lnTo>
                  <a:pt x="546764" y="253939"/>
                </a:lnTo>
                <a:lnTo>
                  <a:pt x="546764" y="210190"/>
                </a:lnTo>
                <a:lnTo>
                  <a:pt x="0" y="210190"/>
                </a:lnTo>
                <a:lnTo>
                  <a:pt x="0" y="437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miter/>
          </a:ln>
        </p:spPr>
      </p:sp>
      <p:sp>
        <p:nvSpPr>
          <p:cNvPr id="34" name="Text Launch">
            <a:extLst xmlns:a="http://schemas.openxmlformats.org/drawingml/2006/main">
              <a:ext uri="{FF2B5EF4-FFF2-40B4-BE49-F238E27FC236}">
                <a16:creationId xmlns:a16="http://schemas.microsoft.com/office/drawing/2014/main" id="{F629B779-EFE3-4CB5-B802-E3E9489C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762" y="884567"/>
            <a:ext cx="483237" cy="112560"/>
          </a:xfrm>
          <a:custGeom xmlns:a="http://schemas.openxmlformats.org/drawingml/2006/main">
            <a:pathLst>
              <a:path w="483237" h="112560">
                <a:moveTo>
                  <a:pt x="0" y="110747"/>
                </a:moveTo>
                <a:lnTo>
                  <a:pt x="0" y="0"/>
                </a:lnTo>
                <a:lnTo>
                  <a:pt x="14655" y="0"/>
                </a:lnTo>
                <a:lnTo>
                  <a:pt x="14655" y="97678"/>
                </a:lnTo>
                <a:lnTo>
                  <a:pt x="69198" y="97678"/>
                </a:lnTo>
                <a:lnTo>
                  <a:pt x="69198" y="110747"/>
                </a:lnTo>
                <a:lnTo>
                  <a:pt x="0" y="110747"/>
                </a:lnTo>
                <a:close/>
                <a:moveTo>
                  <a:pt x="136636" y="100851"/>
                </a:moveTo>
                <a:cubicBezTo>
                  <a:pt x="131599" y="105131"/>
                  <a:pt x="126752" y="108153"/>
                  <a:pt x="122093" y="109916"/>
                </a:cubicBezTo>
                <a:cubicBezTo>
                  <a:pt x="117435" y="111678"/>
                  <a:pt x="112436" y="112560"/>
                  <a:pt x="107098" y="112560"/>
                </a:cubicBezTo>
                <a:cubicBezTo>
                  <a:pt x="98285" y="112560"/>
                  <a:pt x="91511" y="110407"/>
                  <a:pt x="86777" y="106101"/>
                </a:cubicBezTo>
                <a:cubicBezTo>
                  <a:pt x="82043" y="101795"/>
                  <a:pt x="79676" y="96293"/>
                  <a:pt x="79676" y="89595"/>
                </a:cubicBezTo>
                <a:cubicBezTo>
                  <a:pt x="79676" y="85666"/>
                  <a:pt x="80570" y="82078"/>
                  <a:pt x="82358" y="78830"/>
                </a:cubicBezTo>
                <a:cubicBezTo>
                  <a:pt x="84145" y="75581"/>
                  <a:pt x="86487" y="72975"/>
                  <a:pt x="89383" y="71011"/>
                </a:cubicBezTo>
                <a:cubicBezTo>
                  <a:pt x="92279" y="69047"/>
                  <a:pt x="95540" y="67561"/>
                  <a:pt x="99166" y="66554"/>
                </a:cubicBezTo>
                <a:cubicBezTo>
                  <a:pt x="101835" y="65849"/>
                  <a:pt x="105864" y="65169"/>
                  <a:pt x="111253" y="64514"/>
                </a:cubicBezTo>
                <a:cubicBezTo>
                  <a:pt x="122232" y="63205"/>
                  <a:pt x="130315" y="61643"/>
                  <a:pt x="135502" y="59830"/>
                </a:cubicBezTo>
                <a:cubicBezTo>
                  <a:pt x="135553" y="57967"/>
                  <a:pt x="135578" y="56784"/>
                  <a:pt x="135578" y="56280"/>
                </a:cubicBezTo>
                <a:cubicBezTo>
                  <a:pt x="135578" y="50740"/>
                  <a:pt x="134294" y="46837"/>
                  <a:pt x="131725" y="44571"/>
                </a:cubicBezTo>
                <a:cubicBezTo>
                  <a:pt x="128250" y="41499"/>
                  <a:pt x="123088" y="39962"/>
                  <a:pt x="116239" y="39962"/>
                </a:cubicBezTo>
                <a:cubicBezTo>
                  <a:pt x="109843" y="39962"/>
                  <a:pt x="105121" y="41083"/>
                  <a:pt x="102074" y="43324"/>
                </a:cubicBezTo>
                <a:cubicBezTo>
                  <a:pt x="99027" y="45565"/>
                  <a:pt x="96774" y="49531"/>
                  <a:pt x="95313" y="55222"/>
                </a:cubicBezTo>
                <a:lnTo>
                  <a:pt x="82018" y="53409"/>
                </a:lnTo>
                <a:cubicBezTo>
                  <a:pt x="83226" y="47718"/>
                  <a:pt x="85216" y="43123"/>
                  <a:pt x="87986" y="39623"/>
                </a:cubicBezTo>
                <a:cubicBezTo>
                  <a:pt x="90755" y="36122"/>
                  <a:pt x="94759" y="33428"/>
                  <a:pt x="99997" y="31539"/>
                </a:cubicBezTo>
                <a:cubicBezTo>
                  <a:pt x="105235" y="29651"/>
                  <a:pt x="111303" y="28707"/>
                  <a:pt x="118203" y="28707"/>
                </a:cubicBezTo>
                <a:cubicBezTo>
                  <a:pt x="125052" y="28707"/>
                  <a:pt x="130617" y="29512"/>
                  <a:pt x="134898" y="31124"/>
                </a:cubicBezTo>
                <a:cubicBezTo>
                  <a:pt x="139179" y="32736"/>
                  <a:pt x="142326" y="34763"/>
                  <a:pt x="144341" y="37205"/>
                </a:cubicBezTo>
                <a:cubicBezTo>
                  <a:pt x="146355" y="39648"/>
                  <a:pt x="147766" y="42732"/>
                  <a:pt x="148571" y="46459"/>
                </a:cubicBezTo>
                <a:cubicBezTo>
                  <a:pt x="149025" y="48776"/>
                  <a:pt x="149251" y="52956"/>
                  <a:pt x="149251" y="58999"/>
                </a:cubicBezTo>
                <a:lnTo>
                  <a:pt x="149251" y="77130"/>
                </a:lnTo>
                <a:cubicBezTo>
                  <a:pt x="149251" y="89771"/>
                  <a:pt x="149541" y="97766"/>
                  <a:pt x="150120" y="101115"/>
                </a:cubicBezTo>
                <a:cubicBezTo>
                  <a:pt x="150699" y="104464"/>
                  <a:pt x="151845" y="107675"/>
                  <a:pt x="153557" y="110747"/>
                </a:cubicBezTo>
                <a:lnTo>
                  <a:pt x="139355" y="110747"/>
                </a:lnTo>
                <a:cubicBezTo>
                  <a:pt x="137945" y="107926"/>
                  <a:pt x="137038" y="104628"/>
                  <a:pt x="136636" y="100851"/>
                </a:cubicBezTo>
                <a:moveTo>
                  <a:pt x="135502" y="70482"/>
                </a:moveTo>
                <a:cubicBezTo>
                  <a:pt x="130567" y="72497"/>
                  <a:pt x="123164" y="74209"/>
                  <a:pt x="113293" y="75619"/>
                </a:cubicBezTo>
                <a:cubicBezTo>
                  <a:pt x="107702" y="76425"/>
                  <a:pt x="103749" y="77331"/>
                  <a:pt x="101432" y="78339"/>
                </a:cubicBezTo>
                <a:cubicBezTo>
                  <a:pt x="99116" y="79346"/>
                  <a:pt x="97328" y="80819"/>
                  <a:pt x="96069" y="82758"/>
                </a:cubicBezTo>
                <a:cubicBezTo>
                  <a:pt x="94810" y="84697"/>
                  <a:pt x="94180" y="86850"/>
                  <a:pt x="94180" y="89217"/>
                </a:cubicBezTo>
                <a:cubicBezTo>
                  <a:pt x="94180" y="92843"/>
                  <a:pt x="95552" y="95865"/>
                  <a:pt x="98297" y="98282"/>
                </a:cubicBezTo>
                <a:cubicBezTo>
                  <a:pt x="101042" y="100699"/>
                  <a:pt x="105058" y="101908"/>
                  <a:pt x="110346" y="101908"/>
                </a:cubicBezTo>
                <a:cubicBezTo>
                  <a:pt x="115584" y="101908"/>
                  <a:pt x="120243" y="100762"/>
                  <a:pt x="124322" y="98471"/>
                </a:cubicBezTo>
                <a:cubicBezTo>
                  <a:pt x="128401" y="96179"/>
                  <a:pt x="131398" y="93044"/>
                  <a:pt x="133312" y="89066"/>
                </a:cubicBezTo>
                <a:cubicBezTo>
                  <a:pt x="134772" y="85994"/>
                  <a:pt x="135502" y="81461"/>
                  <a:pt x="135502" y="75468"/>
                </a:cubicBezTo>
                <a:lnTo>
                  <a:pt x="135502" y="70482"/>
                </a:lnTo>
                <a:close/>
                <a:moveTo>
                  <a:pt x="222279" y="110747"/>
                </a:moveTo>
                <a:lnTo>
                  <a:pt x="222279" y="98962"/>
                </a:lnTo>
                <a:cubicBezTo>
                  <a:pt x="216034" y="108027"/>
                  <a:pt x="207548" y="112560"/>
                  <a:pt x="196821" y="112560"/>
                </a:cubicBezTo>
                <a:cubicBezTo>
                  <a:pt x="192087" y="112560"/>
                  <a:pt x="187668" y="111653"/>
                  <a:pt x="183563" y="109840"/>
                </a:cubicBezTo>
                <a:cubicBezTo>
                  <a:pt x="179459" y="108027"/>
                  <a:pt x="176412" y="105748"/>
                  <a:pt x="174422" y="103004"/>
                </a:cubicBezTo>
                <a:cubicBezTo>
                  <a:pt x="172433" y="100259"/>
                  <a:pt x="171035" y="96897"/>
                  <a:pt x="170230" y="92918"/>
                </a:cubicBezTo>
                <a:cubicBezTo>
                  <a:pt x="169676" y="90249"/>
                  <a:pt x="169399" y="86019"/>
                  <a:pt x="169399" y="80227"/>
                </a:cubicBezTo>
                <a:lnTo>
                  <a:pt x="169399" y="30520"/>
                </a:lnTo>
                <a:lnTo>
                  <a:pt x="182997" y="30520"/>
                </a:lnTo>
                <a:lnTo>
                  <a:pt x="182997" y="75015"/>
                </a:lnTo>
                <a:cubicBezTo>
                  <a:pt x="182997" y="82116"/>
                  <a:pt x="183274" y="86900"/>
                  <a:pt x="183827" y="89368"/>
                </a:cubicBezTo>
                <a:cubicBezTo>
                  <a:pt x="184684" y="92944"/>
                  <a:pt x="186497" y="95751"/>
                  <a:pt x="189267" y="97791"/>
                </a:cubicBezTo>
                <a:cubicBezTo>
                  <a:pt x="192037" y="99831"/>
                  <a:pt x="195461" y="100851"/>
                  <a:pt x="199541" y="100851"/>
                </a:cubicBezTo>
                <a:cubicBezTo>
                  <a:pt x="203620" y="100851"/>
                  <a:pt x="207447" y="99806"/>
                  <a:pt x="211023" y="97715"/>
                </a:cubicBezTo>
                <a:cubicBezTo>
                  <a:pt x="214599" y="95625"/>
                  <a:pt x="217130" y="92780"/>
                  <a:pt x="218615" y="89179"/>
                </a:cubicBezTo>
                <a:cubicBezTo>
                  <a:pt x="220101" y="85578"/>
                  <a:pt x="220844" y="80353"/>
                  <a:pt x="220844" y="73504"/>
                </a:cubicBezTo>
                <a:lnTo>
                  <a:pt x="220844" y="30520"/>
                </a:lnTo>
                <a:lnTo>
                  <a:pt x="234442" y="30520"/>
                </a:lnTo>
                <a:lnTo>
                  <a:pt x="234442" y="110747"/>
                </a:lnTo>
                <a:lnTo>
                  <a:pt x="222279" y="110747"/>
                </a:lnTo>
                <a:close/>
                <a:moveTo>
                  <a:pt x="255118" y="110747"/>
                </a:moveTo>
                <a:lnTo>
                  <a:pt x="255118" y="30520"/>
                </a:lnTo>
                <a:lnTo>
                  <a:pt x="267356" y="30520"/>
                </a:lnTo>
                <a:lnTo>
                  <a:pt x="267356" y="41927"/>
                </a:lnTo>
                <a:cubicBezTo>
                  <a:pt x="273249" y="33113"/>
                  <a:pt x="281760" y="28707"/>
                  <a:pt x="292890" y="28707"/>
                </a:cubicBezTo>
                <a:cubicBezTo>
                  <a:pt x="297725" y="28707"/>
                  <a:pt x="302169" y="29575"/>
                  <a:pt x="306223" y="31313"/>
                </a:cubicBezTo>
                <a:cubicBezTo>
                  <a:pt x="310277" y="33050"/>
                  <a:pt x="313312" y="35329"/>
                  <a:pt x="315326" y="38149"/>
                </a:cubicBezTo>
                <a:cubicBezTo>
                  <a:pt x="317341" y="40970"/>
                  <a:pt x="318751" y="44319"/>
                  <a:pt x="319557" y="48197"/>
                </a:cubicBezTo>
                <a:cubicBezTo>
                  <a:pt x="320060" y="50715"/>
                  <a:pt x="320312" y="55122"/>
                  <a:pt x="320312" y="61417"/>
                </a:cubicBezTo>
                <a:lnTo>
                  <a:pt x="320312" y="110747"/>
                </a:lnTo>
                <a:lnTo>
                  <a:pt x="306714" y="110747"/>
                </a:lnTo>
                <a:lnTo>
                  <a:pt x="306714" y="61946"/>
                </a:lnTo>
                <a:cubicBezTo>
                  <a:pt x="306714" y="56406"/>
                  <a:pt x="306185" y="52263"/>
                  <a:pt x="305128" y="49519"/>
                </a:cubicBezTo>
                <a:cubicBezTo>
                  <a:pt x="304070" y="46774"/>
                  <a:pt x="302194" y="44583"/>
                  <a:pt x="299500" y="42946"/>
                </a:cubicBezTo>
                <a:cubicBezTo>
                  <a:pt x="296806" y="41310"/>
                  <a:pt x="293645" y="40491"/>
                  <a:pt x="290019" y="40491"/>
                </a:cubicBezTo>
                <a:cubicBezTo>
                  <a:pt x="284228" y="40491"/>
                  <a:pt x="279229" y="42330"/>
                  <a:pt x="275024" y="46006"/>
                </a:cubicBezTo>
                <a:cubicBezTo>
                  <a:pt x="270819" y="49682"/>
                  <a:pt x="268716" y="56658"/>
                  <a:pt x="268716" y="66932"/>
                </a:cubicBezTo>
                <a:lnTo>
                  <a:pt x="268716" y="110747"/>
                </a:lnTo>
                <a:lnTo>
                  <a:pt x="255118" y="110747"/>
                </a:lnTo>
                <a:close/>
                <a:moveTo>
                  <a:pt x="392887" y="81360"/>
                </a:moveTo>
                <a:lnTo>
                  <a:pt x="406258" y="83098"/>
                </a:lnTo>
                <a:cubicBezTo>
                  <a:pt x="404797" y="92314"/>
                  <a:pt x="401058" y="99529"/>
                  <a:pt x="395040" y="104741"/>
                </a:cubicBezTo>
                <a:cubicBezTo>
                  <a:pt x="389021" y="109954"/>
                  <a:pt x="381631" y="112560"/>
                  <a:pt x="372868" y="112560"/>
                </a:cubicBezTo>
                <a:cubicBezTo>
                  <a:pt x="361889" y="112560"/>
                  <a:pt x="353063" y="108971"/>
                  <a:pt x="346390" y="101795"/>
                </a:cubicBezTo>
                <a:cubicBezTo>
                  <a:pt x="339717" y="94618"/>
                  <a:pt x="336380" y="84332"/>
                  <a:pt x="336380" y="70935"/>
                </a:cubicBezTo>
                <a:cubicBezTo>
                  <a:pt x="336380" y="62273"/>
                  <a:pt x="337815" y="54693"/>
                  <a:pt x="340686" y="48197"/>
                </a:cubicBezTo>
                <a:cubicBezTo>
                  <a:pt x="343557" y="41700"/>
                  <a:pt x="347926" y="36827"/>
                  <a:pt x="353793" y="33579"/>
                </a:cubicBezTo>
                <a:cubicBezTo>
                  <a:pt x="359660" y="30331"/>
                  <a:pt x="366044" y="28707"/>
                  <a:pt x="372943" y="28707"/>
                </a:cubicBezTo>
                <a:cubicBezTo>
                  <a:pt x="381656" y="28707"/>
                  <a:pt x="388782" y="30910"/>
                  <a:pt x="394322" y="35317"/>
                </a:cubicBezTo>
                <a:cubicBezTo>
                  <a:pt x="399862" y="39723"/>
                  <a:pt x="403412" y="45981"/>
                  <a:pt x="404974" y="54089"/>
                </a:cubicBezTo>
                <a:lnTo>
                  <a:pt x="391754" y="56129"/>
                </a:lnTo>
                <a:cubicBezTo>
                  <a:pt x="390494" y="50740"/>
                  <a:pt x="388266" y="46686"/>
                  <a:pt x="385068" y="43966"/>
                </a:cubicBezTo>
                <a:cubicBezTo>
                  <a:pt x="381870" y="41247"/>
                  <a:pt x="378005" y="39887"/>
                  <a:pt x="373472" y="39887"/>
                </a:cubicBezTo>
                <a:cubicBezTo>
                  <a:pt x="366623" y="39887"/>
                  <a:pt x="361058" y="42342"/>
                  <a:pt x="356777" y="47252"/>
                </a:cubicBezTo>
                <a:cubicBezTo>
                  <a:pt x="352496" y="52163"/>
                  <a:pt x="350356" y="59931"/>
                  <a:pt x="350356" y="70558"/>
                </a:cubicBezTo>
                <a:cubicBezTo>
                  <a:pt x="350356" y="81335"/>
                  <a:pt x="352421" y="89166"/>
                  <a:pt x="356550" y="94052"/>
                </a:cubicBezTo>
                <a:cubicBezTo>
                  <a:pt x="360680" y="98937"/>
                  <a:pt x="366069" y="101379"/>
                  <a:pt x="372717" y="101379"/>
                </a:cubicBezTo>
                <a:cubicBezTo>
                  <a:pt x="378055" y="101379"/>
                  <a:pt x="382512" y="99743"/>
                  <a:pt x="386088" y="96469"/>
                </a:cubicBezTo>
                <a:cubicBezTo>
                  <a:pt x="389664" y="93195"/>
                  <a:pt x="391930" y="88159"/>
                  <a:pt x="392887" y="81360"/>
                </a:cubicBezTo>
                <a:close/>
                <a:moveTo>
                  <a:pt x="417892" y="110747"/>
                </a:moveTo>
                <a:lnTo>
                  <a:pt x="417892" y="0"/>
                </a:lnTo>
                <a:lnTo>
                  <a:pt x="431489" y="0"/>
                </a:lnTo>
                <a:lnTo>
                  <a:pt x="431489" y="39736"/>
                </a:lnTo>
                <a:cubicBezTo>
                  <a:pt x="437835" y="32383"/>
                  <a:pt x="445843" y="28707"/>
                  <a:pt x="455512" y="28707"/>
                </a:cubicBezTo>
                <a:cubicBezTo>
                  <a:pt x="461455" y="28707"/>
                  <a:pt x="466617" y="29877"/>
                  <a:pt x="470999" y="32219"/>
                </a:cubicBezTo>
                <a:cubicBezTo>
                  <a:pt x="475380" y="34561"/>
                  <a:pt x="478515" y="37797"/>
                  <a:pt x="480404" y="41927"/>
                </a:cubicBezTo>
                <a:cubicBezTo>
                  <a:pt x="482292" y="46056"/>
                  <a:pt x="483237" y="52049"/>
                  <a:pt x="483237" y="59906"/>
                </a:cubicBezTo>
                <a:lnTo>
                  <a:pt x="483237" y="110747"/>
                </a:lnTo>
                <a:lnTo>
                  <a:pt x="469639" y="110747"/>
                </a:lnTo>
                <a:lnTo>
                  <a:pt x="469639" y="59906"/>
                </a:lnTo>
                <a:cubicBezTo>
                  <a:pt x="469639" y="53107"/>
                  <a:pt x="468166" y="48159"/>
                  <a:pt x="465220" y="45062"/>
                </a:cubicBezTo>
                <a:cubicBezTo>
                  <a:pt x="462273" y="41964"/>
                  <a:pt x="458106" y="40416"/>
                  <a:pt x="452717" y="40416"/>
                </a:cubicBezTo>
                <a:cubicBezTo>
                  <a:pt x="448688" y="40416"/>
                  <a:pt x="444898" y="41461"/>
                  <a:pt x="441348" y="43551"/>
                </a:cubicBezTo>
                <a:cubicBezTo>
                  <a:pt x="437797" y="45641"/>
                  <a:pt x="435267" y="48474"/>
                  <a:pt x="433756" y="52049"/>
                </a:cubicBezTo>
                <a:cubicBezTo>
                  <a:pt x="432245" y="55625"/>
                  <a:pt x="431489" y="60561"/>
                  <a:pt x="431489" y="66856"/>
                </a:cubicBezTo>
                <a:lnTo>
                  <a:pt x="431489" y="110747"/>
                </a:lnTo>
                <a:lnTo>
                  <a:pt x="417892" y="1107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13C067-C4EB-49B8-BC50-82E75E33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522" y="4845868"/>
            <a:ext cx="747769" cy="410646"/>
          </a:xfrm>
          <a:custGeom xmlns:a="http://schemas.openxmlformats.org/drawingml/2006/main">
            <a:pathLst>
              <a:path w="747769" h="410646">
                <a:moveTo>
                  <a:pt x="0" y="410646"/>
                </a:moveTo>
                <a:lnTo>
                  <a:pt x="747769" y="410646"/>
                </a:lnTo>
                <a:lnTo>
                  <a:pt x="747769" y="0"/>
                </a:lnTo>
                <a:lnTo>
                  <a:pt x="0" y="0"/>
                </a:lnTo>
                <a:lnTo>
                  <a:pt x="0" y="4106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D58DA-D802-4AFE-BB7C-F5D760CC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523" y="4845868"/>
            <a:ext cx="747769" cy="410646"/>
          </a:xfrm>
          <a:custGeom xmlns:a="http://schemas.openxmlformats.org/drawingml/2006/main">
            <a:pathLst>
              <a:path w="747769" h="410646" fill="none">
                <a:moveTo>
                  <a:pt x="0" y="0"/>
                </a:moveTo>
                <a:lnTo>
                  <a:pt x="747769" y="0"/>
                </a:lnTo>
                <a:lnTo>
                  <a:pt x="747769" y="410646"/>
                </a:lnTo>
                <a:lnTo>
                  <a:pt x="0" y="41064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miter/>
          </a:ln>
        </p:spPr>
      </p:sp>
      <p:sp>
        <p:nvSpPr>
          <p:cNvPr id="37" name="Text IT">
            <a:extLst xmlns:a="http://schemas.openxmlformats.org/drawingml/2006/main">
              <a:ext uri="{FF2B5EF4-FFF2-40B4-BE49-F238E27FC236}">
                <a16:creationId xmlns:a16="http://schemas.microsoft.com/office/drawing/2014/main" id="{023263E8-E225-43C4-9524-251C0779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467" y="4894836"/>
            <a:ext cx="139771" cy="129205"/>
          </a:xfrm>
          <a:custGeom xmlns:a="http://schemas.openxmlformats.org/drawingml/2006/main">
            <a:pathLst>
              <a:path w="139771" h="129205">
                <a:moveTo>
                  <a:pt x="0" y="129205"/>
                </a:moveTo>
                <a:lnTo>
                  <a:pt x="0" y="0"/>
                </a:lnTo>
                <a:lnTo>
                  <a:pt x="17098" y="0"/>
                </a:lnTo>
                <a:lnTo>
                  <a:pt x="17098" y="129205"/>
                </a:lnTo>
                <a:lnTo>
                  <a:pt x="0" y="129205"/>
                </a:lnTo>
                <a:close/>
                <a:moveTo>
                  <a:pt x="79928" y="129205"/>
                </a:moveTo>
                <a:lnTo>
                  <a:pt x="79928" y="15247"/>
                </a:lnTo>
                <a:lnTo>
                  <a:pt x="37359" y="15247"/>
                </a:lnTo>
                <a:lnTo>
                  <a:pt x="37359" y="0"/>
                </a:lnTo>
                <a:lnTo>
                  <a:pt x="139771" y="0"/>
                </a:lnTo>
                <a:lnTo>
                  <a:pt x="139771" y="15247"/>
                </a:lnTo>
                <a:lnTo>
                  <a:pt x="97026" y="15247"/>
                </a:lnTo>
                <a:lnTo>
                  <a:pt x="97026" y="129205"/>
                </a:lnTo>
                <a:lnTo>
                  <a:pt x="79928" y="1292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(secure)">
            <a:extLst xmlns:a="http://schemas.openxmlformats.org/drawingml/2006/main">
              <a:ext uri="{FF2B5EF4-FFF2-40B4-BE49-F238E27FC236}">
                <a16:creationId xmlns:a16="http://schemas.microsoft.com/office/drawing/2014/main" id="{4BDB2179-916C-492A-8A5A-CB213502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40" y="5078496"/>
            <a:ext cx="550659" cy="145195"/>
          </a:xfrm>
          <a:custGeom xmlns:a="http://schemas.openxmlformats.org/drawingml/2006/main">
            <a:pathLst>
              <a:path w="550659" h="145195">
                <a:moveTo>
                  <a:pt x="26818" y="145195"/>
                </a:moveTo>
                <a:cubicBezTo>
                  <a:pt x="19314" y="135726"/>
                  <a:pt x="12968" y="124647"/>
                  <a:pt x="7781" y="111955"/>
                </a:cubicBezTo>
                <a:cubicBezTo>
                  <a:pt x="2594" y="99264"/>
                  <a:pt x="0" y="86120"/>
                  <a:pt x="0" y="72522"/>
                </a:cubicBezTo>
                <a:cubicBezTo>
                  <a:pt x="0" y="60536"/>
                  <a:pt x="1939" y="49053"/>
                  <a:pt x="5817" y="38074"/>
                </a:cubicBezTo>
                <a:cubicBezTo>
                  <a:pt x="10349" y="25332"/>
                  <a:pt x="17350" y="12641"/>
                  <a:pt x="26818" y="0"/>
                </a:cubicBezTo>
                <a:lnTo>
                  <a:pt x="36563" y="0"/>
                </a:lnTo>
                <a:cubicBezTo>
                  <a:pt x="30469" y="10475"/>
                  <a:pt x="26440" y="17954"/>
                  <a:pt x="24476" y="22436"/>
                </a:cubicBezTo>
                <a:cubicBezTo>
                  <a:pt x="21404" y="29386"/>
                  <a:pt x="18987" y="36639"/>
                  <a:pt x="17224" y="44193"/>
                </a:cubicBezTo>
                <a:cubicBezTo>
                  <a:pt x="15058" y="53611"/>
                  <a:pt x="13976" y="63079"/>
                  <a:pt x="13976" y="72597"/>
                </a:cubicBezTo>
                <a:cubicBezTo>
                  <a:pt x="13976" y="96822"/>
                  <a:pt x="21505" y="121021"/>
                  <a:pt x="36563" y="145195"/>
                </a:cubicBezTo>
                <a:lnTo>
                  <a:pt x="26818" y="145195"/>
                </a:lnTo>
                <a:close/>
                <a:moveTo>
                  <a:pt x="46958" y="88688"/>
                </a:moveTo>
                <a:lnTo>
                  <a:pt x="60404" y="86573"/>
                </a:lnTo>
                <a:cubicBezTo>
                  <a:pt x="61160" y="91962"/>
                  <a:pt x="63263" y="96091"/>
                  <a:pt x="66712" y="98962"/>
                </a:cubicBezTo>
                <a:cubicBezTo>
                  <a:pt x="70162" y="101833"/>
                  <a:pt x="74984" y="103268"/>
                  <a:pt x="81179" y="103268"/>
                </a:cubicBezTo>
                <a:cubicBezTo>
                  <a:pt x="87424" y="103268"/>
                  <a:pt x="92057" y="101996"/>
                  <a:pt x="95079" y="99453"/>
                </a:cubicBezTo>
                <a:cubicBezTo>
                  <a:pt x="98101" y="96910"/>
                  <a:pt x="99612" y="93926"/>
                  <a:pt x="99612" y="90501"/>
                </a:cubicBezTo>
                <a:cubicBezTo>
                  <a:pt x="99612" y="87429"/>
                  <a:pt x="98277" y="85012"/>
                  <a:pt x="95608" y="83249"/>
                </a:cubicBezTo>
                <a:cubicBezTo>
                  <a:pt x="93744" y="82040"/>
                  <a:pt x="89111" y="80504"/>
                  <a:pt x="81708" y="78641"/>
                </a:cubicBezTo>
                <a:cubicBezTo>
                  <a:pt x="71736" y="76123"/>
                  <a:pt x="64824" y="73944"/>
                  <a:pt x="60971" y="72106"/>
                </a:cubicBezTo>
                <a:cubicBezTo>
                  <a:pt x="57118" y="70268"/>
                  <a:pt x="54197" y="67725"/>
                  <a:pt x="52208" y="64476"/>
                </a:cubicBezTo>
                <a:cubicBezTo>
                  <a:pt x="50219" y="61228"/>
                  <a:pt x="49224" y="57640"/>
                  <a:pt x="49224" y="53711"/>
                </a:cubicBezTo>
                <a:cubicBezTo>
                  <a:pt x="49224" y="50136"/>
                  <a:pt x="50042" y="46824"/>
                  <a:pt x="51679" y="43777"/>
                </a:cubicBezTo>
                <a:cubicBezTo>
                  <a:pt x="53316" y="40731"/>
                  <a:pt x="55544" y="38200"/>
                  <a:pt x="58365" y="36185"/>
                </a:cubicBezTo>
                <a:cubicBezTo>
                  <a:pt x="60480" y="34624"/>
                  <a:pt x="63363" y="33302"/>
                  <a:pt x="67015" y="32219"/>
                </a:cubicBezTo>
                <a:cubicBezTo>
                  <a:pt x="70666" y="31137"/>
                  <a:pt x="74581" y="30595"/>
                  <a:pt x="78762" y="30595"/>
                </a:cubicBezTo>
                <a:cubicBezTo>
                  <a:pt x="85057" y="30595"/>
                  <a:pt x="90584" y="31502"/>
                  <a:pt x="95343" y="33315"/>
                </a:cubicBezTo>
                <a:cubicBezTo>
                  <a:pt x="100103" y="35128"/>
                  <a:pt x="103615" y="37583"/>
                  <a:pt x="105882" y="40680"/>
                </a:cubicBezTo>
                <a:cubicBezTo>
                  <a:pt x="108148" y="43777"/>
                  <a:pt x="109709" y="47920"/>
                  <a:pt x="110565" y="53107"/>
                </a:cubicBezTo>
                <a:lnTo>
                  <a:pt x="97270" y="54920"/>
                </a:lnTo>
                <a:cubicBezTo>
                  <a:pt x="96665" y="50790"/>
                  <a:pt x="94915" y="47567"/>
                  <a:pt x="92019" y="45251"/>
                </a:cubicBezTo>
                <a:cubicBezTo>
                  <a:pt x="89124" y="42934"/>
                  <a:pt x="85032" y="41776"/>
                  <a:pt x="79744" y="41776"/>
                </a:cubicBezTo>
                <a:cubicBezTo>
                  <a:pt x="73499" y="41776"/>
                  <a:pt x="69042" y="42808"/>
                  <a:pt x="66372" y="44873"/>
                </a:cubicBezTo>
                <a:cubicBezTo>
                  <a:pt x="63703" y="46938"/>
                  <a:pt x="62369" y="49355"/>
                  <a:pt x="62369" y="52125"/>
                </a:cubicBezTo>
                <a:cubicBezTo>
                  <a:pt x="62369" y="53888"/>
                  <a:pt x="62923" y="55474"/>
                  <a:pt x="64031" y="56884"/>
                </a:cubicBezTo>
                <a:cubicBezTo>
                  <a:pt x="65139" y="58345"/>
                  <a:pt x="66876" y="59553"/>
                  <a:pt x="69243" y="60510"/>
                </a:cubicBezTo>
                <a:cubicBezTo>
                  <a:pt x="70603" y="61014"/>
                  <a:pt x="74607" y="62172"/>
                  <a:pt x="81254" y="63985"/>
                </a:cubicBezTo>
                <a:cubicBezTo>
                  <a:pt x="90874" y="66554"/>
                  <a:pt x="97584" y="68656"/>
                  <a:pt x="101387" y="70293"/>
                </a:cubicBezTo>
                <a:cubicBezTo>
                  <a:pt x="105189" y="71930"/>
                  <a:pt x="108173" y="74310"/>
                  <a:pt x="110339" y="77432"/>
                </a:cubicBezTo>
                <a:cubicBezTo>
                  <a:pt x="112504" y="80555"/>
                  <a:pt x="113587" y="84432"/>
                  <a:pt x="113587" y="89066"/>
                </a:cubicBezTo>
                <a:cubicBezTo>
                  <a:pt x="113587" y="93598"/>
                  <a:pt x="112265" y="97867"/>
                  <a:pt x="109621" y="101870"/>
                </a:cubicBezTo>
                <a:cubicBezTo>
                  <a:pt x="106977" y="105874"/>
                  <a:pt x="103162" y="108971"/>
                  <a:pt x="98176" y="111162"/>
                </a:cubicBezTo>
                <a:cubicBezTo>
                  <a:pt x="93190" y="113353"/>
                  <a:pt x="87550" y="114448"/>
                  <a:pt x="81254" y="114448"/>
                </a:cubicBezTo>
                <a:cubicBezTo>
                  <a:pt x="70829" y="114448"/>
                  <a:pt x="62885" y="112283"/>
                  <a:pt x="57420" y="107952"/>
                </a:cubicBezTo>
                <a:cubicBezTo>
                  <a:pt x="51956" y="103620"/>
                  <a:pt x="48469" y="97199"/>
                  <a:pt x="46958" y="88688"/>
                </a:cubicBezTo>
                <a:close/>
                <a:moveTo>
                  <a:pt x="184673" y="86799"/>
                </a:moveTo>
                <a:lnTo>
                  <a:pt x="198725" y="88537"/>
                </a:lnTo>
                <a:cubicBezTo>
                  <a:pt x="196509" y="96746"/>
                  <a:pt x="192404" y="103117"/>
                  <a:pt x="186411" y="107649"/>
                </a:cubicBezTo>
                <a:cubicBezTo>
                  <a:pt x="180418" y="112182"/>
                  <a:pt x="172763" y="114448"/>
                  <a:pt x="163446" y="114448"/>
                </a:cubicBezTo>
                <a:cubicBezTo>
                  <a:pt x="151711" y="114448"/>
                  <a:pt x="142407" y="110835"/>
                  <a:pt x="135532" y="103608"/>
                </a:cubicBezTo>
                <a:cubicBezTo>
                  <a:pt x="128658" y="96381"/>
                  <a:pt x="125221" y="86245"/>
                  <a:pt x="125221" y="73202"/>
                </a:cubicBezTo>
                <a:cubicBezTo>
                  <a:pt x="125221" y="59705"/>
                  <a:pt x="128696" y="49229"/>
                  <a:pt x="135646" y="41776"/>
                </a:cubicBezTo>
                <a:cubicBezTo>
                  <a:pt x="142596" y="34322"/>
                  <a:pt x="151611" y="30595"/>
                  <a:pt x="162690" y="30595"/>
                </a:cubicBezTo>
                <a:cubicBezTo>
                  <a:pt x="173418" y="30595"/>
                  <a:pt x="182181" y="34246"/>
                  <a:pt x="188979" y="41549"/>
                </a:cubicBezTo>
                <a:cubicBezTo>
                  <a:pt x="195778" y="48851"/>
                  <a:pt x="199178" y="59125"/>
                  <a:pt x="199178" y="72371"/>
                </a:cubicBezTo>
                <a:cubicBezTo>
                  <a:pt x="199178" y="73176"/>
                  <a:pt x="199153" y="74385"/>
                  <a:pt x="199102" y="75997"/>
                </a:cubicBezTo>
                <a:lnTo>
                  <a:pt x="139272" y="75997"/>
                </a:lnTo>
                <a:cubicBezTo>
                  <a:pt x="139775" y="84810"/>
                  <a:pt x="142268" y="91559"/>
                  <a:pt x="146751" y="96242"/>
                </a:cubicBezTo>
                <a:cubicBezTo>
                  <a:pt x="151233" y="100926"/>
                  <a:pt x="156823" y="103268"/>
                  <a:pt x="163521" y="103268"/>
                </a:cubicBezTo>
                <a:cubicBezTo>
                  <a:pt x="168507" y="103268"/>
                  <a:pt x="172763" y="101959"/>
                  <a:pt x="176288" y="99340"/>
                </a:cubicBezTo>
                <a:cubicBezTo>
                  <a:pt x="179814" y="96721"/>
                  <a:pt x="182609" y="92541"/>
                  <a:pt x="184673" y="86799"/>
                </a:cubicBezTo>
                <a:moveTo>
                  <a:pt x="140027" y="64816"/>
                </a:moveTo>
                <a:lnTo>
                  <a:pt x="184825" y="64816"/>
                </a:lnTo>
                <a:cubicBezTo>
                  <a:pt x="184220" y="58068"/>
                  <a:pt x="182508" y="53006"/>
                  <a:pt x="179688" y="49632"/>
                </a:cubicBezTo>
                <a:cubicBezTo>
                  <a:pt x="175356" y="44394"/>
                  <a:pt x="169741" y="41776"/>
                  <a:pt x="162841" y="41776"/>
                </a:cubicBezTo>
                <a:cubicBezTo>
                  <a:pt x="156596" y="41776"/>
                  <a:pt x="151346" y="43866"/>
                  <a:pt x="147091" y="48046"/>
                </a:cubicBezTo>
                <a:cubicBezTo>
                  <a:pt x="142835" y="52226"/>
                  <a:pt x="140481" y="57816"/>
                  <a:pt x="140027" y="64816"/>
                </a:cubicBezTo>
                <a:close/>
                <a:moveTo>
                  <a:pt x="267522" y="83249"/>
                </a:moveTo>
                <a:lnTo>
                  <a:pt x="280893" y="84986"/>
                </a:lnTo>
                <a:cubicBezTo>
                  <a:pt x="279433" y="94203"/>
                  <a:pt x="275694" y="101417"/>
                  <a:pt x="269675" y="106630"/>
                </a:cubicBezTo>
                <a:cubicBezTo>
                  <a:pt x="263657" y="111842"/>
                  <a:pt x="256266" y="114448"/>
                  <a:pt x="247503" y="114448"/>
                </a:cubicBezTo>
                <a:cubicBezTo>
                  <a:pt x="236524" y="114448"/>
                  <a:pt x="227698" y="110860"/>
                  <a:pt x="221025" y="103683"/>
                </a:cubicBezTo>
                <a:cubicBezTo>
                  <a:pt x="214352" y="96507"/>
                  <a:pt x="211016" y="86220"/>
                  <a:pt x="211016" y="72824"/>
                </a:cubicBezTo>
                <a:cubicBezTo>
                  <a:pt x="211016" y="64162"/>
                  <a:pt x="212451" y="56582"/>
                  <a:pt x="215322" y="50085"/>
                </a:cubicBezTo>
                <a:cubicBezTo>
                  <a:pt x="218192" y="43589"/>
                  <a:pt x="222561" y="38716"/>
                  <a:pt x="228429" y="35468"/>
                </a:cubicBezTo>
                <a:cubicBezTo>
                  <a:pt x="234296" y="32219"/>
                  <a:pt x="240679" y="30595"/>
                  <a:pt x="247579" y="30595"/>
                </a:cubicBezTo>
                <a:cubicBezTo>
                  <a:pt x="256291" y="30595"/>
                  <a:pt x="263418" y="32798"/>
                  <a:pt x="268958" y="37205"/>
                </a:cubicBezTo>
                <a:cubicBezTo>
                  <a:pt x="274497" y="41612"/>
                  <a:pt x="278048" y="47869"/>
                  <a:pt x="279609" y="55978"/>
                </a:cubicBezTo>
                <a:lnTo>
                  <a:pt x="266389" y="58017"/>
                </a:lnTo>
                <a:cubicBezTo>
                  <a:pt x="265130" y="52629"/>
                  <a:pt x="262902" y="48574"/>
                  <a:pt x="259704" y="45855"/>
                </a:cubicBezTo>
                <a:cubicBezTo>
                  <a:pt x="256506" y="43135"/>
                  <a:pt x="252640" y="41776"/>
                  <a:pt x="248108" y="41776"/>
                </a:cubicBezTo>
                <a:cubicBezTo>
                  <a:pt x="241258" y="41776"/>
                  <a:pt x="235693" y="44231"/>
                  <a:pt x="231412" y="49141"/>
                </a:cubicBezTo>
                <a:cubicBezTo>
                  <a:pt x="227132" y="54051"/>
                  <a:pt x="224991" y="61820"/>
                  <a:pt x="224991" y="72446"/>
                </a:cubicBezTo>
                <a:cubicBezTo>
                  <a:pt x="224991" y="83224"/>
                  <a:pt x="227056" y="91055"/>
                  <a:pt x="231186" y="95940"/>
                </a:cubicBezTo>
                <a:cubicBezTo>
                  <a:pt x="235316" y="100825"/>
                  <a:pt x="240704" y="103268"/>
                  <a:pt x="247352" y="103268"/>
                </a:cubicBezTo>
                <a:cubicBezTo>
                  <a:pt x="252691" y="103268"/>
                  <a:pt x="257148" y="101631"/>
                  <a:pt x="260723" y="98358"/>
                </a:cubicBezTo>
                <a:cubicBezTo>
                  <a:pt x="264299" y="95084"/>
                  <a:pt x="266565" y="90048"/>
                  <a:pt x="267522" y="83249"/>
                </a:cubicBezTo>
                <a:close/>
                <a:moveTo>
                  <a:pt x="345105" y="112635"/>
                </a:moveTo>
                <a:lnTo>
                  <a:pt x="345105" y="100851"/>
                </a:lnTo>
                <a:cubicBezTo>
                  <a:pt x="338860" y="109916"/>
                  <a:pt x="330374" y="114448"/>
                  <a:pt x="319647" y="114448"/>
                </a:cubicBezTo>
                <a:cubicBezTo>
                  <a:pt x="314913" y="114448"/>
                  <a:pt x="310494" y="113542"/>
                  <a:pt x="306389" y="111729"/>
                </a:cubicBezTo>
                <a:cubicBezTo>
                  <a:pt x="302285" y="109916"/>
                  <a:pt x="299238" y="107637"/>
                  <a:pt x="297249" y="104892"/>
                </a:cubicBezTo>
                <a:cubicBezTo>
                  <a:pt x="295259" y="102147"/>
                  <a:pt x="293862" y="98786"/>
                  <a:pt x="293056" y="94807"/>
                </a:cubicBezTo>
                <a:cubicBezTo>
                  <a:pt x="292502" y="92138"/>
                  <a:pt x="292225" y="87907"/>
                  <a:pt x="292225" y="82116"/>
                </a:cubicBezTo>
                <a:lnTo>
                  <a:pt x="292225" y="32408"/>
                </a:lnTo>
                <a:lnTo>
                  <a:pt x="305823" y="32408"/>
                </a:lnTo>
                <a:lnTo>
                  <a:pt x="305823" y="76903"/>
                </a:lnTo>
                <a:cubicBezTo>
                  <a:pt x="305823" y="84004"/>
                  <a:pt x="306100" y="88789"/>
                  <a:pt x="306654" y="91257"/>
                </a:cubicBezTo>
                <a:cubicBezTo>
                  <a:pt x="307510" y="94832"/>
                  <a:pt x="309323" y="97640"/>
                  <a:pt x="312093" y="99680"/>
                </a:cubicBezTo>
                <a:cubicBezTo>
                  <a:pt x="314863" y="101719"/>
                  <a:pt x="318287" y="102739"/>
                  <a:pt x="322367" y="102739"/>
                </a:cubicBezTo>
                <a:cubicBezTo>
                  <a:pt x="326446" y="102739"/>
                  <a:pt x="330274" y="101694"/>
                  <a:pt x="333849" y="99604"/>
                </a:cubicBezTo>
                <a:cubicBezTo>
                  <a:pt x="337425" y="97514"/>
                  <a:pt x="339956" y="94669"/>
                  <a:pt x="341442" y="91068"/>
                </a:cubicBezTo>
                <a:cubicBezTo>
                  <a:pt x="342927" y="87467"/>
                  <a:pt x="343670" y="82242"/>
                  <a:pt x="343670" y="75392"/>
                </a:cubicBezTo>
                <a:lnTo>
                  <a:pt x="343670" y="32408"/>
                </a:lnTo>
                <a:lnTo>
                  <a:pt x="357268" y="32408"/>
                </a:lnTo>
                <a:lnTo>
                  <a:pt x="357268" y="112635"/>
                </a:lnTo>
                <a:lnTo>
                  <a:pt x="345105" y="112635"/>
                </a:lnTo>
                <a:close/>
                <a:moveTo>
                  <a:pt x="377793" y="112635"/>
                </a:moveTo>
                <a:lnTo>
                  <a:pt x="377793" y="32408"/>
                </a:lnTo>
                <a:lnTo>
                  <a:pt x="390031" y="32408"/>
                </a:lnTo>
                <a:lnTo>
                  <a:pt x="390031" y="44571"/>
                </a:lnTo>
                <a:cubicBezTo>
                  <a:pt x="393154" y="38880"/>
                  <a:pt x="396037" y="35128"/>
                  <a:pt x="398681" y="33315"/>
                </a:cubicBezTo>
                <a:cubicBezTo>
                  <a:pt x="401325" y="31502"/>
                  <a:pt x="404233" y="30595"/>
                  <a:pt x="407406" y="30595"/>
                </a:cubicBezTo>
                <a:cubicBezTo>
                  <a:pt x="411989" y="30595"/>
                  <a:pt x="416648" y="32056"/>
                  <a:pt x="421382" y="34977"/>
                </a:cubicBezTo>
                <a:lnTo>
                  <a:pt x="416698" y="47592"/>
                </a:lnTo>
                <a:cubicBezTo>
                  <a:pt x="413374" y="45628"/>
                  <a:pt x="410050" y="44646"/>
                  <a:pt x="406726" y="44646"/>
                </a:cubicBezTo>
                <a:cubicBezTo>
                  <a:pt x="403755" y="44646"/>
                  <a:pt x="401086" y="45540"/>
                  <a:pt x="398719" y="47328"/>
                </a:cubicBezTo>
                <a:cubicBezTo>
                  <a:pt x="396352" y="49116"/>
                  <a:pt x="394664" y="51596"/>
                  <a:pt x="393657" y="54769"/>
                </a:cubicBezTo>
                <a:cubicBezTo>
                  <a:pt x="392146" y="59604"/>
                  <a:pt x="391391" y="64892"/>
                  <a:pt x="391391" y="70633"/>
                </a:cubicBezTo>
                <a:lnTo>
                  <a:pt x="391391" y="112635"/>
                </a:lnTo>
                <a:lnTo>
                  <a:pt x="377793" y="112635"/>
                </a:lnTo>
                <a:close/>
                <a:moveTo>
                  <a:pt x="484430" y="86799"/>
                </a:moveTo>
                <a:lnTo>
                  <a:pt x="498481" y="88537"/>
                </a:lnTo>
                <a:cubicBezTo>
                  <a:pt x="496265" y="96746"/>
                  <a:pt x="492161" y="103117"/>
                  <a:pt x="486168" y="107649"/>
                </a:cubicBezTo>
                <a:cubicBezTo>
                  <a:pt x="480174" y="112182"/>
                  <a:pt x="472519" y="114448"/>
                  <a:pt x="463202" y="114448"/>
                </a:cubicBezTo>
                <a:cubicBezTo>
                  <a:pt x="451468" y="114448"/>
                  <a:pt x="442164" y="110835"/>
                  <a:pt x="435289" y="103608"/>
                </a:cubicBezTo>
                <a:cubicBezTo>
                  <a:pt x="428415" y="96381"/>
                  <a:pt x="424977" y="86245"/>
                  <a:pt x="424977" y="73202"/>
                </a:cubicBezTo>
                <a:cubicBezTo>
                  <a:pt x="424977" y="59705"/>
                  <a:pt x="428452" y="49229"/>
                  <a:pt x="435402" y="41776"/>
                </a:cubicBezTo>
                <a:cubicBezTo>
                  <a:pt x="442352" y="34322"/>
                  <a:pt x="451367" y="30595"/>
                  <a:pt x="462447" y="30595"/>
                </a:cubicBezTo>
                <a:cubicBezTo>
                  <a:pt x="473174" y="30595"/>
                  <a:pt x="481937" y="34246"/>
                  <a:pt x="488736" y="41549"/>
                </a:cubicBezTo>
                <a:cubicBezTo>
                  <a:pt x="495535" y="48851"/>
                  <a:pt x="498934" y="59125"/>
                  <a:pt x="498934" y="72371"/>
                </a:cubicBezTo>
                <a:cubicBezTo>
                  <a:pt x="498934" y="73176"/>
                  <a:pt x="498909" y="74385"/>
                  <a:pt x="498859" y="75997"/>
                </a:cubicBezTo>
                <a:lnTo>
                  <a:pt x="439028" y="75997"/>
                </a:lnTo>
                <a:cubicBezTo>
                  <a:pt x="439532" y="84810"/>
                  <a:pt x="442025" y="91559"/>
                  <a:pt x="446507" y="96242"/>
                </a:cubicBezTo>
                <a:cubicBezTo>
                  <a:pt x="450990" y="100926"/>
                  <a:pt x="456580" y="103268"/>
                  <a:pt x="463278" y="103268"/>
                </a:cubicBezTo>
                <a:cubicBezTo>
                  <a:pt x="468264" y="103268"/>
                  <a:pt x="472519" y="101959"/>
                  <a:pt x="476045" y="99340"/>
                </a:cubicBezTo>
                <a:cubicBezTo>
                  <a:pt x="479570" y="96721"/>
                  <a:pt x="482365" y="92541"/>
                  <a:pt x="484430" y="86799"/>
                </a:cubicBezTo>
                <a:moveTo>
                  <a:pt x="439784" y="64816"/>
                </a:moveTo>
                <a:lnTo>
                  <a:pt x="484581" y="64816"/>
                </a:lnTo>
                <a:cubicBezTo>
                  <a:pt x="483977" y="58068"/>
                  <a:pt x="482265" y="53006"/>
                  <a:pt x="479444" y="49632"/>
                </a:cubicBezTo>
                <a:cubicBezTo>
                  <a:pt x="475113" y="44394"/>
                  <a:pt x="469498" y="41776"/>
                  <a:pt x="462598" y="41776"/>
                </a:cubicBezTo>
                <a:cubicBezTo>
                  <a:pt x="456353" y="41776"/>
                  <a:pt x="451103" y="43866"/>
                  <a:pt x="446847" y="48046"/>
                </a:cubicBezTo>
                <a:cubicBezTo>
                  <a:pt x="442592" y="52226"/>
                  <a:pt x="440237" y="57816"/>
                  <a:pt x="439784" y="64816"/>
                </a:cubicBezTo>
                <a:close/>
                <a:moveTo>
                  <a:pt x="523841" y="145195"/>
                </a:moveTo>
                <a:lnTo>
                  <a:pt x="514096" y="145195"/>
                </a:lnTo>
                <a:cubicBezTo>
                  <a:pt x="529155" y="121021"/>
                  <a:pt x="536684" y="96822"/>
                  <a:pt x="536684" y="72597"/>
                </a:cubicBezTo>
                <a:cubicBezTo>
                  <a:pt x="536684" y="63129"/>
                  <a:pt x="535601" y="53737"/>
                  <a:pt x="533435" y="44420"/>
                </a:cubicBezTo>
                <a:cubicBezTo>
                  <a:pt x="531723" y="36865"/>
                  <a:pt x="529331" y="29613"/>
                  <a:pt x="526259" y="22663"/>
                </a:cubicBezTo>
                <a:cubicBezTo>
                  <a:pt x="524295" y="18130"/>
                  <a:pt x="520240" y="10576"/>
                  <a:pt x="514096" y="0"/>
                </a:cubicBezTo>
                <a:lnTo>
                  <a:pt x="523841" y="0"/>
                </a:lnTo>
                <a:cubicBezTo>
                  <a:pt x="533309" y="12641"/>
                  <a:pt x="540310" y="25332"/>
                  <a:pt x="544842" y="38074"/>
                </a:cubicBezTo>
                <a:cubicBezTo>
                  <a:pt x="548720" y="49053"/>
                  <a:pt x="550659" y="60536"/>
                  <a:pt x="550659" y="72522"/>
                </a:cubicBezTo>
                <a:cubicBezTo>
                  <a:pt x="550659" y="86120"/>
                  <a:pt x="548053" y="99264"/>
                  <a:pt x="542841" y="111955"/>
                </a:cubicBezTo>
                <a:cubicBezTo>
                  <a:pt x="537628" y="124647"/>
                  <a:pt x="531295" y="135726"/>
                  <a:pt x="523841" y="1451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98ca71b09491f"/>
          <a:stretch xmlns:a="http://schemas.openxmlformats.org/drawingml/2006/main"/>
        </p:blipFill>
        <p:spPr>
          <a:xfrm xmlns:a="http://schemas.openxmlformats.org/drawingml/2006/main">
            <a:off x="4777495" y="4674389"/>
            <a:ext cx="312520" cy="312520"/>
          </a:xfrm>
          <a:prstGeom xmlns:a="http://schemas.openxmlformats.org/drawingml/2006/main" prst="rect">
            <a:avLst/>
          </a:prstGeom>
        </p:spPr>
      </p:pic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d0386067b45dc"/>
          <a:stretch xmlns:a="http://schemas.openxmlformats.org/drawingml/2006/main"/>
        </p:blipFill>
        <p:spPr>
          <a:xfrm xmlns:a="http://schemas.openxmlformats.org/drawingml/2006/main">
            <a:off x="4316450" y="3186049"/>
            <a:ext cx="1383135" cy="597192"/>
          </a:xfrm>
          <a:prstGeom xmlns:a="http://schemas.openxmlformats.org/drawingml/2006/main" prst="rect">
            <a:avLst/>
          </a:prstGeom>
        </p:spPr>
      </p:pic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e4c0c8fd945de"/>
          <a:stretch xmlns:a="http://schemas.openxmlformats.org/drawingml/2006/main"/>
        </p:blipFill>
        <p:spPr>
          <a:xfrm xmlns:a="http://schemas.openxmlformats.org/drawingml/2006/main">
            <a:off x="4297885" y="3173673"/>
            <a:ext cx="1417172" cy="646701"/>
          </a:xfrm>
          <a:prstGeom xmlns:a="http://schemas.openxmlformats.org/drawingml/2006/main" prst="rect">
            <a:avLst/>
          </a:prstGeom>
        </p:spPr>
      </p:pic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6D0EF-558C-47FF-BEE4-FAF438C2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35" y="3219117"/>
            <a:ext cx="1263134" cy="476591"/>
          </a:xfrm>
          <a:custGeom xmlns:a="http://schemas.openxmlformats.org/drawingml/2006/main">
            <a:pathLst>
              <a:path w="1263134" h="476591">
                <a:moveTo>
                  <a:pt x="0" y="476591"/>
                </a:moveTo>
                <a:lnTo>
                  <a:pt x="1263134" y="476591"/>
                </a:lnTo>
                <a:lnTo>
                  <a:pt x="1263134" y="0"/>
                </a:lnTo>
                <a:lnTo>
                  <a:pt x="0" y="0"/>
                </a:lnTo>
                <a:lnTo>
                  <a:pt x="0" y="476591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33F80-5EF2-4177-908D-80EF7E95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734" y="3219117"/>
            <a:ext cx="1263135" cy="476591"/>
          </a:xfrm>
          <a:custGeom xmlns:a="http://schemas.openxmlformats.org/drawingml/2006/main">
            <a:pathLst>
              <a:path w="1263135" h="476591" fill="none">
                <a:moveTo>
                  <a:pt x="0" y="0"/>
                </a:moveTo>
                <a:lnTo>
                  <a:pt x="1263135" y="0"/>
                </a:lnTo>
                <a:lnTo>
                  <a:pt x="1263135" y="476591"/>
                </a:lnTo>
                <a:lnTo>
                  <a:pt x="0" y="4765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miter/>
          </a:ln>
        </p:spPr>
      </p:sp>
      <p:sp>
        <p:nvSpPr>
          <p:cNvPr id="44" name="Text Capability">
            <a:extLst xmlns:a="http://schemas.openxmlformats.org/drawingml/2006/main">
              <a:ext uri="{FF2B5EF4-FFF2-40B4-BE49-F238E27FC236}">
                <a16:creationId xmlns:a16="http://schemas.microsoft.com/office/drawing/2014/main" id="{01398052-7D2A-463D-99C7-F4770523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400" y="3296098"/>
            <a:ext cx="727109" cy="157294"/>
          </a:xfrm>
          <a:custGeom xmlns:a="http://schemas.openxmlformats.org/drawingml/2006/main">
            <a:pathLst>
              <a:path w="727109" h="157294">
                <a:moveTo>
                  <a:pt x="90186" y="79956"/>
                </a:moveTo>
                <a:lnTo>
                  <a:pt x="106063" y="83967"/>
                </a:lnTo>
                <a:cubicBezTo>
                  <a:pt x="102735" y="97006"/>
                  <a:pt x="96747" y="106950"/>
                  <a:pt x="88099" y="113797"/>
                </a:cubicBezTo>
                <a:cubicBezTo>
                  <a:pt x="79452" y="120644"/>
                  <a:pt x="68881" y="124068"/>
                  <a:pt x="56387" y="124068"/>
                </a:cubicBezTo>
                <a:cubicBezTo>
                  <a:pt x="43456" y="124068"/>
                  <a:pt x="32940" y="121435"/>
                  <a:pt x="24838" y="116170"/>
                </a:cubicBezTo>
                <a:cubicBezTo>
                  <a:pt x="16736" y="110905"/>
                  <a:pt x="10571" y="103281"/>
                  <a:pt x="6343" y="93296"/>
                </a:cubicBezTo>
                <a:cubicBezTo>
                  <a:pt x="2114" y="83312"/>
                  <a:pt x="0" y="72591"/>
                  <a:pt x="0" y="61134"/>
                </a:cubicBezTo>
                <a:cubicBezTo>
                  <a:pt x="0" y="48640"/>
                  <a:pt x="2387" y="37741"/>
                  <a:pt x="7161" y="28439"/>
                </a:cubicBezTo>
                <a:cubicBezTo>
                  <a:pt x="11935" y="19137"/>
                  <a:pt x="18727" y="12071"/>
                  <a:pt x="27539" y="7243"/>
                </a:cubicBezTo>
                <a:cubicBezTo>
                  <a:pt x="36350" y="2414"/>
                  <a:pt x="46048" y="0"/>
                  <a:pt x="56632" y="0"/>
                </a:cubicBezTo>
                <a:cubicBezTo>
                  <a:pt x="68635" y="0"/>
                  <a:pt x="78729" y="3055"/>
                  <a:pt x="86913" y="9166"/>
                </a:cubicBezTo>
                <a:cubicBezTo>
                  <a:pt x="95097" y="15277"/>
                  <a:pt x="100798" y="23870"/>
                  <a:pt x="104017" y="34945"/>
                </a:cubicBezTo>
                <a:lnTo>
                  <a:pt x="88386" y="38628"/>
                </a:lnTo>
                <a:cubicBezTo>
                  <a:pt x="85603" y="29898"/>
                  <a:pt x="81566" y="23542"/>
                  <a:pt x="76274" y="19559"/>
                </a:cubicBezTo>
                <a:cubicBezTo>
                  <a:pt x="70981" y="15577"/>
                  <a:pt x="64325" y="13585"/>
                  <a:pt x="56305" y="13585"/>
                </a:cubicBezTo>
                <a:cubicBezTo>
                  <a:pt x="47085" y="13585"/>
                  <a:pt x="39378" y="15795"/>
                  <a:pt x="33186" y="20214"/>
                </a:cubicBezTo>
                <a:cubicBezTo>
                  <a:pt x="26993" y="24633"/>
                  <a:pt x="22642" y="30567"/>
                  <a:pt x="20132" y="38014"/>
                </a:cubicBezTo>
                <a:cubicBezTo>
                  <a:pt x="17623" y="45461"/>
                  <a:pt x="16368" y="53141"/>
                  <a:pt x="16368" y="61052"/>
                </a:cubicBezTo>
                <a:cubicBezTo>
                  <a:pt x="16368" y="71254"/>
                  <a:pt x="17854" y="80161"/>
                  <a:pt x="20828" y="87772"/>
                </a:cubicBezTo>
                <a:cubicBezTo>
                  <a:pt x="23801" y="95383"/>
                  <a:pt x="28425" y="101071"/>
                  <a:pt x="34700" y="104835"/>
                </a:cubicBezTo>
                <a:cubicBezTo>
                  <a:pt x="40974" y="108600"/>
                  <a:pt x="47767" y="110482"/>
                  <a:pt x="55077" y="110482"/>
                </a:cubicBezTo>
                <a:cubicBezTo>
                  <a:pt x="63971" y="110482"/>
                  <a:pt x="71500" y="107918"/>
                  <a:pt x="77665" y="102789"/>
                </a:cubicBezTo>
                <a:cubicBezTo>
                  <a:pt x="83830" y="97661"/>
                  <a:pt x="88004" y="90050"/>
                  <a:pt x="90186" y="79956"/>
                </a:cubicBezTo>
                <a:close/>
                <a:moveTo>
                  <a:pt x="180292" y="111301"/>
                </a:moveTo>
                <a:cubicBezTo>
                  <a:pt x="174836" y="115938"/>
                  <a:pt x="169585" y="119212"/>
                  <a:pt x="164538" y="121121"/>
                </a:cubicBezTo>
                <a:cubicBezTo>
                  <a:pt x="159492" y="123031"/>
                  <a:pt x="154077" y="123986"/>
                  <a:pt x="148293" y="123986"/>
                </a:cubicBezTo>
                <a:cubicBezTo>
                  <a:pt x="138746" y="123986"/>
                  <a:pt x="131407" y="121653"/>
                  <a:pt x="126279" y="116989"/>
                </a:cubicBezTo>
                <a:cubicBezTo>
                  <a:pt x="121150" y="112324"/>
                  <a:pt x="118586" y="106363"/>
                  <a:pt x="118586" y="99107"/>
                </a:cubicBezTo>
                <a:cubicBezTo>
                  <a:pt x="118586" y="94851"/>
                  <a:pt x="119554" y="90964"/>
                  <a:pt x="121491" y="87445"/>
                </a:cubicBezTo>
                <a:cubicBezTo>
                  <a:pt x="123428" y="83926"/>
                  <a:pt x="125965" y="81102"/>
                  <a:pt x="129102" y="78974"/>
                </a:cubicBezTo>
                <a:cubicBezTo>
                  <a:pt x="132239" y="76847"/>
                  <a:pt x="135772" y="75237"/>
                  <a:pt x="139700" y="74146"/>
                </a:cubicBezTo>
                <a:cubicBezTo>
                  <a:pt x="142592" y="73382"/>
                  <a:pt x="146957" y="72646"/>
                  <a:pt x="152795" y="71936"/>
                </a:cubicBezTo>
                <a:cubicBezTo>
                  <a:pt x="164688" y="70518"/>
                  <a:pt x="173445" y="68826"/>
                  <a:pt x="179065" y="66862"/>
                </a:cubicBezTo>
                <a:cubicBezTo>
                  <a:pt x="179119" y="64844"/>
                  <a:pt x="179147" y="63561"/>
                  <a:pt x="179147" y="63016"/>
                </a:cubicBezTo>
                <a:cubicBezTo>
                  <a:pt x="179147" y="57014"/>
                  <a:pt x="177755" y="52786"/>
                  <a:pt x="174973" y="50331"/>
                </a:cubicBezTo>
                <a:cubicBezTo>
                  <a:pt x="171208" y="47003"/>
                  <a:pt x="165616" y="45339"/>
                  <a:pt x="158196" y="45339"/>
                </a:cubicBezTo>
                <a:cubicBezTo>
                  <a:pt x="151267" y="45339"/>
                  <a:pt x="146152" y="46553"/>
                  <a:pt x="142851" y="48981"/>
                </a:cubicBezTo>
                <a:cubicBezTo>
                  <a:pt x="139550" y="51408"/>
                  <a:pt x="137109" y="55705"/>
                  <a:pt x="135527" y="61870"/>
                </a:cubicBezTo>
                <a:lnTo>
                  <a:pt x="121123" y="59906"/>
                </a:lnTo>
                <a:cubicBezTo>
                  <a:pt x="122432" y="53741"/>
                  <a:pt x="124587" y="48762"/>
                  <a:pt x="127588" y="44970"/>
                </a:cubicBezTo>
                <a:cubicBezTo>
                  <a:pt x="130589" y="41179"/>
                  <a:pt x="134926" y="38260"/>
                  <a:pt x="140601" y="36214"/>
                </a:cubicBezTo>
                <a:cubicBezTo>
                  <a:pt x="146275" y="34168"/>
                  <a:pt x="152849" y="33145"/>
                  <a:pt x="160324" y="33145"/>
                </a:cubicBezTo>
                <a:cubicBezTo>
                  <a:pt x="167744" y="33145"/>
                  <a:pt x="173773" y="34018"/>
                  <a:pt x="178410" y="35764"/>
                </a:cubicBezTo>
                <a:cubicBezTo>
                  <a:pt x="183048" y="37509"/>
                  <a:pt x="186458" y="39705"/>
                  <a:pt x="188640" y="42352"/>
                </a:cubicBezTo>
                <a:cubicBezTo>
                  <a:pt x="190822" y="44998"/>
                  <a:pt x="192350" y="48339"/>
                  <a:pt x="193223" y="52377"/>
                </a:cubicBezTo>
                <a:cubicBezTo>
                  <a:pt x="193714" y="54887"/>
                  <a:pt x="193959" y="59415"/>
                  <a:pt x="193959" y="65962"/>
                </a:cubicBezTo>
                <a:lnTo>
                  <a:pt x="193959" y="85603"/>
                </a:lnTo>
                <a:cubicBezTo>
                  <a:pt x="193959" y="99298"/>
                  <a:pt x="194273" y="107959"/>
                  <a:pt x="194901" y="111587"/>
                </a:cubicBezTo>
                <a:cubicBezTo>
                  <a:pt x="195528" y="115215"/>
                  <a:pt x="196769" y="118693"/>
                  <a:pt x="198624" y="122022"/>
                </a:cubicBezTo>
                <a:lnTo>
                  <a:pt x="183239" y="122022"/>
                </a:lnTo>
                <a:cubicBezTo>
                  <a:pt x="181711" y="118966"/>
                  <a:pt x="180729" y="115393"/>
                  <a:pt x="180292" y="111301"/>
                </a:cubicBezTo>
                <a:moveTo>
                  <a:pt x="179065" y="78402"/>
                </a:moveTo>
                <a:cubicBezTo>
                  <a:pt x="173718" y="80584"/>
                  <a:pt x="165698" y="82439"/>
                  <a:pt x="155004" y="83967"/>
                </a:cubicBezTo>
                <a:cubicBezTo>
                  <a:pt x="148948" y="84840"/>
                  <a:pt x="144665" y="85822"/>
                  <a:pt x="142155" y="86913"/>
                </a:cubicBezTo>
                <a:cubicBezTo>
                  <a:pt x="139646" y="88004"/>
                  <a:pt x="137709" y="89600"/>
                  <a:pt x="136345" y="91700"/>
                </a:cubicBezTo>
                <a:cubicBezTo>
                  <a:pt x="134981" y="93801"/>
                  <a:pt x="134299" y="96133"/>
                  <a:pt x="134299" y="98698"/>
                </a:cubicBezTo>
                <a:cubicBezTo>
                  <a:pt x="134299" y="102626"/>
                  <a:pt x="135786" y="105899"/>
                  <a:pt x="138759" y="108518"/>
                </a:cubicBezTo>
                <a:cubicBezTo>
                  <a:pt x="141733" y="111137"/>
                  <a:pt x="146084" y="112446"/>
                  <a:pt x="151812" y="112446"/>
                </a:cubicBezTo>
                <a:cubicBezTo>
                  <a:pt x="157487" y="112446"/>
                  <a:pt x="162533" y="111205"/>
                  <a:pt x="166953" y="108723"/>
                </a:cubicBezTo>
                <a:cubicBezTo>
                  <a:pt x="171372" y="106240"/>
                  <a:pt x="174618" y="102844"/>
                  <a:pt x="176691" y="98534"/>
                </a:cubicBezTo>
                <a:cubicBezTo>
                  <a:pt x="178274" y="95206"/>
                  <a:pt x="179065" y="90295"/>
                  <a:pt x="179065" y="83803"/>
                </a:cubicBezTo>
                <a:lnTo>
                  <a:pt x="179065" y="78402"/>
                </a:lnTo>
                <a:close/>
                <a:moveTo>
                  <a:pt x="217136" y="155330"/>
                </a:moveTo>
                <a:lnTo>
                  <a:pt x="217136" y="35109"/>
                </a:lnTo>
                <a:lnTo>
                  <a:pt x="230557" y="35109"/>
                </a:lnTo>
                <a:lnTo>
                  <a:pt x="230557" y="46403"/>
                </a:lnTo>
                <a:cubicBezTo>
                  <a:pt x="233722" y="41983"/>
                  <a:pt x="237295" y="38669"/>
                  <a:pt x="241278" y="36459"/>
                </a:cubicBezTo>
                <a:cubicBezTo>
                  <a:pt x="245261" y="34250"/>
                  <a:pt x="250090" y="33145"/>
                  <a:pt x="255764" y="33145"/>
                </a:cubicBezTo>
                <a:cubicBezTo>
                  <a:pt x="263184" y="33145"/>
                  <a:pt x="269731" y="35054"/>
                  <a:pt x="275405" y="38873"/>
                </a:cubicBezTo>
                <a:cubicBezTo>
                  <a:pt x="281079" y="42693"/>
                  <a:pt x="285362" y="48080"/>
                  <a:pt x="288254" y="55037"/>
                </a:cubicBezTo>
                <a:cubicBezTo>
                  <a:pt x="291145" y="61993"/>
                  <a:pt x="292591" y="69618"/>
                  <a:pt x="292591" y="77911"/>
                </a:cubicBezTo>
                <a:cubicBezTo>
                  <a:pt x="292591" y="86804"/>
                  <a:pt x="290995" y="94810"/>
                  <a:pt x="287804" y="101930"/>
                </a:cubicBezTo>
                <a:cubicBezTo>
                  <a:pt x="284612" y="109050"/>
                  <a:pt x="279974" y="114506"/>
                  <a:pt x="273891" y="118298"/>
                </a:cubicBezTo>
                <a:cubicBezTo>
                  <a:pt x="267808" y="122090"/>
                  <a:pt x="261411" y="123986"/>
                  <a:pt x="254700" y="123986"/>
                </a:cubicBezTo>
                <a:cubicBezTo>
                  <a:pt x="249789" y="123986"/>
                  <a:pt x="245384" y="122949"/>
                  <a:pt x="241483" y="120876"/>
                </a:cubicBezTo>
                <a:cubicBezTo>
                  <a:pt x="237582" y="118803"/>
                  <a:pt x="234376" y="116184"/>
                  <a:pt x="231867" y="113019"/>
                </a:cubicBezTo>
                <a:lnTo>
                  <a:pt x="231867" y="155330"/>
                </a:lnTo>
                <a:lnTo>
                  <a:pt x="217136" y="155330"/>
                </a:lnTo>
                <a:moveTo>
                  <a:pt x="230475" y="79056"/>
                </a:moveTo>
                <a:cubicBezTo>
                  <a:pt x="230475" y="90241"/>
                  <a:pt x="232740" y="98507"/>
                  <a:pt x="237268" y="103853"/>
                </a:cubicBezTo>
                <a:cubicBezTo>
                  <a:pt x="241797" y="109200"/>
                  <a:pt x="247280" y="111874"/>
                  <a:pt x="253718" y="111874"/>
                </a:cubicBezTo>
                <a:cubicBezTo>
                  <a:pt x="260265" y="111874"/>
                  <a:pt x="265871" y="109105"/>
                  <a:pt x="270536" y="103567"/>
                </a:cubicBezTo>
                <a:cubicBezTo>
                  <a:pt x="275200" y="98029"/>
                  <a:pt x="277533" y="89450"/>
                  <a:pt x="277533" y="77829"/>
                </a:cubicBezTo>
                <a:cubicBezTo>
                  <a:pt x="277533" y="66753"/>
                  <a:pt x="275255" y="58460"/>
                  <a:pt x="270699" y="52950"/>
                </a:cubicBezTo>
                <a:cubicBezTo>
                  <a:pt x="266144" y="47439"/>
                  <a:pt x="260701" y="44684"/>
                  <a:pt x="254372" y="44684"/>
                </a:cubicBezTo>
                <a:cubicBezTo>
                  <a:pt x="248098" y="44684"/>
                  <a:pt x="242547" y="47617"/>
                  <a:pt x="237718" y="53482"/>
                </a:cubicBezTo>
                <a:cubicBezTo>
                  <a:pt x="232890" y="59347"/>
                  <a:pt x="230475" y="67872"/>
                  <a:pt x="230475" y="79056"/>
                </a:cubicBezTo>
                <a:close/>
                <a:moveTo>
                  <a:pt x="367407" y="111301"/>
                </a:moveTo>
                <a:cubicBezTo>
                  <a:pt x="361952" y="115938"/>
                  <a:pt x="356700" y="119212"/>
                  <a:pt x="351653" y="121121"/>
                </a:cubicBezTo>
                <a:cubicBezTo>
                  <a:pt x="346607" y="123031"/>
                  <a:pt x="341192" y="123986"/>
                  <a:pt x="335408" y="123986"/>
                </a:cubicBezTo>
                <a:cubicBezTo>
                  <a:pt x="325861" y="123986"/>
                  <a:pt x="318522" y="121653"/>
                  <a:pt x="313394" y="116989"/>
                </a:cubicBezTo>
                <a:cubicBezTo>
                  <a:pt x="308265" y="112324"/>
                  <a:pt x="305701" y="106363"/>
                  <a:pt x="305701" y="99107"/>
                </a:cubicBezTo>
                <a:cubicBezTo>
                  <a:pt x="305701" y="94851"/>
                  <a:pt x="306669" y="90964"/>
                  <a:pt x="308606" y="87445"/>
                </a:cubicBezTo>
                <a:cubicBezTo>
                  <a:pt x="310543" y="83926"/>
                  <a:pt x="313080" y="81102"/>
                  <a:pt x="316217" y="78974"/>
                </a:cubicBezTo>
                <a:cubicBezTo>
                  <a:pt x="319354" y="76847"/>
                  <a:pt x="322887" y="75237"/>
                  <a:pt x="326815" y="74146"/>
                </a:cubicBezTo>
                <a:cubicBezTo>
                  <a:pt x="329707" y="73382"/>
                  <a:pt x="334072" y="72646"/>
                  <a:pt x="339910" y="71936"/>
                </a:cubicBezTo>
                <a:cubicBezTo>
                  <a:pt x="351804" y="70518"/>
                  <a:pt x="360560" y="68826"/>
                  <a:pt x="366180" y="66862"/>
                </a:cubicBezTo>
                <a:cubicBezTo>
                  <a:pt x="366234" y="64844"/>
                  <a:pt x="366262" y="63561"/>
                  <a:pt x="366262" y="63016"/>
                </a:cubicBezTo>
                <a:cubicBezTo>
                  <a:pt x="366262" y="57014"/>
                  <a:pt x="364870" y="52786"/>
                  <a:pt x="362088" y="50331"/>
                </a:cubicBezTo>
                <a:cubicBezTo>
                  <a:pt x="358323" y="47003"/>
                  <a:pt x="352731" y="45339"/>
                  <a:pt x="345311" y="45339"/>
                </a:cubicBezTo>
                <a:cubicBezTo>
                  <a:pt x="338382" y="45339"/>
                  <a:pt x="333267" y="46553"/>
                  <a:pt x="329966" y="48981"/>
                </a:cubicBezTo>
                <a:cubicBezTo>
                  <a:pt x="326665" y="51408"/>
                  <a:pt x="324224" y="55705"/>
                  <a:pt x="322642" y="61870"/>
                </a:cubicBezTo>
                <a:lnTo>
                  <a:pt x="308238" y="59906"/>
                </a:lnTo>
                <a:cubicBezTo>
                  <a:pt x="309547" y="53741"/>
                  <a:pt x="311703" y="48762"/>
                  <a:pt x="314703" y="44970"/>
                </a:cubicBezTo>
                <a:cubicBezTo>
                  <a:pt x="317704" y="41179"/>
                  <a:pt x="322041" y="38260"/>
                  <a:pt x="327716" y="36214"/>
                </a:cubicBezTo>
                <a:cubicBezTo>
                  <a:pt x="333390" y="34168"/>
                  <a:pt x="339964" y="33145"/>
                  <a:pt x="347439" y="33145"/>
                </a:cubicBezTo>
                <a:cubicBezTo>
                  <a:pt x="354859" y="33145"/>
                  <a:pt x="360888" y="34018"/>
                  <a:pt x="365525" y="35764"/>
                </a:cubicBezTo>
                <a:cubicBezTo>
                  <a:pt x="370163" y="37509"/>
                  <a:pt x="373573" y="39705"/>
                  <a:pt x="375755" y="42352"/>
                </a:cubicBezTo>
                <a:cubicBezTo>
                  <a:pt x="377937" y="44998"/>
                  <a:pt x="379465" y="48339"/>
                  <a:pt x="380338" y="52377"/>
                </a:cubicBezTo>
                <a:cubicBezTo>
                  <a:pt x="380829" y="54887"/>
                  <a:pt x="381075" y="59415"/>
                  <a:pt x="381075" y="65962"/>
                </a:cubicBezTo>
                <a:lnTo>
                  <a:pt x="381075" y="85603"/>
                </a:lnTo>
                <a:cubicBezTo>
                  <a:pt x="381075" y="99298"/>
                  <a:pt x="381388" y="107959"/>
                  <a:pt x="382016" y="111587"/>
                </a:cubicBezTo>
                <a:cubicBezTo>
                  <a:pt x="382643" y="115215"/>
                  <a:pt x="383884" y="118693"/>
                  <a:pt x="385739" y="122022"/>
                </a:cubicBezTo>
                <a:lnTo>
                  <a:pt x="370354" y="122022"/>
                </a:lnTo>
                <a:cubicBezTo>
                  <a:pt x="368826" y="118966"/>
                  <a:pt x="367844" y="115393"/>
                  <a:pt x="367407" y="111301"/>
                </a:cubicBezTo>
                <a:moveTo>
                  <a:pt x="366180" y="78402"/>
                </a:moveTo>
                <a:cubicBezTo>
                  <a:pt x="360833" y="80584"/>
                  <a:pt x="352813" y="82439"/>
                  <a:pt x="342119" y="83967"/>
                </a:cubicBezTo>
                <a:cubicBezTo>
                  <a:pt x="336063" y="84840"/>
                  <a:pt x="331780" y="85822"/>
                  <a:pt x="329271" y="86913"/>
                </a:cubicBezTo>
                <a:cubicBezTo>
                  <a:pt x="326761" y="88004"/>
                  <a:pt x="324824" y="89600"/>
                  <a:pt x="323460" y="91700"/>
                </a:cubicBezTo>
                <a:cubicBezTo>
                  <a:pt x="322096" y="93801"/>
                  <a:pt x="321414" y="96133"/>
                  <a:pt x="321414" y="98698"/>
                </a:cubicBezTo>
                <a:cubicBezTo>
                  <a:pt x="321414" y="102626"/>
                  <a:pt x="322901" y="105899"/>
                  <a:pt x="325874" y="108518"/>
                </a:cubicBezTo>
                <a:cubicBezTo>
                  <a:pt x="328848" y="111137"/>
                  <a:pt x="333199" y="112446"/>
                  <a:pt x="338928" y="112446"/>
                </a:cubicBezTo>
                <a:cubicBezTo>
                  <a:pt x="344602" y="112446"/>
                  <a:pt x="349648" y="111205"/>
                  <a:pt x="354068" y="108723"/>
                </a:cubicBezTo>
                <a:cubicBezTo>
                  <a:pt x="358487" y="106240"/>
                  <a:pt x="361733" y="102844"/>
                  <a:pt x="363807" y="98534"/>
                </a:cubicBezTo>
                <a:cubicBezTo>
                  <a:pt x="365389" y="95206"/>
                  <a:pt x="366180" y="90295"/>
                  <a:pt x="366180" y="83803"/>
                </a:cubicBezTo>
                <a:lnTo>
                  <a:pt x="366180" y="78402"/>
                </a:lnTo>
                <a:close/>
                <a:moveTo>
                  <a:pt x="417836" y="122022"/>
                </a:moveTo>
                <a:lnTo>
                  <a:pt x="404169" y="122022"/>
                </a:lnTo>
                <a:lnTo>
                  <a:pt x="404169" y="2046"/>
                </a:lnTo>
                <a:lnTo>
                  <a:pt x="418900" y="2046"/>
                </a:lnTo>
                <a:lnTo>
                  <a:pt x="418900" y="44848"/>
                </a:lnTo>
                <a:cubicBezTo>
                  <a:pt x="425120" y="37046"/>
                  <a:pt x="433058" y="33145"/>
                  <a:pt x="442715" y="33145"/>
                </a:cubicBezTo>
                <a:cubicBezTo>
                  <a:pt x="448062" y="33145"/>
                  <a:pt x="453122" y="34222"/>
                  <a:pt x="457896" y="36377"/>
                </a:cubicBezTo>
                <a:cubicBezTo>
                  <a:pt x="462670" y="38532"/>
                  <a:pt x="466598" y="41560"/>
                  <a:pt x="469681" y="45461"/>
                </a:cubicBezTo>
                <a:cubicBezTo>
                  <a:pt x="472764" y="49362"/>
                  <a:pt x="475178" y="54068"/>
                  <a:pt x="476924" y="59579"/>
                </a:cubicBezTo>
                <a:cubicBezTo>
                  <a:pt x="478670" y="65089"/>
                  <a:pt x="479543" y="70981"/>
                  <a:pt x="479543" y="77256"/>
                </a:cubicBezTo>
                <a:cubicBezTo>
                  <a:pt x="479543" y="92150"/>
                  <a:pt x="475860" y="103662"/>
                  <a:pt x="468494" y="111792"/>
                </a:cubicBezTo>
                <a:cubicBezTo>
                  <a:pt x="461129" y="119921"/>
                  <a:pt x="452290" y="123986"/>
                  <a:pt x="441979" y="123986"/>
                </a:cubicBezTo>
                <a:cubicBezTo>
                  <a:pt x="431721" y="123986"/>
                  <a:pt x="423674" y="119703"/>
                  <a:pt x="417836" y="111137"/>
                </a:cubicBezTo>
                <a:lnTo>
                  <a:pt x="417836" y="122022"/>
                </a:lnTo>
                <a:moveTo>
                  <a:pt x="417672" y="77911"/>
                </a:moveTo>
                <a:cubicBezTo>
                  <a:pt x="417672" y="88331"/>
                  <a:pt x="419091" y="95860"/>
                  <a:pt x="421928" y="100498"/>
                </a:cubicBezTo>
                <a:cubicBezTo>
                  <a:pt x="426566" y="108082"/>
                  <a:pt x="432840" y="111874"/>
                  <a:pt x="440751" y="111874"/>
                </a:cubicBezTo>
                <a:cubicBezTo>
                  <a:pt x="447189" y="111874"/>
                  <a:pt x="452754" y="109077"/>
                  <a:pt x="457446" y="103485"/>
                </a:cubicBezTo>
                <a:cubicBezTo>
                  <a:pt x="462138" y="97893"/>
                  <a:pt x="464484" y="89559"/>
                  <a:pt x="464484" y="78483"/>
                </a:cubicBezTo>
                <a:cubicBezTo>
                  <a:pt x="464484" y="67135"/>
                  <a:pt x="462234" y="58760"/>
                  <a:pt x="457733" y="53359"/>
                </a:cubicBezTo>
                <a:cubicBezTo>
                  <a:pt x="453231" y="47958"/>
                  <a:pt x="447789" y="45257"/>
                  <a:pt x="441406" y="45257"/>
                </a:cubicBezTo>
                <a:cubicBezTo>
                  <a:pt x="434968" y="45257"/>
                  <a:pt x="429403" y="48053"/>
                  <a:pt x="424711" y="53645"/>
                </a:cubicBezTo>
                <a:cubicBezTo>
                  <a:pt x="420018" y="59238"/>
                  <a:pt x="417672" y="67326"/>
                  <a:pt x="417672" y="77911"/>
                </a:cubicBezTo>
                <a:close/>
                <a:moveTo>
                  <a:pt x="497890" y="18987"/>
                </a:moveTo>
                <a:lnTo>
                  <a:pt x="497890" y="2046"/>
                </a:lnTo>
                <a:lnTo>
                  <a:pt x="512621" y="2046"/>
                </a:lnTo>
                <a:lnTo>
                  <a:pt x="512621" y="18987"/>
                </a:lnTo>
                <a:lnTo>
                  <a:pt x="497890" y="18987"/>
                </a:lnTo>
                <a:moveTo>
                  <a:pt x="497890" y="122022"/>
                </a:moveTo>
                <a:lnTo>
                  <a:pt x="497890" y="35109"/>
                </a:lnTo>
                <a:lnTo>
                  <a:pt x="512621" y="35109"/>
                </a:lnTo>
                <a:lnTo>
                  <a:pt x="512621" y="122022"/>
                </a:lnTo>
                <a:lnTo>
                  <a:pt x="497890" y="122022"/>
                </a:lnTo>
                <a:close/>
                <a:moveTo>
                  <a:pt x="534555" y="122022"/>
                </a:moveTo>
                <a:lnTo>
                  <a:pt x="534555" y="2046"/>
                </a:lnTo>
                <a:lnTo>
                  <a:pt x="549286" y="2046"/>
                </a:lnTo>
                <a:lnTo>
                  <a:pt x="549286" y="122022"/>
                </a:lnTo>
                <a:lnTo>
                  <a:pt x="534555" y="122022"/>
                </a:lnTo>
                <a:close/>
                <a:moveTo>
                  <a:pt x="572039" y="18987"/>
                </a:moveTo>
                <a:lnTo>
                  <a:pt x="572039" y="2046"/>
                </a:lnTo>
                <a:lnTo>
                  <a:pt x="586770" y="2046"/>
                </a:lnTo>
                <a:lnTo>
                  <a:pt x="586770" y="18987"/>
                </a:lnTo>
                <a:lnTo>
                  <a:pt x="572039" y="18987"/>
                </a:lnTo>
                <a:moveTo>
                  <a:pt x="572039" y="122022"/>
                </a:moveTo>
                <a:lnTo>
                  <a:pt x="572039" y="35109"/>
                </a:lnTo>
                <a:lnTo>
                  <a:pt x="586770" y="35109"/>
                </a:lnTo>
                <a:lnTo>
                  <a:pt x="586770" y="122022"/>
                </a:lnTo>
                <a:lnTo>
                  <a:pt x="572039" y="122022"/>
                </a:lnTo>
                <a:close/>
                <a:moveTo>
                  <a:pt x="641194" y="108846"/>
                </a:moveTo>
                <a:lnTo>
                  <a:pt x="643322" y="121858"/>
                </a:lnTo>
                <a:cubicBezTo>
                  <a:pt x="639175" y="122731"/>
                  <a:pt x="635465" y="123167"/>
                  <a:pt x="632192" y="123167"/>
                </a:cubicBezTo>
                <a:cubicBezTo>
                  <a:pt x="626845" y="123167"/>
                  <a:pt x="622698" y="122322"/>
                  <a:pt x="619752" y="120630"/>
                </a:cubicBezTo>
                <a:cubicBezTo>
                  <a:pt x="616806" y="118939"/>
                  <a:pt x="614733" y="116716"/>
                  <a:pt x="613532" y="113960"/>
                </a:cubicBezTo>
                <a:cubicBezTo>
                  <a:pt x="612332" y="111205"/>
                  <a:pt x="611732" y="105408"/>
                  <a:pt x="611732" y="96570"/>
                </a:cubicBezTo>
                <a:lnTo>
                  <a:pt x="611732" y="46566"/>
                </a:lnTo>
                <a:lnTo>
                  <a:pt x="600929" y="46566"/>
                </a:lnTo>
                <a:lnTo>
                  <a:pt x="600929" y="35109"/>
                </a:lnTo>
                <a:lnTo>
                  <a:pt x="611732" y="35109"/>
                </a:lnTo>
                <a:lnTo>
                  <a:pt x="611732" y="13585"/>
                </a:lnTo>
                <a:lnTo>
                  <a:pt x="626381" y="4747"/>
                </a:lnTo>
                <a:lnTo>
                  <a:pt x="626381" y="35109"/>
                </a:lnTo>
                <a:lnTo>
                  <a:pt x="641194" y="35109"/>
                </a:lnTo>
                <a:lnTo>
                  <a:pt x="641194" y="46566"/>
                </a:lnTo>
                <a:lnTo>
                  <a:pt x="626381" y="46566"/>
                </a:lnTo>
                <a:lnTo>
                  <a:pt x="626381" y="97388"/>
                </a:lnTo>
                <a:cubicBezTo>
                  <a:pt x="626381" y="101589"/>
                  <a:pt x="626640" y="104290"/>
                  <a:pt x="627159" y="105490"/>
                </a:cubicBezTo>
                <a:cubicBezTo>
                  <a:pt x="627677" y="106690"/>
                  <a:pt x="628523" y="107645"/>
                  <a:pt x="629696" y="108355"/>
                </a:cubicBezTo>
                <a:cubicBezTo>
                  <a:pt x="630869" y="109064"/>
                  <a:pt x="632546" y="109418"/>
                  <a:pt x="634729" y="109418"/>
                </a:cubicBezTo>
                <a:cubicBezTo>
                  <a:pt x="636365" y="109418"/>
                  <a:pt x="638521" y="109227"/>
                  <a:pt x="641194" y="108846"/>
                </a:cubicBezTo>
                <a:close/>
                <a:moveTo>
                  <a:pt x="655172" y="155494"/>
                </a:moveTo>
                <a:lnTo>
                  <a:pt x="653536" y="141663"/>
                </a:lnTo>
                <a:cubicBezTo>
                  <a:pt x="656755" y="142536"/>
                  <a:pt x="659564" y="142972"/>
                  <a:pt x="661965" y="142972"/>
                </a:cubicBezTo>
                <a:cubicBezTo>
                  <a:pt x="665239" y="142972"/>
                  <a:pt x="667857" y="142427"/>
                  <a:pt x="669822" y="141336"/>
                </a:cubicBezTo>
                <a:cubicBezTo>
                  <a:pt x="671786" y="140244"/>
                  <a:pt x="673395" y="138717"/>
                  <a:pt x="674650" y="136753"/>
                </a:cubicBezTo>
                <a:cubicBezTo>
                  <a:pt x="675578" y="135279"/>
                  <a:pt x="677078" y="131624"/>
                  <a:pt x="679151" y="125786"/>
                </a:cubicBezTo>
                <a:cubicBezTo>
                  <a:pt x="679424" y="124968"/>
                  <a:pt x="679860" y="123767"/>
                  <a:pt x="680461" y="122185"/>
                </a:cubicBezTo>
                <a:lnTo>
                  <a:pt x="647480" y="35109"/>
                </a:lnTo>
                <a:lnTo>
                  <a:pt x="663356" y="35109"/>
                </a:lnTo>
                <a:lnTo>
                  <a:pt x="681443" y="85440"/>
                </a:lnTo>
                <a:cubicBezTo>
                  <a:pt x="683789" y="91823"/>
                  <a:pt x="685889" y="98534"/>
                  <a:pt x="687744" y="105572"/>
                </a:cubicBezTo>
                <a:cubicBezTo>
                  <a:pt x="689436" y="98807"/>
                  <a:pt x="691454" y="92205"/>
                  <a:pt x="693800" y="85767"/>
                </a:cubicBezTo>
                <a:lnTo>
                  <a:pt x="712378" y="35109"/>
                </a:lnTo>
                <a:lnTo>
                  <a:pt x="727109" y="35109"/>
                </a:lnTo>
                <a:lnTo>
                  <a:pt x="694046" y="123495"/>
                </a:lnTo>
                <a:cubicBezTo>
                  <a:pt x="690500" y="133043"/>
                  <a:pt x="687744" y="139617"/>
                  <a:pt x="685780" y="143218"/>
                </a:cubicBezTo>
                <a:cubicBezTo>
                  <a:pt x="683161" y="148074"/>
                  <a:pt x="680161" y="151634"/>
                  <a:pt x="676778" y="153898"/>
                </a:cubicBezTo>
                <a:cubicBezTo>
                  <a:pt x="673395" y="156162"/>
                  <a:pt x="669358" y="157294"/>
                  <a:pt x="664666" y="157294"/>
                </a:cubicBezTo>
                <a:cubicBezTo>
                  <a:pt x="661829" y="157294"/>
                  <a:pt x="658664" y="156694"/>
                  <a:pt x="655172" y="155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system(">
            <a:extLst xmlns:a="http://schemas.openxmlformats.org/drawingml/2006/main">
              <a:ext uri="{FF2B5EF4-FFF2-40B4-BE49-F238E27FC236}">
                <a16:creationId xmlns:a16="http://schemas.microsoft.com/office/drawing/2014/main" id="{CC15DE0C-A803-4C73-A11F-6D9D2390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357" y="3475565"/>
            <a:ext cx="642643" cy="157294"/>
          </a:xfrm>
          <a:custGeom xmlns:a="http://schemas.openxmlformats.org/drawingml/2006/main">
            <a:pathLst>
              <a:path w="642643" h="157294">
                <a:moveTo>
                  <a:pt x="0" y="96079"/>
                </a:moveTo>
                <a:lnTo>
                  <a:pt x="14567" y="93787"/>
                </a:lnTo>
                <a:cubicBezTo>
                  <a:pt x="15386" y="99625"/>
                  <a:pt x="17664" y="104099"/>
                  <a:pt x="21401" y="107209"/>
                </a:cubicBezTo>
                <a:cubicBezTo>
                  <a:pt x="25138" y="110319"/>
                  <a:pt x="30362" y="111874"/>
                  <a:pt x="37073" y="111874"/>
                </a:cubicBezTo>
                <a:cubicBezTo>
                  <a:pt x="43838" y="111874"/>
                  <a:pt x="48858" y="110496"/>
                  <a:pt x="52131" y="107741"/>
                </a:cubicBezTo>
                <a:cubicBezTo>
                  <a:pt x="55405" y="104986"/>
                  <a:pt x="57042" y="101753"/>
                  <a:pt x="57042" y="98043"/>
                </a:cubicBezTo>
                <a:cubicBezTo>
                  <a:pt x="57042" y="94715"/>
                  <a:pt x="55596" y="92096"/>
                  <a:pt x="52704" y="90186"/>
                </a:cubicBezTo>
                <a:cubicBezTo>
                  <a:pt x="50685" y="88877"/>
                  <a:pt x="45666" y="87213"/>
                  <a:pt x="37646" y="85194"/>
                </a:cubicBezTo>
                <a:cubicBezTo>
                  <a:pt x="26843" y="82466"/>
                  <a:pt x="19355" y="80107"/>
                  <a:pt x="15181" y="78115"/>
                </a:cubicBezTo>
                <a:cubicBezTo>
                  <a:pt x="11007" y="76124"/>
                  <a:pt x="7843" y="73368"/>
                  <a:pt x="5688" y="69849"/>
                </a:cubicBezTo>
                <a:cubicBezTo>
                  <a:pt x="3533" y="66330"/>
                  <a:pt x="2455" y="62443"/>
                  <a:pt x="2455" y="58187"/>
                </a:cubicBezTo>
                <a:cubicBezTo>
                  <a:pt x="2455" y="54314"/>
                  <a:pt x="3342" y="50726"/>
                  <a:pt x="5115" y="47426"/>
                </a:cubicBezTo>
                <a:cubicBezTo>
                  <a:pt x="6888" y="44125"/>
                  <a:pt x="9302" y="41383"/>
                  <a:pt x="12358" y="39201"/>
                </a:cubicBezTo>
                <a:cubicBezTo>
                  <a:pt x="14649" y="37509"/>
                  <a:pt x="17773" y="36077"/>
                  <a:pt x="21728" y="34904"/>
                </a:cubicBezTo>
                <a:cubicBezTo>
                  <a:pt x="25684" y="33731"/>
                  <a:pt x="29926" y="33145"/>
                  <a:pt x="34454" y="33145"/>
                </a:cubicBezTo>
                <a:cubicBezTo>
                  <a:pt x="41274" y="33145"/>
                  <a:pt x="47262" y="34127"/>
                  <a:pt x="52418" y="36091"/>
                </a:cubicBezTo>
                <a:cubicBezTo>
                  <a:pt x="57574" y="38055"/>
                  <a:pt x="61379" y="40715"/>
                  <a:pt x="63834" y="44070"/>
                </a:cubicBezTo>
                <a:cubicBezTo>
                  <a:pt x="66289" y="47426"/>
                  <a:pt x="67981" y="51913"/>
                  <a:pt x="68908" y="57533"/>
                </a:cubicBezTo>
                <a:lnTo>
                  <a:pt x="54505" y="59497"/>
                </a:lnTo>
                <a:cubicBezTo>
                  <a:pt x="53850" y="55023"/>
                  <a:pt x="51954" y="51531"/>
                  <a:pt x="48817" y="49021"/>
                </a:cubicBezTo>
                <a:cubicBezTo>
                  <a:pt x="45680" y="46512"/>
                  <a:pt x="41247" y="45257"/>
                  <a:pt x="35518" y="45257"/>
                </a:cubicBezTo>
                <a:cubicBezTo>
                  <a:pt x="28753" y="45257"/>
                  <a:pt x="23924" y="46375"/>
                  <a:pt x="21033" y="48612"/>
                </a:cubicBezTo>
                <a:cubicBezTo>
                  <a:pt x="18141" y="50849"/>
                  <a:pt x="16695" y="53468"/>
                  <a:pt x="16695" y="56469"/>
                </a:cubicBezTo>
                <a:cubicBezTo>
                  <a:pt x="16695" y="58378"/>
                  <a:pt x="17295" y="60097"/>
                  <a:pt x="18496" y="61625"/>
                </a:cubicBezTo>
                <a:cubicBezTo>
                  <a:pt x="19696" y="63207"/>
                  <a:pt x="21578" y="64516"/>
                  <a:pt x="24142" y="65553"/>
                </a:cubicBezTo>
                <a:cubicBezTo>
                  <a:pt x="25616" y="66098"/>
                  <a:pt x="29953" y="67353"/>
                  <a:pt x="37155" y="69317"/>
                </a:cubicBezTo>
                <a:cubicBezTo>
                  <a:pt x="47576" y="72100"/>
                  <a:pt x="54846" y="74378"/>
                  <a:pt x="58965" y="76151"/>
                </a:cubicBezTo>
                <a:cubicBezTo>
                  <a:pt x="63084" y="77924"/>
                  <a:pt x="66317" y="80502"/>
                  <a:pt x="68663" y="83885"/>
                </a:cubicBezTo>
                <a:cubicBezTo>
                  <a:pt x="71009" y="87267"/>
                  <a:pt x="72182" y="91468"/>
                  <a:pt x="72182" y="96488"/>
                </a:cubicBezTo>
                <a:cubicBezTo>
                  <a:pt x="72182" y="101398"/>
                  <a:pt x="70750" y="106022"/>
                  <a:pt x="67885" y="110360"/>
                </a:cubicBezTo>
                <a:cubicBezTo>
                  <a:pt x="65021" y="114697"/>
                  <a:pt x="60888" y="118052"/>
                  <a:pt x="55487" y="120426"/>
                </a:cubicBezTo>
                <a:cubicBezTo>
                  <a:pt x="50085" y="122799"/>
                  <a:pt x="43975" y="123986"/>
                  <a:pt x="37155" y="123986"/>
                </a:cubicBezTo>
                <a:cubicBezTo>
                  <a:pt x="25861" y="123986"/>
                  <a:pt x="17254" y="121640"/>
                  <a:pt x="11335" y="116948"/>
                </a:cubicBezTo>
                <a:cubicBezTo>
                  <a:pt x="5415" y="112256"/>
                  <a:pt x="1637" y="105299"/>
                  <a:pt x="0" y="96079"/>
                </a:cubicBezTo>
                <a:close/>
                <a:moveTo>
                  <a:pt x="89041" y="155494"/>
                </a:moveTo>
                <a:lnTo>
                  <a:pt x="87404" y="141663"/>
                </a:lnTo>
                <a:cubicBezTo>
                  <a:pt x="90623" y="142536"/>
                  <a:pt x="93433" y="142972"/>
                  <a:pt x="95833" y="142972"/>
                </a:cubicBezTo>
                <a:cubicBezTo>
                  <a:pt x="99107" y="142972"/>
                  <a:pt x="101726" y="142427"/>
                  <a:pt x="103690" y="141336"/>
                </a:cubicBezTo>
                <a:cubicBezTo>
                  <a:pt x="105654" y="140244"/>
                  <a:pt x="107263" y="138717"/>
                  <a:pt x="108518" y="136753"/>
                </a:cubicBezTo>
                <a:cubicBezTo>
                  <a:pt x="109446" y="135279"/>
                  <a:pt x="110946" y="131624"/>
                  <a:pt x="113019" y="125786"/>
                </a:cubicBezTo>
                <a:cubicBezTo>
                  <a:pt x="113292" y="124968"/>
                  <a:pt x="113729" y="123767"/>
                  <a:pt x="114329" y="122185"/>
                </a:cubicBezTo>
                <a:lnTo>
                  <a:pt x="81348" y="35109"/>
                </a:lnTo>
                <a:lnTo>
                  <a:pt x="97225" y="35109"/>
                </a:lnTo>
                <a:lnTo>
                  <a:pt x="115311" y="85440"/>
                </a:lnTo>
                <a:cubicBezTo>
                  <a:pt x="117657" y="91823"/>
                  <a:pt x="119758" y="98534"/>
                  <a:pt x="121613" y="105572"/>
                </a:cubicBezTo>
                <a:cubicBezTo>
                  <a:pt x="123304" y="98807"/>
                  <a:pt x="125323" y="92205"/>
                  <a:pt x="127669" y="85767"/>
                </a:cubicBezTo>
                <a:lnTo>
                  <a:pt x="146246" y="35109"/>
                </a:lnTo>
                <a:lnTo>
                  <a:pt x="160977" y="35109"/>
                </a:lnTo>
                <a:lnTo>
                  <a:pt x="127914" y="123495"/>
                </a:lnTo>
                <a:cubicBezTo>
                  <a:pt x="124368" y="133043"/>
                  <a:pt x="121613" y="139617"/>
                  <a:pt x="119648" y="143218"/>
                </a:cubicBezTo>
                <a:cubicBezTo>
                  <a:pt x="117030" y="148074"/>
                  <a:pt x="114029" y="151634"/>
                  <a:pt x="110646" y="153898"/>
                </a:cubicBezTo>
                <a:cubicBezTo>
                  <a:pt x="107263" y="156162"/>
                  <a:pt x="103226" y="157294"/>
                  <a:pt x="98534" y="157294"/>
                </a:cubicBezTo>
                <a:cubicBezTo>
                  <a:pt x="95697" y="157294"/>
                  <a:pt x="92533" y="156694"/>
                  <a:pt x="89041" y="155494"/>
                </a:cubicBezTo>
                <a:close/>
                <a:moveTo>
                  <a:pt x="167606" y="96079"/>
                </a:moveTo>
                <a:lnTo>
                  <a:pt x="182173" y="93787"/>
                </a:lnTo>
                <a:cubicBezTo>
                  <a:pt x="182991" y="99625"/>
                  <a:pt x="185269" y="104099"/>
                  <a:pt x="189007" y="107209"/>
                </a:cubicBezTo>
                <a:cubicBezTo>
                  <a:pt x="192744" y="110319"/>
                  <a:pt x="197968" y="111874"/>
                  <a:pt x="204679" y="111874"/>
                </a:cubicBezTo>
                <a:cubicBezTo>
                  <a:pt x="211444" y="111874"/>
                  <a:pt x="216464" y="110496"/>
                  <a:pt x="219737" y="107741"/>
                </a:cubicBezTo>
                <a:cubicBezTo>
                  <a:pt x="223011" y="104986"/>
                  <a:pt x="224647" y="101753"/>
                  <a:pt x="224647" y="98043"/>
                </a:cubicBezTo>
                <a:cubicBezTo>
                  <a:pt x="224647" y="94715"/>
                  <a:pt x="223202" y="92096"/>
                  <a:pt x="220310" y="90186"/>
                </a:cubicBezTo>
                <a:cubicBezTo>
                  <a:pt x="218291" y="88877"/>
                  <a:pt x="213272" y="87213"/>
                  <a:pt x="205252" y="85194"/>
                </a:cubicBezTo>
                <a:cubicBezTo>
                  <a:pt x="194449" y="82466"/>
                  <a:pt x="186961" y="80107"/>
                  <a:pt x="182787" y="78115"/>
                </a:cubicBezTo>
                <a:cubicBezTo>
                  <a:pt x="178613" y="76124"/>
                  <a:pt x="175449" y="73368"/>
                  <a:pt x="173294" y="69849"/>
                </a:cubicBezTo>
                <a:cubicBezTo>
                  <a:pt x="171139" y="66330"/>
                  <a:pt x="170061" y="62443"/>
                  <a:pt x="170061" y="58187"/>
                </a:cubicBezTo>
                <a:cubicBezTo>
                  <a:pt x="170061" y="54314"/>
                  <a:pt x="170948" y="50726"/>
                  <a:pt x="172721" y="47426"/>
                </a:cubicBezTo>
                <a:cubicBezTo>
                  <a:pt x="174494" y="44125"/>
                  <a:pt x="176908" y="41383"/>
                  <a:pt x="179963" y="39201"/>
                </a:cubicBezTo>
                <a:cubicBezTo>
                  <a:pt x="182255" y="37509"/>
                  <a:pt x="185378" y="36077"/>
                  <a:pt x="189334" y="34904"/>
                </a:cubicBezTo>
                <a:cubicBezTo>
                  <a:pt x="193290" y="33731"/>
                  <a:pt x="197532" y="33145"/>
                  <a:pt x="202060" y="33145"/>
                </a:cubicBezTo>
                <a:cubicBezTo>
                  <a:pt x="208880" y="33145"/>
                  <a:pt x="214868" y="34127"/>
                  <a:pt x="220024" y="36091"/>
                </a:cubicBezTo>
                <a:cubicBezTo>
                  <a:pt x="225179" y="38055"/>
                  <a:pt x="228985" y="40715"/>
                  <a:pt x="231440" y="44070"/>
                </a:cubicBezTo>
                <a:cubicBezTo>
                  <a:pt x="233895" y="47426"/>
                  <a:pt x="235587" y="51913"/>
                  <a:pt x="236514" y="57533"/>
                </a:cubicBezTo>
                <a:lnTo>
                  <a:pt x="222110" y="59497"/>
                </a:lnTo>
                <a:cubicBezTo>
                  <a:pt x="221456" y="55023"/>
                  <a:pt x="219560" y="51531"/>
                  <a:pt x="216423" y="49021"/>
                </a:cubicBezTo>
                <a:cubicBezTo>
                  <a:pt x="213285" y="46512"/>
                  <a:pt x="208853" y="45257"/>
                  <a:pt x="203124" y="45257"/>
                </a:cubicBezTo>
                <a:cubicBezTo>
                  <a:pt x="196358" y="45257"/>
                  <a:pt x="191530" y="46375"/>
                  <a:pt x="188638" y="48612"/>
                </a:cubicBezTo>
                <a:cubicBezTo>
                  <a:pt x="185747" y="50849"/>
                  <a:pt x="184301" y="53468"/>
                  <a:pt x="184301" y="56469"/>
                </a:cubicBezTo>
                <a:cubicBezTo>
                  <a:pt x="184301" y="58378"/>
                  <a:pt x="184901" y="60097"/>
                  <a:pt x="186101" y="61625"/>
                </a:cubicBezTo>
                <a:cubicBezTo>
                  <a:pt x="187302" y="63207"/>
                  <a:pt x="189184" y="64516"/>
                  <a:pt x="191748" y="65553"/>
                </a:cubicBezTo>
                <a:cubicBezTo>
                  <a:pt x="193221" y="66098"/>
                  <a:pt x="197559" y="67353"/>
                  <a:pt x="204761" y="69317"/>
                </a:cubicBezTo>
                <a:cubicBezTo>
                  <a:pt x="215181" y="72100"/>
                  <a:pt x="222451" y="74378"/>
                  <a:pt x="226571" y="76151"/>
                </a:cubicBezTo>
                <a:cubicBezTo>
                  <a:pt x="230690" y="77924"/>
                  <a:pt x="233922" y="80502"/>
                  <a:pt x="236269" y="83885"/>
                </a:cubicBezTo>
                <a:cubicBezTo>
                  <a:pt x="238615" y="87267"/>
                  <a:pt x="239788" y="91468"/>
                  <a:pt x="239788" y="96488"/>
                </a:cubicBezTo>
                <a:cubicBezTo>
                  <a:pt x="239788" y="101398"/>
                  <a:pt x="238355" y="106022"/>
                  <a:pt x="235491" y="110360"/>
                </a:cubicBezTo>
                <a:cubicBezTo>
                  <a:pt x="232627" y="114697"/>
                  <a:pt x="228494" y="118052"/>
                  <a:pt x="223092" y="120426"/>
                </a:cubicBezTo>
                <a:cubicBezTo>
                  <a:pt x="217691" y="122799"/>
                  <a:pt x="211581" y="123986"/>
                  <a:pt x="204761" y="123986"/>
                </a:cubicBezTo>
                <a:cubicBezTo>
                  <a:pt x="193467" y="123986"/>
                  <a:pt x="184860" y="121640"/>
                  <a:pt x="178940" y="116948"/>
                </a:cubicBezTo>
                <a:cubicBezTo>
                  <a:pt x="173021" y="112256"/>
                  <a:pt x="169243" y="105299"/>
                  <a:pt x="167606" y="96079"/>
                </a:cubicBezTo>
                <a:close/>
                <a:moveTo>
                  <a:pt x="289464" y="108846"/>
                </a:moveTo>
                <a:lnTo>
                  <a:pt x="291592" y="121858"/>
                </a:lnTo>
                <a:cubicBezTo>
                  <a:pt x="287445" y="122731"/>
                  <a:pt x="283735" y="123167"/>
                  <a:pt x="280462" y="123167"/>
                </a:cubicBezTo>
                <a:cubicBezTo>
                  <a:pt x="275115" y="123167"/>
                  <a:pt x="270968" y="122322"/>
                  <a:pt x="268022" y="120630"/>
                </a:cubicBezTo>
                <a:cubicBezTo>
                  <a:pt x="265076" y="118939"/>
                  <a:pt x="263003" y="116716"/>
                  <a:pt x="261802" y="113960"/>
                </a:cubicBezTo>
                <a:cubicBezTo>
                  <a:pt x="260602" y="111205"/>
                  <a:pt x="260002" y="105408"/>
                  <a:pt x="260002" y="96570"/>
                </a:cubicBezTo>
                <a:lnTo>
                  <a:pt x="260002" y="46566"/>
                </a:lnTo>
                <a:lnTo>
                  <a:pt x="249199" y="46566"/>
                </a:lnTo>
                <a:lnTo>
                  <a:pt x="249199" y="35109"/>
                </a:lnTo>
                <a:lnTo>
                  <a:pt x="260002" y="35109"/>
                </a:lnTo>
                <a:lnTo>
                  <a:pt x="260002" y="13585"/>
                </a:lnTo>
                <a:lnTo>
                  <a:pt x="274651" y="4747"/>
                </a:lnTo>
                <a:lnTo>
                  <a:pt x="274651" y="35109"/>
                </a:lnTo>
                <a:lnTo>
                  <a:pt x="289464" y="35109"/>
                </a:lnTo>
                <a:lnTo>
                  <a:pt x="289464" y="46566"/>
                </a:lnTo>
                <a:lnTo>
                  <a:pt x="274651" y="46566"/>
                </a:lnTo>
                <a:lnTo>
                  <a:pt x="274651" y="97388"/>
                </a:lnTo>
                <a:cubicBezTo>
                  <a:pt x="274651" y="101589"/>
                  <a:pt x="274910" y="104290"/>
                  <a:pt x="275429" y="105490"/>
                </a:cubicBezTo>
                <a:cubicBezTo>
                  <a:pt x="275947" y="106690"/>
                  <a:pt x="276793" y="107645"/>
                  <a:pt x="277966" y="108355"/>
                </a:cubicBezTo>
                <a:cubicBezTo>
                  <a:pt x="279139" y="109064"/>
                  <a:pt x="280816" y="109418"/>
                  <a:pt x="282999" y="109418"/>
                </a:cubicBezTo>
                <a:cubicBezTo>
                  <a:pt x="284635" y="109418"/>
                  <a:pt x="286790" y="109227"/>
                  <a:pt x="289464" y="108846"/>
                </a:cubicBezTo>
                <a:close/>
                <a:moveTo>
                  <a:pt x="363527" y="94033"/>
                </a:moveTo>
                <a:lnTo>
                  <a:pt x="378749" y="95915"/>
                </a:lnTo>
                <a:cubicBezTo>
                  <a:pt x="376348" y="104808"/>
                  <a:pt x="371902" y="111710"/>
                  <a:pt x="365409" y="116620"/>
                </a:cubicBezTo>
                <a:cubicBezTo>
                  <a:pt x="358916" y="121531"/>
                  <a:pt x="350623" y="123986"/>
                  <a:pt x="340530" y="123986"/>
                </a:cubicBezTo>
                <a:cubicBezTo>
                  <a:pt x="327818" y="123986"/>
                  <a:pt x="317738" y="120071"/>
                  <a:pt x="310291" y="112242"/>
                </a:cubicBezTo>
                <a:cubicBezTo>
                  <a:pt x="302843" y="104413"/>
                  <a:pt x="299120" y="93433"/>
                  <a:pt x="299120" y="79302"/>
                </a:cubicBezTo>
                <a:cubicBezTo>
                  <a:pt x="299120" y="64680"/>
                  <a:pt x="302884" y="53332"/>
                  <a:pt x="310413" y="45257"/>
                </a:cubicBezTo>
                <a:cubicBezTo>
                  <a:pt x="317943" y="37182"/>
                  <a:pt x="327709" y="33145"/>
                  <a:pt x="339712" y="33145"/>
                </a:cubicBezTo>
                <a:cubicBezTo>
                  <a:pt x="351333" y="33145"/>
                  <a:pt x="360826" y="37100"/>
                  <a:pt x="368192" y="45011"/>
                </a:cubicBezTo>
                <a:cubicBezTo>
                  <a:pt x="375557" y="52922"/>
                  <a:pt x="379240" y="64052"/>
                  <a:pt x="379240" y="78402"/>
                </a:cubicBezTo>
                <a:cubicBezTo>
                  <a:pt x="379240" y="79274"/>
                  <a:pt x="379212" y="80584"/>
                  <a:pt x="379158" y="82330"/>
                </a:cubicBezTo>
                <a:lnTo>
                  <a:pt x="314342" y="82330"/>
                </a:lnTo>
                <a:cubicBezTo>
                  <a:pt x="314887" y="91878"/>
                  <a:pt x="317588" y="99189"/>
                  <a:pt x="322444" y="104263"/>
                </a:cubicBezTo>
                <a:cubicBezTo>
                  <a:pt x="327299" y="109337"/>
                  <a:pt x="333355" y="111874"/>
                  <a:pt x="340612" y="111874"/>
                </a:cubicBezTo>
                <a:cubicBezTo>
                  <a:pt x="346013" y="111874"/>
                  <a:pt x="350623" y="110455"/>
                  <a:pt x="354443" y="107618"/>
                </a:cubicBezTo>
                <a:cubicBezTo>
                  <a:pt x="358262" y="104781"/>
                  <a:pt x="361290" y="100252"/>
                  <a:pt x="363527" y="94033"/>
                </a:cubicBezTo>
                <a:moveTo>
                  <a:pt x="315160" y="70218"/>
                </a:moveTo>
                <a:lnTo>
                  <a:pt x="363690" y="70218"/>
                </a:lnTo>
                <a:cubicBezTo>
                  <a:pt x="363036" y="62907"/>
                  <a:pt x="361181" y="57424"/>
                  <a:pt x="358125" y="53768"/>
                </a:cubicBezTo>
                <a:cubicBezTo>
                  <a:pt x="353433" y="48094"/>
                  <a:pt x="347350" y="45257"/>
                  <a:pt x="339875" y="45257"/>
                </a:cubicBezTo>
                <a:cubicBezTo>
                  <a:pt x="333110" y="45257"/>
                  <a:pt x="327422" y="47521"/>
                  <a:pt x="322812" y="52049"/>
                </a:cubicBezTo>
                <a:cubicBezTo>
                  <a:pt x="318202" y="56578"/>
                  <a:pt x="315651" y="62634"/>
                  <a:pt x="315160" y="70218"/>
                </a:cubicBezTo>
                <a:close/>
                <a:moveTo>
                  <a:pt x="397503" y="122022"/>
                </a:moveTo>
                <a:lnTo>
                  <a:pt x="397503" y="35109"/>
                </a:lnTo>
                <a:lnTo>
                  <a:pt x="410679" y="35109"/>
                </a:lnTo>
                <a:lnTo>
                  <a:pt x="410679" y="47303"/>
                </a:lnTo>
                <a:cubicBezTo>
                  <a:pt x="413407" y="43047"/>
                  <a:pt x="417036" y="39624"/>
                  <a:pt x="421564" y="37032"/>
                </a:cubicBezTo>
                <a:cubicBezTo>
                  <a:pt x="426092" y="34440"/>
                  <a:pt x="431248" y="33145"/>
                  <a:pt x="437031" y="33145"/>
                </a:cubicBezTo>
                <a:cubicBezTo>
                  <a:pt x="443469" y="33145"/>
                  <a:pt x="448748" y="34481"/>
                  <a:pt x="452867" y="37155"/>
                </a:cubicBezTo>
                <a:cubicBezTo>
                  <a:pt x="456986" y="39828"/>
                  <a:pt x="459892" y="43566"/>
                  <a:pt x="461583" y="48367"/>
                </a:cubicBezTo>
                <a:cubicBezTo>
                  <a:pt x="468458" y="38219"/>
                  <a:pt x="477405" y="33145"/>
                  <a:pt x="488426" y="33145"/>
                </a:cubicBezTo>
                <a:cubicBezTo>
                  <a:pt x="497047" y="33145"/>
                  <a:pt x="503676" y="35532"/>
                  <a:pt x="508313" y="40306"/>
                </a:cubicBezTo>
                <a:cubicBezTo>
                  <a:pt x="512951" y="45080"/>
                  <a:pt x="515269" y="52431"/>
                  <a:pt x="515269" y="62361"/>
                </a:cubicBezTo>
                <a:lnTo>
                  <a:pt x="515269" y="122022"/>
                </a:lnTo>
                <a:lnTo>
                  <a:pt x="500620" y="122022"/>
                </a:lnTo>
                <a:lnTo>
                  <a:pt x="500620" y="67271"/>
                </a:lnTo>
                <a:cubicBezTo>
                  <a:pt x="500620" y="61379"/>
                  <a:pt x="500143" y="57137"/>
                  <a:pt x="499188" y="54546"/>
                </a:cubicBezTo>
                <a:cubicBezTo>
                  <a:pt x="498233" y="51954"/>
                  <a:pt x="496501" y="49867"/>
                  <a:pt x="493991" y="48285"/>
                </a:cubicBezTo>
                <a:cubicBezTo>
                  <a:pt x="491482" y="46703"/>
                  <a:pt x="488535" y="45912"/>
                  <a:pt x="485153" y="45912"/>
                </a:cubicBezTo>
                <a:cubicBezTo>
                  <a:pt x="479042" y="45912"/>
                  <a:pt x="473968" y="47944"/>
                  <a:pt x="469931" y="52009"/>
                </a:cubicBezTo>
                <a:cubicBezTo>
                  <a:pt x="465893" y="56073"/>
                  <a:pt x="463875" y="62579"/>
                  <a:pt x="463875" y="71527"/>
                </a:cubicBezTo>
                <a:lnTo>
                  <a:pt x="463875" y="122022"/>
                </a:lnTo>
                <a:lnTo>
                  <a:pt x="449144" y="122022"/>
                </a:lnTo>
                <a:lnTo>
                  <a:pt x="449144" y="65553"/>
                </a:lnTo>
                <a:cubicBezTo>
                  <a:pt x="449144" y="59006"/>
                  <a:pt x="447943" y="54095"/>
                  <a:pt x="445543" y="50822"/>
                </a:cubicBezTo>
                <a:cubicBezTo>
                  <a:pt x="443142" y="47548"/>
                  <a:pt x="439214" y="45912"/>
                  <a:pt x="433758" y="45912"/>
                </a:cubicBezTo>
                <a:cubicBezTo>
                  <a:pt x="429611" y="45912"/>
                  <a:pt x="425779" y="47003"/>
                  <a:pt x="422260" y="49185"/>
                </a:cubicBezTo>
                <a:cubicBezTo>
                  <a:pt x="418740" y="51367"/>
                  <a:pt x="416190" y="54559"/>
                  <a:pt x="414608" y="58760"/>
                </a:cubicBezTo>
                <a:cubicBezTo>
                  <a:pt x="413025" y="62961"/>
                  <a:pt x="412234" y="69017"/>
                  <a:pt x="412234" y="76928"/>
                </a:cubicBezTo>
                <a:lnTo>
                  <a:pt x="412234" y="122022"/>
                </a:lnTo>
                <a:lnTo>
                  <a:pt x="397503" y="122022"/>
                </a:lnTo>
                <a:close/>
                <a:moveTo>
                  <a:pt x="600414" y="157294"/>
                </a:moveTo>
                <a:cubicBezTo>
                  <a:pt x="591848" y="138526"/>
                  <a:pt x="587565" y="119239"/>
                  <a:pt x="587565" y="99434"/>
                </a:cubicBezTo>
                <a:cubicBezTo>
                  <a:pt x="587565" y="86231"/>
                  <a:pt x="589297" y="73941"/>
                  <a:pt x="592762" y="62566"/>
                </a:cubicBezTo>
                <a:cubicBezTo>
                  <a:pt x="596226" y="51190"/>
                  <a:pt x="601505" y="39937"/>
                  <a:pt x="608598" y="28807"/>
                </a:cubicBezTo>
                <a:cubicBezTo>
                  <a:pt x="613290" y="21387"/>
                  <a:pt x="620792" y="11785"/>
                  <a:pt x="631103" y="0"/>
                </a:cubicBezTo>
                <a:lnTo>
                  <a:pt x="642643" y="0"/>
                </a:lnTo>
                <a:cubicBezTo>
                  <a:pt x="636259" y="6820"/>
                  <a:pt x="629508" y="16422"/>
                  <a:pt x="622388" y="28807"/>
                </a:cubicBezTo>
                <a:cubicBezTo>
                  <a:pt x="615268" y="41192"/>
                  <a:pt x="610098" y="53359"/>
                  <a:pt x="606879" y="65307"/>
                </a:cubicBezTo>
                <a:cubicBezTo>
                  <a:pt x="603660" y="77256"/>
                  <a:pt x="602051" y="89259"/>
                  <a:pt x="602051" y="101316"/>
                </a:cubicBezTo>
                <a:cubicBezTo>
                  <a:pt x="602051" y="119321"/>
                  <a:pt x="605188" y="137980"/>
                  <a:pt x="611462" y="157294"/>
                </a:cubicBezTo>
                <a:lnTo>
                  <a:pt x="600414" y="157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§IV">
            <a:extLst xmlns:a="http://schemas.openxmlformats.org/drawingml/2006/main">
              <a:ext uri="{FF2B5EF4-FFF2-40B4-BE49-F238E27FC236}">
                <a16:creationId xmlns:a16="http://schemas.microsoft.com/office/drawing/2014/main" id="{538AE610-0022-4692-AB7A-E9FFD671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243" y="3475565"/>
            <a:ext cx="261978" cy="157294"/>
          </a:xfrm>
          <a:custGeom xmlns:a="http://schemas.openxmlformats.org/drawingml/2006/main">
            <a:pathLst>
              <a:path w="261978" h="157294">
                <a:moveTo>
                  <a:pt x="0" y="129387"/>
                </a:moveTo>
                <a:lnTo>
                  <a:pt x="13585" y="125950"/>
                </a:lnTo>
                <a:cubicBezTo>
                  <a:pt x="14895" y="132497"/>
                  <a:pt x="17609" y="137516"/>
                  <a:pt x="21728" y="141008"/>
                </a:cubicBezTo>
                <a:cubicBezTo>
                  <a:pt x="25847" y="144500"/>
                  <a:pt x="30690" y="146246"/>
                  <a:pt x="36255" y="146246"/>
                </a:cubicBezTo>
                <a:cubicBezTo>
                  <a:pt x="41656" y="146246"/>
                  <a:pt x="46089" y="144664"/>
                  <a:pt x="49553" y="141499"/>
                </a:cubicBezTo>
                <a:cubicBezTo>
                  <a:pt x="53018" y="138335"/>
                  <a:pt x="54750" y="134734"/>
                  <a:pt x="54750" y="130697"/>
                </a:cubicBezTo>
                <a:cubicBezTo>
                  <a:pt x="54750" y="129005"/>
                  <a:pt x="54396" y="127327"/>
                  <a:pt x="53686" y="125663"/>
                </a:cubicBezTo>
                <a:cubicBezTo>
                  <a:pt x="52977" y="123999"/>
                  <a:pt x="51913" y="122322"/>
                  <a:pt x="50495" y="120630"/>
                </a:cubicBezTo>
                <a:cubicBezTo>
                  <a:pt x="48476" y="118175"/>
                  <a:pt x="40510" y="111383"/>
                  <a:pt x="26598" y="100252"/>
                </a:cubicBezTo>
                <a:cubicBezTo>
                  <a:pt x="21087" y="95888"/>
                  <a:pt x="17377" y="92641"/>
                  <a:pt x="15468" y="90514"/>
                </a:cubicBezTo>
                <a:cubicBezTo>
                  <a:pt x="12576" y="87349"/>
                  <a:pt x="10530" y="84389"/>
                  <a:pt x="9330" y="81634"/>
                </a:cubicBezTo>
                <a:cubicBezTo>
                  <a:pt x="8129" y="78879"/>
                  <a:pt x="7529" y="75755"/>
                  <a:pt x="7529" y="72264"/>
                </a:cubicBezTo>
                <a:cubicBezTo>
                  <a:pt x="7529" y="66317"/>
                  <a:pt x="9275" y="61093"/>
                  <a:pt x="12767" y="56592"/>
                </a:cubicBezTo>
                <a:cubicBezTo>
                  <a:pt x="16259" y="52090"/>
                  <a:pt x="22260" y="47712"/>
                  <a:pt x="30771" y="43456"/>
                </a:cubicBezTo>
                <a:cubicBezTo>
                  <a:pt x="26461" y="38219"/>
                  <a:pt x="24306" y="32708"/>
                  <a:pt x="24306" y="26925"/>
                </a:cubicBezTo>
                <a:cubicBezTo>
                  <a:pt x="24306" y="19287"/>
                  <a:pt x="27102" y="12890"/>
                  <a:pt x="32695" y="7734"/>
                </a:cubicBezTo>
                <a:cubicBezTo>
                  <a:pt x="38287" y="2578"/>
                  <a:pt x="46103" y="0"/>
                  <a:pt x="56141" y="0"/>
                </a:cubicBezTo>
                <a:cubicBezTo>
                  <a:pt x="65635" y="0"/>
                  <a:pt x="72932" y="2182"/>
                  <a:pt x="78033" y="6547"/>
                </a:cubicBezTo>
                <a:cubicBezTo>
                  <a:pt x="83135" y="10912"/>
                  <a:pt x="86449" y="17977"/>
                  <a:pt x="87977" y="27743"/>
                </a:cubicBezTo>
                <a:lnTo>
                  <a:pt x="73164" y="29462"/>
                </a:lnTo>
                <a:cubicBezTo>
                  <a:pt x="73109" y="23897"/>
                  <a:pt x="71500" y="19573"/>
                  <a:pt x="68335" y="16491"/>
                </a:cubicBezTo>
                <a:cubicBezTo>
                  <a:pt x="65171" y="13408"/>
                  <a:pt x="60833" y="11867"/>
                  <a:pt x="55323" y="11867"/>
                </a:cubicBezTo>
                <a:cubicBezTo>
                  <a:pt x="50304" y="11867"/>
                  <a:pt x="46212" y="13312"/>
                  <a:pt x="43047" y="16204"/>
                </a:cubicBezTo>
                <a:cubicBezTo>
                  <a:pt x="39883" y="19096"/>
                  <a:pt x="38301" y="22506"/>
                  <a:pt x="38301" y="26434"/>
                </a:cubicBezTo>
                <a:cubicBezTo>
                  <a:pt x="38301" y="29271"/>
                  <a:pt x="39351" y="32381"/>
                  <a:pt x="41451" y="35764"/>
                </a:cubicBezTo>
                <a:cubicBezTo>
                  <a:pt x="43552" y="39146"/>
                  <a:pt x="48612" y="44084"/>
                  <a:pt x="56632" y="50576"/>
                </a:cubicBezTo>
                <a:cubicBezTo>
                  <a:pt x="68308" y="60015"/>
                  <a:pt x="75715" y="66699"/>
                  <a:pt x="78852" y="70627"/>
                </a:cubicBezTo>
                <a:cubicBezTo>
                  <a:pt x="81989" y="74555"/>
                  <a:pt x="83557" y="79029"/>
                  <a:pt x="83557" y="84048"/>
                </a:cubicBezTo>
                <a:cubicBezTo>
                  <a:pt x="83557" y="89232"/>
                  <a:pt x="81689" y="94278"/>
                  <a:pt x="77951" y="99189"/>
                </a:cubicBezTo>
                <a:cubicBezTo>
                  <a:pt x="74214" y="104099"/>
                  <a:pt x="68472" y="108382"/>
                  <a:pt x="60724" y="112037"/>
                </a:cubicBezTo>
                <a:cubicBezTo>
                  <a:pt x="63452" y="115038"/>
                  <a:pt x="65498" y="118093"/>
                  <a:pt x="66862" y="121203"/>
                </a:cubicBezTo>
                <a:cubicBezTo>
                  <a:pt x="68226" y="124313"/>
                  <a:pt x="68908" y="127478"/>
                  <a:pt x="68908" y="130697"/>
                </a:cubicBezTo>
                <a:cubicBezTo>
                  <a:pt x="68908" y="137789"/>
                  <a:pt x="65976" y="143995"/>
                  <a:pt x="60111" y="149315"/>
                </a:cubicBezTo>
                <a:cubicBezTo>
                  <a:pt x="54245" y="154634"/>
                  <a:pt x="46266" y="157294"/>
                  <a:pt x="36173" y="157294"/>
                </a:cubicBezTo>
                <a:cubicBezTo>
                  <a:pt x="26625" y="157294"/>
                  <a:pt x="18673" y="154798"/>
                  <a:pt x="12317" y="149806"/>
                </a:cubicBezTo>
                <a:cubicBezTo>
                  <a:pt x="5961" y="144814"/>
                  <a:pt x="1855" y="138007"/>
                  <a:pt x="0" y="129387"/>
                </a:cubicBezTo>
                <a:moveTo>
                  <a:pt x="53359" y="104263"/>
                </a:moveTo>
                <a:cubicBezTo>
                  <a:pt x="59251" y="101535"/>
                  <a:pt x="63452" y="98520"/>
                  <a:pt x="65962" y="95219"/>
                </a:cubicBezTo>
                <a:cubicBezTo>
                  <a:pt x="68472" y="91919"/>
                  <a:pt x="69727" y="88795"/>
                  <a:pt x="69727" y="85849"/>
                </a:cubicBezTo>
                <a:cubicBezTo>
                  <a:pt x="69727" y="83503"/>
                  <a:pt x="69140" y="81361"/>
                  <a:pt x="67967" y="79425"/>
                </a:cubicBezTo>
                <a:cubicBezTo>
                  <a:pt x="66794" y="77488"/>
                  <a:pt x="62852" y="73764"/>
                  <a:pt x="56141" y="68254"/>
                </a:cubicBezTo>
                <a:cubicBezTo>
                  <a:pt x="46975" y="60670"/>
                  <a:pt x="40510" y="54777"/>
                  <a:pt x="36746" y="50576"/>
                </a:cubicBezTo>
                <a:cubicBezTo>
                  <a:pt x="26161" y="56578"/>
                  <a:pt x="20869" y="63261"/>
                  <a:pt x="20869" y="70627"/>
                </a:cubicBezTo>
                <a:cubicBezTo>
                  <a:pt x="20869" y="72864"/>
                  <a:pt x="21442" y="75019"/>
                  <a:pt x="22587" y="77092"/>
                </a:cubicBezTo>
                <a:cubicBezTo>
                  <a:pt x="24279" y="79984"/>
                  <a:pt x="28262" y="83967"/>
                  <a:pt x="34536" y="89041"/>
                </a:cubicBezTo>
                <a:lnTo>
                  <a:pt x="53359" y="104263"/>
                </a:lnTo>
                <a:close/>
                <a:moveTo>
                  <a:pt x="97974" y="122022"/>
                </a:moveTo>
                <a:lnTo>
                  <a:pt x="123099" y="2046"/>
                </a:lnTo>
                <a:lnTo>
                  <a:pt x="139057" y="2046"/>
                </a:lnTo>
                <a:lnTo>
                  <a:pt x="114015" y="122022"/>
                </a:lnTo>
                <a:lnTo>
                  <a:pt x="97974" y="122022"/>
                </a:lnTo>
                <a:close/>
                <a:moveTo>
                  <a:pt x="178993" y="122022"/>
                </a:moveTo>
                <a:lnTo>
                  <a:pt x="155915" y="2046"/>
                </a:lnTo>
                <a:lnTo>
                  <a:pt x="171382" y="2046"/>
                </a:lnTo>
                <a:lnTo>
                  <a:pt x="185295" y="73573"/>
                </a:lnTo>
                <a:cubicBezTo>
                  <a:pt x="187859" y="86558"/>
                  <a:pt x="189523" y="97034"/>
                  <a:pt x="190287" y="104999"/>
                </a:cubicBezTo>
                <a:cubicBezTo>
                  <a:pt x="195307" y="94742"/>
                  <a:pt x="199426" y="86613"/>
                  <a:pt x="202645" y="80611"/>
                </a:cubicBezTo>
                <a:lnTo>
                  <a:pt x="245446" y="2046"/>
                </a:lnTo>
                <a:lnTo>
                  <a:pt x="261978" y="2046"/>
                </a:lnTo>
                <a:lnTo>
                  <a:pt x="196180" y="122022"/>
                </a:lnTo>
                <a:lnTo>
                  <a:pt x="178993" y="1220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-B">
            <a:extLst xmlns:a="http://schemas.openxmlformats.org/drawingml/2006/main">
              <a:ext uri="{FF2B5EF4-FFF2-40B4-BE49-F238E27FC236}">
                <a16:creationId xmlns:a16="http://schemas.microsoft.com/office/drawing/2014/main" id="{90BCC071-A7D8-4CDE-9878-C4423C89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165" y="3477611"/>
            <a:ext cx="158376" cy="119976"/>
          </a:xfrm>
          <a:custGeom xmlns:a="http://schemas.openxmlformats.org/drawingml/2006/main">
            <a:pathLst>
              <a:path w="158376" h="119976">
                <a:moveTo>
                  <a:pt x="0" y="83967"/>
                </a:moveTo>
                <a:lnTo>
                  <a:pt x="3110" y="69154"/>
                </a:lnTo>
                <a:lnTo>
                  <a:pt x="48285" y="69154"/>
                </a:lnTo>
                <a:lnTo>
                  <a:pt x="45257" y="83967"/>
                </a:lnTo>
                <a:lnTo>
                  <a:pt x="0" y="83967"/>
                </a:lnTo>
                <a:close/>
                <a:moveTo>
                  <a:pt x="55914" y="119976"/>
                </a:moveTo>
                <a:lnTo>
                  <a:pt x="81039" y="0"/>
                </a:lnTo>
                <a:lnTo>
                  <a:pt x="118194" y="0"/>
                </a:lnTo>
                <a:cubicBezTo>
                  <a:pt x="124959" y="0"/>
                  <a:pt x="129978" y="273"/>
                  <a:pt x="133252" y="818"/>
                </a:cubicBezTo>
                <a:cubicBezTo>
                  <a:pt x="138599" y="1746"/>
                  <a:pt x="143114" y="3369"/>
                  <a:pt x="146796" y="5688"/>
                </a:cubicBezTo>
                <a:cubicBezTo>
                  <a:pt x="150479" y="8007"/>
                  <a:pt x="153330" y="11171"/>
                  <a:pt x="155348" y="15181"/>
                </a:cubicBezTo>
                <a:cubicBezTo>
                  <a:pt x="157367" y="19191"/>
                  <a:pt x="158376" y="23624"/>
                  <a:pt x="158376" y="28480"/>
                </a:cubicBezTo>
                <a:cubicBezTo>
                  <a:pt x="158376" y="35082"/>
                  <a:pt x="156562" y="40892"/>
                  <a:pt x="152934" y="45912"/>
                </a:cubicBezTo>
                <a:cubicBezTo>
                  <a:pt x="149306" y="50931"/>
                  <a:pt x="143755" y="54750"/>
                  <a:pt x="136280" y="57369"/>
                </a:cubicBezTo>
                <a:cubicBezTo>
                  <a:pt x="142773" y="59497"/>
                  <a:pt x="147628" y="62702"/>
                  <a:pt x="150847" y="66985"/>
                </a:cubicBezTo>
                <a:cubicBezTo>
                  <a:pt x="154066" y="71268"/>
                  <a:pt x="155676" y="76274"/>
                  <a:pt x="155676" y="82002"/>
                </a:cubicBezTo>
                <a:cubicBezTo>
                  <a:pt x="155676" y="88604"/>
                  <a:pt x="153780" y="94933"/>
                  <a:pt x="149988" y="100989"/>
                </a:cubicBezTo>
                <a:cubicBezTo>
                  <a:pt x="146196" y="107045"/>
                  <a:pt x="141177" y="111724"/>
                  <a:pt x="134930" y="115024"/>
                </a:cubicBezTo>
                <a:cubicBezTo>
                  <a:pt x="128683" y="118325"/>
                  <a:pt x="121713" y="119976"/>
                  <a:pt x="114020" y="119976"/>
                </a:cubicBezTo>
                <a:lnTo>
                  <a:pt x="55914" y="119976"/>
                </a:lnTo>
                <a:moveTo>
                  <a:pt x="86358" y="51231"/>
                </a:moveTo>
                <a:lnTo>
                  <a:pt x="110664" y="51231"/>
                </a:lnTo>
                <a:cubicBezTo>
                  <a:pt x="122286" y="51231"/>
                  <a:pt x="130647" y="49376"/>
                  <a:pt x="135748" y="45666"/>
                </a:cubicBezTo>
                <a:cubicBezTo>
                  <a:pt x="140849" y="41956"/>
                  <a:pt x="143400" y="36555"/>
                  <a:pt x="143400" y="29462"/>
                </a:cubicBezTo>
                <a:cubicBezTo>
                  <a:pt x="143400" y="26079"/>
                  <a:pt x="142609" y="23160"/>
                  <a:pt x="141027" y="20705"/>
                </a:cubicBezTo>
                <a:cubicBezTo>
                  <a:pt x="139444" y="18250"/>
                  <a:pt x="137330" y="16463"/>
                  <a:pt x="134684" y="15345"/>
                </a:cubicBezTo>
                <a:cubicBezTo>
                  <a:pt x="132038" y="14226"/>
                  <a:pt x="127059" y="13667"/>
                  <a:pt x="119749" y="13667"/>
                </a:cubicBezTo>
                <a:lnTo>
                  <a:pt x="94215" y="13667"/>
                </a:lnTo>
                <a:lnTo>
                  <a:pt x="86358" y="51231"/>
                </a:lnTo>
                <a:moveTo>
                  <a:pt x="74819" y="106390"/>
                </a:moveTo>
                <a:lnTo>
                  <a:pt x="102153" y="106390"/>
                </a:lnTo>
                <a:cubicBezTo>
                  <a:pt x="109410" y="106390"/>
                  <a:pt x="114293" y="106145"/>
                  <a:pt x="116802" y="105654"/>
                </a:cubicBezTo>
                <a:cubicBezTo>
                  <a:pt x="121876" y="104781"/>
                  <a:pt x="125996" y="103294"/>
                  <a:pt x="129160" y="101194"/>
                </a:cubicBezTo>
                <a:cubicBezTo>
                  <a:pt x="132324" y="99093"/>
                  <a:pt x="134807" y="96324"/>
                  <a:pt x="136607" y="92887"/>
                </a:cubicBezTo>
                <a:cubicBezTo>
                  <a:pt x="138408" y="89450"/>
                  <a:pt x="139308" y="85849"/>
                  <a:pt x="139308" y="82084"/>
                </a:cubicBezTo>
                <a:cubicBezTo>
                  <a:pt x="139308" y="76465"/>
                  <a:pt x="137548" y="72195"/>
                  <a:pt x="134029" y="69277"/>
                </a:cubicBezTo>
                <a:cubicBezTo>
                  <a:pt x="130510" y="66358"/>
                  <a:pt x="123813" y="64898"/>
                  <a:pt x="113938" y="64898"/>
                </a:cubicBezTo>
                <a:lnTo>
                  <a:pt x="83494" y="64898"/>
                </a:lnTo>
                <a:lnTo>
                  <a:pt x="74819" y="106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)">
            <a:extLst xmlns:a="http://schemas.openxmlformats.org/drawingml/2006/main">
              <a:ext uri="{FF2B5EF4-FFF2-40B4-BE49-F238E27FC236}">
                <a16:creationId xmlns:a16="http://schemas.microsoft.com/office/drawing/2014/main" id="{66F51CA5-273C-4113-8EF5-90654B6F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082" y="3475565"/>
            <a:ext cx="55077" cy="157294"/>
          </a:xfrm>
          <a:custGeom xmlns:a="http://schemas.openxmlformats.org/drawingml/2006/main">
            <a:pathLst>
              <a:path w="55077" h="157294">
                <a:moveTo>
                  <a:pt x="42147" y="0"/>
                </a:moveTo>
                <a:cubicBezTo>
                  <a:pt x="50767" y="18768"/>
                  <a:pt x="55077" y="38028"/>
                  <a:pt x="55077" y="57778"/>
                </a:cubicBezTo>
                <a:cubicBezTo>
                  <a:pt x="55077" y="71036"/>
                  <a:pt x="53345" y="83339"/>
                  <a:pt x="49881" y="94687"/>
                </a:cubicBezTo>
                <a:cubicBezTo>
                  <a:pt x="46416" y="106036"/>
                  <a:pt x="41138" y="117302"/>
                  <a:pt x="34045" y="128487"/>
                </a:cubicBezTo>
                <a:cubicBezTo>
                  <a:pt x="29298" y="135907"/>
                  <a:pt x="21796" y="145509"/>
                  <a:pt x="11539" y="157294"/>
                </a:cubicBezTo>
                <a:lnTo>
                  <a:pt x="0" y="157294"/>
                </a:lnTo>
                <a:cubicBezTo>
                  <a:pt x="6329" y="150420"/>
                  <a:pt x="13067" y="140790"/>
                  <a:pt x="20214" y="128405"/>
                </a:cubicBezTo>
                <a:cubicBezTo>
                  <a:pt x="27361" y="116020"/>
                  <a:pt x="32531" y="103867"/>
                  <a:pt x="35723" y="91946"/>
                </a:cubicBezTo>
                <a:cubicBezTo>
                  <a:pt x="38914" y="80025"/>
                  <a:pt x="40510" y="68008"/>
                  <a:pt x="40510" y="55896"/>
                </a:cubicBezTo>
                <a:cubicBezTo>
                  <a:pt x="40510" y="37891"/>
                  <a:pt x="37373" y="19259"/>
                  <a:pt x="31099" y="0"/>
                </a:cubicBezTo>
                <a:lnTo>
                  <a:pt x="4214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50e0adfa04c57"/>
          <a:stretch xmlns:a="http://schemas.openxmlformats.org/drawingml/2006/main"/>
        </p:blipFill>
        <p:spPr>
          <a:xfrm xmlns:a="http://schemas.openxmlformats.org/drawingml/2006/main">
            <a:off x="4963150" y="4887893"/>
            <a:ext cx="309426" cy="312520"/>
          </a:xfrm>
          <a:prstGeom xmlns:a="http://schemas.openxmlformats.org/drawingml/2006/main" prst="rect">
            <a:avLst/>
          </a:prstGeom>
        </p:spPr>
      </p:pic>
      <p:sp>
        <p:nvSpPr>
          <p:cNvPr id="50" name="Text Memory">
            <a:extLst xmlns:a="http://schemas.openxmlformats.org/drawingml/2006/main">
              <a:ext uri="{FF2B5EF4-FFF2-40B4-BE49-F238E27FC236}">
                <a16:creationId xmlns:a16="http://schemas.microsoft.com/office/drawing/2014/main" id="{F49AF463-CCD6-4978-A18A-B8EA41B0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101" y="4935008"/>
            <a:ext cx="593575" cy="155248"/>
          </a:xfrm>
          <a:custGeom xmlns:a="http://schemas.openxmlformats.org/drawingml/2006/main">
            <a:pathLst>
              <a:path w="593575" h="155248">
                <a:moveTo>
                  <a:pt x="0" y="119976"/>
                </a:moveTo>
                <a:lnTo>
                  <a:pt x="0" y="0"/>
                </a:lnTo>
                <a:lnTo>
                  <a:pt x="23897" y="0"/>
                </a:lnTo>
                <a:lnTo>
                  <a:pt x="52295" y="84949"/>
                </a:lnTo>
                <a:cubicBezTo>
                  <a:pt x="54914" y="92860"/>
                  <a:pt x="56823" y="98779"/>
                  <a:pt x="58024" y="102708"/>
                </a:cubicBezTo>
                <a:cubicBezTo>
                  <a:pt x="59388" y="98343"/>
                  <a:pt x="61515" y="91932"/>
                  <a:pt x="64407" y="83476"/>
                </a:cubicBezTo>
                <a:lnTo>
                  <a:pt x="93133" y="0"/>
                </a:lnTo>
                <a:lnTo>
                  <a:pt x="114492" y="0"/>
                </a:lnTo>
                <a:lnTo>
                  <a:pt x="114492" y="119976"/>
                </a:lnTo>
                <a:lnTo>
                  <a:pt x="99189" y="119976"/>
                </a:lnTo>
                <a:lnTo>
                  <a:pt x="99189" y="19559"/>
                </a:lnTo>
                <a:lnTo>
                  <a:pt x="64325" y="119976"/>
                </a:lnTo>
                <a:lnTo>
                  <a:pt x="50003" y="119976"/>
                </a:lnTo>
                <a:lnTo>
                  <a:pt x="15304" y="17841"/>
                </a:lnTo>
                <a:lnTo>
                  <a:pt x="15304" y="119976"/>
                </a:lnTo>
                <a:lnTo>
                  <a:pt x="0" y="119976"/>
                </a:lnTo>
                <a:close/>
                <a:moveTo>
                  <a:pt x="198308" y="91987"/>
                </a:moveTo>
                <a:lnTo>
                  <a:pt x="213530" y="93869"/>
                </a:lnTo>
                <a:cubicBezTo>
                  <a:pt x="211129" y="102762"/>
                  <a:pt x="206682" y="109664"/>
                  <a:pt x="200190" y="114574"/>
                </a:cubicBezTo>
                <a:cubicBezTo>
                  <a:pt x="193697" y="119485"/>
                  <a:pt x="185404" y="121940"/>
                  <a:pt x="175311" y="121940"/>
                </a:cubicBezTo>
                <a:cubicBezTo>
                  <a:pt x="162599" y="121940"/>
                  <a:pt x="152519" y="118025"/>
                  <a:pt x="145072" y="110196"/>
                </a:cubicBezTo>
                <a:cubicBezTo>
                  <a:pt x="137624" y="102367"/>
                  <a:pt x="133901" y="91387"/>
                  <a:pt x="133901" y="77256"/>
                </a:cubicBezTo>
                <a:cubicBezTo>
                  <a:pt x="133901" y="62634"/>
                  <a:pt x="137665" y="51286"/>
                  <a:pt x="145194" y="43211"/>
                </a:cubicBezTo>
                <a:cubicBezTo>
                  <a:pt x="152723" y="35136"/>
                  <a:pt x="162490" y="31099"/>
                  <a:pt x="174493" y="31099"/>
                </a:cubicBezTo>
                <a:cubicBezTo>
                  <a:pt x="186114" y="31099"/>
                  <a:pt x="195607" y="35054"/>
                  <a:pt x="202972" y="42965"/>
                </a:cubicBezTo>
                <a:cubicBezTo>
                  <a:pt x="210338" y="50876"/>
                  <a:pt x="214021" y="62007"/>
                  <a:pt x="214021" y="76356"/>
                </a:cubicBezTo>
                <a:cubicBezTo>
                  <a:pt x="214021" y="77229"/>
                  <a:pt x="213993" y="78538"/>
                  <a:pt x="213939" y="80284"/>
                </a:cubicBezTo>
                <a:lnTo>
                  <a:pt x="149123" y="80284"/>
                </a:lnTo>
                <a:cubicBezTo>
                  <a:pt x="149668" y="89832"/>
                  <a:pt x="152369" y="97143"/>
                  <a:pt x="157225" y="102217"/>
                </a:cubicBezTo>
                <a:cubicBezTo>
                  <a:pt x="162080" y="107291"/>
                  <a:pt x="168136" y="109828"/>
                  <a:pt x="175393" y="109828"/>
                </a:cubicBezTo>
                <a:cubicBezTo>
                  <a:pt x="180794" y="109828"/>
                  <a:pt x="185404" y="108409"/>
                  <a:pt x="189224" y="105572"/>
                </a:cubicBezTo>
                <a:cubicBezTo>
                  <a:pt x="193043" y="102735"/>
                  <a:pt x="196071" y="98207"/>
                  <a:pt x="198308" y="91987"/>
                </a:cubicBezTo>
                <a:moveTo>
                  <a:pt x="149941" y="68172"/>
                </a:moveTo>
                <a:lnTo>
                  <a:pt x="198471" y="68172"/>
                </a:lnTo>
                <a:cubicBezTo>
                  <a:pt x="197817" y="60861"/>
                  <a:pt x="195962" y="55378"/>
                  <a:pt x="192906" y="51722"/>
                </a:cubicBezTo>
                <a:cubicBezTo>
                  <a:pt x="188214" y="46048"/>
                  <a:pt x="182131" y="43211"/>
                  <a:pt x="174656" y="43211"/>
                </a:cubicBezTo>
                <a:cubicBezTo>
                  <a:pt x="167891" y="43211"/>
                  <a:pt x="162203" y="45475"/>
                  <a:pt x="157593" y="50003"/>
                </a:cubicBezTo>
                <a:cubicBezTo>
                  <a:pt x="152983" y="54532"/>
                  <a:pt x="150432" y="60588"/>
                  <a:pt x="149941" y="68172"/>
                </a:cubicBezTo>
                <a:close/>
                <a:moveTo>
                  <a:pt x="232251" y="119976"/>
                </a:moveTo>
                <a:lnTo>
                  <a:pt x="232251" y="33063"/>
                </a:lnTo>
                <a:lnTo>
                  <a:pt x="245427" y="33063"/>
                </a:lnTo>
                <a:lnTo>
                  <a:pt x="245427" y="45257"/>
                </a:lnTo>
                <a:cubicBezTo>
                  <a:pt x="248155" y="41001"/>
                  <a:pt x="251784" y="37578"/>
                  <a:pt x="256312" y="34986"/>
                </a:cubicBezTo>
                <a:cubicBezTo>
                  <a:pt x="260840" y="32395"/>
                  <a:pt x="265996" y="31099"/>
                  <a:pt x="271779" y="31099"/>
                </a:cubicBezTo>
                <a:cubicBezTo>
                  <a:pt x="278217" y="31099"/>
                  <a:pt x="283496" y="32435"/>
                  <a:pt x="287615" y="35109"/>
                </a:cubicBezTo>
                <a:cubicBezTo>
                  <a:pt x="291735" y="37782"/>
                  <a:pt x="294640" y="41520"/>
                  <a:pt x="296331" y="46321"/>
                </a:cubicBezTo>
                <a:cubicBezTo>
                  <a:pt x="303206" y="36173"/>
                  <a:pt x="312153" y="31099"/>
                  <a:pt x="323174" y="31099"/>
                </a:cubicBezTo>
                <a:cubicBezTo>
                  <a:pt x="331795" y="31099"/>
                  <a:pt x="338424" y="33486"/>
                  <a:pt x="343061" y="38260"/>
                </a:cubicBezTo>
                <a:cubicBezTo>
                  <a:pt x="347699" y="43034"/>
                  <a:pt x="350017" y="50385"/>
                  <a:pt x="350017" y="60315"/>
                </a:cubicBezTo>
                <a:lnTo>
                  <a:pt x="350017" y="119976"/>
                </a:lnTo>
                <a:lnTo>
                  <a:pt x="335368" y="119976"/>
                </a:lnTo>
                <a:lnTo>
                  <a:pt x="335368" y="65225"/>
                </a:lnTo>
                <a:cubicBezTo>
                  <a:pt x="335368" y="59333"/>
                  <a:pt x="334891" y="55091"/>
                  <a:pt x="333936" y="52500"/>
                </a:cubicBezTo>
                <a:cubicBezTo>
                  <a:pt x="332981" y="49908"/>
                  <a:pt x="331249" y="47821"/>
                  <a:pt x="328739" y="46239"/>
                </a:cubicBezTo>
                <a:cubicBezTo>
                  <a:pt x="326230" y="44657"/>
                  <a:pt x="323283" y="43866"/>
                  <a:pt x="319901" y="43866"/>
                </a:cubicBezTo>
                <a:cubicBezTo>
                  <a:pt x="313790" y="43866"/>
                  <a:pt x="308716" y="45898"/>
                  <a:pt x="304679" y="49963"/>
                </a:cubicBezTo>
                <a:cubicBezTo>
                  <a:pt x="300641" y="54027"/>
                  <a:pt x="298623" y="60533"/>
                  <a:pt x="298623" y="69481"/>
                </a:cubicBezTo>
                <a:lnTo>
                  <a:pt x="298623" y="119976"/>
                </a:lnTo>
                <a:lnTo>
                  <a:pt x="283892" y="119976"/>
                </a:lnTo>
                <a:lnTo>
                  <a:pt x="283892" y="63507"/>
                </a:lnTo>
                <a:cubicBezTo>
                  <a:pt x="283892" y="56960"/>
                  <a:pt x="282691" y="52049"/>
                  <a:pt x="280291" y="48776"/>
                </a:cubicBezTo>
                <a:cubicBezTo>
                  <a:pt x="277890" y="45502"/>
                  <a:pt x="273962" y="43866"/>
                  <a:pt x="268506" y="43866"/>
                </a:cubicBezTo>
                <a:cubicBezTo>
                  <a:pt x="264359" y="43866"/>
                  <a:pt x="260527" y="44957"/>
                  <a:pt x="257008" y="47139"/>
                </a:cubicBezTo>
                <a:cubicBezTo>
                  <a:pt x="253489" y="49321"/>
                  <a:pt x="250938" y="52513"/>
                  <a:pt x="249356" y="56714"/>
                </a:cubicBezTo>
                <a:cubicBezTo>
                  <a:pt x="247773" y="60915"/>
                  <a:pt x="246982" y="66971"/>
                  <a:pt x="246982" y="74882"/>
                </a:cubicBezTo>
                <a:lnTo>
                  <a:pt x="246982" y="119976"/>
                </a:lnTo>
                <a:lnTo>
                  <a:pt x="232251" y="119976"/>
                </a:lnTo>
                <a:close/>
                <a:moveTo>
                  <a:pt x="366970" y="76519"/>
                </a:moveTo>
                <a:cubicBezTo>
                  <a:pt x="366970" y="60424"/>
                  <a:pt x="371444" y="48503"/>
                  <a:pt x="380392" y="40756"/>
                </a:cubicBezTo>
                <a:cubicBezTo>
                  <a:pt x="387866" y="34318"/>
                  <a:pt x="396978" y="31099"/>
                  <a:pt x="407726" y="31099"/>
                </a:cubicBezTo>
                <a:cubicBezTo>
                  <a:pt x="419674" y="31099"/>
                  <a:pt x="429441" y="35013"/>
                  <a:pt x="437024" y="42843"/>
                </a:cubicBezTo>
                <a:cubicBezTo>
                  <a:pt x="444608" y="50672"/>
                  <a:pt x="448400" y="61488"/>
                  <a:pt x="448400" y="75292"/>
                </a:cubicBezTo>
                <a:cubicBezTo>
                  <a:pt x="448400" y="86476"/>
                  <a:pt x="446722" y="95274"/>
                  <a:pt x="443367" y="101685"/>
                </a:cubicBezTo>
                <a:cubicBezTo>
                  <a:pt x="440011" y="108095"/>
                  <a:pt x="435128" y="113074"/>
                  <a:pt x="428718" y="116620"/>
                </a:cubicBezTo>
                <a:cubicBezTo>
                  <a:pt x="422307" y="120167"/>
                  <a:pt x="415310" y="121940"/>
                  <a:pt x="407726" y="121940"/>
                </a:cubicBezTo>
                <a:cubicBezTo>
                  <a:pt x="395559" y="121940"/>
                  <a:pt x="385725" y="118039"/>
                  <a:pt x="378223" y="110237"/>
                </a:cubicBezTo>
                <a:cubicBezTo>
                  <a:pt x="370721" y="102435"/>
                  <a:pt x="366970" y="91196"/>
                  <a:pt x="366970" y="76519"/>
                </a:cubicBezTo>
                <a:moveTo>
                  <a:pt x="382110" y="76519"/>
                </a:moveTo>
                <a:cubicBezTo>
                  <a:pt x="382110" y="87649"/>
                  <a:pt x="384538" y="95983"/>
                  <a:pt x="389394" y="101521"/>
                </a:cubicBezTo>
                <a:cubicBezTo>
                  <a:pt x="394250" y="107059"/>
                  <a:pt x="400360" y="109828"/>
                  <a:pt x="407726" y="109828"/>
                </a:cubicBezTo>
                <a:cubicBezTo>
                  <a:pt x="415037" y="109828"/>
                  <a:pt x="421120" y="107045"/>
                  <a:pt x="425976" y="101480"/>
                </a:cubicBezTo>
                <a:cubicBezTo>
                  <a:pt x="430832" y="95915"/>
                  <a:pt x="433260" y="87431"/>
                  <a:pt x="433260" y="76028"/>
                </a:cubicBezTo>
                <a:cubicBezTo>
                  <a:pt x="433260" y="65280"/>
                  <a:pt x="430818" y="57137"/>
                  <a:pt x="425935" y="51599"/>
                </a:cubicBezTo>
                <a:cubicBezTo>
                  <a:pt x="421052" y="46062"/>
                  <a:pt x="414982" y="43293"/>
                  <a:pt x="407726" y="43293"/>
                </a:cubicBezTo>
                <a:cubicBezTo>
                  <a:pt x="400360" y="43293"/>
                  <a:pt x="394250" y="46048"/>
                  <a:pt x="389394" y="51558"/>
                </a:cubicBezTo>
                <a:cubicBezTo>
                  <a:pt x="384538" y="57069"/>
                  <a:pt x="382110" y="65389"/>
                  <a:pt x="382110" y="76519"/>
                </a:cubicBezTo>
                <a:close/>
                <a:moveTo>
                  <a:pt x="465730" y="119976"/>
                </a:moveTo>
                <a:lnTo>
                  <a:pt x="465730" y="33063"/>
                </a:lnTo>
                <a:lnTo>
                  <a:pt x="478988" y="33063"/>
                </a:lnTo>
                <a:lnTo>
                  <a:pt x="478988" y="46239"/>
                </a:lnTo>
                <a:cubicBezTo>
                  <a:pt x="482371" y="40074"/>
                  <a:pt x="485494" y="36009"/>
                  <a:pt x="488358" y="34045"/>
                </a:cubicBezTo>
                <a:cubicBezTo>
                  <a:pt x="491223" y="32081"/>
                  <a:pt x="494374" y="31099"/>
                  <a:pt x="497811" y="31099"/>
                </a:cubicBezTo>
                <a:cubicBezTo>
                  <a:pt x="502776" y="31099"/>
                  <a:pt x="507822" y="32681"/>
                  <a:pt x="512951" y="35845"/>
                </a:cubicBezTo>
                <a:lnTo>
                  <a:pt x="507877" y="49512"/>
                </a:lnTo>
                <a:cubicBezTo>
                  <a:pt x="504276" y="47385"/>
                  <a:pt x="500675" y="46321"/>
                  <a:pt x="497074" y="46321"/>
                </a:cubicBezTo>
                <a:cubicBezTo>
                  <a:pt x="493855" y="46321"/>
                  <a:pt x="490964" y="47289"/>
                  <a:pt x="488399" y="49226"/>
                </a:cubicBezTo>
                <a:cubicBezTo>
                  <a:pt x="485835" y="51163"/>
                  <a:pt x="484007" y="53850"/>
                  <a:pt x="482916" y="57287"/>
                </a:cubicBezTo>
                <a:cubicBezTo>
                  <a:pt x="481279" y="62525"/>
                  <a:pt x="480461" y="68254"/>
                  <a:pt x="480461" y="74473"/>
                </a:cubicBezTo>
                <a:lnTo>
                  <a:pt x="480461" y="119976"/>
                </a:lnTo>
                <a:lnTo>
                  <a:pt x="465730" y="119976"/>
                </a:lnTo>
                <a:close/>
                <a:moveTo>
                  <a:pt x="521638" y="153448"/>
                </a:moveTo>
                <a:lnTo>
                  <a:pt x="520002" y="139617"/>
                </a:lnTo>
                <a:cubicBezTo>
                  <a:pt x="523221" y="140490"/>
                  <a:pt x="526030" y="140926"/>
                  <a:pt x="528431" y="140926"/>
                </a:cubicBezTo>
                <a:cubicBezTo>
                  <a:pt x="531705" y="140926"/>
                  <a:pt x="534323" y="140381"/>
                  <a:pt x="536287" y="139290"/>
                </a:cubicBezTo>
                <a:cubicBezTo>
                  <a:pt x="538252" y="138198"/>
                  <a:pt x="539861" y="136671"/>
                  <a:pt x="541116" y="134707"/>
                </a:cubicBezTo>
                <a:cubicBezTo>
                  <a:pt x="542043" y="133234"/>
                  <a:pt x="543544" y="129578"/>
                  <a:pt x="545617" y="123740"/>
                </a:cubicBezTo>
                <a:cubicBezTo>
                  <a:pt x="545890" y="122922"/>
                  <a:pt x="546326" y="121722"/>
                  <a:pt x="546927" y="120139"/>
                </a:cubicBezTo>
                <a:lnTo>
                  <a:pt x="513945" y="33063"/>
                </a:lnTo>
                <a:lnTo>
                  <a:pt x="529822" y="33063"/>
                </a:lnTo>
                <a:lnTo>
                  <a:pt x="547909" y="83394"/>
                </a:lnTo>
                <a:cubicBezTo>
                  <a:pt x="550255" y="89777"/>
                  <a:pt x="552355" y="96488"/>
                  <a:pt x="554210" y="103526"/>
                </a:cubicBezTo>
                <a:cubicBezTo>
                  <a:pt x="555902" y="96761"/>
                  <a:pt x="557920" y="90159"/>
                  <a:pt x="560266" y="83721"/>
                </a:cubicBezTo>
                <a:lnTo>
                  <a:pt x="578844" y="33063"/>
                </a:lnTo>
                <a:lnTo>
                  <a:pt x="593575" y="33063"/>
                </a:lnTo>
                <a:lnTo>
                  <a:pt x="560512" y="121449"/>
                </a:lnTo>
                <a:cubicBezTo>
                  <a:pt x="556965" y="130997"/>
                  <a:pt x="554210" y="137571"/>
                  <a:pt x="552246" y="141172"/>
                </a:cubicBezTo>
                <a:cubicBezTo>
                  <a:pt x="549627" y="146028"/>
                  <a:pt x="546626" y="149588"/>
                  <a:pt x="543244" y="151852"/>
                </a:cubicBezTo>
                <a:cubicBezTo>
                  <a:pt x="539861" y="154116"/>
                  <a:pt x="535824" y="155248"/>
                  <a:pt x="531132" y="155248"/>
                </a:cubicBezTo>
                <a:cubicBezTo>
                  <a:pt x="528295" y="155248"/>
                  <a:pt x="525130" y="154648"/>
                  <a:pt x="521638" y="1534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AB62C-D9CF-44CA-BE79-1EF037D6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22" y="4833071"/>
            <a:ext cx="491498" cy="417195"/>
          </a:xfrm>
          <a:custGeom xmlns:a="http://schemas.openxmlformats.org/drawingml/2006/main">
            <a:pathLst>
              <a:path w="491498" h="417195">
                <a:moveTo>
                  <a:pt x="0" y="417195"/>
                </a:moveTo>
                <a:lnTo>
                  <a:pt x="491498" y="417195"/>
                </a:lnTo>
                <a:lnTo>
                  <a:pt x="491498" y="0"/>
                </a:lnTo>
                <a:lnTo>
                  <a:pt x="0" y="0"/>
                </a:lnTo>
                <a:lnTo>
                  <a:pt x="0" y="4171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732EE6-E06D-4D95-8FB1-5A98F6C7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022" y="4833071"/>
            <a:ext cx="491498" cy="417195"/>
          </a:xfrm>
          <a:custGeom xmlns:a="http://schemas.openxmlformats.org/drawingml/2006/main">
            <a:pathLst>
              <a:path w="491498" h="417195" fill="none">
                <a:moveTo>
                  <a:pt x="0" y="0"/>
                </a:moveTo>
                <a:lnTo>
                  <a:pt x="491498" y="0"/>
                </a:lnTo>
                <a:lnTo>
                  <a:pt x="491498" y="417195"/>
                </a:lnTo>
                <a:lnTo>
                  <a:pt x="0" y="4171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miter/>
          </a:ln>
        </p:spPr>
      </p:sp>
      <p:sp>
        <p:nvSpPr>
          <p:cNvPr id="53" name="Text PT">
            <a:extLst xmlns:a="http://schemas.openxmlformats.org/drawingml/2006/main">
              <a:ext uri="{FF2B5EF4-FFF2-40B4-BE49-F238E27FC236}">
                <a16:creationId xmlns:a16="http://schemas.microsoft.com/office/drawing/2014/main" id="{E4FC68ED-8099-4800-9079-D11A6870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9" y="4885554"/>
            <a:ext cx="213579" cy="129205"/>
          </a:xfrm>
          <a:custGeom xmlns:a="http://schemas.openxmlformats.org/drawingml/2006/main">
            <a:pathLst>
              <a:path w="213579" h="129205">
                <a:moveTo>
                  <a:pt x="0" y="129205"/>
                </a:moveTo>
                <a:lnTo>
                  <a:pt x="0" y="0"/>
                </a:lnTo>
                <a:lnTo>
                  <a:pt x="48738" y="0"/>
                </a:lnTo>
                <a:cubicBezTo>
                  <a:pt x="57317" y="0"/>
                  <a:pt x="63868" y="411"/>
                  <a:pt x="68392" y="1234"/>
                </a:cubicBezTo>
                <a:cubicBezTo>
                  <a:pt x="74738" y="2291"/>
                  <a:pt x="80055" y="4304"/>
                  <a:pt x="84344" y="7271"/>
                </a:cubicBezTo>
                <a:cubicBezTo>
                  <a:pt x="88633" y="10238"/>
                  <a:pt x="92085" y="14395"/>
                  <a:pt x="94700" y="19742"/>
                </a:cubicBezTo>
                <a:cubicBezTo>
                  <a:pt x="97315" y="25089"/>
                  <a:pt x="98622" y="30964"/>
                  <a:pt x="98622" y="37369"/>
                </a:cubicBezTo>
                <a:cubicBezTo>
                  <a:pt x="98622" y="48356"/>
                  <a:pt x="95126" y="57654"/>
                  <a:pt x="88134" y="65263"/>
                </a:cubicBezTo>
                <a:cubicBezTo>
                  <a:pt x="81142" y="72872"/>
                  <a:pt x="68510" y="76677"/>
                  <a:pt x="50236" y="76677"/>
                </a:cubicBezTo>
                <a:lnTo>
                  <a:pt x="17098" y="76677"/>
                </a:lnTo>
                <a:lnTo>
                  <a:pt x="17098" y="129205"/>
                </a:lnTo>
                <a:lnTo>
                  <a:pt x="0" y="129205"/>
                </a:lnTo>
                <a:moveTo>
                  <a:pt x="17098" y="61429"/>
                </a:moveTo>
                <a:lnTo>
                  <a:pt x="50501" y="61429"/>
                </a:lnTo>
                <a:cubicBezTo>
                  <a:pt x="61547" y="61429"/>
                  <a:pt x="69391" y="59373"/>
                  <a:pt x="74033" y="55260"/>
                </a:cubicBezTo>
                <a:cubicBezTo>
                  <a:pt x="78674" y="51147"/>
                  <a:pt x="80995" y="45360"/>
                  <a:pt x="80995" y="37898"/>
                </a:cubicBezTo>
                <a:cubicBezTo>
                  <a:pt x="80995" y="32492"/>
                  <a:pt x="79629" y="27865"/>
                  <a:pt x="76897" y="24017"/>
                </a:cubicBezTo>
                <a:cubicBezTo>
                  <a:pt x="74165" y="20168"/>
                  <a:pt x="70566" y="17627"/>
                  <a:pt x="66101" y="16393"/>
                </a:cubicBezTo>
                <a:cubicBezTo>
                  <a:pt x="63221" y="15629"/>
                  <a:pt x="57904" y="15247"/>
                  <a:pt x="50148" y="15247"/>
                </a:cubicBezTo>
                <a:lnTo>
                  <a:pt x="17098" y="15247"/>
                </a:lnTo>
                <a:lnTo>
                  <a:pt x="17098" y="61429"/>
                </a:lnTo>
                <a:close/>
                <a:moveTo>
                  <a:pt x="153736" y="129205"/>
                </a:moveTo>
                <a:lnTo>
                  <a:pt x="153736" y="15247"/>
                </a:lnTo>
                <a:lnTo>
                  <a:pt x="111167" y="15247"/>
                </a:lnTo>
                <a:lnTo>
                  <a:pt x="111167" y="0"/>
                </a:lnTo>
                <a:lnTo>
                  <a:pt x="213579" y="0"/>
                </a:lnTo>
                <a:lnTo>
                  <a:pt x="213579" y="15247"/>
                </a:lnTo>
                <a:lnTo>
                  <a:pt x="170834" y="15247"/>
                </a:lnTo>
                <a:lnTo>
                  <a:pt x="170834" y="129205"/>
                </a:lnTo>
                <a:lnTo>
                  <a:pt x="153736" y="1292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(IO)">
            <a:extLst xmlns:a="http://schemas.openxmlformats.org/drawingml/2006/main">
              <a:ext uri="{FF2B5EF4-FFF2-40B4-BE49-F238E27FC236}">
                <a16:creationId xmlns:a16="http://schemas.microsoft.com/office/drawing/2014/main" id="{271694B5-2094-4118-8404-C62E96B8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376" y="5069138"/>
            <a:ext cx="252527" cy="145270"/>
          </a:xfrm>
          <a:custGeom xmlns:a="http://schemas.openxmlformats.org/drawingml/2006/main">
            <a:pathLst>
              <a:path w="252527" h="145270">
                <a:moveTo>
                  <a:pt x="26818" y="145270"/>
                </a:moveTo>
                <a:cubicBezTo>
                  <a:pt x="19314" y="135802"/>
                  <a:pt x="12968" y="124722"/>
                  <a:pt x="7781" y="112031"/>
                </a:cubicBezTo>
                <a:cubicBezTo>
                  <a:pt x="2594" y="99340"/>
                  <a:pt x="0" y="86195"/>
                  <a:pt x="0" y="72597"/>
                </a:cubicBezTo>
                <a:cubicBezTo>
                  <a:pt x="0" y="60611"/>
                  <a:pt x="1939" y="49128"/>
                  <a:pt x="5817" y="38149"/>
                </a:cubicBezTo>
                <a:cubicBezTo>
                  <a:pt x="10349" y="25408"/>
                  <a:pt x="17350" y="12716"/>
                  <a:pt x="26818" y="76"/>
                </a:cubicBezTo>
                <a:lnTo>
                  <a:pt x="36563" y="76"/>
                </a:lnTo>
                <a:cubicBezTo>
                  <a:pt x="30469" y="10551"/>
                  <a:pt x="26440" y="18030"/>
                  <a:pt x="24476" y="22512"/>
                </a:cubicBezTo>
                <a:cubicBezTo>
                  <a:pt x="21404" y="29462"/>
                  <a:pt x="18987" y="36714"/>
                  <a:pt x="17224" y="44268"/>
                </a:cubicBezTo>
                <a:cubicBezTo>
                  <a:pt x="15058" y="53686"/>
                  <a:pt x="13976" y="63154"/>
                  <a:pt x="13976" y="72673"/>
                </a:cubicBezTo>
                <a:cubicBezTo>
                  <a:pt x="13976" y="96897"/>
                  <a:pt x="21505" y="121096"/>
                  <a:pt x="36563" y="145270"/>
                </a:cubicBezTo>
                <a:lnTo>
                  <a:pt x="26818" y="145270"/>
                </a:lnTo>
                <a:close/>
                <a:moveTo>
                  <a:pt x="56627" y="112711"/>
                </a:moveTo>
                <a:lnTo>
                  <a:pt x="56627" y="1964"/>
                </a:lnTo>
                <a:lnTo>
                  <a:pt x="71283" y="1964"/>
                </a:lnTo>
                <a:lnTo>
                  <a:pt x="71283" y="112711"/>
                </a:lnTo>
                <a:lnTo>
                  <a:pt x="56627" y="112711"/>
                </a:lnTo>
                <a:close/>
                <a:moveTo>
                  <a:pt x="93198" y="58773"/>
                </a:moveTo>
                <a:cubicBezTo>
                  <a:pt x="93198" y="40391"/>
                  <a:pt x="98134" y="26000"/>
                  <a:pt x="108005" y="15600"/>
                </a:cubicBezTo>
                <a:cubicBezTo>
                  <a:pt x="117876" y="5200"/>
                  <a:pt x="130617" y="0"/>
                  <a:pt x="146230" y="0"/>
                </a:cubicBezTo>
                <a:cubicBezTo>
                  <a:pt x="156453" y="0"/>
                  <a:pt x="165669" y="2443"/>
                  <a:pt x="173878" y="7328"/>
                </a:cubicBezTo>
                <a:cubicBezTo>
                  <a:pt x="182088" y="12213"/>
                  <a:pt x="188345" y="19024"/>
                  <a:pt x="192651" y="27762"/>
                </a:cubicBezTo>
                <a:cubicBezTo>
                  <a:pt x="196957" y="36500"/>
                  <a:pt x="199110" y="46409"/>
                  <a:pt x="199110" y="57489"/>
                </a:cubicBezTo>
                <a:cubicBezTo>
                  <a:pt x="199110" y="68719"/>
                  <a:pt x="196844" y="78767"/>
                  <a:pt x="192311" y="87630"/>
                </a:cubicBezTo>
                <a:cubicBezTo>
                  <a:pt x="187778" y="96494"/>
                  <a:pt x="181357" y="103205"/>
                  <a:pt x="173047" y="107763"/>
                </a:cubicBezTo>
                <a:cubicBezTo>
                  <a:pt x="164738" y="112321"/>
                  <a:pt x="155773" y="114599"/>
                  <a:pt x="146154" y="114599"/>
                </a:cubicBezTo>
                <a:cubicBezTo>
                  <a:pt x="135729" y="114599"/>
                  <a:pt x="126412" y="112081"/>
                  <a:pt x="118203" y="107045"/>
                </a:cubicBezTo>
                <a:cubicBezTo>
                  <a:pt x="109994" y="102009"/>
                  <a:pt x="103774" y="95134"/>
                  <a:pt x="99544" y="86422"/>
                </a:cubicBezTo>
                <a:cubicBezTo>
                  <a:pt x="95313" y="77709"/>
                  <a:pt x="93198" y="68493"/>
                  <a:pt x="93198" y="58773"/>
                </a:cubicBezTo>
                <a:moveTo>
                  <a:pt x="108307" y="58999"/>
                </a:moveTo>
                <a:cubicBezTo>
                  <a:pt x="108307" y="72345"/>
                  <a:pt x="111895" y="82859"/>
                  <a:pt x="119072" y="90539"/>
                </a:cubicBezTo>
                <a:cubicBezTo>
                  <a:pt x="126248" y="98219"/>
                  <a:pt x="135251" y="102059"/>
                  <a:pt x="146078" y="102059"/>
                </a:cubicBezTo>
                <a:cubicBezTo>
                  <a:pt x="157108" y="102059"/>
                  <a:pt x="166186" y="98181"/>
                  <a:pt x="173312" y="90426"/>
                </a:cubicBezTo>
                <a:cubicBezTo>
                  <a:pt x="180438" y="82670"/>
                  <a:pt x="184001" y="71666"/>
                  <a:pt x="184001" y="57413"/>
                </a:cubicBezTo>
                <a:cubicBezTo>
                  <a:pt x="184001" y="48398"/>
                  <a:pt x="182478" y="40529"/>
                  <a:pt x="179431" y="33806"/>
                </a:cubicBezTo>
                <a:cubicBezTo>
                  <a:pt x="176384" y="27082"/>
                  <a:pt x="171927" y="21870"/>
                  <a:pt x="166060" y="18168"/>
                </a:cubicBezTo>
                <a:cubicBezTo>
                  <a:pt x="160193" y="14467"/>
                  <a:pt x="153608" y="12616"/>
                  <a:pt x="146305" y="12616"/>
                </a:cubicBezTo>
                <a:cubicBezTo>
                  <a:pt x="135930" y="12616"/>
                  <a:pt x="127004" y="16179"/>
                  <a:pt x="119525" y="23305"/>
                </a:cubicBezTo>
                <a:cubicBezTo>
                  <a:pt x="112046" y="30431"/>
                  <a:pt x="108307" y="42330"/>
                  <a:pt x="108307" y="58999"/>
                </a:cubicBezTo>
                <a:close/>
                <a:moveTo>
                  <a:pt x="225709" y="145270"/>
                </a:moveTo>
                <a:lnTo>
                  <a:pt x="215964" y="145270"/>
                </a:lnTo>
                <a:cubicBezTo>
                  <a:pt x="231022" y="121096"/>
                  <a:pt x="238551" y="96897"/>
                  <a:pt x="238551" y="72673"/>
                </a:cubicBezTo>
                <a:cubicBezTo>
                  <a:pt x="238551" y="63205"/>
                  <a:pt x="237469" y="53812"/>
                  <a:pt x="235303" y="44495"/>
                </a:cubicBezTo>
                <a:cubicBezTo>
                  <a:pt x="233591" y="36941"/>
                  <a:pt x="231199" y="29689"/>
                  <a:pt x="228126" y="22739"/>
                </a:cubicBezTo>
                <a:cubicBezTo>
                  <a:pt x="226162" y="18206"/>
                  <a:pt x="222108" y="10652"/>
                  <a:pt x="215964" y="76"/>
                </a:cubicBezTo>
                <a:lnTo>
                  <a:pt x="225709" y="76"/>
                </a:lnTo>
                <a:cubicBezTo>
                  <a:pt x="235177" y="12716"/>
                  <a:pt x="242178" y="25408"/>
                  <a:pt x="246710" y="38149"/>
                </a:cubicBezTo>
                <a:cubicBezTo>
                  <a:pt x="250588" y="49128"/>
                  <a:pt x="252527" y="60611"/>
                  <a:pt x="252527" y="72597"/>
                </a:cubicBezTo>
                <a:cubicBezTo>
                  <a:pt x="252527" y="86195"/>
                  <a:pt x="249921" y="99340"/>
                  <a:pt x="244708" y="112031"/>
                </a:cubicBezTo>
                <a:cubicBezTo>
                  <a:pt x="239496" y="124722"/>
                  <a:pt x="233163" y="135802"/>
                  <a:pt x="225709" y="1452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F36CC-7C0A-482B-AB43-0476506A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" y="4833071"/>
            <a:ext cx="526349" cy="417195"/>
          </a:xfrm>
          <a:custGeom xmlns:a="http://schemas.openxmlformats.org/drawingml/2006/main">
            <a:pathLst>
              <a:path w="526349" h="417195">
                <a:moveTo>
                  <a:pt x="0" y="417195"/>
                </a:moveTo>
                <a:lnTo>
                  <a:pt x="526349" y="417195"/>
                </a:lnTo>
                <a:lnTo>
                  <a:pt x="526349" y="0"/>
                </a:lnTo>
                <a:lnTo>
                  <a:pt x="0" y="0"/>
                </a:lnTo>
                <a:lnTo>
                  <a:pt x="0" y="4171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AD183-AD8D-4D2F-A1E4-F29703E9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" y="4833071"/>
            <a:ext cx="526349" cy="417195"/>
          </a:xfrm>
          <a:custGeom xmlns:a="http://schemas.openxmlformats.org/drawingml/2006/main">
            <a:pathLst>
              <a:path w="526349" h="417195" fill="none">
                <a:moveTo>
                  <a:pt x="0" y="0"/>
                </a:moveTo>
                <a:lnTo>
                  <a:pt x="526349" y="0"/>
                </a:lnTo>
                <a:lnTo>
                  <a:pt x="526349" y="417195"/>
                </a:lnTo>
                <a:lnTo>
                  <a:pt x="0" y="4171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miter/>
          </a:ln>
        </p:spPr>
      </p:sp>
      <p:sp>
        <p:nvSpPr>
          <p:cNvPr id="57" name="Text PT">
            <a:extLst xmlns:a="http://schemas.openxmlformats.org/drawingml/2006/main">
              <a:ext uri="{FF2B5EF4-FFF2-40B4-BE49-F238E27FC236}">
                <a16:creationId xmlns:a16="http://schemas.microsoft.com/office/drawing/2014/main" id="{43BE5564-3173-4B55-839D-D6DB4BA8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32" y="4885554"/>
            <a:ext cx="213579" cy="129205"/>
          </a:xfrm>
          <a:custGeom xmlns:a="http://schemas.openxmlformats.org/drawingml/2006/main">
            <a:pathLst>
              <a:path w="213579" h="129205">
                <a:moveTo>
                  <a:pt x="0" y="129205"/>
                </a:moveTo>
                <a:lnTo>
                  <a:pt x="0" y="0"/>
                </a:lnTo>
                <a:lnTo>
                  <a:pt x="48738" y="0"/>
                </a:lnTo>
                <a:cubicBezTo>
                  <a:pt x="57317" y="0"/>
                  <a:pt x="63868" y="411"/>
                  <a:pt x="68392" y="1234"/>
                </a:cubicBezTo>
                <a:cubicBezTo>
                  <a:pt x="74738" y="2291"/>
                  <a:pt x="80055" y="4304"/>
                  <a:pt x="84344" y="7271"/>
                </a:cubicBezTo>
                <a:cubicBezTo>
                  <a:pt x="88633" y="10238"/>
                  <a:pt x="92085" y="14395"/>
                  <a:pt x="94700" y="19742"/>
                </a:cubicBezTo>
                <a:cubicBezTo>
                  <a:pt x="97315" y="25089"/>
                  <a:pt x="98622" y="30964"/>
                  <a:pt x="98622" y="37369"/>
                </a:cubicBezTo>
                <a:cubicBezTo>
                  <a:pt x="98622" y="48356"/>
                  <a:pt x="95126" y="57654"/>
                  <a:pt x="88134" y="65263"/>
                </a:cubicBezTo>
                <a:cubicBezTo>
                  <a:pt x="81142" y="72872"/>
                  <a:pt x="68510" y="76677"/>
                  <a:pt x="50236" y="76677"/>
                </a:cubicBezTo>
                <a:lnTo>
                  <a:pt x="17098" y="76677"/>
                </a:lnTo>
                <a:lnTo>
                  <a:pt x="17098" y="129205"/>
                </a:lnTo>
                <a:lnTo>
                  <a:pt x="0" y="129205"/>
                </a:lnTo>
                <a:moveTo>
                  <a:pt x="17098" y="61429"/>
                </a:moveTo>
                <a:lnTo>
                  <a:pt x="50501" y="61429"/>
                </a:lnTo>
                <a:cubicBezTo>
                  <a:pt x="61547" y="61429"/>
                  <a:pt x="69391" y="59373"/>
                  <a:pt x="74033" y="55260"/>
                </a:cubicBezTo>
                <a:cubicBezTo>
                  <a:pt x="78674" y="51147"/>
                  <a:pt x="80995" y="45360"/>
                  <a:pt x="80995" y="37898"/>
                </a:cubicBezTo>
                <a:cubicBezTo>
                  <a:pt x="80995" y="32492"/>
                  <a:pt x="79629" y="27865"/>
                  <a:pt x="76897" y="24017"/>
                </a:cubicBezTo>
                <a:cubicBezTo>
                  <a:pt x="74165" y="20168"/>
                  <a:pt x="70566" y="17627"/>
                  <a:pt x="66101" y="16393"/>
                </a:cubicBezTo>
                <a:cubicBezTo>
                  <a:pt x="63221" y="15629"/>
                  <a:pt x="57904" y="15247"/>
                  <a:pt x="50148" y="15247"/>
                </a:cubicBezTo>
                <a:lnTo>
                  <a:pt x="17098" y="15247"/>
                </a:lnTo>
                <a:lnTo>
                  <a:pt x="17098" y="61429"/>
                </a:lnTo>
                <a:close/>
                <a:moveTo>
                  <a:pt x="153736" y="129205"/>
                </a:moveTo>
                <a:lnTo>
                  <a:pt x="153736" y="15247"/>
                </a:lnTo>
                <a:lnTo>
                  <a:pt x="111167" y="15247"/>
                </a:lnTo>
                <a:lnTo>
                  <a:pt x="111167" y="0"/>
                </a:lnTo>
                <a:lnTo>
                  <a:pt x="213579" y="0"/>
                </a:lnTo>
                <a:lnTo>
                  <a:pt x="213579" y="15247"/>
                </a:lnTo>
                <a:lnTo>
                  <a:pt x="170834" y="15247"/>
                </a:lnTo>
                <a:lnTo>
                  <a:pt x="170834" y="129205"/>
                </a:lnTo>
                <a:lnTo>
                  <a:pt x="153736" y="1292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(OS)">
            <a:extLst xmlns:a="http://schemas.openxmlformats.org/drawingml/2006/main">
              <a:ext uri="{FF2B5EF4-FFF2-40B4-BE49-F238E27FC236}">
                <a16:creationId xmlns:a16="http://schemas.microsoft.com/office/drawing/2014/main" id="{29415D2A-B45C-48DE-8669-DE2C1BF0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26" y="5069138"/>
            <a:ext cx="312092" cy="145270"/>
          </a:xfrm>
          <a:custGeom xmlns:a="http://schemas.openxmlformats.org/drawingml/2006/main">
            <a:pathLst>
              <a:path w="312092" h="145270">
                <a:moveTo>
                  <a:pt x="26818" y="145270"/>
                </a:moveTo>
                <a:cubicBezTo>
                  <a:pt x="19314" y="135802"/>
                  <a:pt x="12968" y="124722"/>
                  <a:pt x="7781" y="112031"/>
                </a:cubicBezTo>
                <a:cubicBezTo>
                  <a:pt x="2594" y="99340"/>
                  <a:pt x="0" y="86195"/>
                  <a:pt x="0" y="72597"/>
                </a:cubicBezTo>
                <a:cubicBezTo>
                  <a:pt x="0" y="60611"/>
                  <a:pt x="1939" y="49128"/>
                  <a:pt x="5817" y="38149"/>
                </a:cubicBezTo>
                <a:cubicBezTo>
                  <a:pt x="10349" y="25408"/>
                  <a:pt x="17350" y="12716"/>
                  <a:pt x="26818" y="76"/>
                </a:cubicBezTo>
                <a:lnTo>
                  <a:pt x="36563" y="76"/>
                </a:lnTo>
                <a:cubicBezTo>
                  <a:pt x="30469" y="10551"/>
                  <a:pt x="26440" y="18030"/>
                  <a:pt x="24476" y="22512"/>
                </a:cubicBezTo>
                <a:cubicBezTo>
                  <a:pt x="21404" y="29462"/>
                  <a:pt x="18987" y="36714"/>
                  <a:pt x="17224" y="44268"/>
                </a:cubicBezTo>
                <a:cubicBezTo>
                  <a:pt x="15058" y="53686"/>
                  <a:pt x="13976" y="63154"/>
                  <a:pt x="13976" y="72673"/>
                </a:cubicBezTo>
                <a:cubicBezTo>
                  <a:pt x="13976" y="96897"/>
                  <a:pt x="21505" y="121096"/>
                  <a:pt x="36563" y="145270"/>
                </a:cubicBezTo>
                <a:lnTo>
                  <a:pt x="26818" y="145270"/>
                </a:lnTo>
                <a:close/>
                <a:moveTo>
                  <a:pt x="49677" y="58773"/>
                </a:moveTo>
                <a:cubicBezTo>
                  <a:pt x="49677" y="40391"/>
                  <a:pt x="54613" y="26000"/>
                  <a:pt x="64484" y="15600"/>
                </a:cubicBezTo>
                <a:cubicBezTo>
                  <a:pt x="74355" y="5200"/>
                  <a:pt x="87096" y="0"/>
                  <a:pt x="102709" y="0"/>
                </a:cubicBezTo>
                <a:cubicBezTo>
                  <a:pt x="112932" y="0"/>
                  <a:pt x="122149" y="2443"/>
                  <a:pt x="130358" y="7328"/>
                </a:cubicBezTo>
                <a:cubicBezTo>
                  <a:pt x="138567" y="12213"/>
                  <a:pt x="144824" y="19024"/>
                  <a:pt x="149130" y="27762"/>
                </a:cubicBezTo>
                <a:cubicBezTo>
                  <a:pt x="153436" y="36500"/>
                  <a:pt x="155589" y="46409"/>
                  <a:pt x="155589" y="57489"/>
                </a:cubicBezTo>
                <a:cubicBezTo>
                  <a:pt x="155589" y="68719"/>
                  <a:pt x="153323" y="78767"/>
                  <a:pt x="148790" y="87630"/>
                </a:cubicBezTo>
                <a:cubicBezTo>
                  <a:pt x="144258" y="96494"/>
                  <a:pt x="137837" y="103205"/>
                  <a:pt x="129527" y="107763"/>
                </a:cubicBezTo>
                <a:cubicBezTo>
                  <a:pt x="121217" y="112321"/>
                  <a:pt x="112252" y="114599"/>
                  <a:pt x="102633" y="114599"/>
                </a:cubicBezTo>
                <a:cubicBezTo>
                  <a:pt x="92208" y="114599"/>
                  <a:pt x="82891" y="112081"/>
                  <a:pt x="74682" y="107045"/>
                </a:cubicBezTo>
                <a:cubicBezTo>
                  <a:pt x="66473" y="102009"/>
                  <a:pt x="60253" y="95134"/>
                  <a:pt x="56023" y="86422"/>
                </a:cubicBezTo>
                <a:cubicBezTo>
                  <a:pt x="51792" y="77709"/>
                  <a:pt x="49677" y="68493"/>
                  <a:pt x="49677" y="58773"/>
                </a:cubicBezTo>
                <a:moveTo>
                  <a:pt x="64786" y="58999"/>
                </a:moveTo>
                <a:cubicBezTo>
                  <a:pt x="64786" y="72345"/>
                  <a:pt x="68374" y="82859"/>
                  <a:pt x="75551" y="90539"/>
                </a:cubicBezTo>
                <a:cubicBezTo>
                  <a:pt x="82728" y="98219"/>
                  <a:pt x="91730" y="102059"/>
                  <a:pt x="102558" y="102059"/>
                </a:cubicBezTo>
                <a:cubicBezTo>
                  <a:pt x="113587" y="102059"/>
                  <a:pt x="122665" y="98181"/>
                  <a:pt x="129791" y="90426"/>
                </a:cubicBezTo>
                <a:cubicBezTo>
                  <a:pt x="136917" y="82670"/>
                  <a:pt x="140481" y="71666"/>
                  <a:pt x="140481" y="57413"/>
                </a:cubicBezTo>
                <a:cubicBezTo>
                  <a:pt x="140481" y="48398"/>
                  <a:pt x="138957" y="40529"/>
                  <a:pt x="135910" y="33806"/>
                </a:cubicBezTo>
                <a:cubicBezTo>
                  <a:pt x="132863" y="27082"/>
                  <a:pt x="128406" y="21870"/>
                  <a:pt x="122539" y="18168"/>
                </a:cubicBezTo>
                <a:cubicBezTo>
                  <a:pt x="116672" y="14467"/>
                  <a:pt x="110087" y="12616"/>
                  <a:pt x="102784" y="12616"/>
                </a:cubicBezTo>
                <a:cubicBezTo>
                  <a:pt x="92410" y="12616"/>
                  <a:pt x="83483" y="16179"/>
                  <a:pt x="76004" y="23305"/>
                </a:cubicBezTo>
                <a:cubicBezTo>
                  <a:pt x="68525" y="30431"/>
                  <a:pt x="64786" y="42330"/>
                  <a:pt x="64786" y="58999"/>
                </a:cubicBezTo>
                <a:close/>
                <a:moveTo>
                  <a:pt x="170026" y="77130"/>
                </a:moveTo>
                <a:lnTo>
                  <a:pt x="183850" y="75921"/>
                </a:lnTo>
                <a:cubicBezTo>
                  <a:pt x="184505" y="81461"/>
                  <a:pt x="186028" y="86006"/>
                  <a:pt x="188421" y="89557"/>
                </a:cubicBezTo>
                <a:cubicBezTo>
                  <a:pt x="190813" y="93107"/>
                  <a:pt x="194527" y="95978"/>
                  <a:pt x="199563" y="98169"/>
                </a:cubicBezTo>
                <a:cubicBezTo>
                  <a:pt x="204599" y="100360"/>
                  <a:pt x="210265" y="101455"/>
                  <a:pt x="216561" y="101455"/>
                </a:cubicBezTo>
                <a:cubicBezTo>
                  <a:pt x="222151" y="101455"/>
                  <a:pt x="227086" y="100624"/>
                  <a:pt x="231367" y="98962"/>
                </a:cubicBezTo>
                <a:cubicBezTo>
                  <a:pt x="235648" y="97300"/>
                  <a:pt x="238833" y="95021"/>
                  <a:pt x="240923" y="92125"/>
                </a:cubicBezTo>
                <a:cubicBezTo>
                  <a:pt x="243013" y="89229"/>
                  <a:pt x="244058" y="86069"/>
                  <a:pt x="244058" y="82645"/>
                </a:cubicBezTo>
                <a:cubicBezTo>
                  <a:pt x="244058" y="79170"/>
                  <a:pt x="243051" y="76135"/>
                  <a:pt x="241037" y="73542"/>
                </a:cubicBezTo>
                <a:cubicBezTo>
                  <a:pt x="239022" y="70948"/>
                  <a:pt x="235698" y="68770"/>
                  <a:pt x="231065" y="67007"/>
                </a:cubicBezTo>
                <a:cubicBezTo>
                  <a:pt x="228093" y="65849"/>
                  <a:pt x="221521" y="64048"/>
                  <a:pt x="211348" y="61606"/>
                </a:cubicBezTo>
                <a:cubicBezTo>
                  <a:pt x="201175" y="59163"/>
                  <a:pt x="194049" y="56859"/>
                  <a:pt x="189969" y="54693"/>
                </a:cubicBezTo>
                <a:cubicBezTo>
                  <a:pt x="184681" y="51924"/>
                  <a:pt x="180740" y="48486"/>
                  <a:pt x="178147" y="44382"/>
                </a:cubicBezTo>
                <a:cubicBezTo>
                  <a:pt x="175553" y="40277"/>
                  <a:pt x="174256" y="35682"/>
                  <a:pt x="174256" y="30595"/>
                </a:cubicBezTo>
                <a:cubicBezTo>
                  <a:pt x="174256" y="25005"/>
                  <a:pt x="175843" y="19780"/>
                  <a:pt x="179015" y="14920"/>
                </a:cubicBezTo>
                <a:cubicBezTo>
                  <a:pt x="182188" y="10060"/>
                  <a:pt x="186822" y="6371"/>
                  <a:pt x="192915" y="3853"/>
                </a:cubicBezTo>
                <a:cubicBezTo>
                  <a:pt x="199009" y="1335"/>
                  <a:pt x="205783" y="76"/>
                  <a:pt x="213237" y="76"/>
                </a:cubicBezTo>
                <a:cubicBezTo>
                  <a:pt x="221446" y="76"/>
                  <a:pt x="228685" y="1398"/>
                  <a:pt x="234955" y="4042"/>
                </a:cubicBezTo>
                <a:cubicBezTo>
                  <a:pt x="241225" y="6686"/>
                  <a:pt x="246048" y="10576"/>
                  <a:pt x="249422" y="15713"/>
                </a:cubicBezTo>
                <a:cubicBezTo>
                  <a:pt x="252796" y="20850"/>
                  <a:pt x="254609" y="26667"/>
                  <a:pt x="254861" y="33164"/>
                </a:cubicBezTo>
                <a:lnTo>
                  <a:pt x="240810" y="34221"/>
                </a:lnTo>
                <a:cubicBezTo>
                  <a:pt x="240055" y="27221"/>
                  <a:pt x="237499" y="21933"/>
                  <a:pt x="233142" y="18357"/>
                </a:cubicBezTo>
                <a:cubicBezTo>
                  <a:pt x="228786" y="14781"/>
                  <a:pt x="222352" y="12993"/>
                  <a:pt x="213841" y="12993"/>
                </a:cubicBezTo>
                <a:cubicBezTo>
                  <a:pt x="204977" y="12993"/>
                  <a:pt x="198518" y="14618"/>
                  <a:pt x="194464" y="17866"/>
                </a:cubicBezTo>
                <a:cubicBezTo>
                  <a:pt x="190410" y="21114"/>
                  <a:pt x="188383" y="25030"/>
                  <a:pt x="188383" y="29613"/>
                </a:cubicBezTo>
                <a:cubicBezTo>
                  <a:pt x="188383" y="33592"/>
                  <a:pt x="189818" y="36865"/>
                  <a:pt x="192689" y="39434"/>
                </a:cubicBezTo>
                <a:cubicBezTo>
                  <a:pt x="195509" y="42002"/>
                  <a:pt x="202875" y="44634"/>
                  <a:pt x="214785" y="47328"/>
                </a:cubicBezTo>
                <a:cubicBezTo>
                  <a:pt x="226696" y="50022"/>
                  <a:pt x="234867" y="52377"/>
                  <a:pt x="239299" y="54391"/>
                </a:cubicBezTo>
                <a:cubicBezTo>
                  <a:pt x="245745" y="57363"/>
                  <a:pt x="250505" y="61127"/>
                  <a:pt x="253577" y="65685"/>
                </a:cubicBezTo>
                <a:cubicBezTo>
                  <a:pt x="256649" y="70243"/>
                  <a:pt x="258185" y="75493"/>
                  <a:pt x="258185" y="81436"/>
                </a:cubicBezTo>
                <a:cubicBezTo>
                  <a:pt x="258185" y="87328"/>
                  <a:pt x="256498" y="92881"/>
                  <a:pt x="253124" y="98093"/>
                </a:cubicBezTo>
                <a:cubicBezTo>
                  <a:pt x="249749" y="103306"/>
                  <a:pt x="244902" y="107360"/>
                  <a:pt x="238581" y="110256"/>
                </a:cubicBezTo>
                <a:cubicBezTo>
                  <a:pt x="232261" y="113152"/>
                  <a:pt x="225147" y="114599"/>
                  <a:pt x="217240" y="114599"/>
                </a:cubicBezTo>
                <a:cubicBezTo>
                  <a:pt x="207218" y="114599"/>
                  <a:pt x="198820" y="113139"/>
                  <a:pt x="192047" y="110218"/>
                </a:cubicBezTo>
                <a:cubicBezTo>
                  <a:pt x="185273" y="107297"/>
                  <a:pt x="179960" y="102903"/>
                  <a:pt x="176107" y="97036"/>
                </a:cubicBezTo>
                <a:cubicBezTo>
                  <a:pt x="172254" y="91168"/>
                  <a:pt x="170227" y="84533"/>
                  <a:pt x="170026" y="77130"/>
                </a:cubicBezTo>
                <a:close/>
                <a:moveTo>
                  <a:pt x="285274" y="145270"/>
                </a:moveTo>
                <a:lnTo>
                  <a:pt x="275528" y="145270"/>
                </a:lnTo>
                <a:cubicBezTo>
                  <a:pt x="290587" y="121096"/>
                  <a:pt x="298116" y="96897"/>
                  <a:pt x="298116" y="72673"/>
                </a:cubicBezTo>
                <a:cubicBezTo>
                  <a:pt x="298116" y="63205"/>
                  <a:pt x="297033" y="53812"/>
                  <a:pt x="294868" y="44495"/>
                </a:cubicBezTo>
                <a:cubicBezTo>
                  <a:pt x="293155" y="36941"/>
                  <a:pt x="290763" y="29689"/>
                  <a:pt x="287691" y="22739"/>
                </a:cubicBezTo>
                <a:cubicBezTo>
                  <a:pt x="285727" y="18206"/>
                  <a:pt x="281673" y="10652"/>
                  <a:pt x="275528" y="76"/>
                </a:cubicBezTo>
                <a:lnTo>
                  <a:pt x="285274" y="76"/>
                </a:lnTo>
                <a:cubicBezTo>
                  <a:pt x="294742" y="12716"/>
                  <a:pt x="301742" y="25408"/>
                  <a:pt x="306275" y="38149"/>
                </a:cubicBezTo>
                <a:cubicBezTo>
                  <a:pt x="310153" y="49128"/>
                  <a:pt x="312092" y="60611"/>
                  <a:pt x="312092" y="72597"/>
                </a:cubicBezTo>
                <a:cubicBezTo>
                  <a:pt x="312092" y="86195"/>
                  <a:pt x="309485" y="99340"/>
                  <a:pt x="304273" y="112031"/>
                </a:cubicBezTo>
                <a:cubicBezTo>
                  <a:pt x="299060" y="124722"/>
                  <a:pt x="292727" y="135802"/>
                  <a:pt x="285274" y="1452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d9667a8784527"/>
          <a:stretch xmlns:a="http://schemas.openxmlformats.org/drawingml/2006/main"/>
        </p:blipFill>
        <p:spPr>
          <a:xfrm xmlns:a="http://schemas.openxmlformats.org/drawingml/2006/main">
            <a:off x="1002496" y="4658918"/>
            <a:ext cx="309426" cy="309426"/>
          </a:xfrm>
          <a:prstGeom xmlns:a="http://schemas.openxmlformats.org/drawingml/2006/main" prst="rect">
            <a:avLst/>
          </a:prstGeom>
        </p:spPr>
      </p:pic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2dab5b7754a26"/>
          <a:stretch xmlns:a="http://schemas.openxmlformats.org/drawingml/2006/main"/>
        </p:blipFill>
        <p:spPr>
          <a:xfrm xmlns:a="http://schemas.openxmlformats.org/drawingml/2006/main">
            <a:off x="361984" y="4649635"/>
            <a:ext cx="312520" cy="312520"/>
          </a:xfrm>
          <a:prstGeom xmlns:a="http://schemas.openxmlformats.org/drawingml/2006/main" prst="rect">
            <a:avLst/>
          </a:prstGeom>
        </p:spPr>
      </p:pic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1C2C79-27C8-4394-BF6D-69069F1D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940" y="4657278"/>
            <a:ext cx="10" cy="672050"/>
          </a:xfrm>
          <a:custGeom xmlns:a="http://schemas.openxmlformats.org/drawingml/2006/main">
            <a:pathLst>
              <a:path w="1" h="672050" fill="none">
                <a:moveTo>
                  <a:pt x="0" y="0"/>
                </a:moveTo>
                <a:lnTo>
                  <a:pt x="1" y="672050"/>
                </a:lnTo>
              </a:path>
            </a:pathLst>
          </a:custGeom>
          <a:noFill xmlns:a="http://schemas.openxmlformats.org/drawingml/2006/main"/>
          <a:ln xmlns:a="http://schemas.openxmlformats.org/drawingml/2006/main" w="15471" cap="flat">
            <a:solidFill>
              <a:srgbClr val="BFBFBF"/>
            </a:solidFill>
            <a:custDash>
              <a:ds d="100000" sp="100000"/>
            </a:custDash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C22231-00EC-41DE-A223-9DA0FE76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653" y="4657278"/>
            <a:ext cx="10" cy="672050"/>
          </a:xfrm>
          <a:custGeom xmlns:a="http://schemas.openxmlformats.org/drawingml/2006/main">
            <a:pathLst>
              <a:path w="1" h="672050" fill="none">
                <a:moveTo>
                  <a:pt x="0" y="0"/>
                </a:moveTo>
                <a:lnTo>
                  <a:pt x="1" y="672050"/>
                </a:lnTo>
              </a:path>
            </a:pathLst>
          </a:custGeom>
          <a:noFill xmlns:a="http://schemas.openxmlformats.org/drawingml/2006/main"/>
          <a:ln xmlns:a="http://schemas.openxmlformats.org/drawingml/2006/main" w="15471" cap="flat">
            <a:solidFill>
              <a:srgbClr val="BFBFBF"/>
            </a:solidFill>
            <a:custDash>
              <a:ds d="100000" sp="100000"/>
            </a:custDash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014D7-8D0B-40A0-A39C-EED90844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72" y="4830251"/>
            <a:ext cx="661529" cy="417195"/>
          </a:xfrm>
          <a:custGeom xmlns:a="http://schemas.openxmlformats.org/drawingml/2006/main">
            <a:pathLst>
              <a:path w="661529" h="417195">
                <a:moveTo>
                  <a:pt x="0" y="417195"/>
                </a:moveTo>
                <a:lnTo>
                  <a:pt x="661529" y="417195"/>
                </a:lnTo>
                <a:lnTo>
                  <a:pt x="661529" y="0"/>
                </a:lnTo>
                <a:lnTo>
                  <a:pt x="0" y="0"/>
                </a:lnTo>
                <a:lnTo>
                  <a:pt x="0" y="4171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71912-4B56-4285-B1EC-63E911F7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72" y="4830251"/>
            <a:ext cx="661529" cy="417195"/>
          </a:xfrm>
          <a:custGeom xmlns:a="http://schemas.openxmlformats.org/drawingml/2006/main">
            <a:pathLst>
              <a:path w="661529" h="417195" fill="none">
                <a:moveTo>
                  <a:pt x="0" y="0"/>
                </a:moveTo>
                <a:lnTo>
                  <a:pt x="661529" y="0"/>
                </a:lnTo>
                <a:lnTo>
                  <a:pt x="661529" y="417195"/>
                </a:lnTo>
                <a:lnTo>
                  <a:pt x="0" y="4171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miter/>
          </a:ln>
        </p:spPr>
      </p:sp>
      <p:sp>
        <p:nvSpPr>
          <p:cNvPr id="65" name="Text PT">
            <a:extLst xmlns:a="http://schemas.openxmlformats.org/drawingml/2006/main">
              <a:ext uri="{FF2B5EF4-FFF2-40B4-BE49-F238E27FC236}">
                <a16:creationId xmlns:a16="http://schemas.microsoft.com/office/drawing/2014/main" id="{8939E544-AE27-48BB-9342-04E1E6A6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65" y="4882459"/>
            <a:ext cx="213579" cy="129205"/>
          </a:xfrm>
          <a:custGeom xmlns:a="http://schemas.openxmlformats.org/drawingml/2006/main">
            <a:pathLst>
              <a:path w="213579" h="129205">
                <a:moveTo>
                  <a:pt x="0" y="129205"/>
                </a:moveTo>
                <a:lnTo>
                  <a:pt x="0" y="0"/>
                </a:lnTo>
                <a:lnTo>
                  <a:pt x="48738" y="0"/>
                </a:lnTo>
                <a:cubicBezTo>
                  <a:pt x="57317" y="0"/>
                  <a:pt x="63868" y="411"/>
                  <a:pt x="68392" y="1234"/>
                </a:cubicBezTo>
                <a:cubicBezTo>
                  <a:pt x="74738" y="2291"/>
                  <a:pt x="80055" y="4304"/>
                  <a:pt x="84344" y="7271"/>
                </a:cubicBezTo>
                <a:cubicBezTo>
                  <a:pt x="88633" y="10238"/>
                  <a:pt x="92085" y="14395"/>
                  <a:pt x="94700" y="19742"/>
                </a:cubicBezTo>
                <a:cubicBezTo>
                  <a:pt x="97315" y="25089"/>
                  <a:pt x="98622" y="30964"/>
                  <a:pt x="98622" y="37369"/>
                </a:cubicBezTo>
                <a:cubicBezTo>
                  <a:pt x="98622" y="48356"/>
                  <a:pt x="95126" y="57654"/>
                  <a:pt x="88134" y="65263"/>
                </a:cubicBezTo>
                <a:cubicBezTo>
                  <a:pt x="81142" y="72872"/>
                  <a:pt x="68510" y="76677"/>
                  <a:pt x="50236" y="76677"/>
                </a:cubicBezTo>
                <a:lnTo>
                  <a:pt x="17098" y="76677"/>
                </a:lnTo>
                <a:lnTo>
                  <a:pt x="17098" y="129205"/>
                </a:lnTo>
                <a:lnTo>
                  <a:pt x="0" y="129205"/>
                </a:lnTo>
                <a:moveTo>
                  <a:pt x="17098" y="61429"/>
                </a:moveTo>
                <a:lnTo>
                  <a:pt x="50501" y="61429"/>
                </a:lnTo>
                <a:cubicBezTo>
                  <a:pt x="61547" y="61429"/>
                  <a:pt x="69391" y="59373"/>
                  <a:pt x="74033" y="55260"/>
                </a:cubicBezTo>
                <a:cubicBezTo>
                  <a:pt x="78674" y="51147"/>
                  <a:pt x="80995" y="45360"/>
                  <a:pt x="80995" y="37898"/>
                </a:cubicBezTo>
                <a:cubicBezTo>
                  <a:pt x="80995" y="32492"/>
                  <a:pt x="79629" y="27865"/>
                  <a:pt x="76897" y="24017"/>
                </a:cubicBezTo>
                <a:cubicBezTo>
                  <a:pt x="74165" y="20168"/>
                  <a:pt x="70566" y="17627"/>
                  <a:pt x="66101" y="16393"/>
                </a:cubicBezTo>
                <a:cubicBezTo>
                  <a:pt x="63221" y="15629"/>
                  <a:pt x="57904" y="15247"/>
                  <a:pt x="50148" y="15247"/>
                </a:cubicBezTo>
                <a:lnTo>
                  <a:pt x="17098" y="15247"/>
                </a:lnTo>
                <a:lnTo>
                  <a:pt x="17098" y="61429"/>
                </a:lnTo>
                <a:close/>
                <a:moveTo>
                  <a:pt x="153736" y="129205"/>
                </a:moveTo>
                <a:lnTo>
                  <a:pt x="153736" y="15247"/>
                </a:lnTo>
                <a:lnTo>
                  <a:pt x="111167" y="15247"/>
                </a:lnTo>
                <a:lnTo>
                  <a:pt x="111167" y="0"/>
                </a:lnTo>
                <a:lnTo>
                  <a:pt x="213579" y="0"/>
                </a:lnTo>
                <a:lnTo>
                  <a:pt x="213579" y="15247"/>
                </a:lnTo>
                <a:lnTo>
                  <a:pt x="170834" y="15247"/>
                </a:lnTo>
                <a:lnTo>
                  <a:pt x="170834" y="129205"/>
                </a:lnTo>
                <a:lnTo>
                  <a:pt x="153736" y="1292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(user)">
            <a:extLst xmlns:a="http://schemas.openxmlformats.org/drawingml/2006/main">
              <a:ext uri="{FF2B5EF4-FFF2-40B4-BE49-F238E27FC236}">
                <a16:creationId xmlns:a16="http://schemas.microsoft.com/office/drawing/2014/main" id="{AA99BA0F-08F9-4AB4-B512-03A3776C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055" y="5066119"/>
            <a:ext cx="387885" cy="145195"/>
          </a:xfrm>
          <a:custGeom xmlns:a="http://schemas.openxmlformats.org/drawingml/2006/main">
            <a:pathLst>
              <a:path w="387885" h="145195">
                <a:moveTo>
                  <a:pt x="26818" y="145195"/>
                </a:moveTo>
                <a:cubicBezTo>
                  <a:pt x="19314" y="135726"/>
                  <a:pt x="12968" y="124647"/>
                  <a:pt x="7781" y="111955"/>
                </a:cubicBezTo>
                <a:cubicBezTo>
                  <a:pt x="2594" y="99264"/>
                  <a:pt x="0" y="86120"/>
                  <a:pt x="0" y="72522"/>
                </a:cubicBezTo>
                <a:cubicBezTo>
                  <a:pt x="0" y="60536"/>
                  <a:pt x="1939" y="49053"/>
                  <a:pt x="5817" y="38074"/>
                </a:cubicBezTo>
                <a:cubicBezTo>
                  <a:pt x="10349" y="25332"/>
                  <a:pt x="17350" y="12641"/>
                  <a:pt x="26818" y="0"/>
                </a:cubicBezTo>
                <a:lnTo>
                  <a:pt x="36563" y="0"/>
                </a:lnTo>
                <a:cubicBezTo>
                  <a:pt x="30469" y="10475"/>
                  <a:pt x="26440" y="17954"/>
                  <a:pt x="24476" y="22436"/>
                </a:cubicBezTo>
                <a:cubicBezTo>
                  <a:pt x="21404" y="29386"/>
                  <a:pt x="18987" y="36639"/>
                  <a:pt x="17224" y="44193"/>
                </a:cubicBezTo>
                <a:cubicBezTo>
                  <a:pt x="15058" y="53611"/>
                  <a:pt x="13976" y="63079"/>
                  <a:pt x="13976" y="72597"/>
                </a:cubicBezTo>
                <a:cubicBezTo>
                  <a:pt x="13976" y="96822"/>
                  <a:pt x="21505" y="121021"/>
                  <a:pt x="36563" y="145195"/>
                </a:cubicBezTo>
                <a:lnTo>
                  <a:pt x="26818" y="145195"/>
                </a:lnTo>
                <a:close/>
                <a:moveTo>
                  <a:pt x="104975" y="112635"/>
                </a:moveTo>
                <a:lnTo>
                  <a:pt x="104975" y="100851"/>
                </a:lnTo>
                <a:cubicBezTo>
                  <a:pt x="98730" y="109916"/>
                  <a:pt x="90244" y="114448"/>
                  <a:pt x="79517" y="114448"/>
                </a:cubicBezTo>
                <a:cubicBezTo>
                  <a:pt x="74783" y="114448"/>
                  <a:pt x="70364" y="113542"/>
                  <a:pt x="66259" y="111729"/>
                </a:cubicBezTo>
                <a:cubicBezTo>
                  <a:pt x="62155" y="109916"/>
                  <a:pt x="59108" y="107637"/>
                  <a:pt x="57118" y="104892"/>
                </a:cubicBezTo>
                <a:cubicBezTo>
                  <a:pt x="55129" y="102147"/>
                  <a:pt x="53731" y="98786"/>
                  <a:pt x="52926" y="94807"/>
                </a:cubicBezTo>
                <a:cubicBezTo>
                  <a:pt x="52372" y="92138"/>
                  <a:pt x="52095" y="87907"/>
                  <a:pt x="52095" y="82116"/>
                </a:cubicBezTo>
                <a:lnTo>
                  <a:pt x="52095" y="32408"/>
                </a:lnTo>
                <a:lnTo>
                  <a:pt x="65693" y="32408"/>
                </a:lnTo>
                <a:lnTo>
                  <a:pt x="65693" y="76903"/>
                </a:lnTo>
                <a:cubicBezTo>
                  <a:pt x="65693" y="84004"/>
                  <a:pt x="65969" y="88789"/>
                  <a:pt x="66523" y="91257"/>
                </a:cubicBezTo>
                <a:cubicBezTo>
                  <a:pt x="67380" y="94832"/>
                  <a:pt x="69193" y="97640"/>
                  <a:pt x="71963" y="99680"/>
                </a:cubicBezTo>
                <a:cubicBezTo>
                  <a:pt x="74733" y="101719"/>
                  <a:pt x="78157" y="102739"/>
                  <a:pt x="82237" y="102739"/>
                </a:cubicBezTo>
                <a:cubicBezTo>
                  <a:pt x="86316" y="102739"/>
                  <a:pt x="90143" y="101694"/>
                  <a:pt x="93719" y="99604"/>
                </a:cubicBezTo>
                <a:cubicBezTo>
                  <a:pt x="97295" y="97514"/>
                  <a:pt x="99826" y="94669"/>
                  <a:pt x="101311" y="91068"/>
                </a:cubicBezTo>
                <a:cubicBezTo>
                  <a:pt x="102797" y="87467"/>
                  <a:pt x="103540" y="82242"/>
                  <a:pt x="103540" y="75392"/>
                </a:cubicBezTo>
                <a:lnTo>
                  <a:pt x="103540" y="32408"/>
                </a:lnTo>
                <a:lnTo>
                  <a:pt x="117138" y="32408"/>
                </a:lnTo>
                <a:lnTo>
                  <a:pt x="117138" y="112635"/>
                </a:lnTo>
                <a:lnTo>
                  <a:pt x="104975" y="112635"/>
                </a:lnTo>
                <a:close/>
                <a:moveTo>
                  <a:pt x="132375" y="88688"/>
                </a:moveTo>
                <a:lnTo>
                  <a:pt x="145821" y="86573"/>
                </a:lnTo>
                <a:cubicBezTo>
                  <a:pt x="146577" y="91962"/>
                  <a:pt x="148679" y="96091"/>
                  <a:pt x="152129" y="98962"/>
                </a:cubicBezTo>
                <a:cubicBezTo>
                  <a:pt x="155579" y="101833"/>
                  <a:pt x="160401" y="103268"/>
                  <a:pt x="166596" y="103268"/>
                </a:cubicBezTo>
                <a:cubicBezTo>
                  <a:pt x="172841" y="103268"/>
                  <a:pt x="177474" y="101996"/>
                  <a:pt x="180496" y="99453"/>
                </a:cubicBezTo>
                <a:cubicBezTo>
                  <a:pt x="183518" y="96910"/>
                  <a:pt x="185028" y="93926"/>
                  <a:pt x="185028" y="90501"/>
                </a:cubicBezTo>
                <a:cubicBezTo>
                  <a:pt x="185028" y="87429"/>
                  <a:pt x="183694" y="85012"/>
                  <a:pt x="181025" y="83249"/>
                </a:cubicBezTo>
                <a:cubicBezTo>
                  <a:pt x="179161" y="82040"/>
                  <a:pt x="174528" y="80504"/>
                  <a:pt x="167125" y="78641"/>
                </a:cubicBezTo>
                <a:cubicBezTo>
                  <a:pt x="157153" y="76123"/>
                  <a:pt x="150241" y="73944"/>
                  <a:pt x="146388" y="72106"/>
                </a:cubicBezTo>
                <a:cubicBezTo>
                  <a:pt x="142535" y="70268"/>
                  <a:pt x="139614" y="67725"/>
                  <a:pt x="137625" y="64476"/>
                </a:cubicBezTo>
                <a:cubicBezTo>
                  <a:pt x="135636" y="61228"/>
                  <a:pt x="134641" y="57640"/>
                  <a:pt x="134641" y="53711"/>
                </a:cubicBezTo>
                <a:cubicBezTo>
                  <a:pt x="134641" y="50136"/>
                  <a:pt x="135459" y="46824"/>
                  <a:pt x="137096" y="43777"/>
                </a:cubicBezTo>
                <a:cubicBezTo>
                  <a:pt x="138733" y="40731"/>
                  <a:pt x="140961" y="38200"/>
                  <a:pt x="143782" y="36185"/>
                </a:cubicBezTo>
                <a:cubicBezTo>
                  <a:pt x="145897" y="34624"/>
                  <a:pt x="148780" y="33302"/>
                  <a:pt x="152431" y="32219"/>
                </a:cubicBezTo>
                <a:cubicBezTo>
                  <a:pt x="156083" y="31137"/>
                  <a:pt x="159998" y="30595"/>
                  <a:pt x="164178" y="30595"/>
                </a:cubicBezTo>
                <a:cubicBezTo>
                  <a:pt x="170474" y="30595"/>
                  <a:pt x="176001" y="31502"/>
                  <a:pt x="180760" y="33315"/>
                </a:cubicBezTo>
                <a:cubicBezTo>
                  <a:pt x="185520" y="35128"/>
                  <a:pt x="189032" y="37583"/>
                  <a:pt x="191299" y="40680"/>
                </a:cubicBezTo>
                <a:cubicBezTo>
                  <a:pt x="193565" y="43777"/>
                  <a:pt x="195126" y="47920"/>
                  <a:pt x="195982" y="53107"/>
                </a:cubicBezTo>
                <a:lnTo>
                  <a:pt x="182687" y="54920"/>
                </a:lnTo>
                <a:cubicBezTo>
                  <a:pt x="182082" y="50790"/>
                  <a:pt x="180332" y="47567"/>
                  <a:pt x="177436" y="45251"/>
                </a:cubicBezTo>
                <a:cubicBezTo>
                  <a:pt x="174541" y="42934"/>
                  <a:pt x="170449" y="41776"/>
                  <a:pt x="165161" y="41776"/>
                </a:cubicBezTo>
                <a:cubicBezTo>
                  <a:pt x="158916" y="41776"/>
                  <a:pt x="154459" y="42808"/>
                  <a:pt x="151789" y="44873"/>
                </a:cubicBezTo>
                <a:cubicBezTo>
                  <a:pt x="149120" y="46938"/>
                  <a:pt x="147786" y="49355"/>
                  <a:pt x="147786" y="52125"/>
                </a:cubicBezTo>
                <a:cubicBezTo>
                  <a:pt x="147786" y="53888"/>
                  <a:pt x="148340" y="55474"/>
                  <a:pt x="149448" y="56884"/>
                </a:cubicBezTo>
                <a:cubicBezTo>
                  <a:pt x="150555" y="58345"/>
                  <a:pt x="152293" y="59553"/>
                  <a:pt x="154660" y="60510"/>
                </a:cubicBezTo>
                <a:cubicBezTo>
                  <a:pt x="156020" y="61014"/>
                  <a:pt x="160024" y="62172"/>
                  <a:pt x="166671" y="63985"/>
                </a:cubicBezTo>
                <a:cubicBezTo>
                  <a:pt x="176291" y="66554"/>
                  <a:pt x="183001" y="68656"/>
                  <a:pt x="186804" y="70293"/>
                </a:cubicBezTo>
                <a:cubicBezTo>
                  <a:pt x="190606" y="71930"/>
                  <a:pt x="193590" y="74310"/>
                  <a:pt x="195756" y="77432"/>
                </a:cubicBezTo>
                <a:cubicBezTo>
                  <a:pt x="197921" y="80555"/>
                  <a:pt x="199004" y="84432"/>
                  <a:pt x="199004" y="89066"/>
                </a:cubicBezTo>
                <a:cubicBezTo>
                  <a:pt x="199004" y="93598"/>
                  <a:pt x="197682" y="97867"/>
                  <a:pt x="195038" y="101870"/>
                </a:cubicBezTo>
                <a:cubicBezTo>
                  <a:pt x="192394" y="105874"/>
                  <a:pt x="188579" y="108971"/>
                  <a:pt x="183593" y="111162"/>
                </a:cubicBezTo>
                <a:cubicBezTo>
                  <a:pt x="178607" y="113353"/>
                  <a:pt x="172967" y="114448"/>
                  <a:pt x="166671" y="114448"/>
                </a:cubicBezTo>
                <a:cubicBezTo>
                  <a:pt x="156246" y="114448"/>
                  <a:pt x="148302" y="112283"/>
                  <a:pt x="142837" y="107952"/>
                </a:cubicBezTo>
                <a:cubicBezTo>
                  <a:pt x="137373" y="103620"/>
                  <a:pt x="133886" y="97199"/>
                  <a:pt x="132375" y="88688"/>
                </a:cubicBezTo>
                <a:close/>
                <a:moveTo>
                  <a:pt x="270090" y="86799"/>
                </a:moveTo>
                <a:lnTo>
                  <a:pt x="284142" y="88537"/>
                </a:lnTo>
                <a:cubicBezTo>
                  <a:pt x="281926" y="96746"/>
                  <a:pt x="277821" y="103117"/>
                  <a:pt x="271828" y="107649"/>
                </a:cubicBezTo>
                <a:cubicBezTo>
                  <a:pt x="265835" y="112182"/>
                  <a:pt x="258180" y="114448"/>
                  <a:pt x="248863" y="114448"/>
                </a:cubicBezTo>
                <a:cubicBezTo>
                  <a:pt x="237128" y="114448"/>
                  <a:pt x="227824" y="110835"/>
                  <a:pt x="220949" y="103608"/>
                </a:cubicBezTo>
                <a:cubicBezTo>
                  <a:pt x="214075" y="96381"/>
                  <a:pt x="210638" y="86245"/>
                  <a:pt x="210638" y="73202"/>
                </a:cubicBezTo>
                <a:cubicBezTo>
                  <a:pt x="210638" y="59705"/>
                  <a:pt x="214113" y="49229"/>
                  <a:pt x="221063" y="41776"/>
                </a:cubicBezTo>
                <a:cubicBezTo>
                  <a:pt x="228013" y="34322"/>
                  <a:pt x="237028" y="30595"/>
                  <a:pt x="248107" y="30595"/>
                </a:cubicBezTo>
                <a:cubicBezTo>
                  <a:pt x="258834" y="30595"/>
                  <a:pt x="267598" y="34246"/>
                  <a:pt x="274396" y="41549"/>
                </a:cubicBezTo>
                <a:cubicBezTo>
                  <a:pt x="281195" y="48851"/>
                  <a:pt x="284595" y="59125"/>
                  <a:pt x="284595" y="72371"/>
                </a:cubicBezTo>
                <a:cubicBezTo>
                  <a:pt x="284595" y="73176"/>
                  <a:pt x="284570" y="74385"/>
                  <a:pt x="284519" y="75997"/>
                </a:cubicBezTo>
                <a:lnTo>
                  <a:pt x="224689" y="75997"/>
                </a:lnTo>
                <a:cubicBezTo>
                  <a:pt x="225192" y="84810"/>
                  <a:pt x="227685" y="91559"/>
                  <a:pt x="232168" y="96242"/>
                </a:cubicBezTo>
                <a:cubicBezTo>
                  <a:pt x="236650" y="100926"/>
                  <a:pt x="242240" y="103268"/>
                  <a:pt x="248938" y="103268"/>
                </a:cubicBezTo>
                <a:cubicBezTo>
                  <a:pt x="253924" y="103268"/>
                  <a:pt x="258180" y="101959"/>
                  <a:pt x="261705" y="99340"/>
                </a:cubicBezTo>
                <a:cubicBezTo>
                  <a:pt x="265230" y="96721"/>
                  <a:pt x="268026" y="92541"/>
                  <a:pt x="270090" y="86799"/>
                </a:cubicBezTo>
                <a:moveTo>
                  <a:pt x="225444" y="64816"/>
                </a:moveTo>
                <a:lnTo>
                  <a:pt x="270242" y="64816"/>
                </a:lnTo>
                <a:cubicBezTo>
                  <a:pt x="269637" y="58068"/>
                  <a:pt x="267925" y="53006"/>
                  <a:pt x="265105" y="49632"/>
                </a:cubicBezTo>
                <a:cubicBezTo>
                  <a:pt x="260773" y="44394"/>
                  <a:pt x="255158" y="41776"/>
                  <a:pt x="248258" y="41776"/>
                </a:cubicBezTo>
                <a:cubicBezTo>
                  <a:pt x="242013" y="41776"/>
                  <a:pt x="236763" y="43866"/>
                  <a:pt x="232508" y="48046"/>
                </a:cubicBezTo>
                <a:cubicBezTo>
                  <a:pt x="228252" y="52226"/>
                  <a:pt x="225898" y="57816"/>
                  <a:pt x="225444" y="64816"/>
                </a:cubicBezTo>
                <a:close/>
                <a:moveTo>
                  <a:pt x="300436" y="112635"/>
                </a:moveTo>
                <a:lnTo>
                  <a:pt x="300436" y="32408"/>
                </a:lnTo>
                <a:lnTo>
                  <a:pt x="312674" y="32408"/>
                </a:lnTo>
                <a:lnTo>
                  <a:pt x="312674" y="44571"/>
                </a:lnTo>
                <a:cubicBezTo>
                  <a:pt x="315797" y="38880"/>
                  <a:pt x="318680" y="35128"/>
                  <a:pt x="321324" y="33315"/>
                </a:cubicBezTo>
                <a:cubicBezTo>
                  <a:pt x="323968" y="31502"/>
                  <a:pt x="326876" y="30595"/>
                  <a:pt x="330049" y="30595"/>
                </a:cubicBezTo>
                <a:cubicBezTo>
                  <a:pt x="334632" y="30595"/>
                  <a:pt x="339291" y="32056"/>
                  <a:pt x="344025" y="34977"/>
                </a:cubicBezTo>
                <a:lnTo>
                  <a:pt x="339341" y="47592"/>
                </a:lnTo>
                <a:cubicBezTo>
                  <a:pt x="336017" y="45628"/>
                  <a:pt x="332693" y="44646"/>
                  <a:pt x="329369" y="44646"/>
                </a:cubicBezTo>
                <a:cubicBezTo>
                  <a:pt x="326398" y="44646"/>
                  <a:pt x="323729" y="45540"/>
                  <a:pt x="321362" y="47328"/>
                </a:cubicBezTo>
                <a:cubicBezTo>
                  <a:pt x="318995" y="49116"/>
                  <a:pt x="317308" y="51596"/>
                  <a:pt x="316300" y="54769"/>
                </a:cubicBezTo>
                <a:cubicBezTo>
                  <a:pt x="314789" y="59604"/>
                  <a:pt x="314034" y="64892"/>
                  <a:pt x="314034" y="70633"/>
                </a:cubicBezTo>
                <a:lnTo>
                  <a:pt x="314034" y="112635"/>
                </a:lnTo>
                <a:lnTo>
                  <a:pt x="300436" y="112635"/>
                </a:lnTo>
                <a:close/>
                <a:moveTo>
                  <a:pt x="361067" y="145195"/>
                </a:moveTo>
                <a:lnTo>
                  <a:pt x="351322" y="145195"/>
                </a:lnTo>
                <a:cubicBezTo>
                  <a:pt x="366381" y="121021"/>
                  <a:pt x="373910" y="96822"/>
                  <a:pt x="373910" y="72597"/>
                </a:cubicBezTo>
                <a:cubicBezTo>
                  <a:pt x="373910" y="63129"/>
                  <a:pt x="372827" y="53737"/>
                  <a:pt x="370661" y="44420"/>
                </a:cubicBezTo>
                <a:cubicBezTo>
                  <a:pt x="368949" y="36865"/>
                  <a:pt x="366557" y="29613"/>
                  <a:pt x="363485" y="22663"/>
                </a:cubicBezTo>
                <a:cubicBezTo>
                  <a:pt x="361521" y="18130"/>
                  <a:pt x="357466" y="10576"/>
                  <a:pt x="351322" y="0"/>
                </a:cubicBezTo>
                <a:lnTo>
                  <a:pt x="361067" y="0"/>
                </a:lnTo>
                <a:cubicBezTo>
                  <a:pt x="370535" y="12641"/>
                  <a:pt x="377536" y="25332"/>
                  <a:pt x="382068" y="38074"/>
                </a:cubicBezTo>
                <a:cubicBezTo>
                  <a:pt x="385946" y="49053"/>
                  <a:pt x="387885" y="60536"/>
                  <a:pt x="387885" y="72522"/>
                </a:cubicBezTo>
                <a:cubicBezTo>
                  <a:pt x="387885" y="86120"/>
                  <a:pt x="385279" y="99264"/>
                  <a:pt x="380066" y="111955"/>
                </a:cubicBezTo>
                <a:cubicBezTo>
                  <a:pt x="374854" y="124647"/>
                  <a:pt x="368521" y="135726"/>
                  <a:pt x="361067" y="1451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8EAF4-5D17-4D60-BF68-E5EE9D76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159" y="4830251"/>
            <a:ext cx="969943" cy="417195"/>
          </a:xfrm>
          <a:custGeom xmlns:a="http://schemas.openxmlformats.org/drawingml/2006/main">
            <a:pathLst>
              <a:path w="969943" h="417195">
                <a:moveTo>
                  <a:pt x="0" y="417195"/>
                </a:moveTo>
                <a:lnTo>
                  <a:pt x="969943" y="417195"/>
                </a:lnTo>
                <a:lnTo>
                  <a:pt x="969943" y="0"/>
                </a:lnTo>
                <a:lnTo>
                  <a:pt x="0" y="0"/>
                </a:lnTo>
                <a:lnTo>
                  <a:pt x="0" y="4171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B90D3-D83A-472B-9FA7-57F5D547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159" y="4830251"/>
            <a:ext cx="969942" cy="417195"/>
          </a:xfrm>
          <a:custGeom xmlns:a="http://schemas.openxmlformats.org/drawingml/2006/main">
            <a:pathLst>
              <a:path w="969942" h="417195" fill="none">
                <a:moveTo>
                  <a:pt x="0" y="0"/>
                </a:moveTo>
                <a:lnTo>
                  <a:pt x="969942" y="0"/>
                </a:lnTo>
                <a:lnTo>
                  <a:pt x="969942" y="417195"/>
                </a:lnTo>
                <a:lnTo>
                  <a:pt x="0" y="4171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miter/>
          </a:ln>
        </p:spPr>
      </p:sp>
      <p:sp>
        <p:nvSpPr>
          <p:cNvPr id="69" name="Text CloakPT">
            <a:extLst xmlns:a="http://schemas.openxmlformats.org/drawingml/2006/main">
              <a:ext uri="{FF2B5EF4-FFF2-40B4-BE49-F238E27FC236}">
                <a16:creationId xmlns:a16="http://schemas.microsoft.com/office/drawing/2014/main" id="{5B62E6EF-3101-4530-A92F-5918A8E6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453" y="4880256"/>
            <a:ext cx="729388" cy="133611"/>
          </a:xfrm>
          <a:custGeom xmlns:a="http://schemas.openxmlformats.org/drawingml/2006/main">
            <a:pathLst>
              <a:path w="729388" h="133611">
                <a:moveTo>
                  <a:pt x="97124" y="86107"/>
                </a:moveTo>
                <a:lnTo>
                  <a:pt x="114222" y="90426"/>
                </a:lnTo>
                <a:cubicBezTo>
                  <a:pt x="110638" y="104468"/>
                  <a:pt x="104189" y="115177"/>
                  <a:pt x="94876" y="122550"/>
                </a:cubicBezTo>
                <a:cubicBezTo>
                  <a:pt x="85563" y="129924"/>
                  <a:pt x="74180" y="133611"/>
                  <a:pt x="60724" y="133611"/>
                </a:cubicBezTo>
                <a:cubicBezTo>
                  <a:pt x="46799" y="133611"/>
                  <a:pt x="35474" y="130776"/>
                  <a:pt x="26749" y="125106"/>
                </a:cubicBezTo>
                <a:cubicBezTo>
                  <a:pt x="18023" y="119436"/>
                  <a:pt x="11384" y="111225"/>
                  <a:pt x="6830" y="100473"/>
                </a:cubicBezTo>
                <a:cubicBezTo>
                  <a:pt x="2277" y="89720"/>
                  <a:pt x="0" y="78175"/>
                  <a:pt x="0" y="65836"/>
                </a:cubicBezTo>
                <a:cubicBezTo>
                  <a:pt x="0" y="52381"/>
                  <a:pt x="2571" y="40644"/>
                  <a:pt x="7712" y="30627"/>
                </a:cubicBezTo>
                <a:cubicBezTo>
                  <a:pt x="12853" y="20609"/>
                  <a:pt x="20168" y="13000"/>
                  <a:pt x="29657" y="7800"/>
                </a:cubicBezTo>
                <a:cubicBezTo>
                  <a:pt x="39146" y="2600"/>
                  <a:pt x="49590" y="0"/>
                  <a:pt x="60989" y="0"/>
                </a:cubicBezTo>
                <a:cubicBezTo>
                  <a:pt x="73915" y="0"/>
                  <a:pt x="84785" y="3290"/>
                  <a:pt x="93598" y="9871"/>
                </a:cubicBezTo>
                <a:cubicBezTo>
                  <a:pt x="102412" y="16452"/>
                  <a:pt x="108552" y="25706"/>
                  <a:pt x="112018" y="37633"/>
                </a:cubicBezTo>
                <a:lnTo>
                  <a:pt x="95185" y="41599"/>
                </a:lnTo>
                <a:cubicBezTo>
                  <a:pt x="92188" y="32198"/>
                  <a:pt x="87840" y="25353"/>
                  <a:pt x="82141" y="21064"/>
                </a:cubicBezTo>
                <a:cubicBezTo>
                  <a:pt x="76442" y="16775"/>
                  <a:pt x="69273" y="14630"/>
                  <a:pt x="60636" y="14630"/>
                </a:cubicBezTo>
                <a:cubicBezTo>
                  <a:pt x="50706" y="14630"/>
                  <a:pt x="42407" y="17010"/>
                  <a:pt x="35738" y="21769"/>
                </a:cubicBezTo>
                <a:cubicBezTo>
                  <a:pt x="29070" y="26528"/>
                  <a:pt x="24384" y="32918"/>
                  <a:pt x="21681" y="40938"/>
                </a:cubicBezTo>
                <a:cubicBezTo>
                  <a:pt x="18978" y="48958"/>
                  <a:pt x="17627" y="57228"/>
                  <a:pt x="17627" y="65748"/>
                </a:cubicBezTo>
                <a:cubicBezTo>
                  <a:pt x="17627" y="76735"/>
                  <a:pt x="19228" y="86327"/>
                  <a:pt x="22430" y="94524"/>
                </a:cubicBezTo>
                <a:cubicBezTo>
                  <a:pt x="25632" y="102720"/>
                  <a:pt x="30612" y="108846"/>
                  <a:pt x="37369" y="112900"/>
                </a:cubicBezTo>
                <a:cubicBezTo>
                  <a:pt x="44126" y="116954"/>
                  <a:pt x="51441" y="118981"/>
                  <a:pt x="59314" y="118981"/>
                </a:cubicBezTo>
                <a:cubicBezTo>
                  <a:pt x="68891" y="118981"/>
                  <a:pt x="77000" y="116219"/>
                  <a:pt x="83639" y="110696"/>
                </a:cubicBezTo>
                <a:cubicBezTo>
                  <a:pt x="90279" y="105173"/>
                  <a:pt x="94773" y="96977"/>
                  <a:pt x="97124" y="86107"/>
                </a:cubicBezTo>
                <a:close/>
                <a:moveTo>
                  <a:pt x="133092" y="131408"/>
                </a:moveTo>
                <a:lnTo>
                  <a:pt x="133092" y="2203"/>
                </a:lnTo>
                <a:lnTo>
                  <a:pt x="148956" y="2203"/>
                </a:lnTo>
                <a:lnTo>
                  <a:pt x="148956" y="131408"/>
                </a:lnTo>
                <a:lnTo>
                  <a:pt x="133092" y="131408"/>
                </a:lnTo>
                <a:close/>
                <a:moveTo>
                  <a:pt x="167827" y="84609"/>
                </a:moveTo>
                <a:cubicBezTo>
                  <a:pt x="167827" y="67276"/>
                  <a:pt x="172645" y="54437"/>
                  <a:pt x="182281" y="46094"/>
                </a:cubicBezTo>
                <a:cubicBezTo>
                  <a:pt x="190331" y="39161"/>
                  <a:pt x="200143" y="35694"/>
                  <a:pt x="211718" y="35694"/>
                </a:cubicBezTo>
                <a:cubicBezTo>
                  <a:pt x="224586" y="35694"/>
                  <a:pt x="235103" y="39910"/>
                  <a:pt x="243270" y="48342"/>
                </a:cubicBezTo>
                <a:cubicBezTo>
                  <a:pt x="251437" y="56773"/>
                  <a:pt x="255521" y="68421"/>
                  <a:pt x="255521" y="83287"/>
                </a:cubicBezTo>
                <a:cubicBezTo>
                  <a:pt x="255521" y="95332"/>
                  <a:pt x="253714" y="104806"/>
                  <a:pt x="250100" y="111710"/>
                </a:cubicBezTo>
                <a:cubicBezTo>
                  <a:pt x="246487" y="118614"/>
                  <a:pt x="241228" y="123975"/>
                  <a:pt x="234324" y="127794"/>
                </a:cubicBezTo>
                <a:cubicBezTo>
                  <a:pt x="227421" y="131614"/>
                  <a:pt x="219885" y="133523"/>
                  <a:pt x="211718" y="133523"/>
                </a:cubicBezTo>
                <a:cubicBezTo>
                  <a:pt x="198616" y="133523"/>
                  <a:pt x="188025" y="129322"/>
                  <a:pt x="179946" y="120920"/>
                </a:cubicBezTo>
                <a:cubicBezTo>
                  <a:pt x="171867" y="112518"/>
                  <a:pt x="167827" y="100414"/>
                  <a:pt x="167827" y="84609"/>
                </a:cubicBezTo>
                <a:moveTo>
                  <a:pt x="184132" y="84609"/>
                </a:moveTo>
                <a:cubicBezTo>
                  <a:pt x="184132" y="96595"/>
                  <a:pt x="186747" y="105570"/>
                  <a:pt x="191976" y="111534"/>
                </a:cubicBezTo>
                <a:cubicBezTo>
                  <a:pt x="197205" y="117497"/>
                  <a:pt x="203786" y="120479"/>
                  <a:pt x="211718" y="120479"/>
                </a:cubicBezTo>
                <a:cubicBezTo>
                  <a:pt x="219591" y="120479"/>
                  <a:pt x="226143" y="117483"/>
                  <a:pt x="231372" y="111490"/>
                </a:cubicBezTo>
                <a:cubicBezTo>
                  <a:pt x="236601" y="105496"/>
                  <a:pt x="239216" y="96360"/>
                  <a:pt x="239216" y="84080"/>
                </a:cubicBezTo>
                <a:cubicBezTo>
                  <a:pt x="239216" y="72505"/>
                  <a:pt x="236587" y="63736"/>
                  <a:pt x="231328" y="57772"/>
                </a:cubicBezTo>
                <a:cubicBezTo>
                  <a:pt x="226069" y="51808"/>
                  <a:pt x="219533" y="48826"/>
                  <a:pt x="211718" y="48826"/>
                </a:cubicBezTo>
                <a:cubicBezTo>
                  <a:pt x="203786" y="48826"/>
                  <a:pt x="197205" y="51793"/>
                  <a:pt x="191976" y="57728"/>
                </a:cubicBezTo>
                <a:cubicBezTo>
                  <a:pt x="186747" y="63662"/>
                  <a:pt x="184132" y="72622"/>
                  <a:pt x="184132" y="84609"/>
                </a:cubicBezTo>
                <a:close/>
                <a:moveTo>
                  <a:pt x="334661" y="119862"/>
                </a:moveTo>
                <a:cubicBezTo>
                  <a:pt x="328785" y="124857"/>
                  <a:pt x="323130" y="128382"/>
                  <a:pt x="317695" y="130438"/>
                </a:cubicBezTo>
                <a:cubicBezTo>
                  <a:pt x="312260" y="132495"/>
                  <a:pt x="306429" y="133523"/>
                  <a:pt x="300200" y="133523"/>
                </a:cubicBezTo>
                <a:cubicBezTo>
                  <a:pt x="289918" y="133523"/>
                  <a:pt x="282015" y="131011"/>
                  <a:pt x="276492" y="125988"/>
                </a:cubicBezTo>
                <a:cubicBezTo>
                  <a:pt x="270969" y="120964"/>
                  <a:pt x="268208" y="114545"/>
                  <a:pt x="268208" y="106730"/>
                </a:cubicBezTo>
                <a:cubicBezTo>
                  <a:pt x="268208" y="102147"/>
                  <a:pt x="269251" y="97961"/>
                  <a:pt x="271337" y="94171"/>
                </a:cubicBezTo>
                <a:cubicBezTo>
                  <a:pt x="273422" y="90381"/>
                  <a:pt x="276155" y="87341"/>
                  <a:pt x="279533" y="85049"/>
                </a:cubicBezTo>
                <a:cubicBezTo>
                  <a:pt x="282912" y="82758"/>
                  <a:pt x="286716" y="81025"/>
                  <a:pt x="290946" y="79849"/>
                </a:cubicBezTo>
                <a:cubicBezTo>
                  <a:pt x="294060" y="79027"/>
                  <a:pt x="298761" y="78234"/>
                  <a:pt x="305048" y="77470"/>
                </a:cubicBezTo>
                <a:cubicBezTo>
                  <a:pt x="317857" y="75942"/>
                  <a:pt x="327287" y="74121"/>
                  <a:pt x="333339" y="72006"/>
                </a:cubicBezTo>
                <a:cubicBezTo>
                  <a:pt x="333398" y="69832"/>
                  <a:pt x="333427" y="68451"/>
                  <a:pt x="333427" y="67863"/>
                </a:cubicBezTo>
                <a:cubicBezTo>
                  <a:pt x="333427" y="61400"/>
                  <a:pt x="331929" y="56846"/>
                  <a:pt x="328932" y="54202"/>
                </a:cubicBezTo>
                <a:cubicBezTo>
                  <a:pt x="324878" y="50618"/>
                  <a:pt x="318856" y="48826"/>
                  <a:pt x="310865" y="48826"/>
                </a:cubicBezTo>
                <a:cubicBezTo>
                  <a:pt x="303403" y="48826"/>
                  <a:pt x="297894" y="50134"/>
                  <a:pt x="294340" y="52748"/>
                </a:cubicBezTo>
                <a:cubicBezTo>
                  <a:pt x="290785" y="55363"/>
                  <a:pt x="288155" y="59990"/>
                  <a:pt x="286452" y="66629"/>
                </a:cubicBezTo>
                <a:lnTo>
                  <a:pt x="270940" y="64514"/>
                </a:lnTo>
                <a:cubicBezTo>
                  <a:pt x="272350" y="57875"/>
                  <a:pt x="274671" y="52513"/>
                  <a:pt x="277903" y="48430"/>
                </a:cubicBezTo>
                <a:cubicBezTo>
                  <a:pt x="281134" y="44346"/>
                  <a:pt x="285805" y="41203"/>
                  <a:pt x="291916" y="38999"/>
                </a:cubicBezTo>
                <a:cubicBezTo>
                  <a:pt x="298027" y="36796"/>
                  <a:pt x="305107" y="35694"/>
                  <a:pt x="313156" y="35694"/>
                </a:cubicBezTo>
                <a:cubicBezTo>
                  <a:pt x="321147" y="35694"/>
                  <a:pt x="327640" y="36634"/>
                  <a:pt x="332634" y="38515"/>
                </a:cubicBezTo>
                <a:cubicBezTo>
                  <a:pt x="337628" y="40395"/>
                  <a:pt x="341300" y="42760"/>
                  <a:pt x="343651" y="45609"/>
                </a:cubicBezTo>
                <a:cubicBezTo>
                  <a:pt x="346001" y="48459"/>
                  <a:pt x="347646" y="52058"/>
                  <a:pt x="348586" y="56406"/>
                </a:cubicBezTo>
                <a:cubicBezTo>
                  <a:pt x="349115" y="59109"/>
                  <a:pt x="349379" y="63985"/>
                  <a:pt x="349379" y="71036"/>
                </a:cubicBezTo>
                <a:lnTo>
                  <a:pt x="349379" y="92188"/>
                </a:lnTo>
                <a:cubicBezTo>
                  <a:pt x="349379" y="106936"/>
                  <a:pt x="349717" y="116264"/>
                  <a:pt x="350393" y="120171"/>
                </a:cubicBezTo>
                <a:cubicBezTo>
                  <a:pt x="351069" y="124078"/>
                  <a:pt x="352405" y="127824"/>
                  <a:pt x="354403" y="131408"/>
                </a:cubicBezTo>
                <a:lnTo>
                  <a:pt x="337834" y="131408"/>
                </a:lnTo>
                <a:cubicBezTo>
                  <a:pt x="336189" y="128118"/>
                  <a:pt x="335131" y="124269"/>
                  <a:pt x="334661" y="119862"/>
                </a:cubicBezTo>
                <a:moveTo>
                  <a:pt x="333339" y="84432"/>
                </a:moveTo>
                <a:cubicBezTo>
                  <a:pt x="327581" y="86783"/>
                  <a:pt x="318944" y="88780"/>
                  <a:pt x="307427" y="90426"/>
                </a:cubicBezTo>
                <a:cubicBezTo>
                  <a:pt x="300906" y="91366"/>
                  <a:pt x="296293" y="92423"/>
                  <a:pt x="293590" y="93598"/>
                </a:cubicBezTo>
                <a:cubicBezTo>
                  <a:pt x="290888" y="94773"/>
                  <a:pt x="288802" y="96492"/>
                  <a:pt x="287333" y="98754"/>
                </a:cubicBezTo>
                <a:cubicBezTo>
                  <a:pt x="285864" y="101016"/>
                  <a:pt x="285130" y="103528"/>
                  <a:pt x="285130" y="106290"/>
                </a:cubicBezTo>
                <a:cubicBezTo>
                  <a:pt x="285130" y="110520"/>
                  <a:pt x="286731" y="114045"/>
                  <a:pt x="289933" y="116866"/>
                </a:cubicBezTo>
                <a:cubicBezTo>
                  <a:pt x="293135" y="119686"/>
                  <a:pt x="297821" y="121096"/>
                  <a:pt x="303990" y="121096"/>
                </a:cubicBezTo>
                <a:cubicBezTo>
                  <a:pt x="310101" y="121096"/>
                  <a:pt x="315536" y="119759"/>
                  <a:pt x="320295" y="117086"/>
                </a:cubicBezTo>
                <a:cubicBezTo>
                  <a:pt x="325054" y="114413"/>
                  <a:pt x="328550" y="110755"/>
                  <a:pt x="330783" y="106113"/>
                </a:cubicBezTo>
                <a:cubicBezTo>
                  <a:pt x="332487" y="102529"/>
                  <a:pt x="333339" y="97241"/>
                  <a:pt x="333339" y="90249"/>
                </a:cubicBezTo>
                <a:lnTo>
                  <a:pt x="333339" y="84432"/>
                </a:lnTo>
                <a:close/>
                <a:moveTo>
                  <a:pt x="373524" y="131408"/>
                </a:moveTo>
                <a:lnTo>
                  <a:pt x="373524" y="2203"/>
                </a:lnTo>
                <a:lnTo>
                  <a:pt x="389388" y="2203"/>
                </a:lnTo>
                <a:lnTo>
                  <a:pt x="389388" y="75883"/>
                </a:lnTo>
                <a:lnTo>
                  <a:pt x="426933" y="37810"/>
                </a:lnTo>
                <a:lnTo>
                  <a:pt x="447469" y="37810"/>
                </a:lnTo>
                <a:lnTo>
                  <a:pt x="411686" y="72534"/>
                </a:lnTo>
                <a:lnTo>
                  <a:pt x="451082" y="131408"/>
                </a:lnTo>
                <a:lnTo>
                  <a:pt x="431516" y="131408"/>
                </a:lnTo>
                <a:lnTo>
                  <a:pt x="400581" y="83551"/>
                </a:lnTo>
                <a:lnTo>
                  <a:pt x="389388" y="94303"/>
                </a:lnTo>
                <a:lnTo>
                  <a:pt x="389388" y="131408"/>
                </a:lnTo>
                <a:lnTo>
                  <a:pt x="373524" y="131408"/>
                </a:lnTo>
                <a:close/>
                <a:moveTo>
                  <a:pt x="515809" y="131408"/>
                </a:moveTo>
                <a:lnTo>
                  <a:pt x="515809" y="2203"/>
                </a:lnTo>
                <a:lnTo>
                  <a:pt x="564548" y="2203"/>
                </a:lnTo>
                <a:cubicBezTo>
                  <a:pt x="573126" y="2203"/>
                  <a:pt x="579677" y="2615"/>
                  <a:pt x="584201" y="3437"/>
                </a:cubicBezTo>
                <a:cubicBezTo>
                  <a:pt x="590547" y="4495"/>
                  <a:pt x="595864" y="6507"/>
                  <a:pt x="600154" y="9474"/>
                </a:cubicBezTo>
                <a:cubicBezTo>
                  <a:pt x="604443" y="12442"/>
                  <a:pt x="607895" y="16599"/>
                  <a:pt x="610509" y="21945"/>
                </a:cubicBezTo>
                <a:cubicBezTo>
                  <a:pt x="613124" y="27292"/>
                  <a:pt x="614431" y="33168"/>
                  <a:pt x="614431" y="39572"/>
                </a:cubicBezTo>
                <a:cubicBezTo>
                  <a:pt x="614431" y="50560"/>
                  <a:pt x="610935" y="59858"/>
                  <a:pt x="603943" y="67467"/>
                </a:cubicBezTo>
                <a:cubicBezTo>
                  <a:pt x="596951" y="75076"/>
                  <a:pt x="584319" y="78880"/>
                  <a:pt x="566046" y="78880"/>
                </a:cubicBezTo>
                <a:lnTo>
                  <a:pt x="532907" y="78880"/>
                </a:lnTo>
                <a:lnTo>
                  <a:pt x="532907" y="131408"/>
                </a:lnTo>
                <a:lnTo>
                  <a:pt x="515809" y="131408"/>
                </a:lnTo>
                <a:moveTo>
                  <a:pt x="532907" y="63633"/>
                </a:moveTo>
                <a:lnTo>
                  <a:pt x="566310" y="63633"/>
                </a:lnTo>
                <a:cubicBezTo>
                  <a:pt x="577356" y="63633"/>
                  <a:pt x="585200" y="61576"/>
                  <a:pt x="589842" y="57463"/>
                </a:cubicBezTo>
                <a:cubicBezTo>
                  <a:pt x="594484" y="53350"/>
                  <a:pt x="596805" y="47563"/>
                  <a:pt x="596805" y="40101"/>
                </a:cubicBezTo>
                <a:cubicBezTo>
                  <a:pt x="596805" y="34695"/>
                  <a:pt x="595439" y="30068"/>
                  <a:pt x="592706" y="26220"/>
                </a:cubicBezTo>
                <a:cubicBezTo>
                  <a:pt x="589974" y="22371"/>
                  <a:pt x="586375" y="19830"/>
                  <a:pt x="581910" y="18596"/>
                </a:cubicBezTo>
                <a:cubicBezTo>
                  <a:pt x="579031" y="17832"/>
                  <a:pt x="573713" y="17451"/>
                  <a:pt x="565958" y="17451"/>
                </a:cubicBezTo>
                <a:lnTo>
                  <a:pt x="532907" y="17451"/>
                </a:lnTo>
                <a:lnTo>
                  <a:pt x="532907" y="63633"/>
                </a:lnTo>
                <a:close/>
                <a:moveTo>
                  <a:pt x="669545" y="131408"/>
                </a:moveTo>
                <a:lnTo>
                  <a:pt x="669545" y="17451"/>
                </a:lnTo>
                <a:lnTo>
                  <a:pt x="626977" y="17451"/>
                </a:lnTo>
                <a:lnTo>
                  <a:pt x="626977" y="2203"/>
                </a:lnTo>
                <a:lnTo>
                  <a:pt x="729388" y="2203"/>
                </a:lnTo>
                <a:lnTo>
                  <a:pt x="729388" y="17451"/>
                </a:lnTo>
                <a:lnTo>
                  <a:pt x="686643" y="17451"/>
                </a:lnTo>
                <a:lnTo>
                  <a:pt x="686643" y="131408"/>
                </a:lnTo>
                <a:lnTo>
                  <a:pt x="669545" y="1314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(encrypted)">
            <a:extLst xmlns:a="http://schemas.openxmlformats.org/drawingml/2006/main">
              <a:ext uri="{FF2B5EF4-FFF2-40B4-BE49-F238E27FC236}">
                <a16:creationId xmlns:a16="http://schemas.microsoft.com/office/drawing/2014/main" id="{447033A3-E22C-4DC3-BD56-7E71B1D6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492" y="5066119"/>
            <a:ext cx="765014" cy="145195"/>
          </a:xfrm>
          <a:custGeom xmlns:a="http://schemas.openxmlformats.org/drawingml/2006/main">
            <a:pathLst>
              <a:path w="765014" h="145195">
                <a:moveTo>
                  <a:pt x="26818" y="145195"/>
                </a:moveTo>
                <a:cubicBezTo>
                  <a:pt x="19314" y="135726"/>
                  <a:pt x="12968" y="124647"/>
                  <a:pt x="7781" y="111955"/>
                </a:cubicBezTo>
                <a:cubicBezTo>
                  <a:pt x="2594" y="99264"/>
                  <a:pt x="0" y="86120"/>
                  <a:pt x="0" y="72522"/>
                </a:cubicBezTo>
                <a:cubicBezTo>
                  <a:pt x="0" y="60536"/>
                  <a:pt x="1939" y="49053"/>
                  <a:pt x="5817" y="38074"/>
                </a:cubicBezTo>
                <a:cubicBezTo>
                  <a:pt x="10349" y="25332"/>
                  <a:pt x="17350" y="12641"/>
                  <a:pt x="26818" y="0"/>
                </a:cubicBezTo>
                <a:lnTo>
                  <a:pt x="36563" y="0"/>
                </a:lnTo>
                <a:cubicBezTo>
                  <a:pt x="30469" y="10475"/>
                  <a:pt x="26440" y="17954"/>
                  <a:pt x="24476" y="22436"/>
                </a:cubicBezTo>
                <a:cubicBezTo>
                  <a:pt x="21404" y="29386"/>
                  <a:pt x="18987" y="36639"/>
                  <a:pt x="17224" y="44193"/>
                </a:cubicBezTo>
                <a:cubicBezTo>
                  <a:pt x="15058" y="53611"/>
                  <a:pt x="13976" y="63079"/>
                  <a:pt x="13976" y="72597"/>
                </a:cubicBezTo>
                <a:cubicBezTo>
                  <a:pt x="13976" y="96822"/>
                  <a:pt x="21505" y="121021"/>
                  <a:pt x="36563" y="145195"/>
                </a:cubicBezTo>
                <a:lnTo>
                  <a:pt x="26818" y="145195"/>
                </a:lnTo>
                <a:close/>
                <a:moveTo>
                  <a:pt x="107317" y="86799"/>
                </a:moveTo>
                <a:lnTo>
                  <a:pt x="121368" y="88537"/>
                </a:lnTo>
                <a:cubicBezTo>
                  <a:pt x="119152" y="96746"/>
                  <a:pt x="115048" y="103117"/>
                  <a:pt x="109054" y="107649"/>
                </a:cubicBezTo>
                <a:cubicBezTo>
                  <a:pt x="103061" y="112182"/>
                  <a:pt x="95406" y="114448"/>
                  <a:pt x="86089" y="114448"/>
                </a:cubicBezTo>
                <a:cubicBezTo>
                  <a:pt x="74355" y="114448"/>
                  <a:pt x="65050" y="110835"/>
                  <a:pt x="58176" y="103608"/>
                </a:cubicBezTo>
                <a:cubicBezTo>
                  <a:pt x="51301" y="96381"/>
                  <a:pt x="47864" y="86245"/>
                  <a:pt x="47864" y="73202"/>
                </a:cubicBezTo>
                <a:cubicBezTo>
                  <a:pt x="47864" y="59705"/>
                  <a:pt x="51339" y="49229"/>
                  <a:pt x="58289" y="41776"/>
                </a:cubicBezTo>
                <a:cubicBezTo>
                  <a:pt x="65239" y="34322"/>
                  <a:pt x="74254" y="30595"/>
                  <a:pt x="85334" y="30595"/>
                </a:cubicBezTo>
                <a:cubicBezTo>
                  <a:pt x="96061" y="30595"/>
                  <a:pt x="104824" y="34246"/>
                  <a:pt x="111623" y="41549"/>
                </a:cubicBezTo>
                <a:cubicBezTo>
                  <a:pt x="118422" y="48851"/>
                  <a:pt x="121821" y="59125"/>
                  <a:pt x="121821" y="72371"/>
                </a:cubicBezTo>
                <a:cubicBezTo>
                  <a:pt x="121821" y="73176"/>
                  <a:pt x="121796" y="74385"/>
                  <a:pt x="121746" y="75997"/>
                </a:cubicBezTo>
                <a:lnTo>
                  <a:pt x="61915" y="75997"/>
                </a:lnTo>
                <a:cubicBezTo>
                  <a:pt x="62419" y="84810"/>
                  <a:pt x="64912" y="91559"/>
                  <a:pt x="69394" y="96242"/>
                </a:cubicBezTo>
                <a:cubicBezTo>
                  <a:pt x="73876" y="100926"/>
                  <a:pt x="79467" y="103268"/>
                  <a:pt x="86165" y="103268"/>
                </a:cubicBezTo>
                <a:cubicBezTo>
                  <a:pt x="91151" y="103268"/>
                  <a:pt x="95406" y="101959"/>
                  <a:pt x="98932" y="99340"/>
                </a:cubicBezTo>
                <a:cubicBezTo>
                  <a:pt x="102457" y="96721"/>
                  <a:pt x="105252" y="92541"/>
                  <a:pt x="107317" y="86799"/>
                </a:cubicBezTo>
                <a:moveTo>
                  <a:pt x="62671" y="64816"/>
                </a:moveTo>
                <a:lnTo>
                  <a:pt x="107468" y="64816"/>
                </a:lnTo>
                <a:cubicBezTo>
                  <a:pt x="106864" y="58068"/>
                  <a:pt x="105151" y="53006"/>
                  <a:pt x="102331" y="49632"/>
                </a:cubicBezTo>
                <a:cubicBezTo>
                  <a:pt x="98000" y="44394"/>
                  <a:pt x="92385" y="41776"/>
                  <a:pt x="85485" y="41776"/>
                </a:cubicBezTo>
                <a:cubicBezTo>
                  <a:pt x="79240" y="41776"/>
                  <a:pt x="73990" y="43866"/>
                  <a:pt x="69734" y="48046"/>
                </a:cubicBezTo>
                <a:cubicBezTo>
                  <a:pt x="65478" y="52226"/>
                  <a:pt x="63124" y="57816"/>
                  <a:pt x="62671" y="64816"/>
                </a:cubicBezTo>
                <a:close/>
                <a:moveTo>
                  <a:pt x="137814" y="112635"/>
                </a:moveTo>
                <a:lnTo>
                  <a:pt x="137814" y="32408"/>
                </a:lnTo>
                <a:lnTo>
                  <a:pt x="150052" y="32408"/>
                </a:lnTo>
                <a:lnTo>
                  <a:pt x="150052" y="43815"/>
                </a:lnTo>
                <a:cubicBezTo>
                  <a:pt x="155944" y="35002"/>
                  <a:pt x="164455" y="30595"/>
                  <a:pt x="175586" y="30595"/>
                </a:cubicBezTo>
                <a:cubicBezTo>
                  <a:pt x="180420" y="30595"/>
                  <a:pt x="184865" y="31464"/>
                  <a:pt x="188919" y="33201"/>
                </a:cubicBezTo>
                <a:cubicBezTo>
                  <a:pt x="192973" y="34939"/>
                  <a:pt x="196007" y="37218"/>
                  <a:pt x="198022" y="40038"/>
                </a:cubicBezTo>
                <a:cubicBezTo>
                  <a:pt x="200036" y="42858"/>
                  <a:pt x="201447" y="46207"/>
                  <a:pt x="202252" y="50085"/>
                </a:cubicBezTo>
                <a:cubicBezTo>
                  <a:pt x="202756" y="52603"/>
                  <a:pt x="203008" y="57010"/>
                  <a:pt x="203008" y="63305"/>
                </a:cubicBezTo>
                <a:lnTo>
                  <a:pt x="203008" y="112635"/>
                </a:lnTo>
                <a:lnTo>
                  <a:pt x="189410" y="112635"/>
                </a:lnTo>
                <a:lnTo>
                  <a:pt x="189410" y="63834"/>
                </a:lnTo>
                <a:cubicBezTo>
                  <a:pt x="189410" y="58294"/>
                  <a:pt x="188881" y="54152"/>
                  <a:pt x="187824" y="51407"/>
                </a:cubicBezTo>
                <a:cubicBezTo>
                  <a:pt x="186766" y="48663"/>
                  <a:pt x="184890" y="46472"/>
                  <a:pt x="182196" y="44835"/>
                </a:cubicBezTo>
                <a:cubicBezTo>
                  <a:pt x="179501" y="43198"/>
                  <a:pt x="176341" y="42380"/>
                  <a:pt x="172715" y="42380"/>
                </a:cubicBezTo>
                <a:cubicBezTo>
                  <a:pt x="166923" y="42380"/>
                  <a:pt x="161925" y="44218"/>
                  <a:pt x="157720" y="47895"/>
                </a:cubicBezTo>
                <a:cubicBezTo>
                  <a:pt x="153514" y="51571"/>
                  <a:pt x="151412" y="58546"/>
                  <a:pt x="151412" y="68820"/>
                </a:cubicBezTo>
                <a:lnTo>
                  <a:pt x="151412" y="112635"/>
                </a:lnTo>
                <a:lnTo>
                  <a:pt x="137814" y="112635"/>
                </a:lnTo>
                <a:close/>
                <a:moveTo>
                  <a:pt x="275583" y="83249"/>
                </a:moveTo>
                <a:lnTo>
                  <a:pt x="288954" y="84986"/>
                </a:lnTo>
                <a:cubicBezTo>
                  <a:pt x="287493" y="94203"/>
                  <a:pt x="283754" y="101417"/>
                  <a:pt x="277736" y="106630"/>
                </a:cubicBezTo>
                <a:cubicBezTo>
                  <a:pt x="271717" y="111842"/>
                  <a:pt x="264327" y="114448"/>
                  <a:pt x="255564" y="114448"/>
                </a:cubicBezTo>
                <a:cubicBezTo>
                  <a:pt x="244585" y="114448"/>
                  <a:pt x="235759" y="110860"/>
                  <a:pt x="229086" y="103683"/>
                </a:cubicBezTo>
                <a:cubicBezTo>
                  <a:pt x="222413" y="96507"/>
                  <a:pt x="219076" y="86220"/>
                  <a:pt x="219076" y="72824"/>
                </a:cubicBezTo>
                <a:cubicBezTo>
                  <a:pt x="219076" y="64162"/>
                  <a:pt x="220511" y="56582"/>
                  <a:pt x="223382" y="50085"/>
                </a:cubicBezTo>
                <a:cubicBezTo>
                  <a:pt x="226253" y="43589"/>
                  <a:pt x="230622" y="38716"/>
                  <a:pt x="236489" y="35468"/>
                </a:cubicBezTo>
                <a:cubicBezTo>
                  <a:pt x="242356" y="32219"/>
                  <a:pt x="248740" y="30595"/>
                  <a:pt x="255639" y="30595"/>
                </a:cubicBezTo>
                <a:cubicBezTo>
                  <a:pt x="264352" y="30595"/>
                  <a:pt x="271478" y="32798"/>
                  <a:pt x="277018" y="37205"/>
                </a:cubicBezTo>
                <a:cubicBezTo>
                  <a:pt x="282558" y="41612"/>
                  <a:pt x="286108" y="47869"/>
                  <a:pt x="287670" y="55978"/>
                </a:cubicBezTo>
                <a:lnTo>
                  <a:pt x="274450" y="58017"/>
                </a:lnTo>
                <a:cubicBezTo>
                  <a:pt x="273190" y="52629"/>
                  <a:pt x="270962" y="48574"/>
                  <a:pt x="267764" y="45855"/>
                </a:cubicBezTo>
                <a:cubicBezTo>
                  <a:pt x="264566" y="43135"/>
                  <a:pt x="260701" y="41776"/>
                  <a:pt x="256168" y="41776"/>
                </a:cubicBezTo>
                <a:cubicBezTo>
                  <a:pt x="249319" y="41776"/>
                  <a:pt x="243754" y="44231"/>
                  <a:pt x="239473" y="49141"/>
                </a:cubicBezTo>
                <a:cubicBezTo>
                  <a:pt x="235192" y="54051"/>
                  <a:pt x="233052" y="61820"/>
                  <a:pt x="233052" y="72446"/>
                </a:cubicBezTo>
                <a:cubicBezTo>
                  <a:pt x="233052" y="83224"/>
                  <a:pt x="235117" y="91055"/>
                  <a:pt x="239246" y="95940"/>
                </a:cubicBezTo>
                <a:cubicBezTo>
                  <a:pt x="243376" y="100825"/>
                  <a:pt x="248765" y="103268"/>
                  <a:pt x="255413" y="103268"/>
                </a:cubicBezTo>
                <a:cubicBezTo>
                  <a:pt x="260751" y="103268"/>
                  <a:pt x="265208" y="101631"/>
                  <a:pt x="268784" y="98358"/>
                </a:cubicBezTo>
                <a:cubicBezTo>
                  <a:pt x="272359" y="95084"/>
                  <a:pt x="274626" y="90048"/>
                  <a:pt x="275583" y="83249"/>
                </a:cubicBezTo>
                <a:close/>
                <a:moveTo>
                  <a:pt x="300436" y="112635"/>
                </a:moveTo>
                <a:lnTo>
                  <a:pt x="300436" y="32408"/>
                </a:lnTo>
                <a:lnTo>
                  <a:pt x="312674" y="32408"/>
                </a:lnTo>
                <a:lnTo>
                  <a:pt x="312674" y="44571"/>
                </a:lnTo>
                <a:cubicBezTo>
                  <a:pt x="315797" y="38880"/>
                  <a:pt x="318680" y="35128"/>
                  <a:pt x="321324" y="33315"/>
                </a:cubicBezTo>
                <a:cubicBezTo>
                  <a:pt x="323968" y="31502"/>
                  <a:pt x="326876" y="30595"/>
                  <a:pt x="330049" y="30595"/>
                </a:cubicBezTo>
                <a:cubicBezTo>
                  <a:pt x="334632" y="30595"/>
                  <a:pt x="339291" y="32056"/>
                  <a:pt x="344025" y="34977"/>
                </a:cubicBezTo>
                <a:lnTo>
                  <a:pt x="339341" y="47592"/>
                </a:lnTo>
                <a:cubicBezTo>
                  <a:pt x="336017" y="45628"/>
                  <a:pt x="332693" y="44646"/>
                  <a:pt x="329369" y="44646"/>
                </a:cubicBezTo>
                <a:cubicBezTo>
                  <a:pt x="326398" y="44646"/>
                  <a:pt x="323729" y="45540"/>
                  <a:pt x="321362" y="47328"/>
                </a:cubicBezTo>
                <a:cubicBezTo>
                  <a:pt x="318995" y="49116"/>
                  <a:pt x="317308" y="51596"/>
                  <a:pt x="316300" y="54769"/>
                </a:cubicBezTo>
                <a:cubicBezTo>
                  <a:pt x="314789" y="59604"/>
                  <a:pt x="314034" y="64892"/>
                  <a:pt x="314034" y="70633"/>
                </a:cubicBezTo>
                <a:lnTo>
                  <a:pt x="314034" y="112635"/>
                </a:lnTo>
                <a:lnTo>
                  <a:pt x="300436" y="112635"/>
                </a:lnTo>
                <a:close/>
                <a:moveTo>
                  <a:pt x="351549" y="143533"/>
                </a:moveTo>
                <a:lnTo>
                  <a:pt x="350038" y="130766"/>
                </a:lnTo>
                <a:cubicBezTo>
                  <a:pt x="353010" y="131572"/>
                  <a:pt x="355603" y="131974"/>
                  <a:pt x="357819" y="131974"/>
                </a:cubicBezTo>
                <a:cubicBezTo>
                  <a:pt x="360841" y="131974"/>
                  <a:pt x="363258" y="131471"/>
                  <a:pt x="365071" y="130464"/>
                </a:cubicBezTo>
                <a:cubicBezTo>
                  <a:pt x="366884" y="129456"/>
                  <a:pt x="368370" y="128046"/>
                  <a:pt x="369528" y="126233"/>
                </a:cubicBezTo>
                <a:cubicBezTo>
                  <a:pt x="370385" y="124873"/>
                  <a:pt x="371770" y="121499"/>
                  <a:pt x="373683" y="116110"/>
                </a:cubicBezTo>
                <a:cubicBezTo>
                  <a:pt x="373935" y="115355"/>
                  <a:pt x="374338" y="114247"/>
                  <a:pt x="374892" y="112786"/>
                </a:cubicBezTo>
                <a:lnTo>
                  <a:pt x="344448" y="32408"/>
                </a:lnTo>
                <a:lnTo>
                  <a:pt x="359103" y="32408"/>
                </a:lnTo>
                <a:lnTo>
                  <a:pt x="375799" y="78867"/>
                </a:lnTo>
                <a:cubicBezTo>
                  <a:pt x="377964" y="84760"/>
                  <a:pt x="379903" y="90954"/>
                  <a:pt x="381615" y="97451"/>
                </a:cubicBezTo>
                <a:cubicBezTo>
                  <a:pt x="383177" y="91206"/>
                  <a:pt x="385040" y="85112"/>
                  <a:pt x="387206" y="79170"/>
                </a:cubicBezTo>
                <a:lnTo>
                  <a:pt x="404354" y="32408"/>
                </a:lnTo>
                <a:lnTo>
                  <a:pt x="417952" y="32408"/>
                </a:lnTo>
                <a:lnTo>
                  <a:pt x="387432" y="113995"/>
                </a:lnTo>
                <a:cubicBezTo>
                  <a:pt x="384159" y="122809"/>
                  <a:pt x="381615" y="128877"/>
                  <a:pt x="379802" y="132201"/>
                </a:cubicBezTo>
                <a:cubicBezTo>
                  <a:pt x="377385" y="136683"/>
                  <a:pt x="374615" y="139969"/>
                  <a:pt x="371493" y="142060"/>
                </a:cubicBezTo>
                <a:cubicBezTo>
                  <a:pt x="368370" y="144150"/>
                  <a:pt x="364643" y="145195"/>
                  <a:pt x="360312" y="145195"/>
                </a:cubicBezTo>
                <a:cubicBezTo>
                  <a:pt x="357693" y="145195"/>
                  <a:pt x="354772" y="144641"/>
                  <a:pt x="351549" y="143533"/>
                </a:cubicBezTo>
                <a:close/>
                <a:moveTo>
                  <a:pt x="429510" y="143382"/>
                </a:moveTo>
                <a:lnTo>
                  <a:pt x="429510" y="32408"/>
                </a:lnTo>
                <a:lnTo>
                  <a:pt x="441899" y="32408"/>
                </a:lnTo>
                <a:lnTo>
                  <a:pt x="441899" y="42833"/>
                </a:lnTo>
                <a:cubicBezTo>
                  <a:pt x="444820" y="38754"/>
                  <a:pt x="448119" y="35694"/>
                  <a:pt x="451795" y="33655"/>
                </a:cubicBezTo>
                <a:cubicBezTo>
                  <a:pt x="455471" y="31615"/>
                  <a:pt x="459929" y="30595"/>
                  <a:pt x="465166" y="30595"/>
                </a:cubicBezTo>
                <a:cubicBezTo>
                  <a:pt x="472016" y="30595"/>
                  <a:pt x="478059" y="32358"/>
                  <a:pt x="483297" y="35883"/>
                </a:cubicBezTo>
                <a:cubicBezTo>
                  <a:pt x="488534" y="39409"/>
                  <a:pt x="492488" y="44382"/>
                  <a:pt x="495157" y="50803"/>
                </a:cubicBezTo>
                <a:cubicBezTo>
                  <a:pt x="497826" y="57224"/>
                  <a:pt x="499161" y="64262"/>
                  <a:pt x="499161" y="71917"/>
                </a:cubicBezTo>
                <a:cubicBezTo>
                  <a:pt x="499161" y="80126"/>
                  <a:pt x="497688" y="87517"/>
                  <a:pt x="494741" y="94089"/>
                </a:cubicBezTo>
                <a:cubicBezTo>
                  <a:pt x="491795" y="100662"/>
                  <a:pt x="487515" y="105698"/>
                  <a:pt x="481899" y="109198"/>
                </a:cubicBezTo>
                <a:cubicBezTo>
                  <a:pt x="476284" y="112698"/>
                  <a:pt x="470379" y="114448"/>
                  <a:pt x="464184" y="114448"/>
                </a:cubicBezTo>
                <a:cubicBezTo>
                  <a:pt x="459652" y="114448"/>
                  <a:pt x="455585" y="113491"/>
                  <a:pt x="451984" y="111578"/>
                </a:cubicBezTo>
                <a:cubicBezTo>
                  <a:pt x="448383" y="109664"/>
                  <a:pt x="445424" y="107247"/>
                  <a:pt x="443108" y="104326"/>
                </a:cubicBezTo>
                <a:lnTo>
                  <a:pt x="443108" y="143382"/>
                </a:lnTo>
                <a:lnTo>
                  <a:pt x="429510" y="143382"/>
                </a:lnTo>
                <a:moveTo>
                  <a:pt x="441823" y="72975"/>
                </a:moveTo>
                <a:cubicBezTo>
                  <a:pt x="441823" y="83299"/>
                  <a:pt x="443913" y="90929"/>
                  <a:pt x="448093" y="95865"/>
                </a:cubicBezTo>
                <a:cubicBezTo>
                  <a:pt x="452273" y="100800"/>
                  <a:pt x="457335" y="103268"/>
                  <a:pt x="463278" y="103268"/>
                </a:cubicBezTo>
                <a:cubicBezTo>
                  <a:pt x="469321" y="103268"/>
                  <a:pt x="474496" y="100712"/>
                  <a:pt x="478802" y="95600"/>
                </a:cubicBezTo>
                <a:cubicBezTo>
                  <a:pt x="483108" y="90489"/>
                  <a:pt x="485261" y="82569"/>
                  <a:pt x="485261" y="71842"/>
                </a:cubicBezTo>
                <a:cubicBezTo>
                  <a:pt x="485261" y="61618"/>
                  <a:pt x="483158" y="53963"/>
                  <a:pt x="478953" y="48877"/>
                </a:cubicBezTo>
                <a:cubicBezTo>
                  <a:pt x="474748" y="43790"/>
                  <a:pt x="469724" y="41247"/>
                  <a:pt x="463882" y="41247"/>
                </a:cubicBezTo>
                <a:cubicBezTo>
                  <a:pt x="458090" y="41247"/>
                  <a:pt x="452966" y="43954"/>
                  <a:pt x="448509" y="49368"/>
                </a:cubicBezTo>
                <a:cubicBezTo>
                  <a:pt x="444052" y="54782"/>
                  <a:pt x="441823" y="62651"/>
                  <a:pt x="441823" y="72975"/>
                </a:cubicBezTo>
                <a:close/>
                <a:moveTo>
                  <a:pt x="544616" y="100473"/>
                </a:moveTo>
                <a:lnTo>
                  <a:pt x="546580" y="112484"/>
                </a:lnTo>
                <a:cubicBezTo>
                  <a:pt x="542752" y="113290"/>
                  <a:pt x="539327" y="113693"/>
                  <a:pt x="536306" y="113693"/>
                </a:cubicBezTo>
                <a:cubicBezTo>
                  <a:pt x="531370" y="113693"/>
                  <a:pt x="527543" y="112912"/>
                  <a:pt x="524823" y="111351"/>
                </a:cubicBezTo>
                <a:cubicBezTo>
                  <a:pt x="522104" y="109790"/>
                  <a:pt x="520190" y="107738"/>
                  <a:pt x="519082" y="105194"/>
                </a:cubicBezTo>
                <a:cubicBezTo>
                  <a:pt x="517974" y="102651"/>
                  <a:pt x="517420" y="97300"/>
                  <a:pt x="517420" y="89141"/>
                </a:cubicBezTo>
                <a:lnTo>
                  <a:pt x="517420" y="42984"/>
                </a:lnTo>
                <a:lnTo>
                  <a:pt x="507448" y="42984"/>
                </a:lnTo>
                <a:lnTo>
                  <a:pt x="507448" y="32408"/>
                </a:lnTo>
                <a:lnTo>
                  <a:pt x="517420" y="32408"/>
                </a:lnTo>
                <a:lnTo>
                  <a:pt x="517420" y="12540"/>
                </a:lnTo>
                <a:lnTo>
                  <a:pt x="530942" y="4382"/>
                </a:lnTo>
                <a:lnTo>
                  <a:pt x="530942" y="32408"/>
                </a:lnTo>
                <a:lnTo>
                  <a:pt x="544616" y="32408"/>
                </a:lnTo>
                <a:lnTo>
                  <a:pt x="544616" y="42984"/>
                </a:lnTo>
                <a:lnTo>
                  <a:pt x="530942" y="42984"/>
                </a:lnTo>
                <a:lnTo>
                  <a:pt x="530942" y="89897"/>
                </a:lnTo>
                <a:cubicBezTo>
                  <a:pt x="530942" y="93775"/>
                  <a:pt x="531181" y="96268"/>
                  <a:pt x="531660" y="97376"/>
                </a:cubicBezTo>
                <a:cubicBezTo>
                  <a:pt x="532138" y="98484"/>
                  <a:pt x="532919" y="99365"/>
                  <a:pt x="534002" y="100020"/>
                </a:cubicBezTo>
                <a:cubicBezTo>
                  <a:pt x="535084" y="100674"/>
                  <a:pt x="536633" y="101002"/>
                  <a:pt x="538648" y="101002"/>
                </a:cubicBezTo>
                <a:cubicBezTo>
                  <a:pt x="540158" y="101002"/>
                  <a:pt x="542148" y="100825"/>
                  <a:pt x="544616" y="100473"/>
                </a:cubicBezTo>
                <a:close/>
                <a:moveTo>
                  <a:pt x="613368" y="86799"/>
                </a:moveTo>
                <a:lnTo>
                  <a:pt x="627419" y="88537"/>
                </a:lnTo>
                <a:cubicBezTo>
                  <a:pt x="625203" y="96746"/>
                  <a:pt x="621099" y="103117"/>
                  <a:pt x="615105" y="107649"/>
                </a:cubicBezTo>
                <a:cubicBezTo>
                  <a:pt x="609112" y="112182"/>
                  <a:pt x="601457" y="114448"/>
                  <a:pt x="592140" y="114448"/>
                </a:cubicBezTo>
                <a:cubicBezTo>
                  <a:pt x="580406" y="114448"/>
                  <a:pt x="571101" y="110835"/>
                  <a:pt x="564227" y="103608"/>
                </a:cubicBezTo>
                <a:cubicBezTo>
                  <a:pt x="557352" y="96381"/>
                  <a:pt x="553915" y="86245"/>
                  <a:pt x="553915" y="73202"/>
                </a:cubicBezTo>
                <a:cubicBezTo>
                  <a:pt x="553915" y="59705"/>
                  <a:pt x="557390" y="49229"/>
                  <a:pt x="564340" y="41776"/>
                </a:cubicBezTo>
                <a:cubicBezTo>
                  <a:pt x="571290" y="34322"/>
                  <a:pt x="580305" y="30595"/>
                  <a:pt x="591385" y="30595"/>
                </a:cubicBezTo>
                <a:cubicBezTo>
                  <a:pt x="602112" y="30595"/>
                  <a:pt x="610875" y="34246"/>
                  <a:pt x="617674" y="41549"/>
                </a:cubicBezTo>
                <a:cubicBezTo>
                  <a:pt x="624473" y="48851"/>
                  <a:pt x="627872" y="59125"/>
                  <a:pt x="627872" y="72371"/>
                </a:cubicBezTo>
                <a:cubicBezTo>
                  <a:pt x="627872" y="73176"/>
                  <a:pt x="627847" y="74385"/>
                  <a:pt x="627797" y="75997"/>
                </a:cubicBezTo>
                <a:lnTo>
                  <a:pt x="567966" y="75997"/>
                </a:lnTo>
                <a:cubicBezTo>
                  <a:pt x="568470" y="84810"/>
                  <a:pt x="570963" y="91559"/>
                  <a:pt x="575445" y="96242"/>
                </a:cubicBezTo>
                <a:cubicBezTo>
                  <a:pt x="579927" y="100926"/>
                  <a:pt x="585518" y="103268"/>
                  <a:pt x="592216" y="103268"/>
                </a:cubicBezTo>
                <a:cubicBezTo>
                  <a:pt x="597202" y="103268"/>
                  <a:pt x="601457" y="101959"/>
                  <a:pt x="604983" y="99340"/>
                </a:cubicBezTo>
                <a:cubicBezTo>
                  <a:pt x="608508" y="96721"/>
                  <a:pt x="611303" y="92541"/>
                  <a:pt x="613368" y="86799"/>
                </a:cubicBezTo>
                <a:moveTo>
                  <a:pt x="568722" y="64816"/>
                </a:moveTo>
                <a:lnTo>
                  <a:pt x="613519" y="64816"/>
                </a:lnTo>
                <a:cubicBezTo>
                  <a:pt x="612915" y="58068"/>
                  <a:pt x="611202" y="53006"/>
                  <a:pt x="608382" y="49632"/>
                </a:cubicBezTo>
                <a:cubicBezTo>
                  <a:pt x="604051" y="44394"/>
                  <a:pt x="598435" y="41776"/>
                  <a:pt x="591536" y="41776"/>
                </a:cubicBezTo>
                <a:cubicBezTo>
                  <a:pt x="585291" y="41776"/>
                  <a:pt x="580041" y="43866"/>
                  <a:pt x="575785" y="48046"/>
                </a:cubicBezTo>
                <a:cubicBezTo>
                  <a:pt x="571529" y="52226"/>
                  <a:pt x="569175" y="57816"/>
                  <a:pt x="568722" y="64816"/>
                </a:cubicBezTo>
                <a:close/>
                <a:moveTo>
                  <a:pt x="695915" y="112635"/>
                </a:moveTo>
                <a:lnTo>
                  <a:pt x="695915" y="102513"/>
                </a:lnTo>
                <a:cubicBezTo>
                  <a:pt x="690828" y="110470"/>
                  <a:pt x="683349" y="114448"/>
                  <a:pt x="673478" y="114448"/>
                </a:cubicBezTo>
                <a:cubicBezTo>
                  <a:pt x="667082" y="114448"/>
                  <a:pt x="661202" y="112686"/>
                  <a:pt x="655839" y="109160"/>
                </a:cubicBezTo>
                <a:cubicBezTo>
                  <a:pt x="650475" y="105635"/>
                  <a:pt x="646320" y="100712"/>
                  <a:pt x="643374" y="94392"/>
                </a:cubicBezTo>
                <a:cubicBezTo>
                  <a:pt x="640428" y="88071"/>
                  <a:pt x="638955" y="80806"/>
                  <a:pt x="638955" y="72597"/>
                </a:cubicBezTo>
                <a:cubicBezTo>
                  <a:pt x="638955" y="64590"/>
                  <a:pt x="640289" y="57325"/>
                  <a:pt x="642959" y="50803"/>
                </a:cubicBezTo>
                <a:cubicBezTo>
                  <a:pt x="645628" y="44281"/>
                  <a:pt x="649632" y="39283"/>
                  <a:pt x="654970" y="35808"/>
                </a:cubicBezTo>
                <a:cubicBezTo>
                  <a:pt x="660308" y="32333"/>
                  <a:pt x="666276" y="30595"/>
                  <a:pt x="672874" y="30595"/>
                </a:cubicBezTo>
                <a:cubicBezTo>
                  <a:pt x="677709" y="30595"/>
                  <a:pt x="682015" y="31615"/>
                  <a:pt x="685792" y="33655"/>
                </a:cubicBezTo>
                <a:cubicBezTo>
                  <a:pt x="689569" y="35694"/>
                  <a:pt x="692641" y="38351"/>
                  <a:pt x="695008" y="41624"/>
                </a:cubicBezTo>
                <a:lnTo>
                  <a:pt x="695008" y="1889"/>
                </a:lnTo>
                <a:lnTo>
                  <a:pt x="708530" y="1889"/>
                </a:lnTo>
                <a:lnTo>
                  <a:pt x="708530" y="112635"/>
                </a:lnTo>
                <a:lnTo>
                  <a:pt x="695915" y="112635"/>
                </a:lnTo>
                <a:moveTo>
                  <a:pt x="652930" y="72597"/>
                </a:moveTo>
                <a:cubicBezTo>
                  <a:pt x="652930" y="82871"/>
                  <a:pt x="655096" y="90551"/>
                  <a:pt x="659427" y="95638"/>
                </a:cubicBezTo>
                <a:cubicBezTo>
                  <a:pt x="663758" y="100725"/>
                  <a:pt x="668870" y="103268"/>
                  <a:pt x="674762" y="103268"/>
                </a:cubicBezTo>
                <a:cubicBezTo>
                  <a:pt x="680705" y="103268"/>
                  <a:pt x="685754" y="100838"/>
                  <a:pt x="689909" y="95978"/>
                </a:cubicBezTo>
                <a:cubicBezTo>
                  <a:pt x="694064" y="91118"/>
                  <a:pt x="696141" y="83702"/>
                  <a:pt x="696141" y="73730"/>
                </a:cubicBezTo>
                <a:cubicBezTo>
                  <a:pt x="696141" y="62751"/>
                  <a:pt x="694026" y="54693"/>
                  <a:pt x="689796" y="49557"/>
                </a:cubicBezTo>
                <a:cubicBezTo>
                  <a:pt x="685565" y="44420"/>
                  <a:pt x="680353" y="41851"/>
                  <a:pt x="674158" y="41851"/>
                </a:cubicBezTo>
                <a:cubicBezTo>
                  <a:pt x="668115" y="41851"/>
                  <a:pt x="663066" y="44319"/>
                  <a:pt x="659012" y="49254"/>
                </a:cubicBezTo>
                <a:cubicBezTo>
                  <a:pt x="654957" y="54190"/>
                  <a:pt x="652930" y="61971"/>
                  <a:pt x="652930" y="72597"/>
                </a:cubicBezTo>
                <a:close/>
                <a:moveTo>
                  <a:pt x="738196" y="145195"/>
                </a:moveTo>
                <a:lnTo>
                  <a:pt x="728451" y="145195"/>
                </a:lnTo>
                <a:cubicBezTo>
                  <a:pt x="743509" y="121021"/>
                  <a:pt x="751038" y="96822"/>
                  <a:pt x="751038" y="72597"/>
                </a:cubicBezTo>
                <a:cubicBezTo>
                  <a:pt x="751038" y="63129"/>
                  <a:pt x="749955" y="53737"/>
                  <a:pt x="747790" y="44420"/>
                </a:cubicBezTo>
                <a:cubicBezTo>
                  <a:pt x="746078" y="36865"/>
                  <a:pt x="743685" y="29613"/>
                  <a:pt x="740613" y="22663"/>
                </a:cubicBezTo>
                <a:cubicBezTo>
                  <a:pt x="738649" y="18130"/>
                  <a:pt x="734595" y="10576"/>
                  <a:pt x="728451" y="0"/>
                </a:cubicBezTo>
                <a:lnTo>
                  <a:pt x="738196" y="0"/>
                </a:lnTo>
                <a:cubicBezTo>
                  <a:pt x="747664" y="12641"/>
                  <a:pt x="754664" y="25332"/>
                  <a:pt x="759197" y="38074"/>
                </a:cubicBezTo>
                <a:cubicBezTo>
                  <a:pt x="763075" y="49053"/>
                  <a:pt x="765014" y="60536"/>
                  <a:pt x="765014" y="72522"/>
                </a:cubicBezTo>
                <a:cubicBezTo>
                  <a:pt x="765014" y="86120"/>
                  <a:pt x="762408" y="99264"/>
                  <a:pt x="757195" y="111955"/>
                </a:cubicBezTo>
                <a:cubicBezTo>
                  <a:pt x="751983" y="124647"/>
                  <a:pt x="745649" y="135726"/>
                  <a:pt x="738196" y="1451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2fdc163b14d67"/>
          <a:stretch xmlns:a="http://schemas.openxmlformats.org/drawingml/2006/main"/>
        </p:blipFill>
        <p:spPr>
          <a:xfrm xmlns:a="http://schemas.openxmlformats.org/drawingml/2006/main">
            <a:off x="1788439" y="4662012"/>
            <a:ext cx="312520" cy="312520"/>
          </a:xfrm>
          <a:prstGeom xmlns:a="http://schemas.openxmlformats.org/drawingml/2006/main" prst="rect">
            <a:avLst/>
          </a:prstGeom>
        </p:spPr>
      </p:pic>
      <p:pic>
        <p:nvPicPr>
          <p:cNvPr id="2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ab7354d954d6a"/>
          <a:stretch xmlns:a="http://schemas.openxmlformats.org/drawingml/2006/main"/>
        </p:blipFill>
        <p:spPr>
          <a:xfrm xmlns:a="http://schemas.openxmlformats.org/drawingml/2006/main">
            <a:off x="2843582" y="4662012"/>
            <a:ext cx="312520" cy="312520"/>
          </a:xfrm>
          <a:prstGeom xmlns:a="http://schemas.openxmlformats.org/drawingml/2006/main" prst="rect">
            <a:avLst/>
          </a:prstGeom>
        </p:spPr>
      </p:pic>
      <p:pic>
        <p:nvPicPr>
          <p:cNvPr id="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e7ec061c544d6"/>
          <a:stretch xmlns:a="http://schemas.openxmlformats.org/drawingml/2006/main"/>
        </p:blipFill>
        <p:spPr>
          <a:xfrm xmlns:a="http://schemas.openxmlformats.org/drawingml/2006/main">
            <a:off x="2605324" y="4872422"/>
            <a:ext cx="312520" cy="309426"/>
          </a:xfrm>
          <a:prstGeom xmlns:a="http://schemas.openxmlformats.org/drawingml/2006/main" prst="rect">
            <a:avLst/>
          </a:prstGeom>
        </p:spPr>
      </p:pic>
      <p:sp>
        <p:nvSpPr>
          <p:cNvPr id="74" name="Text Gr">
            <a:extLst xmlns:a="http://schemas.openxmlformats.org/drawingml/2006/main">
              <a:ext uri="{FF2B5EF4-FFF2-40B4-BE49-F238E27FC236}">
                <a16:creationId xmlns:a16="http://schemas.microsoft.com/office/drawing/2014/main" id="{9CB0F86D-FC0B-470D-9571-38D48992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6043" y="1284828"/>
            <a:ext cx="184545" cy="124068"/>
          </a:xfrm>
          <a:custGeom xmlns:a="http://schemas.openxmlformats.org/drawingml/2006/main">
            <a:pathLst>
              <a:path w="184545" h="124068">
                <a:moveTo>
                  <a:pt x="52377" y="74719"/>
                </a:moveTo>
                <a:lnTo>
                  <a:pt x="55241" y="61134"/>
                </a:lnTo>
                <a:lnTo>
                  <a:pt x="107782" y="61134"/>
                </a:lnTo>
                <a:lnTo>
                  <a:pt x="97552" y="109991"/>
                </a:lnTo>
                <a:cubicBezTo>
                  <a:pt x="90950" y="114138"/>
                  <a:pt x="83421" y="117520"/>
                  <a:pt x="74964" y="120139"/>
                </a:cubicBezTo>
                <a:cubicBezTo>
                  <a:pt x="66508" y="122758"/>
                  <a:pt x="58187" y="124068"/>
                  <a:pt x="50003" y="124068"/>
                </a:cubicBezTo>
                <a:cubicBezTo>
                  <a:pt x="32545" y="124068"/>
                  <a:pt x="19505" y="118803"/>
                  <a:pt x="10885" y="108273"/>
                </a:cubicBezTo>
                <a:cubicBezTo>
                  <a:pt x="3628" y="99380"/>
                  <a:pt x="0" y="87949"/>
                  <a:pt x="0" y="73982"/>
                </a:cubicBezTo>
                <a:cubicBezTo>
                  <a:pt x="0" y="59579"/>
                  <a:pt x="3178" y="46471"/>
                  <a:pt x="9534" y="34659"/>
                </a:cubicBezTo>
                <a:cubicBezTo>
                  <a:pt x="15890" y="22847"/>
                  <a:pt x="23911" y="14117"/>
                  <a:pt x="33595" y="8470"/>
                </a:cubicBezTo>
                <a:cubicBezTo>
                  <a:pt x="43279" y="2823"/>
                  <a:pt x="54041" y="0"/>
                  <a:pt x="65880" y="0"/>
                </a:cubicBezTo>
                <a:cubicBezTo>
                  <a:pt x="74391" y="0"/>
                  <a:pt x="82030" y="1541"/>
                  <a:pt x="88795" y="4624"/>
                </a:cubicBezTo>
                <a:cubicBezTo>
                  <a:pt x="95560" y="7706"/>
                  <a:pt x="100744" y="11826"/>
                  <a:pt x="104344" y="16982"/>
                </a:cubicBezTo>
                <a:cubicBezTo>
                  <a:pt x="107945" y="22137"/>
                  <a:pt x="110537" y="28862"/>
                  <a:pt x="112119" y="37155"/>
                </a:cubicBezTo>
                <a:lnTo>
                  <a:pt x="96406" y="38873"/>
                </a:lnTo>
                <a:cubicBezTo>
                  <a:pt x="94715" y="30635"/>
                  <a:pt x="91209" y="24320"/>
                  <a:pt x="85890" y="19928"/>
                </a:cubicBezTo>
                <a:cubicBezTo>
                  <a:pt x="80570" y="15536"/>
                  <a:pt x="73737" y="13340"/>
                  <a:pt x="65389" y="13340"/>
                </a:cubicBezTo>
                <a:cubicBezTo>
                  <a:pt x="56714" y="13340"/>
                  <a:pt x="48612" y="15699"/>
                  <a:pt x="41083" y="20419"/>
                </a:cubicBezTo>
                <a:cubicBezTo>
                  <a:pt x="33554" y="25138"/>
                  <a:pt x="27539" y="32258"/>
                  <a:pt x="23038" y="41779"/>
                </a:cubicBezTo>
                <a:cubicBezTo>
                  <a:pt x="18536" y="51299"/>
                  <a:pt x="16286" y="62116"/>
                  <a:pt x="16286" y="74228"/>
                </a:cubicBezTo>
                <a:cubicBezTo>
                  <a:pt x="16286" y="86285"/>
                  <a:pt x="19259" y="95397"/>
                  <a:pt x="25206" y="101562"/>
                </a:cubicBezTo>
                <a:cubicBezTo>
                  <a:pt x="31153" y="107727"/>
                  <a:pt x="39364" y="110810"/>
                  <a:pt x="49840" y="110810"/>
                </a:cubicBezTo>
                <a:cubicBezTo>
                  <a:pt x="60261" y="110810"/>
                  <a:pt x="71473" y="107372"/>
                  <a:pt x="83476" y="100498"/>
                </a:cubicBezTo>
                <a:lnTo>
                  <a:pt x="88877" y="74719"/>
                </a:lnTo>
                <a:lnTo>
                  <a:pt x="52377" y="74719"/>
                </a:lnTo>
                <a:close/>
                <a:moveTo>
                  <a:pt x="119810" y="122022"/>
                </a:moveTo>
                <a:lnTo>
                  <a:pt x="137978" y="35109"/>
                </a:lnTo>
                <a:lnTo>
                  <a:pt x="151073" y="35109"/>
                </a:lnTo>
                <a:lnTo>
                  <a:pt x="147390" y="52868"/>
                </a:lnTo>
                <a:cubicBezTo>
                  <a:pt x="151864" y="46157"/>
                  <a:pt x="156242" y="41192"/>
                  <a:pt x="160525" y="37973"/>
                </a:cubicBezTo>
                <a:cubicBezTo>
                  <a:pt x="164808" y="34754"/>
                  <a:pt x="169186" y="33145"/>
                  <a:pt x="173660" y="33145"/>
                </a:cubicBezTo>
                <a:cubicBezTo>
                  <a:pt x="176606" y="33145"/>
                  <a:pt x="180235" y="34209"/>
                  <a:pt x="184545" y="36336"/>
                </a:cubicBezTo>
                <a:lnTo>
                  <a:pt x="178489" y="50085"/>
                </a:lnTo>
                <a:cubicBezTo>
                  <a:pt x="175924" y="48230"/>
                  <a:pt x="173115" y="47303"/>
                  <a:pt x="170059" y="47303"/>
                </a:cubicBezTo>
                <a:cubicBezTo>
                  <a:pt x="164876" y="47303"/>
                  <a:pt x="159557" y="50194"/>
                  <a:pt x="154101" y="55978"/>
                </a:cubicBezTo>
                <a:cubicBezTo>
                  <a:pt x="148645" y="61761"/>
                  <a:pt x="144362" y="72155"/>
                  <a:pt x="141252" y="87158"/>
                </a:cubicBezTo>
                <a:lnTo>
                  <a:pt x="133887" y="122022"/>
                </a:lnTo>
                <a:lnTo>
                  <a:pt x="119810" y="1220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ant">
            <a:extLst xmlns:a="http://schemas.openxmlformats.org/drawingml/2006/main">
              <a:ext uri="{FF2B5EF4-FFF2-40B4-BE49-F238E27FC236}">
                <a16:creationId xmlns:a16="http://schemas.microsoft.com/office/drawing/2014/main" id="{262651F9-E2AA-4A11-B914-B61ED404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104" y="1288348"/>
            <a:ext cx="233466" cy="120467"/>
          </a:xfrm>
          <a:custGeom xmlns:a="http://schemas.openxmlformats.org/drawingml/2006/main">
            <a:pathLst>
              <a:path w="233466" h="120467">
                <a:moveTo>
                  <a:pt x="56796" y="107700"/>
                </a:moveTo>
                <a:cubicBezTo>
                  <a:pt x="51668" y="112119"/>
                  <a:pt x="46730" y="115352"/>
                  <a:pt x="41983" y="117398"/>
                </a:cubicBezTo>
                <a:cubicBezTo>
                  <a:pt x="37237" y="119444"/>
                  <a:pt x="32163" y="120467"/>
                  <a:pt x="26761" y="120467"/>
                </a:cubicBezTo>
                <a:cubicBezTo>
                  <a:pt x="18741" y="120467"/>
                  <a:pt x="12276" y="118107"/>
                  <a:pt x="7365" y="113388"/>
                </a:cubicBezTo>
                <a:cubicBezTo>
                  <a:pt x="2455" y="108668"/>
                  <a:pt x="0" y="102626"/>
                  <a:pt x="0" y="95260"/>
                </a:cubicBezTo>
                <a:cubicBezTo>
                  <a:pt x="0" y="90405"/>
                  <a:pt x="1105" y="86108"/>
                  <a:pt x="3314" y="82371"/>
                </a:cubicBezTo>
                <a:cubicBezTo>
                  <a:pt x="5524" y="78633"/>
                  <a:pt x="8457" y="75633"/>
                  <a:pt x="12112" y="73368"/>
                </a:cubicBezTo>
                <a:cubicBezTo>
                  <a:pt x="15768" y="71104"/>
                  <a:pt x="20241" y="69481"/>
                  <a:pt x="25534" y="68499"/>
                </a:cubicBezTo>
                <a:cubicBezTo>
                  <a:pt x="28862" y="67844"/>
                  <a:pt x="35177" y="67326"/>
                  <a:pt x="44479" y="66944"/>
                </a:cubicBezTo>
                <a:cubicBezTo>
                  <a:pt x="53782" y="66562"/>
                  <a:pt x="60452" y="65580"/>
                  <a:pt x="64489" y="63998"/>
                </a:cubicBezTo>
                <a:cubicBezTo>
                  <a:pt x="65635" y="59961"/>
                  <a:pt x="66208" y="56605"/>
                  <a:pt x="66208" y="53932"/>
                </a:cubicBezTo>
                <a:cubicBezTo>
                  <a:pt x="66208" y="50495"/>
                  <a:pt x="64953" y="47794"/>
                  <a:pt x="62443" y="45830"/>
                </a:cubicBezTo>
                <a:cubicBezTo>
                  <a:pt x="59006" y="43102"/>
                  <a:pt x="53986" y="41738"/>
                  <a:pt x="47385" y="41738"/>
                </a:cubicBezTo>
                <a:cubicBezTo>
                  <a:pt x="41165" y="41738"/>
                  <a:pt x="36077" y="43115"/>
                  <a:pt x="32122" y="45871"/>
                </a:cubicBezTo>
                <a:cubicBezTo>
                  <a:pt x="28166" y="48626"/>
                  <a:pt x="25288" y="52540"/>
                  <a:pt x="23488" y="57614"/>
                </a:cubicBezTo>
                <a:lnTo>
                  <a:pt x="8511" y="56305"/>
                </a:lnTo>
                <a:cubicBezTo>
                  <a:pt x="11567" y="47685"/>
                  <a:pt x="16409" y="41083"/>
                  <a:pt x="23038" y="36500"/>
                </a:cubicBezTo>
                <a:cubicBezTo>
                  <a:pt x="29667" y="31917"/>
                  <a:pt x="38028" y="29626"/>
                  <a:pt x="48121" y="29626"/>
                </a:cubicBezTo>
                <a:cubicBezTo>
                  <a:pt x="58869" y="29626"/>
                  <a:pt x="67381" y="32190"/>
                  <a:pt x="73655" y="37318"/>
                </a:cubicBezTo>
                <a:cubicBezTo>
                  <a:pt x="78456" y="41138"/>
                  <a:pt x="80857" y="46103"/>
                  <a:pt x="80857" y="52213"/>
                </a:cubicBezTo>
                <a:cubicBezTo>
                  <a:pt x="80857" y="56851"/>
                  <a:pt x="80175" y="62225"/>
                  <a:pt x="78811" y="68335"/>
                </a:cubicBezTo>
                <a:lnTo>
                  <a:pt x="73982" y="89941"/>
                </a:lnTo>
                <a:cubicBezTo>
                  <a:pt x="72455" y="96815"/>
                  <a:pt x="71691" y="102408"/>
                  <a:pt x="71691" y="106718"/>
                </a:cubicBezTo>
                <a:cubicBezTo>
                  <a:pt x="71691" y="109446"/>
                  <a:pt x="72291" y="113374"/>
                  <a:pt x="73491" y="118503"/>
                </a:cubicBezTo>
                <a:lnTo>
                  <a:pt x="58515" y="118503"/>
                </a:lnTo>
                <a:cubicBezTo>
                  <a:pt x="57696" y="115665"/>
                  <a:pt x="57123" y="112065"/>
                  <a:pt x="56796" y="107700"/>
                </a:cubicBezTo>
                <a:moveTo>
                  <a:pt x="62279" y="74473"/>
                </a:moveTo>
                <a:cubicBezTo>
                  <a:pt x="60206" y="75292"/>
                  <a:pt x="57983" y="75919"/>
                  <a:pt x="55609" y="76356"/>
                </a:cubicBezTo>
                <a:cubicBezTo>
                  <a:pt x="53236" y="76792"/>
                  <a:pt x="49267" y="77256"/>
                  <a:pt x="43702" y="77747"/>
                </a:cubicBezTo>
                <a:cubicBezTo>
                  <a:pt x="35082" y="78511"/>
                  <a:pt x="28998" y="79479"/>
                  <a:pt x="25452" y="80652"/>
                </a:cubicBezTo>
                <a:cubicBezTo>
                  <a:pt x="21906" y="81825"/>
                  <a:pt x="19232" y="83694"/>
                  <a:pt x="17432" y="86258"/>
                </a:cubicBezTo>
                <a:cubicBezTo>
                  <a:pt x="15631" y="88822"/>
                  <a:pt x="14731" y="91659"/>
                  <a:pt x="14731" y="94769"/>
                </a:cubicBezTo>
                <a:cubicBezTo>
                  <a:pt x="14731" y="98916"/>
                  <a:pt x="16163" y="102326"/>
                  <a:pt x="19028" y="104999"/>
                </a:cubicBezTo>
                <a:cubicBezTo>
                  <a:pt x="21892" y="107673"/>
                  <a:pt x="25970" y="109009"/>
                  <a:pt x="31262" y="109009"/>
                </a:cubicBezTo>
                <a:cubicBezTo>
                  <a:pt x="36173" y="109009"/>
                  <a:pt x="40892" y="107713"/>
                  <a:pt x="45421" y="105122"/>
                </a:cubicBezTo>
                <a:cubicBezTo>
                  <a:pt x="49949" y="102530"/>
                  <a:pt x="53523" y="98916"/>
                  <a:pt x="56141" y="94278"/>
                </a:cubicBezTo>
                <a:cubicBezTo>
                  <a:pt x="58760" y="89641"/>
                  <a:pt x="60806" y="83039"/>
                  <a:pt x="62279" y="74473"/>
                </a:cubicBezTo>
                <a:close/>
                <a:moveTo>
                  <a:pt x="91690" y="118503"/>
                </a:moveTo>
                <a:lnTo>
                  <a:pt x="109858" y="31590"/>
                </a:lnTo>
                <a:lnTo>
                  <a:pt x="123280" y="31590"/>
                </a:lnTo>
                <a:lnTo>
                  <a:pt x="120088" y="46730"/>
                </a:lnTo>
                <a:cubicBezTo>
                  <a:pt x="125926" y="40783"/>
                  <a:pt x="131382" y="36446"/>
                  <a:pt x="136456" y="33718"/>
                </a:cubicBezTo>
                <a:cubicBezTo>
                  <a:pt x="141530" y="30990"/>
                  <a:pt x="146713" y="29626"/>
                  <a:pt x="152005" y="29626"/>
                </a:cubicBezTo>
                <a:cubicBezTo>
                  <a:pt x="159043" y="29626"/>
                  <a:pt x="164568" y="31535"/>
                  <a:pt x="168578" y="35354"/>
                </a:cubicBezTo>
                <a:cubicBezTo>
                  <a:pt x="172588" y="39173"/>
                  <a:pt x="174593" y="44275"/>
                  <a:pt x="174593" y="50658"/>
                </a:cubicBezTo>
                <a:cubicBezTo>
                  <a:pt x="174593" y="53877"/>
                  <a:pt x="173883" y="58951"/>
                  <a:pt x="172465" y="65880"/>
                </a:cubicBezTo>
                <a:lnTo>
                  <a:pt x="161417" y="118503"/>
                </a:lnTo>
                <a:lnTo>
                  <a:pt x="146604" y="118503"/>
                </a:lnTo>
                <a:lnTo>
                  <a:pt x="158143" y="63425"/>
                </a:lnTo>
                <a:cubicBezTo>
                  <a:pt x="159289" y="58078"/>
                  <a:pt x="159862" y="54123"/>
                  <a:pt x="159862" y="51558"/>
                </a:cubicBezTo>
                <a:cubicBezTo>
                  <a:pt x="159862" y="48667"/>
                  <a:pt x="158866" y="46321"/>
                  <a:pt x="156875" y="44520"/>
                </a:cubicBezTo>
                <a:cubicBezTo>
                  <a:pt x="154883" y="42720"/>
                  <a:pt x="152005" y="41820"/>
                  <a:pt x="148241" y="41820"/>
                </a:cubicBezTo>
                <a:cubicBezTo>
                  <a:pt x="140657" y="41820"/>
                  <a:pt x="133905" y="44548"/>
                  <a:pt x="127986" y="50003"/>
                </a:cubicBezTo>
                <a:cubicBezTo>
                  <a:pt x="122066" y="55459"/>
                  <a:pt x="117715" y="64816"/>
                  <a:pt x="114932" y="78074"/>
                </a:cubicBezTo>
                <a:lnTo>
                  <a:pt x="106503" y="118503"/>
                </a:lnTo>
                <a:lnTo>
                  <a:pt x="91690" y="118503"/>
                </a:lnTo>
                <a:close/>
                <a:moveTo>
                  <a:pt x="219798" y="106472"/>
                </a:moveTo>
                <a:lnTo>
                  <a:pt x="217343" y="118584"/>
                </a:lnTo>
                <a:cubicBezTo>
                  <a:pt x="213797" y="119512"/>
                  <a:pt x="210360" y="119976"/>
                  <a:pt x="207032" y="119976"/>
                </a:cubicBezTo>
                <a:cubicBezTo>
                  <a:pt x="201139" y="119976"/>
                  <a:pt x="196447" y="118530"/>
                  <a:pt x="192955" y="115638"/>
                </a:cubicBezTo>
                <a:cubicBezTo>
                  <a:pt x="190336" y="113456"/>
                  <a:pt x="189027" y="110482"/>
                  <a:pt x="189027" y="106718"/>
                </a:cubicBezTo>
                <a:cubicBezTo>
                  <a:pt x="189027" y="104808"/>
                  <a:pt x="189736" y="100416"/>
                  <a:pt x="191155" y="93542"/>
                </a:cubicBezTo>
                <a:lnTo>
                  <a:pt x="201712" y="43047"/>
                </a:lnTo>
                <a:lnTo>
                  <a:pt x="190009" y="43047"/>
                </a:lnTo>
                <a:lnTo>
                  <a:pt x="192382" y="31590"/>
                </a:lnTo>
                <a:lnTo>
                  <a:pt x="204085" y="31590"/>
                </a:lnTo>
                <a:lnTo>
                  <a:pt x="208587" y="10230"/>
                </a:lnTo>
                <a:lnTo>
                  <a:pt x="225527" y="0"/>
                </a:lnTo>
                <a:lnTo>
                  <a:pt x="218898" y="31590"/>
                </a:lnTo>
                <a:lnTo>
                  <a:pt x="233466" y="31590"/>
                </a:lnTo>
                <a:lnTo>
                  <a:pt x="231010" y="43047"/>
                </a:lnTo>
                <a:lnTo>
                  <a:pt x="216525" y="43047"/>
                </a:lnTo>
                <a:lnTo>
                  <a:pt x="206459" y="91087"/>
                </a:lnTo>
                <a:cubicBezTo>
                  <a:pt x="205204" y="97197"/>
                  <a:pt x="204576" y="100853"/>
                  <a:pt x="204576" y="102053"/>
                </a:cubicBezTo>
                <a:cubicBezTo>
                  <a:pt x="204576" y="103799"/>
                  <a:pt x="205081" y="105136"/>
                  <a:pt x="206090" y="106063"/>
                </a:cubicBezTo>
                <a:cubicBezTo>
                  <a:pt x="207100" y="106991"/>
                  <a:pt x="208750" y="107454"/>
                  <a:pt x="211042" y="107454"/>
                </a:cubicBezTo>
                <a:cubicBezTo>
                  <a:pt x="214315" y="107454"/>
                  <a:pt x="217234" y="107127"/>
                  <a:pt x="219798" y="1064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access">
            <a:extLst xmlns:a="http://schemas.openxmlformats.org/drawingml/2006/main">
              <a:ext uri="{FF2B5EF4-FFF2-40B4-BE49-F238E27FC236}">
                <a16:creationId xmlns:a16="http://schemas.microsoft.com/office/drawing/2014/main" id="{B839B468-F121-4640-86FD-DFDA7CD2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081" y="1472686"/>
            <a:ext cx="509638" cy="90841"/>
          </a:xfrm>
          <a:custGeom xmlns:a="http://schemas.openxmlformats.org/drawingml/2006/main">
            <a:pathLst>
              <a:path w="509638" h="90841">
                <a:moveTo>
                  <a:pt x="61706" y="78156"/>
                </a:moveTo>
                <a:cubicBezTo>
                  <a:pt x="56251" y="82794"/>
                  <a:pt x="50999" y="86067"/>
                  <a:pt x="45952" y="87977"/>
                </a:cubicBezTo>
                <a:cubicBezTo>
                  <a:pt x="40906" y="89886"/>
                  <a:pt x="35491" y="90841"/>
                  <a:pt x="29707" y="90841"/>
                </a:cubicBezTo>
                <a:cubicBezTo>
                  <a:pt x="20160" y="90841"/>
                  <a:pt x="12821" y="88509"/>
                  <a:pt x="7693" y="83844"/>
                </a:cubicBezTo>
                <a:cubicBezTo>
                  <a:pt x="2564" y="79179"/>
                  <a:pt x="0" y="73218"/>
                  <a:pt x="0" y="65962"/>
                </a:cubicBezTo>
                <a:cubicBezTo>
                  <a:pt x="0" y="61706"/>
                  <a:pt x="968" y="57819"/>
                  <a:pt x="2905" y="54300"/>
                </a:cubicBezTo>
                <a:cubicBezTo>
                  <a:pt x="4842" y="50781"/>
                  <a:pt x="7379" y="47958"/>
                  <a:pt x="10516" y="45830"/>
                </a:cubicBezTo>
                <a:cubicBezTo>
                  <a:pt x="13653" y="43702"/>
                  <a:pt x="17186" y="42092"/>
                  <a:pt x="21114" y="41001"/>
                </a:cubicBezTo>
                <a:cubicBezTo>
                  <a:pt x="24006" y="40237"/>
                  <a:pt x="28371" y="39501"/>
                  <a:pt x="34209" y="38792"/>
                </a:cubicBezTo>
                <a:cubicBezTo>
                  <a:pt x="46103" y="37373"/>
                  <a:pt x="54859" y="35682"/>
                  <a:pt x="60479" y="33718"/>
                </a:cubicBezTo>
                <a:cubicBezTo>
                  <a:pt x="60533" y="31699"/>
                  <a:pt x="60561" y="30417"/>
                  <a:pt x="60561" y="29871"/>
                </a:cubicBezTo>
                <a:cubicBezTo>
                  <a:pt x="60561" y="23870"/>
                  <a:pt x="59169" y="19641"/>
                  <a:pt x="56387" y="17186"/>
                </a:cubicBezTo>
                <a:cubicBezTo>
                  <a:pt x="52622" y="13858"/>
                  <a:pt x="47030" y="12194"/>
                  <a:pt x="39610" y="12194"/>
                </a:cubicBezTo>
                <a:cubicBezTo>
                  <a:pt x="32681" y="12194"/>
                  <a:pt x="27566" y="13408"/>
                  <a:pt x="24265" y="15836"/>
                </a:cubicBezTo>
                <a:cubicBezTo>
                  <a:pt x="20964" y="18264"/>
                  <a:pt x="18523" y="22560"/>
                  <a:pt x="16941" y="28725"/>
                </a:cubicBezTo>
                <a:lnTo>
                  <a:pt x="2537" y="26761"/>
                </a:lnTo>
                <a:cubicBezTo>
                  <a:pt x="3846" y="20596"/>
                  <a:pt x="6002" y="15618"/>
                  <a:pt x="9002" y="11826"/>
                </a:cubicBezTo>
                <a:cubicBezTo>
                  <a:pt x="12003" y="8034"/>
                  <a:pt x="16340" y="5115"/>
                  <a:pt x="22015" y="3069"/>
                </a:cubicBezTo>
                <a:cubicBezTo>
                  <a:pt x="27689" y="1023"/>
                  <a:pt x="34263" y="0"/>
                  <a:pt x="41738" y="0"/>
                </a:cubicBezTo>
                <a:cubicBezTo>
                  <a:pt x="49158" y="0"/>
                  <a:pt x="55187" y="873"/>
                  <a:pt x="59824" y="2619"/>
                </a:cubicBezTo>
                <a:cubicBezTo>
                  <a:pt x="64462" y="4365"/>
                  <a:pt x="67872" y="6561"/>
                  <a:pt x="70054" y="9207"/>
                </a:cubicBezTo>
                <a:cubicBezTo>
                  <a:pt x="72236" y="11853"/>
                  <a:pt x="73764" y="15195"/>
                  <a:pt x="74637" y="19232"/>
                </a:cubicBezTo>
                <a:cubicBezTo>
                  <a:pt x="75128" y="21742"/>
                  <a:pt x="75374" y="26270"/>
                  <a:pt x="75374" y="32817"/>
                </a:cubicBezTo>
                <a:lnTo>
                  <a:pt x="75374" y="52459"/>
                </a:lnTo>
                <a:cubicBezTo>
                  <a:pt x="75374" y="66153"/>
                  <a:pt x="75687" y="74814"/>
                  <a:pt x="76315" y="78442"/>
                </a:cubicBezTo>
                <a:cubicBezTo>
                  <a:pt x="76942" y="82071"/>
                  <a:pt x="78183" y="85549"/>
                  <a:pt x="80038" y="88877"/>
                </a:cubicBezTo>
                <a:lnTo>
                  <a:pt x="64653" y="88877"/>
                </a:lnTo>
                <a:cubicBezTo>
                  <a:pt x="63125" y="85822"/>
                  <a:pt x="62143" y="82248"/>
                  <a:pt x="61706" y="78156"/>
                </a:cubicBezTo>
                <a:moveTo>
                  <a:pt x="60479" y="45257"/>
                </a:moveTo>
                <a:cubicBezTo>
                  <a:pt x="55132" y="47439"/>
                  <a:pt x="47112" y="49294"/>
                  <a:pt x="36418" y="50822"/>
                </a:cubicBezTo>
                <a:cubicBezTo>
                  <a:pt x="30362" y="51695"/>
                  <a:pt x="26079" y="52677"/>
                  <a:pt x="23570" y="53768"/>
                </a:cubicBezTo>
                <a:cubicBezTo>
                  <a:pt x="21060" y="54859"/>
                  <a:pt x="19123" y="56455"/>
                  <a:pt x="17759" y="58556"/>
                </a:cubicBezTo>
                <a:cubicBezTo>
                  <a:pt x="16395" y="60656"/>
                  <a:pt x="15713" y="62989"/>
                  <a:pt x="15713" y="65553"/>
                </a:cubicBezTo>
                <a:cubicBezTo>
                  <a:pt x="15713" y="69481"/>
                  <a:pt x="17200" y="72755"/>
                  <a:pt x="20173" y="75374"/>
                </a:cubicBezTo>
                <a:cubicBezTo>
                  <a:pt x="23147" y="77992"/>
                  <a:pt x="27498" y="79302"/>
                  <a:pt x="33227" y="79302"/>
                </a:cubicBezTo>
                <a:cubicBezTo>
                  <a:pt x="38901" y="79302"/>
                  <a:pt x="43947" y="78061"/>
                  <a:pt x="48367" y="75578"/>
                </a:cubicBezTo>
                <a:cubicBezTo>
                  <a:pt x="52786" y="73096"/>
                  <a:pt x="56032" y="69699"/>
                  <a:pt x="58106" y="65389"/>
                </a:cubicBezTo>
                <a:cubicBezTo>
                  <a:pt x="59688" y="62061"/>
                  <a:pt x="60479" y="57151"/>
                  <a:pt x="60479" y="50658"/>
                </a:cubicBezTo>
                <a:lnTo>
                  <a:pt x="60479" y="45257"/>
                </a:lnTo>
                <a:close/>
                <a:moveTo>
                  <a:pt x="155180" y="57042"/>
                </a:moveTo>
                <a:lnTo>
                  <a:pt x="169666" y="58924"/>
                </a:lnTo>
                <a:cubicBezTo>
                  <a:pt x="168084" y="68908"/>
                  <a:pt x="164033" y="76724"/>
                  <a:pt x="157513" y="82371"/>
                </a:cubicBezTo>
                <a:cubicBezTo>
                  <a:pt x="150993" y="88018"/>
                  <a:pt x="142986" y="90841"/>
                  <a:pt x="133493" y="90841"/>
                </a:cubicBezTo>
                <a:cubicBezTo>
                  <a:pt x="121599" y="90841"/>
                  <a:pt x="112038" y="86954"/>
                  <a:pt x="104809" y="79179"/>
                </a:cubicBezTo>
                <a:cubicBezTo>
                  <a:pt x="97580" y="71404"/>
                  <a:pt x="93965" y="60261"/>
                  <a:pt x="93965" y="45748"/>
                </a:cubicBezTo>
                <a:cubicBezTo>
                  <a:pt x="93965" y="36364"/>
                  <a:pt x="95520" y="28153"/>
                  <a:pt x="98630" y="21114"/>
                </a:cubicBezTo>
                <a:cubicBezTo>
                  <a:pt x="101740" y="14076"/>
                  <a:pt x="106473" y="8798"/>
                  <a:pt x="112829" y="5279"/>
                </a:cubicBezTo>
                <a:cubicBezTo>
                  <a:pt x="119185" y="1760"/>
                  <a:pt x="126100" y="0"/>
                  <a:pt x="133575" y="0"/>
                </a:cubicBezTo>
                <a:cubicBezTo>
                  <a:pt x="143014" y="0"/>
                  <a:pt x="150734" y="2387"/>
                  <a:pt x="156735" y="7161"/>
                </a:cubicBezTo>
                <a:cubicBezTo>
                  <a:pt x="162737" y="11935"/>
                  <a:pt x="166583" y="18714"/>
                  <a:pt x="168275" y="27498"/>
                </a:cubicBezTo>
                <a:lnTo>
                  <a:pt x="153953" y="29707"/>
                </a:lnTo>
                <a:cubicBezTo>
                  <a:pt x="152589" y="23870"/>
                  <a:pt x="150175" y="19478"/>
                  <a:pt x="146710" y="16531"/>
                </a:cubicBezTo>
                <a:cubicBezTo>
                  <a:pt x="143246" y="13585"/>
                  <a:pt x="139058" y="12112"/>
                  <a:pt x="134148" y="12112"/>
                </a:cubicBezTo>
                <a:cubicBezTo>
                  <a:pt x="126728" y="12112"/>
                  <a:pt x="120699" y="14772"/>
                  <a:pt x="116061" y="20091"/>
                </a:cubicBezTo>
                <a:cubicBezTo>
                  <a:pt x="111424" y="25411"/>
                  <a:pt x="109105" y="33827"/>
                  <a:pt x="109105" y="45339"/>
                </a:cubicBezTo>
                <a:cubicBezTo>
                  <a:pt x="109105" y="57014"/>
                  <a:pt x="111342" y="65498"/>
                  <a:pt x="115816" y="70791"/>
                </a:cubicBezTo>
                <a:cubicBezTo>
                  <a:pt x="120290" y="76083"/>
                  <a:pt x="126128" y="78729"/>
                  <a:pt x="133329" y="78729"/>
                </a:cubicBezTo>
                <a:cubicBezTo>
                  <a:pt x="139113" y="78729"/>
                  <a:pt x="143941" y="76956"/>
                  <a:pt x="147815" y="73409"/>
                </a:cubicBezTo>
                <a:cubicBezTo>
                  <a:pt x="151689" y="69863"/>
                  <a:pt x="154144" y="64407"/>
                  <a:pt x="155180" y="57042"/>
                </a:cubicBezTo>
                <a:close/>
                <a:moveTo>
                  <a:pt x="238983" y="57042"/>
                </a:moveTo>
                <a:lnTo>
                  <a:pt x="253469" y="58924"/>
                </a:lnTo>
                <a:cubicBezTo>
                  <a:pt x="251886" y="68908"/>
                  <a:pt x="247835" y="76724"/>
                  <a:pt x="241316" y="82371"/>
                </a:cubicBezTo>
                <a:cubicBezTo>
                  <a:pt x="234796" y="88018"/>
                  <a:pt x="226789" y="90841"/>
                  <a:pt x="217296" y="90841"/>
                </a:cubicBezTo>
                <a:cubicBezTo>
                  <a:pt x="205402" y="90841"/>
                  <a:pt x="195840" y="86954"/>
                  <a:pt x="188611" y="79179"/>
                </a:cubicBezTo>
                <a:cubicBezTo>
                  <a:pt x="181382" y="71404"/>
                  <a:pt x="177768" y="60261"/>
                  <a:pt x="177768" y="45748"/>
                </a:cubicBezTo>
                <a:cubicBezTo>
                  <a:pt x="177768" y="36364"/>
                  <a:pt x="179323" y="28153"/>
                  <a:pt x="182433" y="21114"/>
                </a:cubicBezTo>
                <a:cubicBezTo>
                  <a:pt x="185542" y="14076"/>
                  <a:pt x="190275" y="8798"/>
                  <a:pt x="196632" y="5279"/>
                </a:cubicBezTo>
                <a:cubicBezTo>
                  <a:pt x="202988" y="1760"/>
                  <a:pt x="209903" y="0"/>
                  <a:pt x="217378" y="0"/>
                </a:cubicBezTo>
                <a:cubicBezTo>
                  <a:pt x="226816" y="0"/>
                  <a:pt x="234537" y="2387"/>
                  <a:pt x="240538" y="7161"/>
                </a:cubicBezTo>
                <a:cubicBezTo>
                  <a:pt x="246540" y="11935"/>
                  <a:pt x="250386" y="18714"/>
                  <a:pt x="252077" y="27498"/>
                </a:cubicBezTo>
                <a:lnTo>
                  <a:pt x="237756" y="29707"/>
                </a:lnTo>
                <a:cubicBezTo>
                  <a:pt x="236392" y="23870"/>
                  <a:pt x="233977" y="19478"/>
                  <a:pt x="230513" y="16531"/>
                </a:cubicBezTo>
                <a:cubicBezTo>
                  <a:pt x="227048" y="13585"/>
                  <a:pt x="222861" y="12112"/>
                  <a:pt x="217951" y="12112"/>
                </a:cubicBezTo>
                <a:cubicBezTo>
                  <a:pt x="210531" y="12112"/>
                  <a:pt x="204502" y="14772"/>
                  <a:pt x="199864" y="20091"/>
                </a:cubicBezTo>
                <a:cubicBezTo>
                  <a:pt x="195227" y="25411"/>
                  <a:pt x="192908" y="33827"/>
                  <a:pt x="192908" y="45339"/>
                </a:cubicBezTo>
                <a:cubicBezTo>
                  <a:pt x="192908" y="57014"/>
                  <a:pt x="195145" y="65498"/>
                  <a:pt x="199619" y="70791"/>
                </a:cubicBezTo>
                <a:cubicBezTo>
                  <a:pt x="204093" y="76083"/>
                  <a:pt x="209930" y="78729"/>
                  <a:pt x="217132" y="78729"/>
                </a:cubicBezTo>
                <a:cubicBezTo>
                  <a:pt x="222915" y="78729"/>
                  <a:pt x="227744" y="76956"/>
                  <a:pt x="231618" y="73409"/>
                </a:cubicBezTo>
                <a:cubicBezTo>
                  <a:pt x="235491" y="69863"/>
                  <a:pt x="237947" y="64407"/>
                  <a:pt x="238983" y="57042"/>
                </a:cubicBezTo>
                <a:close/>
                <a:moveTo>
                  <a:pt x="325569" y="60888"/>
                </a:moveTo>
                <a:lnTo>
                  <a:pt x="340791" y="62770"/>
                </a:lnTo>
                <a:cubicBezTo>
                  <a:pt x="338390" y="71663"/>
                  <a:pt x="333944" y="78565"/>
                  <a:pt x="327451" y="83476"/>
                </a:cubicBezTo>
                <a:cubicBezTo>
                  <a:pt x="320958" y="88386"/>
                  <a:pt x="312665" y="90841"/>
                  <a:pt x="302572" y="90841"/>
                </a:cubicBezTo>
                <a:cubicBezTo>
                  <a:pt x="289860" y="90841"/>
                  <a:pt x="279780" y="86926"/>
                  <a:pt x="272333" y="79097"/>
                </a:cubicBezTo>
                <a:cubicBezTo>
                  <a:pt x="264885" y="71268"/>
                  <a:pt x="261162" y="60288"/>
                  <a:pt x="261162" y="46157"/>
                </a:cubicBezTo>
                <a:cubicBezTo>
                  <a:pt x="261162" y="31535"/>
                  <a:pt x="264926" y="20187"/>
                  <a:pt x="272455" y="12112"/>
                </a:cubicBezTo>
                <a:cubicBezTo>
                  <a:pt x="279985" y="4037"/>
                  <a:pt x="289751" y="0"/>
                  <a:pt x="301754" y="0"/>
                </a:cubicBezTo>
                <a:cubicBezTo>
                  <a:pt x="313375" y="0"/>
                  <a:pt x="322868" y="3956"/>
                  <a:pt x="330234" y="11867"/>
                </a:cubicBezTo>
                <a:cubicBezTo>
                  <a:pt x="337599" y="19778"/>
                  <a:pt x="341282" y="30908"/>
                  <a:pt x="341282" y="45257"/>
                </a:cubicBezTo>
                <a:cubicBezTo>
                  <a:pt x="341282" y="46130"/>
                  <a:pt x="341254" y="47439"/>
                  <a:pt x="341200" y="49185"/>
                </a:cubicBezTo>
                <a:lnTo>
                  <a:pt x="276384" y="49185"/>
                </a:lnTo>
                <a:cubicBezTo>
                  <a:pt x="276929" y="58733"/>
                  <a:pt x="279630" y="66044"/>
                  <a:pt x="284486" y="71118"/>
                </a:cubicBezTo>
                <a:cubicBezTo>
                  <a:pt x="289341" y="76192"/>
                  <a:pt x="295397" y="78729"/>
                  <a:pt x="302654" y="78729"/>
                </a:cubicBezTo>
                <a:cubicBezTo>
                  <a:pt x="308055" y="78729"/>
                  <a:pt x="312665" y="77310"/>
                  <a:pt x="316485" y="74473"/>
                </a:cubicBezTo>
                <a:cubicBezTo>
                  <a:pt x="320304" y="71636"/>
                  <a:pt x="323332" y="67108"/>
                  <a:pt x="325569" y="60888"/>
                </a:cubicBezTo>
                <a:moveTo>
                  <a:pt x="277202" y="37073"/>
                </a:moveTo>
                <a:lnTo>
                  <a:pt x="325732" y="37073"/>
                </a:lnTo>
                <a:cubicBezTo>
                  <a:pt x="325078" y="29762"/>
                  <a:pt x="323223" y="24279"/>
                  <a:pt x="320167" y="20623"/>
                </a:cubicBezTo>
                <a:cubicBezTo>
                  <a:pt x="315475" y="14949"/>
                  <a:pt x="309392" y="12112"/>
                  <a:pt x="301917" y="12112"/>
                </a:cubicBezTo>
                <a:cubicBezTo>
                  <a:pt x="295152" y="12112"/>
                  <a:pt x="289464" y="14376"/>
                  <a:pt x="284854" y="18905"/>
                </a:cubicBezTo>
                <a:cubicBezTo>
                  <a:pt x="280244" y="23433"/>
                  <a:pt x="277693" y="29489"/>
                  <a:pt x="277202" y="37073"/>
                </a:cubicBezTo>
                <a:close/>
                <a:moveTo>
                  <a:pt x="353654" y="62934"/>
                </a:moveTo>
                <a:lnTo>
                  <a:pt x="368221" y="60643"/>
                </a:lnTo>
                <a:cubicBezTo>
                  <a:pt x="369039" y="66480"/>
                  <a:pt x="371317" y="70954"/>
                  <a:pt x="375054" y="74064"/>
                </a:cubicBezTo>
                <a:cubicBezTo>
                  <a:pt x="378792" y="77174"/>
                  <a:pt x="384016" y="78729"/>
                  <a:pt x="390726" y="78729"/>
                </a:cubicBezTo>
                <a:cubicBezTo>
                  <a:pt x="397492" y="78729"/>
                  <a:pt x="402511" y="77351"/>
                  <a:pt x="405785" y="74596"/>
                </a:cubicBezTo>
                <a:cubicBezTo>
                  <a:pt x="409058" y="71841"/>
                  <a:pt x="410695" y="68608"/>
                  <a:pt x="410695" y="64898"/>
                </a:cubicBezTo>
                <a:cubicBezTo>
                  <a:pt x="410695" y="61570"/>
                  <a:pt x="409249" y="58951"/>
                  <a:pt x="406358" y="57042"/>
                </a:cubicBezTo>
                <a:cubicBezTo>
                  <a:pt x="404339" y="55732"/>
                  <a:pt x="399320" y="54068"/>
                  <a:pt x="391299" y="52049"/>
                </a:cubicBezTo>
                <a:cubicBezTo>
                  <a:pt x="380497" y="49321"/>
                  <a:pt x="373008" y="46962"/>
                  <a:pt x="368835" y="44970"/>
                </a:cubicBezTo>
                <a:cubicBezTo>
                  <a:pt x="364661" y="42979"/>
                  <a:pt x="361496" y="40224"/>
                  <a:pt x="359341" y="36705"/>
                </a:cubicBezTo>
                <a:cubicBezTo>
                  <a:pt x="357186" y="33186"/>
                  <a:pt x="356109" y="29298"/>
                  <a:pt x="356109" y="25043"/>
                </a:cubicBezTo>
                <a:cubicBezTo>
                  <a:pt x="356109" y="21169"/>
                  <a:pt x="356995" y="17582"/>
                  <a:pt x="358768" y="14281"/>
                </a:cubicBezTo>
                <a:cubicBezTo>
                  <a:pt x="360542" y="10980"/>
                  <a:pt x="362956" y="8238"/>
                  <a:pt x="366011" y="6056"/>
                </a:cubicBezTo>
                <a:cubicBezTo>
                  <a:pt x="368303" y="4365"/>
                  <a:pt x="371426" y="2933"/>
                  <a:pt x="375382" y="1760"/>
                </a:cubicBezTo>
                <a:cubicBezTo>
                  <a:pt x="379337" y="587"/>
                  <a:pt x="383579" y="0"/>
                  <a:pt x="388108" y="0"/>
                </a:cubicBezTo>
                <a:cubicBezTo>
                  <a:pt x="394928" y="0"/>
                  <a:pt x="400915" y="982"/>
                  <a:pt x="406071" y="2946"/>
                </a:cubicBezTo>
                <a:cubicBezTo>
                  <a:pt x="411227" y="4910"/>
                  <a:pt x="415033" y="7570"/>
                  <a:pt x="417488" y="10925"/>
                </a:cubicBezTo>
                <a:cubicBezTo>
                  <a:pt x="419943" y="14281"/>
                  <a:pt x="421634" y="18768"/>
                  <a:pt x="422562" y="24388"/>
                </a:cubicBezTo>
                <a:lnTo>
                  <a:pt x="408158" y="26352"/>
                </a:lnTo>
                <a:cubicBezTo>
                  <a:pt x="407503" y="21878"/>
                  <a:pt x="405607" y="18386"/>
                  <a:pt x="402470" y="15877"/>
                </a:cubicBezTo>
                <a:cubicBezTo>
                  <a:pt x="399333" y="13367"/>
                  <a:pt x="394900" y="12112"/>
                  <a:pt x="389172" y="12112"/>
                </a:cubicBezTo>
                <a:cubicBezTo>
                  <a:pt x="382406" y="12112"/>
                  <a:pt x="377578" y="13231"/>
                  <a:pt x="374686" y="15468"/>
                </a:cubicBezTo>
                <a:cubicBezTo>
                  <a:pt x="371794" y="17704"/>
                  <a:pt x="370349" y="20323"/>
                  <a:pt x="370349" y="23324"/>
                </a:cubicBezTo>
                <a:cubicBezTo>
                  <a:pt x="370349" y="25234"/>
                  <a:pt x="370949" y="26952"/>
                  <a:pt x="372149" y="28480"/>
                </a:cubicBezTo>
                <a:cubicBezTo>
                  <a:pt x="373349" y="30062"/>
                  <a:pt x="375232" y="31372"/>
                  <a:pt x="377796" y="32408"/>
                </a:cubicBezTo>
                <a:cubicBezTo>
                  <a:pt x="379269" y="32954"/>
                  <a:pt x="383607" y="34209"/>
                  <a:pt x="390808" y="36173"/>
                </a:cubicBezTo>
                <a:cubicBezTo>
                  <a:pt x="401229" y="38955"/>
                  <a:pt x="408499" y="41233"/>
                  <a:pt x="412618" y="43006"/>
                </a:cubicBezTo>
                <a:cubicBezTo>
                  <a:pt x="416738" y="44779"/>
                  <a:pt x="419970" y="47357"/>
                  <a:pt x="422316" y="50740"/>
                </a:cubicBezTo>
                <a:cubicBezTo>
                  <a:pt x="424662" y="54123"/>
                  <a:pt x="425835" y="58324"/>
                  <a:pt x="425835" y="63343"/>
                </a:cubicBezTo>
                <a:cubicBezTo>
                  <a:pt x="425835" y="68254"/>
                  <a:pt x="424403" y="72877"/>
                  <a:pt x="421539" y="77215"/>
                </a:cubicBezTo>
                <a:cubicBezTo>
                  <a:pt x="418674" y="81552"/>
                  <a:pt x="414542" y="84908"/>
                  <a:pt x="409140" y="87281"/>
                </a:cubicBezTo>
                <a:cubicBezTo>
                  <a:pt x="403739" y="89654"/>
                  <a:pt x="397628" y="90841"/>
                  <a:pt x="390808" y="90841"/>
                </a:cubicBezTo>
                <a:cubicBezTo>
                  <a:pt x="379515" y="90841"/>
                  <a:pt x="370908" y="88495"/>
                  <a:pt x="364988" y="83803"/>
                </a:cubicBezTo>
                <a:cubicBezTo>
                  <a:pt x="359069" y="79111"/>
                  <a:pt x="355290" y="72155"/>
                  <a:pt x="353654" y="62934"/>
                </a:cubicBezTo>
                <a:close/>
                <a:moveTo>
                  <a:pt x="437456" y="62934"/>
                </a:moveTo>
                <a:lnTo>
                  <a:pt x="452023" y="60643"/>
                </a:lnTo>
                <a:cubicBezTo>
                  <a:pt x="452842" y="66480"/>
                  <a:pt x="455120" y="70954"/>
                  <a:pt x="458857" y="74064"/>
                </a:cubicBezTo>
                <a:cubicBezTo>
                  <a:pt x="462594" y="77174"/>
                  <a:pt x="467818" y="78729"/>
                  <a:pt x="474529" y="78729"/>
                </a:cubicBezTo>
                <a:cubicBezTo>
                  <a:pt x="481294" y="78729"/>
                  <a:pt x="486314" y="77351"/>
                  <a:pt x="489587" y="74596"/>
                </a:cubicBezTo>
                <a:cubicBezTo>
                  <a:pt x="492861" y="71841"/>
                  <a:pt x="494498" y="68608"/>
                  <a:pt x="494498" y="64898"/>
                </a:cubicBezTo>
                <a:cubicBezTo>
                  <a:pt x="494498" y="61570"/>
                  <a:pt x="493052" y="58951"/>
                  <a:pt x="490160" y="57042"/>
                </a:cubicBezTo>
                <a:cubicBezTo>
                  <a:pt x="488141" y="55732"/>
                  <a:pt x="483122" y="54068"/>
                  <a:pt x="475102" y="52049"/>
                </a:cubicBezTo>
                <a:cubicBezTo>
                  <a:pt x="464299" y="49321"/>
                  <a:pt x="456811" y="46962"/>
                  <a:pt x="452637" y="44970"/>
                </a:cubicBezTo>
                <a:cubicBezTo>
                  <a:pt x="448463" y="42979"/>
                  <a:pt x="445299" y="40224"/>
                  <a:pt x="443144" y="36705"/>
                </a:cubicBezTo>
                <a:cubicBezTo>
                  <a:pt x="440989" y="33186"/>
                  <a:pt x="439911" y="29298"/>
                  <a:pt x="439911" y="25043"/>
                </a:cubicBezTo>
                <a:cubicBezTo>
                  <a:pt x="439911" y="21169"/>
                  <a:pt x="440798" y="17582"/>
                  <a:pt x="442571" y="14281"/>
                </a:cubicBezTo>
                <a:cubicBezTo>
                  <a:pt x="444344" y="10980"/>
                  <a:pt x="446758" y="8238"/>
                  <a:pt x="449814" y="6056"/>
                </a:cubicBezTo>
                <a:cubicBezTo>
                  <a:pt x="452105" y="4365"/>
                  <a:pt x="455229" y="2933"/>
                  <a:pt x="459184" y="1760"/>
                </a:cubicBezTo>
                <a:cubicBezTo>
                  <a:pt x="463140" y="587"/>
                  <a:pt x="467382" y="0"/>
                  <a:pt x="471910" y="0"/>
                </a:cubicBezTo>
                <a:cubicBezTo>
                  <a:pt x="478730" y="0"/>
                  <a:pt x="484718" y="982"/>
                  <a:pt x="489874" y="2946"/>
                </a:cubicBezTo>
                <a:cubicBezTo>
                  <a:pt x="495030" y="4910"/>
                  <a:pt x="498835" y="7570"/>
                  <a:pt x="501290" y="10925"/>
                </a:cubicBezTo>
                <a:cubicBezTo>
                  <a:pt x="503745" y="14281"/>
                  <a:pt x="505437" y="18768"/>
                  <a:pt x="506364" y="24388"/>
                </a:cubicBezTo>
                <a:lnTo>
                  <a:pt x="491961" y="26352"/>
                </a:lnTo>
                <a:cubicBezTo>
                  <a:pt x="491306" y="21878"/>
                  <a:pt x="489410" y="18386"/>
                  <a:pt x="486273" y="15877"/>
                </a:cubicBezTo>
                <a:cubicBezTo>
                  <a:pt x="483136" y="13367"/>
                  <a:pt x="478703" y="12112"/>
                  <a:pt x="472974" y="12112"/>
                </a:cubicBezTo>
                <a:cubicBezTo>
                  <a:pt x="466209" y="12112"/>
                  <a:pt x="461380" y="13231"/>
                  <a:pt x="458489" y="15468"/>
                </a:cubicBezTo>
                <a:cubicBezTo>
                  <a:pt x="455597" y="17704"/>
                  <a:pt x="454151" y="20323"/>
                  <a:pt x="454151" y="23324"/>
                </a:cubicBezTo>
                <a:cubicBezTo>
                  <a:pt x="454151" y="25234"/>
                  <a:pt x="454751" y="26952"/>
                  <a:pt x="455952" y="28480"/>
                </a:cubicBezTo>
                <a:cubicBezTo>
                  <a:pt x="457152" y="30062"/>
                  <a:pt x="459034" y="31372"/>
                  <a:pt x="461598" y="32408"/>
                </a:cubicBezTo>
                <a:cubicBezTo>
                  <a:pt x="463072" y="32954"/>
                  <a:pt x="467409" y="34209"/>
                  <a:pt x="474611" y="36173"/>
                </a:cubicBezTo>
                <a:cubicBezTo>
                  <a:pt x="485032" y="38955"/>
                  <a:pt x="492302" y="41233"/>
                  <a:pt x="496421" y="43006"/>
                </a:cubicBezTo>
                <a:cubicBezTo>
                  <a:pt x="500540" y="44779"/>
                  <a:pt x="503773" y="47357"/>
                  <a:pt x="506119" y="50740"/>
                </a:cubicBezTo>
                <a:cubicBezTo>
                  <a:pt x="508465" y="54123"/>
                  <a:pt x="509638" y="58324"/>
                  <a:pt x="509638" y="63343"/>
                </a:cubicBezTo>
                <a:cubicBezTo>
                  <a:pt x="509638" y="68254"/>
                  <a:pt x="508206" y="72877"/>
                  <a:pt x="505341" y="77215"/>
                </a:cubicBezTo>
                <a:cubicBezTo>
                  <a:pt x="502477" y="81552"/>
                  <a:pt x="498344" y="84908"/>
                  <a:pt x="492943" y="87281"/>
                </a:cubicBezTo>
                <a:cubicBezTo>
                  <a:pt x="487541" y="89654"/>
                  <a:pt x="481431" y="90841"/>
                  <a:pt x="474611" y="90841"/>
                </a:cubicBezTo>
                <a:cubicBezTo>
                  <a:pt x="463317" y="90841"/>
                  <a:pt x="454710" y="88495"/>
                  <a:pt x="448791" y="83803"/>
                </a:cubicBezTo>
                <a:cubicBezTo>
                  <a:pt x="442871" y="79111"/>
                  <a:pt x="439093" y="72155"/>
                  <a:pt x="437456" y="629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6D75C-C110-4B1B-A85A-B20D1A6B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423" y="2267351"/>
            <a:ext cx="96696" cy="954724"/>
          </a:xfrm>
          <a:custGeom xmlns:a="http://schemas.openxmlformats.org/drawingml/2006/main">
            <a:pathLst>
              <a:path w="96696" h="954724">
                <a:moveTo>
                  <a:pt x="32231" y="0"/>
                </a:moveTo>
                <a:lnTo>
                  <a:pt x="32232" y="858028"/>
                </a:lnTo>
                <a:lnTo>
                  <a:pt x="0" y="858028"/>
                </a:lnTo>
                <a:lnTo>
                  <a:pt x="48348" y="954724"/>
                </a:lnTo>
                <a:lnTo>
                  <a:pt x="96696" y="858028"/>
                </a:lnTo>
                <a:lnTo>
                  <a:pt x="64464" y="858028"/>
                </a:lnTo>
                <a:lnTo>
                  <a:pt x="64462" y="0"/>
                </a:lnTo>
                <a:lnTo>
                  <a:pt x="53719" y="0"/>
                </a:lnTo>
                <a:lnTo>
                  <a:pt x="53720" y="858028"/>
                </a:lnTo>
                <a:lnTo>
                  <a:pt x="42975" y="858028"/>
                </a:lnTo>
                <a:lnTo>
                  <a:pt x="42975" y="0"/>
                </a:lnTo>
                <a:lnTo>
                  <a:pt x="3223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158D2-9E15-4B26-A849-454C820B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110" y="2269205"/>
            <a:ext cx="112336" cy="1876665"/>
          </a:xfrm>
          <a:custGeom xmlns:a="http://schemas.openxmlformats.org/drawingml/2006/main">
            <a:pathLst>
              <a:path w="112336" h="1876665">
                <a:moveTo>
                  <a:pt x="46498" y="0"/>
                </a:moveTo>
                <a:lnTo>
                  <a:pt x="46499" y="1821710"/>
                </a:lnTo>
                <a:lnTo>
                  <a:pt x="19396" y="1775247"/>
                </a:lnTo>
                <a:lnTo>
                  <a:pt x="19043" y="1774687"/>
                </a:lnTo>
                <a:lnTo>
                  <a:pt x="18658" y="1774158"/>
                </a:lnTo>
                <a:lnTo>
                  <a:pt x="18244" y="1773663"/>
                </a:lnTo>
                <a:lnTo>
                  <a:pt x="17802" y="1773201"/>
                </a:lnTo>
                <a:lnTo>
                  <a:pt x="17335" y="1772773"/>
                </a:lnTo>
                <a:lnTo>
                  <a:pt x="16843" y="1772379"/>
                </a:lnTo>
                <a:lnTo>
                  <a:pt x="16330" y="1772020"/>
                </a:lnTo>
                <a:lnTo>
                  <a:pt x="15796" y="1771697"/>
                </a:lnTo>
                <a:lnTo>
                  <a:pt x="15245" y="1771409"/>
                </a:lnTo>
                <a:lnTo>
                  <a:pt x="14678" y="1771158"/>
                </a:lnTo>
                <a:lnTo>
                  <a:pt x="14097" y="1770944"/>
                </a:lnTo>
                <a:lnTo>
                  <a:pt x="13504" y="1770768"/>
                </a:lnTo>
                <a:lnTo>
                  <a:pt x="12901" y="1770629"/>
                </a:lnTo>
                <a:lnTo>
                  <a:pt x="12290" y="1770530"/>
                </a:lnTo>
                <a:lnTo>
                  <a:pt x="11673" y="1770469"/>
                </a:lnTo>
                <a:lnTo>
                  <a:pt x="11052" y="1770448"/>
                </a:lnTo>
                <a:lnTo>
                  <a:pt x="10428" y="1770467"/>
                </a:lnTo>
                <a:lnTo>
                  <a:pt x="9805" y="1770526"/>
                </a:lnTo>
                <a:lnTo>
                  <a:pt x="9183" y="1770627"/>
                </a:lnTo>
                <a:lnTo>
                  <a:pt x="8565" y="1770769"/>
                </a:lnTo>
                <a:lnTo>
                  <a:pt x="7953" y="1770954"/>
                </a:lnTo>
                <a:lnTo>
                  <a:pt x="7348" y="1771181"/>
                </a:lnTo>
                <a:lnTo>
                  <a:pt x="6754" y="1771452"/>
                </a:lnTo>
                <a:lnTo>
                  <a:pt x="6170" y="1771766"/>
                </a:lnTo>
                <a:lnTo>
                  <a:pt x="5610" y="1772119"/>
                </a:lnTo>
                <a:lnTo>
                  <a:pt x="5082" y="1772503"/>
                </a:lnTo>
                <a:lnTo>
                  <a:pt x="4587" y="1772918"/>
                </a:lnTo>
                <a:lnTo>
                  <a:pt x="4125" y="1773360"/>
                </a:lnTo>
                <a:lnTo>
                  <a:pt x="3696" y="1773827"/>
                </a:lnTo>
                <a:lnTo>
                  <a:pt x="3303" y="1774319"/>
                </a:lnTo>
                <a:lnTo>
                  <a:pt x="2944" y="1774832"/>
                </a:lnTo>
                <a:lnTo>
                  <a:pt x="2621" y="1775366"/>
                </a:lnTo>
                <a:lnTo>
                  <a:pt x="2333" y="1775917"/>
                </a:lnTo>
                <a:lnTo>
                  <a:pt x="2082" y="1776484"/>
                </a:lnTo>
                <a:lnTo>
                  <a:pt x="1869" y="1777065"/>
                </a:lnTo>
                <a:lnTo>
                  <a:pt x="1692" y="1777658"/>
                </a:lnTo>
                <a:lnTo>
                  <a:pt x="1554" y="1778261"/>
                </a:lnTo>
                <a:lnTo>
                  <a:pt x="1454" y="1778872"/>
                </a:lnTo>
                <a:lnTo>
                  <a:pt x="1393" y="1779489"/>
                </a:lnTo>
                <a:lnTo>
                  <a:pt x="1372" y="1780110"/>
                </a:lnTo>
                <a:lnTo>
                  <a:pt x="1391" y="1780734"/>
                </a:lnTo>
                <a:lnTo>
                  <a:pt x="1451" y="1781357"/>
                </a:lnTo>
                <a:lnTo>
                  <a:pt x="1552" y="1781979"/>
                </a:lnTo>
                <a:lnTo>
                  <a:pt x="1694" y="1782597"/>
                </a:lnTo>
                <a:lnTo>
                  <a:pt x="1879" y="1783209"/>
                </a:lnTo>
                <a:lnTo>
                  <a:pt x="2106" y="1783814"/>
                </a:lnTo>
                <a:lnTo>
                  <a:pt x="2376" y="1784408"/>
                </a:lnTo>
                <a:lnTo>
                  <a:pt x="2691" y="1784992"/>
                </a:lnTo>
                <a:lnTo>
                  <a:pt x="56169" y="1876665"/>
                </a:lnTo>
                <a:lnTo>
                  <a:pt x="109645" y="1784992"/>
                </a:lnTo>
                <a:lnTo>
                  <a:pt x="109959" y="1784408"/>
                </a:lnTo>
                <a:lnTo>
                  <a:pt x="110230" y="1783814"/>
                </a:lnTo>
                <a:lnTo>
                  <a:pt x="110457" y="1783209"/>
                </a:lnTo>
                <a:lnTo>
                  <a:pt x="110642" y="1782597"/>
                </a:lnTo>
                <a:lnTo>
                  <a:pt x="110784" y="1781979"/>
                </a:lnTo>
                <a:lnTo>
                  <a:pt x="110885" y="1781357"/>
                </a:lnTo>
                <a:lnTo>
                  <a:pt x="110945" y="1780734"/>
                </a:lnTo>
                <a:lnTo>
                  <a:pt x="110964" y="1780110"/>
                </a:lnTo>
                <a:lnTo>
                  <a:pt x="110943" y="1779489"/>
                </a:lnTo>
                <a:lnTo>
                  <a:pt x="110882" y="1778872"/>
                </a:lnTo>
                <a:lnTo>
                  <a:pt x="110782" y="1778261"/>
                </a:lnTo>
                <a:lnTo>
                  <a:pt x="110644" y="1777658"/>
                </a:lnTo>
                <a:lnTo>
                  <a:pt x="110467" y="1777065"/>
                </a:lnTo>
                <a:lnTo>
                  <a:pt x="110253" y="1776484"/>
                </a:lnTo>
                <a:lnTo>
                  <a:pt x="110003" y="1775917"/>
                </a:lnTo>
                <a:lnTo>
                  <a:pt x="109715" y="1775366"/>
                </a:lnTo>
                <a:lnTo>
                  <a:pt x="109392" y="1774832"/>
                </a:lnTo>
                <a:lnTo>
                  <a:pt x="109033" y="1774319"/>
                </a:lnTo>
                <a:lnTo>
                  <a:pt x="108639" y="1773827"/>
                </a:lnTo>
                <a:lnTo>
                  <a:pt x="108211" y="1773360"/>
                </a:lnTo>
                <a:lnTo>
                  <a:pt x="107749" y="1772918"/>
                </a:lnTo>
                <a:lnTo>
                  <a:pt x="107254" y="1772503"/>
                </a:lnTo>
                <a:lnTo>
                  <a:pt x="106726" y="1772119"/>
                </a:lnTo>
                <a:lnTo>
                  <a:pt x="106165" y="1771766"/>
                </a:lnTo>
                <a:lnTo>
                  <a:pt x="105582" y="1771452"/>
                </a:lnTo>
                <a:lnTo>
                  <a:pt x="104987" y="1771181"/>
                </a:lnTo>
                <a:lnTo>
                  <a:pt x="104383" y="1770954"/>
                </a:lnTo>
                <a:lnTo>
                  <a:pt x="103771" y="1770769"/>
                </a:lnTo>
                <a:lnTo>
                  <a:pt x="103153" y="1770627"/>
                </a:lnTo>
                <a:lnTo>
                  <a:pt x="102531" y="1770526"/>
                </a:lnTo>
                <a:lnTo>
                  <a:pt x="101908" y="1770467"/>
                </a:lnTo>
                <a:lnTo>
                  <a:pt x="101284" y="1770448"/>
                </a:lnTo>
                <a:lnTo>
                  <a:pt x="100663" y="1770469"/>
                </a:lnTo>
                <a:lnTo>
                  <a:pt x="100046" y="1770530"/>
                </a:lnTo>
                <a:lnTo>
                  <a:pt x="99435" y="1770629"/>
                </a:lnTo>
                <a:lnTo>
                  <a:pt x="98832" y="1770768"/>
                </a:lnTo>
                <a:lnTo>
                  <a:pt x="98239" y="1770944"/>
                </a:lnTo>
                <a:lnTo>
                  <a:pt x="97658" y="1771158"/>
                </a:lnTo>
                <a:lnTo>
                  <a:pt x="97091" y="1771409"/>
                </a:lnTo>
                <a:lnTo>
                  <a:pt x="96540" y="1771697"/>
                </a:lnTo>
                <a:lnTo>
                  <a:pt x="96006" y="1772020"/>
                </a:lnTo>
                <a:lnTo>
                  <a:pt x="95493" y="1772379"/>
                </a:lnTo>
                <a:lnTo>
                  <a:pt x="95001" y="1772773"/>
                </a:lnTo>
                <a:lnTo>
                  <a:pt x="94534" y="1773201"/>
                </a:lnTo>
                <a:lnTo>
                  <a:pt x="94092" y="1773663"/>
                </a:lnTo>
                <a:lnTo>
                  <a:pt x="93677" y="1774158"/>
                </a:lnTo>
                <a:lnTo>
                  <a:pt x="93293" y="1774687"/>
                </a:lnTo>
                <a:lnTo>
                  <a:pt x="92940" y="1775247"/>
                </a:lnTo>
                <a:lnTo>
                  <a:pt x="65838" y="1821708"/>
                </a:lnTo>
                <a:lnTo>
                  <a:pt x="65837" y="0"/>
                </a:lnTo>
                <a:lnTo>
                  <a:pt x="464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820BA5-7CD7-4E39-B326-1CD061D0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69" y="4223879"/>
            <a:ext cx="112336" cy="609237"/>
          </a:xfrm>
          <a:custGeom xmlns:a="http://schemas.openxmlformats.org/drawingml/2006/main">
            <a:pathLst>
              <a:path w="112336" h="609237">
                <a:moveTo>
                  <a:pt x="46498" y="0"/>
                </a:moveTo>
                <a:lnTo>
                  <a:pt x="46498" y="554278"/>
                </a:lnTo>
                <a:lnTo>
                  <a:pt x="19396" y="507817"/>
                </a:lnTo>
                <a:lnTo>
                  <a:pt x="19043" y="507257"/>
                </a:lnTo>
                <a:lnTo>
                  <a:pt x="18658" y="506728"/>
                </a:lnTo>
                <a:lnTo>
                  <a:pt x="18244" y="506233"/>
                </a:lnTo>
                <a:lnTo>
                  <a:pt x="17802" y="505771"/>
                </a:lnTo>
                <a:lnTo>
                  <a:pt x="17335" y="505343"/>
                </a:lnTo>
                <a:lnTo>
                  <a:pt x="16843" y="504949"/>
                </a:lnTo>
                <a:lnTo>
                  <a:pt x="16330" y="504590"/>
                </a:lnTo>
                <a:lnTo>
                  <a:pt x="15796" y="504267"/>
                </a:lnTo>
                <a:lnTo>
                  <a:pt x="15245" y="503979"/>
                </a:lnTo>
                <a:lnTo>
                  <a:pt x="14678" y="503728"/>
                </a:lnTo>
                <a:lnTo>
                  <a:pt x="14097" y="503514"/>
                </a:lnTo>
                <a:lnTo>
                  <a:pt x="13504" y="503338"/>
                </a:lnTo>
                <a:lnTo>
                  <a:pt x="12901" y="503200"/>
                </a:lnTo>
                <a:lnTo>
                  <a:pt x="12290" y="503100"/>
                </a:lnTo>
                <a:lnTo>
                  <a:pt x="11673" y="503039"/>
                </a:lnTo>
                <a:lnTo>
                  <a:pt x="11052" y="503018"/>
                </a:lnTo>
                <a:lnTo>
                  <a:pt x="10428" y="503037"/>
                </a:lnTo>
                <a:lnTo>
                  <a:pt x="9805" y="503097"/>
                </a:lnTo>
                <a:lnTo>
                  <a:pt x="9183" y="503198"/>
                </a:lnTo>
                <a:lnTo>
                  <a:pt x="8565" y="503340"/>
                </a:lnTo>
                <a:lnTo>
                  <a:pt x="7953" y="503525"/>
                </a:lnTo>
                <a:lnTo>
                  <a:pt x="7348" y="503752"/>
                </a:lnTo>
                <a:lnTo>
                  <a:pt x="6754" y="504023"/>
                </a:lnTo>
                <a:lnTo>
                  <a:pt x="6170" y="504337"/>
                </a:lnTo>
                <a:lnTo>
                  <a:pt x="5610" y="504690"/>
                </a:lnTo>
                <a:lnTo>
                  <a:pt x="5082" y="505075"/>
                </a:lnTo>
                <a:lnTo>
                  <a:pt x="4586" y="505489"/>
                </a:lnTo>
                <a:lnTo>
                  <a:pt x="4124" y="505931"/>
                </a:lnTo>
                <a:lnTo>
                  <a:pt x="3696" y="506399"/>
                </a:lnTo>
                <a:lnTo>
                  <a:pt x="3302" y="506890"/>
                </a:lnTo>
                <a:lnTo>
                  <a:pt x="2943" y="507404"/>
                </a:lnTo>
                <a:lnTo>
                  <a:pt x="2620" y="507937"/>
                </a:lnTo>
                <a:lnTo>
                  <a:pt x="2333" y="508488"/>
                </a:lnTo>
                <a:lnTo>
                  <a:pt x="2082" y="509055"/>
                </a:lnTo>
                <a:lnTo>
                  <a:pt x="1868" y="509636"/>
                </a:lnTo>
                <a:lnTo>
                  <a:pt x="1692" y="510229"/>
                </a:lnTo>
                <a:lnTo>
                  <a:pt x="1553" y="510832"/>
                </a:lnTo>
                <a:lnTo>
                  <a:pt x="1454" y="511443"/>
                </a:lnTo>
                <a:lnTo>
                  <a:pt x="1393" y="512060"/>
                </a:lnTo>
                <a:lnTo>
                  <a:pt x="1372" y="512681"/>
                </a:lnTo>
                <a:lnTo>
                  <a:pt x="1391" y="513304"/>
                </a:lnTo>
                <a:lnTo>
                  <a:pt x="1451" y="513928"/>
                </a:lnTo>
                <a:lnTo>
                  <a:pt x="1551" y="514549"/>
                </a:lnTo>
                <a:lnTo>
                  <a:pt x="1694" y="515167"/>
                </a:lnTo>
                <a:lnTo>
                  <a:pt x="1879" y="515779"/>
                </a:lnTo>
                <a:lnTo>
                  <a:pt x="2106" y="516384"/>
                </a:lnTo>
                <a:lnTo>
                  <a:pt x="2376" y="516978"/>
                </a:lnTo>
                <a:lnTo>
                  <a:pt x="2691" y="517562"/>
                </a:lnTo>
                <a:lnTo>
                  <a:pt x="56167" y="609237"/>
                </a:lnTo>
                <a:lnTo>
                  <a:pt x="109645" y="517562"/>
                </a:lnTo>
                <a:lnTo>
                  <a:pt x="109959" y="516978"/>
                </a:lnTo>
                <a:lnTo>
                  <a:pt x="110230" y="516384"/>
                </a:lnTo>
                <a:lnTo>
                  <a:pt x="110457" y="515779"/>
                </a:lnTo>
                <a:lnTo>
                  <a:pt x="110642" y="515167"/>
                </a:lnTo>
                <a:lnTo>
                  <a:pt x="110784" y="514549"/>
                </a:lnTo>
                <a:lnTo>
                  <a:pt x="110885" y="513928"/>
                </a:lnTo>
                <a:lnTo>
                  <a:pt x="110945" y="513304"/>
                </a:lnTo>
                <a:lnTo>
                  <a:pt x="110964" y="512681"/>
                </a:lnTo>
                <a:lnTo>
                  <a:pt x="110942" y="512060"/>
                </a:lnTo>
                <a:lnTo>
                  <a:pt x="110882" y="511442"/>
                </a:lnTo>
                <a:lnTo>
                  <a:pt x="110782" y="510831"/>
                </a:lnTo>
                <a:lnTo>
                  <a:pt x="110644" y="510228"/>
                </a:lnTo>
                <a:lnTo>
                  <a:pt x="110467" y="509636"/>
                </a:lnTo>
                <a:lnTo>
                  <a:pt x="110253" y="509055"/>
                </a:lnTo>
                <a:lnTo>
                  <a:pt x="110002" y="508487"/>
                </a:lnTo>
                <a:lnTo>
                  <a:pt x="109715" y="507936"/>
                </a:lnTo>
                <a:lnTo>
                  <a:pt x="109391" y="507403"/>
                </a:lnTo>
                <a:lnTo>
                  <a:pt x="109033" y="506890"/>
                </a:lnTo>
                <a:lnTo>
                  <a:pt x="108639" y="506398"/>
                </a:lnTo>
                <a:lnTo>
                  <a:pt x="108211" y="505930"/>
                </a:lnTo>
                <a:lnTo>
                  <a:pt x="107748" y="505488"/>
                </a:lnTo>
                <a:lnTo>
                  <a:pt x="107253" y="505074"/>
                </a:lnTo>
                <a:lnTo>
                  <a:pt x="106725" y="504689"/>
                </a:lnTo>
                <a:lnTo>
                  <a:pt x="106164" y="504336"/>
                </a:lnTo>
                <a:lnTo>
                  <a:pt x="105581" y="504022"/>
                </a:lnTo>
                <a:lnTo>
                  <a:pt x="104986" y="503751"/>
                </a:lnTo>
                <a:lnTo>
                  <a:pt x="104382" y="503524"/>
                </a:lnTo>
                <a:lnTo>
                  <a:pt x="103770" y="503339"/>
                </a:lnTo>
                <a:lnTo>
                  <a:pt x="103152" y="503197"/>
                </a:lnTo>
                <a:lnTo>
                  <a:pt x="102530" y="503096"/>
                </a:lnTo>
                <a:lnTo>
                  <a:pt x="101907" y="503037"/>
                </a:lnTo>
                <a:lnTo>
                  <a:pt x="101283" y="503018"/>
                </a:lnTo>
                <a:lnTo>
                  <a:pt x="100662" y="503039"/>
                </a:lnTo>
                <a:lnTo>
                  <a:pt x="100045" y="503100"/>
                </a:lnTo>
                <a:lnTo>
                  <a:pt x="99434" y="503199"/>
                </a:lnTo>
                <a:lnTo>
                  <a:pt x="98831" y="503338"/>
                </a:lnTo>
                <a:lnTo>
                  <a:pt x="98238" y="503514"/>
                </a:lnTo>
                <a:lnTo>
                  <a:pt x="97657" y="503728"/>
                </a:lnTo>
                <a:lnTo>
                  <a:pt x="97090" y="503979"/>
                </a:lnTo>
                <a:lnTo>
                  <a:pt x="96539" y="504267"/>
                </a:lnTo>
                <a:lnTo>
                  <a:pt x="96006" y="504590"/>
                </a:lnTo>
                <a:lnTo>
                  <a:pt x="95493" y="504949"/>
                </a:lnTo>
                <a:lnTo>
                  <a:pt x="95001" y="505343"/>
                </a:lnTo>
                <a:lnTo>
                  <a:pt x="94533" y="505771"/>
                </a:lnTo>
                <a:lnTo>
                  <a:pt x="94092" y="506233"/>
                </a:lnTo>
                <a:lnTo>
                  <a:pt x="93677" y="506728"/>
                </a:lnTo>
                <a:lnTo>
                  <a:pt x="93293" y="507257"/>
                </a:lnTo>
                <a:lnTo>
                  <a:pt x="92940" y="507817"/>
                </a:lnTo>
                <a:lnTo>
                  <a:pt x="65837" y="554280"/>
                </a:lnTo>
                <a:lnTo>
                  <a:pt x="65837" y="0"/>
                </a:lnTo>
                <a:lnTo>
                  <a:pt x="464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34C71-1937-4CAA-9725-B26A6717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819" y="4336130"/>
            <a:ext cx="112336" cy="509783"/>
          </a:xfrm>
          <a:custGeom xmlns:a="http://schemas.openxmlformats.org/drawingml/2006/main">
            <a:pathLst>
              <a:path w="112336" h="509783">
                <a:moveTo>
                  <a:pt x="46498" y="0"/>
                </a:moveTo>
                <a:lnTo>
                  <a:pt x="46499" y="454826"/>
                </a:lnTo>
                <a:lnTo>
                  <a:pt x="19396" y="408364"/>
                </a:lnTo>
                <a:lnTo>
                  <a:pt x="19043" y="407803"/>
                </a:lnTo>
                <a:lnTo>
                  <a:pt x="18658" y="407275"/>
                </a:lnTo>
                <a:lnTo>
                  <a:pt x="18244" y="406779"/>
                </a:lnTo>
                <a:lnTo>
                  <a:pt x="17802" y="406317"/>
                </a:lnTo>
                <a:lnTo>
                  <a:pt x="17335" y="405889"/>
                </a:lnTo>
                <a:lnTo>
                  <a:pt x="16843" y="405495"/>
                </a:lnTo>
                <a:lnTo>
                  <a:pt x="16330" y="405137"/>
                </a:lnTo>
                <a:lnTo>
                  <a:pt x="15796" y="404813"/>
                </a:lnTo>
                <a:lnTo>
                  <a:pt x="15245" y="404526"/>
                </a:lnTo>
                <a:lnTo>
                  <a:pt x="14678" y="404275"/>
                </a:lnTo>
                <a:lnTo>
                  <a:pt x="14097" y="404061"/>
                </a:lnTo>
                <a:lnTo>
                  <a:pt x="13504" y="403885"/>
                </a:lnTo>
                <a:lnTo>
                  <a:pt x="12901" y="403746"/>
                </a:lnTo>
                <a:lnTo>
                  <a:pt x="12290" y="403646"/>
                </a:lnTo>
                <a:lnTo>
                  <a:pt x="11673" y="403586"/>
                </a:lnTo>
                <a:lnTo>
                  <a:pt x="11052" y="403565"/>
                </a:lnTo>
                <a:lnTo>
                  <a:pt x="10428" y="403584"/>
                </a:lnTo>
                <a:lnTo>
                  <a:pt x="9805" y="403643"/>
                </a:lnTo>
                <a:lnTo>
                  <a:pt x="9183" y="403744"/>
                </a:lnTo>
                <a:lnTo>
                  <a:pt x="8565" y="403887"/>
                </a:lnTo>
                <a:lnTo>
                  <a:pt x="7953" y="404071"/>
                </a:lnTo>
                <a:lnTo>
                  <a:pt x="7348" y="404299"/>
                </a:lnTo>
                <a:lnTo>
                  <a:pt x="6754" y="404570"/>
                </a:lnTo>
                <a:lnTo>
                  <a:pt x="6170" y="404884"/>
                </a:lnTo>
                <a:lnTo>
                  <a:pt x="5610" y="405237"/>
                </a:lnTo>
                <a:lnTo>
                  <a:pt x="5082" y="405621"/>
                </a:lnTo>
                <a:lnTo>
                  <a:pt x="4586" y="406036"/>
                </a:lnTo>
                <a:lnTo>
                  <a:pt x="4124" y="406478"/>
                </a:lnTo>
                <a:lnTo>
                  <a:pt x="3696" y="406945"/>
                </a:lnTo>
                <a:lnTo>
                  <a:pt x="3302" y="407437"/>
                </a:lnTo>
                <a:lnTo>
                  <a:pt x="2943" y="407950"/>
                </a:lnTo>
                <a:lnTo>
                  <a:pt x="2620" y="408483"/>
                </a:lnTo>
                <a:lnTo>
                  <a:pt x="2333" y="409034"/>
                </a:lnTo>
                <a:lnTo>
                  <a:pt x="2082" y="409601"/>
                </a:lnTo>
                <a:lnTo>
                  <a:pt x="1868" y="410182"/>
                </a:lnTo>
                <a:lnTo>
                  <a:pt x="1692" y="410775"/>
                </a:lnTo>
                <a:lnTo>
                  <a:pt x="1553" y="411378"/>
                </a:lnTo>
                <a:lnTo>
                  <a:pt x="1454" y="411989"/>
                </a:lnTo>
                <a:lnTo>
                  <a:pt x="1393" y="412606"/>
                </a:lnTo>
                <a:lnTo>
                  <a:pt x="1372" y="413227"/>
                </a:lnTo>
                <a:lnTo>
                  <a:pt x="1391" y="413851"/>
                </a:lnTo>
                <a:lnTo>
                  <a:pt x="1451" y="414474"/>
                </a:lnTo>
                <a:lnTo>
                  <a:pt x="1551" y="415096"/>
                </a:lnTo>
                <a:lnTo>
                  <a:pt x="1694" y="415714"/>
                </a:lnTo>
                <a:lnTo>
                  <a:pt x="1879" y="416326"/>
                </a:lnTo>
                <a:lnTo>
                  <a:pt x="2106" y="416930"/>
                </a:lnTo>
                <a:lnTo>
                  <a:pt x="2376" y="417525"/>
                </a:lnTo>
                <a:lnTo>
                  <a:pt x="2691" y="418108"/>
                </a:lnTo>
                <a:lnTo>
                  <a:pt x="56169" y="509783"/>
                </a:lnTo>
                <a:lnTo>
                  <a:pt x="109645" y="418108"/>
                </a:lnTo>
                <a:lnTo>
                  <a:pt x="109959" y="417525"/>
                </a:lnTo>
                <a:lnTo>
                  <a:pt x="110230" y="416930"/>
                </a:lnTo>
                <a:lnTo>
                  <a:pt x="110457" y="416326"/>
                </a:lnTo>
                <a:lnTo>
                  <a:pt x="110642" y="415714"/>
                </a:lnTo>
                <a:lnTo>
                  <a:pt x="110784" y="415096"/>
                </a:lnTo>
                <a:lnTo>
                  <a:pt x="110885" y="414474"/>
                </a:lnTo>
                <a:lnTo>
                  <a:pt x="110945" y="413851"/>
                </a:lnTo>
                <a:lnTo>
                  <a:pt x="110964" y="413227"/>
                </a:lnTo>
                <a:lnTo>
                  <a:pt x="110942" y="412606"/>
                </a:lnTo>
                <a:lnTo>
                  <a:pt x="110882" y="411989"/>
                </a:lnTo>
                <a:lnTo>
                  <a:pt x="110782" y="411378"/>
                </a:lnTo>
                <a:lnTo>
                  <a:pt x="110644" y="410775"/>
                </a:lnTo>
                <a:lnTo>
                  <a:pt x="110467" y="410182"/>
                </a:lnTo>
                <a:lnTo>
                  <a:pt x="110253" y="409601"/>
                </a:lnTo>
                <a:lnTo>
                  <a:pt x="110002" y="409034"/>
                </a:lnTo>
                <a:lnTo>
                  <a:pt x="109715" y="408483"/>
                </a:lnTo>
                <a:lnTo>
                  <a:pt x="109391" y="407950"/>
                </a:lnTo>
                <a:lnTo>
                  <a:pt x="109033" y="407436"/>
                </a:lnTo>
                <a:lnTo>
                  <a:pt x="108639" y="406945"/>
                </a:lnTo>
                <a:lnTo>
                  <a:pt x="108211" y="406477"/>
                </a:lnTo>
                <a:lnTo>
                  <a:pt x="107748" y="406035"/>
                </a:lnTo>
                <a:lnTo>
                  <a:pt x="107253" y="405620"/>
                </a:lnTo>
                <a:lnTo>
                  <a:pt x="106725" y="405236"/>
                </a:lnTo>
                <a:lnTo>
                  <a:pt x="106164" y="404883"/>
                </a:lnTo>
                <a:lnTo>
                  <a:pt x="105581" y="404568"/>
                </a:lnTo>
                <a:lnTo>
                  <a:pt x="104986" y="404298"/>
                </a:lnTo>
                <a:lnTo>
                  <a:pt x="104382" y="404071"/>
                </a:lnTo>
                <a:lnTo>
                  <a:pt x="103770" y="403886"/>
                </a:lnTo>
                <a:lnTo>
                  <a:pt x="103152" y="403744"/>
                </a:lnTo>
                <a:lnTo>
                  <a:pt x="102531" y="403643"/>
                </a:lnTo>
                <a:lnTo>
                  <a:pt x="101907" y="403583"/>
                </a:lnTo>
                <a:lnTo>
                  <a:pt x="101284" y="403564"/>
                </a:lnTo>
                <a:lnTo>
                  <a:pt x="100663" y="403585"/>
                </a:lnTo>
                <a:lnTo>
                  <a:pt x="100046" y="403646"/>
                </a:lnTo>
                <a:lnTo>
                  <a:pt x="99435" y="403746"/>
                </a:lnTo>
                <a:lnTo>
                  <a:pt x="98832" y="403884"/>
                </a:lnTo>
                <a:lnTo>
                  <a:pt x="98239" y="404061"/>
                </a:lnTo>
                <a:lnTo>
                  <a:pt x="97658" y="404275"/>
                </a:lnTo>
                <a:lnTo>
                  <a:pt x="97091" y="404526"/>
                </a:lnTo>
                <a:lnTo>
                  <a:pt x="96540" y="404813"/>
                </a:lnTo>
                <a:lnTo>
                  <a:pt x="96006" y="405137"/>
                </a:lnTo>
                <a:lnTo>
                  <a:pt x="95493" y="405495"/>
                </a:lnTo>
                <a:lnTo>
                  <a:pt x="95001" y="405889"/>
                </a:lnTo>
                <a:lnTo>
                  <a:pt x="94534" y="406317"/>
                </a:lnTo>
                <a:lnTo>
                  <a:pt x="94092" y="406779"/>
                </a:lnTo>
                <a:lnTo>
                  <a:pt x="93677" y="407275"/>
                </a:lnTo>
                <a:lnTo>
                  <a:pt x="93293" y="407803"/>
                </a:lnTo>
                <a:lnTo>
                  <a:pt x="92940" y="408364"/>
                </a:lnTo>
                <a:lnTo>
                  <a:pt x="65838" y="454824"/>
                </a:lnTo>
                <a:lnTo>
                  <a:pt x="65837" y="0"/>
                </a:lnTo>
                <a:lnTo>
                  <a:pt x="464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3E069-F73E-4071-9E7E-A637E0C8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6231" y="933958"/>
            <a:ext cx="1410380" cy="2209826"/>
          </a:xfrm>
          <a:custGeom xmlns:a="http://schemas.openxmlformats.org/drawingml/2006/main">
            <a:pathLst>
              <a:path w="1410380" h="2209826">
                <a:moveTo>
                  <a:pt x="1298478" y="1596200"/>
                </a:moveTo>
                <a:lnTo>
                  <a:pt x="1275213" y="1497019"/>
                </a:lnTo>
                <a:lnTo>
                  <a:pt x="1248836" y="1399254"/>
                </a:lnTo>
                <a:lnTo>
                  <a:pt x="1219469" y="1303105"/>
                </a:lnTo>
                <a:lnTo>
                  <a:pt x="1187238" y="1208772"/>
                </a:lnTo>
                <a:lnTo>
                  <a:pt x="1152265" y="1116455"/>
                </a:lnTo>
                <a:lnTo>
                  <a:pt x="1114675" y="1026355"/>
                </a:lnTo>
                <a:lnTo>
                  <a:pt x="1074590" y="938671"/>
                </a:lnTo>
                <a:lnTo>
                  <a:pt x="1032135" y="853606"/>
                </a:lnTo>
                <a:lnTo>
                  <a:pt x="987430" y="771358"/>
                </a:lnTo>
                <a:lnTo>
                  <a:pt x="940599" y="692127"/>
                </a:lnTo>
                <a:lnTo>
                  <a:pt x="891762" y="616115"/>
                </a:lnTo>
                <a:lnTo>
                  <a:pt x="841042" y="543522"/>
                </a:lnTo>
                <a:lnTo>
                  <a:pt x="788561" y="474549"/>
                </a:lnTo>
                <a:lnTo>
                  <a:pt x="734438" y="409395"/>
                </a:lnTo>
                <a:lnTo>
                  <a:pt x="678793" y="348264"/>
                </a:lnTo>
                <a:lnTo>
                  <a:pt x="621747" y="291356"/>
                </a:lnTo>
                <a:lnTo>
                  <a:pt x="563466" y="238921"/>
                </a:lnTo>
                <a:lnTo>
                  <a:pt x="533805" y="214363"/>
                </a:lnTo>
                <a:lnTo>
                  <a:pt x="503918" y="191028"/>
                </a:lnTo>
                <a:lnTo>
                  <a:pt x="473770" y="168903"/>
                </a:lnTo>
                <a:lnTo>
                  <a:pt x="443373" y="148013"/>
                </a:lnTo>
                <a:lnTo>
                  <a:pt x="412743" y="128383"/>
                </a:lnTo>
                <a:lnTo>
                  <a:pt x="381895" y="110040"/>
                </a:lnTo>
                <a:lnTo>
                  <a:pt x="350844" y="93010"/>
                </a:lnTo>
                <a:lnTo>
                  <a:pt x="319604" y="77318"/>
                </a:lnTo>
                <a:lnTo>
                  <a:pt x="288190" y="62993"/>
                </a:lnTo>
                <a:lnTo>
                  <a:pt x="256619" y="50061"/>
                </a:lnTo>
                <a:lnTo>
                  <a:pt x="224904" y="38548"/>
                </a:lnTo>
                <a:lnTo>
                  <a:pt x="193060" y="28483"/>
                </a:lnTo>
                <a:lnTo>
                  <a:pt x="161105" y="19891"/>
                </a:lnTo>
                <a:lnTo>
                  <a:pt x="129055" y="12800"/>
                </a:lnTo>
                <a:lnTo>
                  <a:pt x="96926" y="7238"/>
                </a:lnTo>
                <a:lnTo>
                  <a:pt x="64737" y="3231"/>
                </a:lnTo>
                <a:lnTo>
                  <a:pt x="32503" y="807"/>
                </a:lnTo>
                <a:lnTo>
                  <a:pt x="487" y="0"/>
                </a:lnTo>
                <a:lnTo>
                  <a:pt x="0" y="19333"/>
                </a:lnTo>
                <a:lnTo>
                  <a:pt x="31541" y="20129"/>
                </a:lnTo>
                <a:lnTo>
                  <a:pt x="62809" y="22480"/>
                </a:lnTo>
                <a:lnTo>
                  <a:pt x="94096" y="26374"/>
                </a:lnTo>
                <a:lnTo>
                  <a:pt x="125311" y="31778"/>
                </a:lnTo>
                <a:lnTo>
                  <a:pt x="156495" y="38677"/>
                </a:lnTo>
                <a:lnTo>
                  <a:pt x="187646" y="47053"/>
                </a:lnTo>
                <a:lnTo>
                  <a:pt x="218683" y="56864"/>
                </a:lnTo>
                <a:lnTo>
                  <a:pt x="249661" y="68109"/>
                </a:lnTo>
                <a:lnTo>
                  <a:pt x="280500" y="80741"/>
                </a:lnTo>
                <a:lnTo>
                  <a:pt x="311259" y="94768"/>
                </a:lnTo>
                <a:lnTo>
                  <a:pt x="341850" y="110133"/>
                </a:lnTo>
                <a:lnTo>
                  <a:pt x="372297" y="126832"/>
                </a:lnTo>
                <a:lnTo>
                  <a:pt x="402594" y="144848"/>
                </a:lnTo>
                <a:lnTo>
                  <a:pt x="432645" y="164107"/>
                </a:lnTo>
                <a:lnTo>
                  <a:pt x="462590" y="184687"/>
                </a:lnTo>
                <a:lnTo>
                  <a:pt x="492251" y="206454"/>
                </a:lnTo>
                <a:lnTo>
                  <a:pt x="521684" y="229433"/>
                </a:lnTo>
                <a:lnTo>
                  <a:pt x="550824" y="253561"/>
                </a:lnTo>
                <a:lnTo>
                  <a:pt x="608450" y="305408"/>
                </a:lnTo>
                <a:lnTo>
                  <a:pt x="664797" y="361618"/>
                </a:lnTo>
                <a:lnTo>
                  <a:pt x="719837" y="422084"/>
                </a:lnTo>
                <a:lnTo>
                  <a:pt x="773429" y="486599"/>
                </a:lnTo>
                <a:lnTo>
                  <a:pt x="825405" y="554909"/>
                </a:lnTo>
                <a:lnTo>
                  <a:pt x="875696" y="626888"/>
                </a:lnTo>
                <a:lnTo>
                  <a:pt x="924144" y="702296"/>
                </a:lnTo>
                <a:lnTo>
                  <a:pt x="970608" y="780905"/>
                </a:lnTo>
                <a:lnTo>
                  <a:pt x="1014965" y="862513"/>
                </a:lnTo>
                <a:lnTo>
                  <a:pt x="1057146" y="947025"/>
                </a:lnTo>
                <a:lnTo>
                  <a:pt x="1096946" y="1034085"/>
                </a:lnTo>
                <a:lnTo>
                  <a:pt x="1134288" y="1123590"/>
                </a:lnTo>
                <a:lnTo>
                  <a:pt x="1169048" y="1215345"/>
                </a:lnTo>
                <a:lnTo>
                  <a:pt x="1201074" y="1309082"/>
                </a:lnTo>
                <a:lnTo>
                  <a:pt x="1230249" y="1404604"/>
                </a:lnTo>
                <a:lnTo>
                  <a:pt x="1256457" y="1501739"/>
                </a:lnTo>
                <a:lnTo>
                  <a:pt x="1279571" y="1600278"/>
                </a:lnTo>
                <a:lnTo>
                  <a:pt x="1299481" y="1700080"/>
                </a:lnTo>
                <a:lnTo>
                  <a:pt x="1316034" y="1800799"/>
                </a:lnTo>
                <a:lnTo>
                  <a:pt x="1329130" y="1902374"/>
                </a:lnTo>
                <a:lnTo>
                  <a:pt x="1338634" y="2004522"/>
                </a:lnTo>
                <a:lnTo>
                  <a:pt x="1344426" y="2107035"/>
                </a:lnTo>
                <a:lnTo>
                  <a:pt x="1345342" y="2155063"/>
                </a:lnTo>
                <a:lnTo>
                  <a:pt x="1317358" y="2109127"/>
                </a:lnTo>
                <a:lnTo>
                  <a:pt x="1316995" y="2108573"/>
                </a:lnTo>
                <a:lnTo>
                  <a:pt x="1316600" y="2108052"/>
                </a:lnTo>
                <a:lnTo>
                  <a:pt x="1316177" y="2107565"/>
                </a:lnTo>
                <a:lnTo>
                  <a:pt x="1315726" y="2107111"/>
                </a:lnTo>
                <a:lnTo>
                  <a:pt x="1315250" y="2106692"/>
                </a:lnTo>
                <a:lnTo>
                  <a:pt x="1314751" y="2106307"/>
                </a:lnTo>
                <a:lnTo>
                  <a:pt x="1314231" y="2105958"/>
                </a:lnTo>
                <a:lnTo>
                  <a:pt x="1313692" y="2105645"/>
                </a:lnTo>
                <a:lnTo>
                  <a:pt x="1313136" y="2105368"/>
                </a:lnTo>
                <a:lnTo>
                  <a:pt x="1312564" y="2105128"/>
                </a:lnTo>
                <a:lnTo>
                  <a:pt x="1311979" y="2104925"/>
                </a:lnTo>
                <a:lnTo>
                  <a:pt x="1311383" y="2104760"/>
                </a:lnTo>
                <a:lnTo>
                  <a:pt x="1310777" y="2104633"/>
                </a:lnTo>
                <a:lnTo>
                  <a:pt x="1310165" y="2104545"/>
                </a:lnTo>
                <a:lnTo>
                  <a:pt x="1309546" y="2104496"/>
                </a:lnTo>
                <a:lnTo>
                  <a:pt x="1308925" y="2104487"/>
                </a:lnTo>
                <a:lnTo>
                  <a:pt x="1308302" y="2104518"/>
                </a:lnTo>
                <a:lnTo>
                  <a:pt x="1307680" y="2104589"/>
                </a:lnTo>
                <a:lnTo>
                  <a:pt x="1307060" y="2104702"/>
                </a:lnTo>
                <a:lnTo>
                  <a:pt x="1306445" y="2104856"/>
                </a:lnTo>
                <a:lnTo>
                  <a:pt x="1305837" y="2105053"/>
                </a:lnTo>
                <a:lnTo>
                  <a:pt x="1305236" y="2105291"/>
                </a:lnTo>
                <a:lnTo>
                  <a:pt x="1304647" y="2105573"/>
                </a:lnTo>
                <a:lnTo>
                  <a:pt x="1304070" y="2105899"/>
                </a:lnTo>
                <a:lnTo>
                  <a:pt x="1303516" y="2106262"/>
                </a:lnTo>
                <a:lnTo>
                  <a:pt x="1302995" y="2106657"/>
                </a:lnTo>
                <a:lnTo>
                  <a:pt x="1302508" y="2107080"/>
                </a:lnTo>
                <a:lnTo>
                  <a:pt x="1302054" y="2107531"/>
                </a:lnTo>
                <a:lnTo>
                  <a:pt x="1301635" y="2108007"/>
                </a:lnTo>
                <a:lnTo>
                  <a:pt x="1301251" y="2108506"/>
                </a:lnTo>
                <a:lnTo>
                  <a:pt x="1300902" y="2109026"/>
                </a:lnTo>
                <a:lnTo>
                  <a:pt x="1300589" y="2109565"/>
                </a:lnTo>
                <a:lnTo>
                  <a:pt x="1300312" y="2110122"/>
                </a:lnTo>
                <a:lnTo>
                  <a:pt x="1300072" y="2110694"/>
                </a:lnTo>
                <a:lnTo>
                  <a:pt x="1299869" y="2111278"/>
                </a:lnTo>
                <a:lnTo>
                  <a:pt x="1299704" y="2111875"/>
                </a:lnTo>
                <a:lnTo>
                  <a:pt x="1299578" y="2112480"/>
                </a:lnTo>
                <a:lnTo>
                  <a:pt x="1299489" y="2113093"/>
                </a:lnTo>
                <a:lnTo>
                  <a:pt x="1299441" y="2113711"/>
                </a:lnTo>
                <a:lnTo>
                  <a:pt x="1299431" y="2114333"/>
                </a:lnTo>
                <a:lnTo>
                  <a:pt x="1299462" y="2114956"/>
                </a:lnTo>
                <a:lnTo>
                  <a:pt x="1299534" y="2115578"/>
                </a:lnTo>
                <a:lnTo>
                  <a:pt x="1299646" y="2116197"/>
                </a:lnTo>
                <a:lnTo>
                  <a:pt x="1299800" y="2116812"/>
                </a:lnTo>
                <a:lnTo>
                  <a:pt x="1299997" y="2117421"/>
                </a:lnTo>
                <a:lnTo>
                  <a:pt x="1300236" y="2118021"/>
                </a:lnTo>
                <a:lnTo>
                  <a:pt x="1300517" y="2118610"/>
                </a:lnTo>
                <a:lnTo>
                  <a:pt x="1300843" y="2119187"/>
                </a:lnTo>
                <a:lnTo>
                  <a:pt x="1356057" y="2209826"/>
                </a:lnTo>
                <a:lnTo>
                  <a:pt x="1407778" y="2117149"/>
                </a:lnTo>
                <a:lnTo>
                  <a:pt x="1408081" y="2116560"/>
                </a:lnTo>
                <a:lnTo>
                  <a:pt x="1408340" y="2115960"/>
                </a:lnTo>
                <a:lnTo>
                  <a:pt x="1408556" y="2115351"/>
                </a:lnTo>
                <a:lnTo>
                  <a:pt x="1408729" y="2114736"/>
                </a:lnTo>
                <a:lnTo>
                  <a:pt x="1408859" y="2114115"/>
                </a:lnTo>
                <a:lnTo>
                  <a:pt x="1408948" y="2113492"/>
                </a:lnTo>
                <a:lnTo>
                  <a:pt x="1408996" y="2112867"/>
                </a:lnTo>
                <a:lnTo>
                  <a:pt x="1409003" y="2112244"/>
                </a:lnTo>
                <a:lnTo>
                  <a:pt x="1408970" y="2111623"/>
                </a:lnTo>
                <a:lnTo>
                  <a:pt x="1408897" y="2111007"/>
                </a:lnTo>
                <a:lnTo>
                  <a:pt x="1408786" y="2110398"/>
                </a:lnTo>
                <a:lnTo>
                  <a:pt x="1408636" y="2109798"/>
                </a:lnTo>
                <a:lnTo>
                  <a:pt x="1408448" y="2109208"/>
                </a:lnTo>
                <a:lnTo>
                  <a:pt x="1408223" y="2108632"/>
                </a:lnTo>
                <a:lnTo>
                  <a:pt x="1407962" y="2108069"/>
                </a:lnTo>
                <a:lnTo>
                  <a:pt x="1407664" y="2107524"/>
                </a:lnTo>
                <a:lnTo>
                  <a:pt x="1407330" y="2106997"/>
                </a:lnTo>
                <a:lnTo>
                  <a:pt x="1406962" y="2106490"/>
                </a:lnTo>
                <a:lnTo>
                  <a:pt x="1406559" y="2106007"/>
                </a:lnTo>
                <a:lnTo>
                  <a:pt x="1406122" y="2105547"/>
                </a:lnTo>
                <a:lnTo>
                  <a:pt x="1405651" y="2105114"/>
                </a:lnTo>
                <a:lnTo>
                  <a:pt x="1405148" y="2104709"/>
                </a:lnTo>
                <a:lnTo>
                  <a:pt x="1404613" y="2104335"/>
                </a:lnTo>
                <a:lnTo>
                  <a:pt x="1404045" y="2103993"/>
                </a:lnTo>
                <a:lnTo>
                  <a:pt x="1403456" y="2103690"/>
                </a:lnTo>
                <a:lnTo>
                  <a:pt x="1402857" y="2103431"/>
                </a:lnTo>
                <a:lnTo>
                  <a:pt x="1402248" y="2103215"/>
                </a:lnTo>
                <a:lnTo>
                  <a:pt x="1401632" y="2103042"/>
                </a:lnTo>
                <a:lnTo>
                  <a:pt x="1401012" y="2102911"/>
                </a:lnTo>
                <a:lnTo>
                  <a:pt x="1400389" y="2102822"/>
                </a:lnTo>
                <a:lnTo>
                  <a:pt x="1399764" y="2102774"/>
                </a:lnTo>
                <a:lnTo>
                  <a:pt x="1399141" y="2102767"/>
                </a:lnTo>
                <a:lnTo>
                  <a:pt x="1398520" y="2102800"/>
                </a:lnTo>
                <a:lnTo>
                  <a:pt x="1397904" y="2102873"/>
                </a:lnTo>
                <a:lnTo>
                  <a:pt x="1397295" y="2102984"/>
                </a:lnTo>
                <a:lnTo>
                  <a:pt x="1396695" y="2103134"/>
                </a:lnTo>
                <a:lnTo>
                  <a:pt x="1396105" y="2103321"/>
                </a:lnTo>
                <a:lnTo>
                  <a:pt x="1395529" y="2103546"/>
                </a:lnTo>
                <a:lnTo>
                  <a:pt x="1394967" y="2103808"/>
                </a:lnTo>
                <a:lnTo>
                  <a:pt x="1394421" y="2104106"/>
                </a:lnTo>
                <a:lnTo>
                  <a:pt x="1393894" y="2104439"/>
                </a:lnTo>
                <a:lnTo>
                  <a:pt x="1393388" y="2104808"/>
                </a:lnTo>
                <a:lnTo>
                  <a:pt x="1392904" y="2105211"/>
                </a:lnTo>
                <a:lnTo>
                  <a:pt x="1392444" y="2105648"/>
                </a:lnTo>
                <a:lnTo>
                  <a:pt x="1392011" y="2106118"/>
                </a:lnTo>
                <a:lnTo>
                  <a:pt x="1391606" y="2106621"/>
                </a:lnTo>
                <a:lnTo>
                  <a:pt x="1391232" y="2107157"/>
                </a:lnTo>
                <a:lnTo>
                  <a:pt x="1390890" y="2107724"/>
                </a:lnTo>
                <a:lnTo>
                  <a:pt x="1364678" y="2154694"/>
                </a:lnTo>
                <a:lnTo>
                  <a:pt x="1363756" y="2106320"/>
                </a:lnTo>
                <a:lnTo>
                  <a:pt x="1357923" y="2003069"/>
                </a:lnTo>
                <a:lnTo>
                  <a:pt x="1348353" y="1900230"/>
                </a:lnTo>
                <a:lnTo>
                  <a:pt x="1335172" y="1798005"/>
                </a:lnTo>
                <a:lnTo>
                  <a:pt x="1318506" y="1696596"/>
                </a:lnTo>
                <a:lnTo>
                  <a:pt x="1298478" y="15962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Initialization">
            <a:extLst xmlns:a="http://schemas.openxmlformats.org/drawingml/2006/main">
              <a:ext uri="{FF2B5EF4-FFF2-40B4-BE49-F238E27FC236}">
                <a16:creationId xmlns:a16="http://schemas.microsoft.com/office/drawing/2014/main" id="{3E755137-B618-4BD2-BC37-8B8A73F5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165" y="921751"/>
            <a:ext cx="862148" cy="121940"/>
          </a:xfrm>
          <a:custGeom xmlns:a="http://schemas.openxmlformats.org/drawingml/2006/main">
            <a:pathLst>
              <a:path w="862148" h="121940">
                <a:moveTo>
                  <a:pt x="0" y="119976"/>
                </a:moveTo>
                <a:lnTo>
                  <a:pt x="25125" y="0"/>
                </a:lnTo>
                <a:lnTo>
                  <a:pt x="41083" y="0"/>
                </a:lnTo>
                <a:lnTo>
                  <a:pt x="16040" y="119976"/>
                </a:lnTo>
                <a:lnTo>
                  <a:pt x="0" y="119976"/>
                </a:lnTo>
                <a:close/>
                <a:moveTo>
                  <a:pt x="42719" y="119976"/>
                </a:moveTo>
                <a:lnTo>
                  <a:pt x="60887" y="33063"/>
                </a:lnTo>
                <a:lnTo>
                  <a:pt x="74308" y="33063"/>
                </a:lnTo>
                <a:lnTo>
                  <a:pt x="71117" y="48203"/>
                </a:lnTo>
                <a:cubicBezTo>
                  <a:pt x="76954" y="42256"/>
                  <a:pt x="82410" y="37919"/>
                  <a:pt x="87484" y="35191"/>
                </a:cubicBezTo>
                <a:cubicBezTo>
                  <a:pt x="92558" y="32463"/>
                  <a:pt x="97742" y="31099"/>
                  <a:pt x="103034" y="31099"/>
                </a:cubicBezTo>
                <a:cubicBezTo>
                  <a:pt x="110072" y="31099"/>
                  <a:pt x="115596" y="33008"/>
                  <a:pt x="119606" y="36827"/>
                </a:cubicBezTo>
                <a:cubicBezTo>
                  <a:pt x="123616" y="40647"/>
                  <a:pt x="125621" y="45748"/>
                  <a:pt x="125621" y="52131"/>
                </a:cubicBezTo>
                <a:cubicBezTo>
                  <a:pt x="125621" y="55350"/>
                  <a:pt x="124912" y="60424"/>
                  <a:pt x="123493" y="67353"/>
                </a:cubicBezTo>
                <a:lnTo>
                  <a:pt x="112445" y="119976"/>
                </a:lnTo>
                <a:lnTo>
                  <a:pt x="97632" y="119976"/>
                </a:lnTo>
                <a:lnTo>
                  <a:pt x="109172" y="64898"/>
                </a:lnTo>
                <a:cubicBezTo>
                  <a:pt x="110317" y="59551"/>
                  <a:pt x="110890" y="55596"/>
                  <a:pt x="110890" y="53032"/>
                </a:cubicBezTo>
                <a:cubicBezTo>
                  <a:pt x="110890" y="50140"/>
                  <a:pt x="109895" y="47794"/>
                  <a:pt x="107903" y="45993"/>
                </a:cubicBezTo>
                <a:cubicBezTo>
                  <a:pt x="105912" y="44193"/>
                  <a:pt x="103034" y="43293"/>
                  <a:pt x="99269" y="43293"/>
                </a:cubicBezTo>
                <a:cubicBezTo>
                  <a:pt x="91685" y="43293"/>
                  <a:pt x="84934" y="46021"/>
                  <a:pt x="79014" y="51477"/>
                </a:cubicBezTo>
                <a:cubicBezTo>
                  <a:pt x="73094" y="56933"/>
                  <a:pt x="68743" y="66289"/>
                  <a:pt x="65961" y="79547"/>
                </a:cubicBezTo>
                <a:lnTo>
                  <a:pt x="57531" y="119976"/>
                </a:lnTo>
                <a:lnTo>
                  <a:pt x="42719" y="119976"/>
                </a:lnTo>
                <a:close/>
                <a:moveTo>
                  <a:pt x="157225" y="16777"/>
                </a:moveTo>
                <a:lnTo>
                  <a:pt x="160744" y="0"/>
                </a:lnTo>
                <a:lnTo>
                  <a:pt x="175475" y="0"/>
                </a:lnTo>
                <a:lnTo>
                  <a:pt x="171956" y="16777"/>
                </a:lnTo>
                <a:lnTo>
                  <a:pt x="157225" y="16777"/>
                </a:lnTo>
                <a:moveTo>
                  <a:pt x="135619" y="119976"/>
                </a:moveTo>
                <a:lnTo>
                  <a:pt x="153787" y="33063"/>
                </a:lnTo>
                <a:lnTo>
                  <a:pt x="168600" y="33063"/>
                </a:lnTo>
                <a:lnTo>
                  <a:pt x="150432" y="119976"/>
                </a:lnTo>
                <a:lnTo>
                  <a:pt x="135619" y="119976"/>
                </a:lnTo>
                <a:close/>
                <a:moveTo>
                  <a:pt x="207884" y="107945"/>
                </a:moveTo>
                <a:lnTo>
                  <a:pt x="205429" y="120057"/>
                </a:lnTo>
                <a:cubicBezTo>
                  <a:pt x="201883" y="120985"/>
                  <a:pt x="198445" y="121449"/>
                  <a:pt x="195117" y="121449"/>
                </a:cubicBezTo>
                <a:cubicBezTo>
                  <a:pt x="189225" y="121449"/>
                  <a:pt x="184533" y="120003"/>
                  <a:pt x="181041" y="117111"/>
                </a:cubicBezTo>
                <a:cubicBezTo>
                  <a:pt x="178422" y="114929"/>
                  <a:pt x="177113" y="111955"/>
                  <a:pt x="177113" y="108191"/>
                </a:cubicBezTo>
                <a:cubicBezTo>
                  <a:pt x="177113" y="106281"/>
                  <a:pt x="177822" y="101889"/>
                  <a:pt x="179241" y="95015"/>
                </a:cubicBezTo>
                <a:lnTo>
                  <a:pt x="189798" y="44520"/>
                </a:lnTo>
                <a:lnTo>
                  <a:pt x="178095" y="44520"/>
                </a:lnTo>
                <a:lnTo>
                  <a:pt x="180468" y="33063"/>
                </a:lnTo>
                <a:lnTo>
                  <a:pt x="192171" y="33063"/>
                </a:lnTo>
                <a:lnTo>
                  <a:pt x="196672" y="11703"/>
                </a:lnTo>
                <a:lnTo>
                  <a:pt x="213613" y="1473"/>
                </a:lnTo>
                <a:lnTo>
                  <a:pt x="206984" y="33063"/>
                </a:lnTo>
                <a:lnTo>
                  <a:pt x="221551" y="33063"/>
                </a:lnTo>
                <a:lnTo>
                  <a:pt x="219096" y="44520"/>
                </a:lnTo>
                <a:lnTo>
                  <a:pt x="204611" y="44520"/>
                </a:lnTo>
                <a:lnTo>
                  <a:pt x="194544" y="92560"/>
                </a:lnTo>
                <a:cubicBezTo>
                  <a:pt x="193290" y="98670"/>
                  <a:pt x="192662" y="102326"/>
                  <a:pt x="192662" y="103526"/>
                </a:cubicBezTo>
                <a:cubicBezTo>
                  <a:pt x="192662" y="105272"/>
                  <a:pt x="193167" y="106609"/>
                  <a:pt x="194176" y="107536"/>
                </a:cubicBezTo>
                <a:cubicBezTo>
                  <a:pt x="195185" y="108464"/>
                  <a:pt x="196836" y="108927"/>
                  <a:pt x="199127" y="108927"/>
                </a:cubicBezTo>
                <a:cubicBezTo>
                  <a:pt x="202401" y="108927"/>
                  <a:pt x="205320" y="108600"/>
                  <a:pt x="207884" y="107945"/>
                </a:cubicBezTo>
                <a:close/>
                <a:moveTo>
                  <a:pt x="241028" y="16777"/>
                </a:moveTo>
                <a:lnTo>
                  <a:pt x="244547" y="0"/>
                </a:lnTo>
                <a:lnTo>
                  <a:pt x="259278" y="0"/>
                </a:lnTo>
                <a:lnTo>
                  <a:pt x="255759" y="16777"/>
                </a:lnTo>
                <a:lnTo>
                  <a:pt x="241028" y="16777"/>
                </a:lnTo>
                <a:moveTo>
                  <a:pt x="219422" y="119976"/>
                </a:moveTo>
                <a:lnTo>
                  <a:pt x="237590" y="33063"/>
                </a:lnTo>
                <a:lnTo>
                  <a:pt x="252403" y="33063"/>
                </a:lnTo>
                <a:lnTo>
                  <a:pt x="234235" y="119976"/>
                </a:lnTo>
                <a:lnTo>
                  <a:pt x="219422" y="119976"/>
                </a:lnTo>
                <a:close/>
                <a:moveTo>
                  <a:pt x="315666" y="109173"/>
                </a:moveTo>
                <a:cubicBezTo>
                  <a:pt x="310537" y="113592"/>
                  <a:pt x="305600" y="116825"/>
                  <a:pt x="300853" y="118871"/>
                </a:cubicBezTo>
                <a:cubicBezTo>
                  <a:pt x="296106" y="120917"/>
                  <a:pt x="291032" y="121940"/>
                  <a:pt x="285631" y="121940"/>
                </a:cubicBezTo>
                <a:cubicBezTo>
                  <a:pt x="277611" y="121940"/>
                  <a:pt x="271146" y="119580"/>
                  <a:pt x="266235" y="114861"/>
                </a:cubicBezTo>
                <a:cubicBezTo>
                  <a:pt x="261325" y="110141"/>
                  <a:pt x="258870" y="104099"/>
                  <a:pt x="258870" y="96733"/>
                </a:cubicBezTo>
                <a:cubicBezTo>
                  <a:pt x="258870" y="91878"/>
                  <a:pt x="259975" y="87581"/>
                  <a:pt x="262184" y="83844"/>
                </a:cubicBezTo>
                <a:cubicBezTo>
                  <a:pt x="264394" y="80107"/>
                  <a:pt x="267327" y="77106"/>
                  <a:pt x="270982" y="74842"/>
                </a:cubicBezTo>
                <a:cubicBezTo>
                  <a:pt x="274637" y="72577"/>
                  <a:pt x="279111" y="70954"/>
                  <a:pt x="284404" y="69972"/>
                </a:cubicBezTo>
                <a:cubicBezTo>
                  <a:pt x="287732" y="69317"/>
                  <a:pt x="294047" y="68799"/>
                  <a:pt x="303349" y="68417"/>
                </a:cubicBezTo>
                <a:cubicBezTo>
                  <a:pt x="312652" y="68035"/>
                  <a:pt x="319321" y="67053"/>
                  <a:pt x="323359" y="65471"/>
                </a:cubicBezTo>
                <a:cubicBezTo>
                  <a:pt x="324505" y="61434"/>
                  <a:pt x="325077" y="58078"/>
                  <a:pt x="325077" y="55405"/>
                </a:cubicBezTo>
                <a:cubicBezTo>
                  <a:pt x="325077" y="51968"/>
                  <a:pt x="323823" y="49267"/>
                  <a:pt x="321313" y="47303"/>
                </a:cubicBezTo>
                <a:cubicBezTo>
                  <a:pt x="317876" y="44575"/>
                  <a:pt x="312856" y="43211"/>
                  <a:pt x="306254" y="43211"/>
                </a:cubicBezTo>
                <a:cubicBezTo>
                  <a:pt x="300035" y="43211"/>
                  <a:pt x="294947" y="44588"/>
                  <a:pt x="290992" y="47344"/>
                </a:cubicBezTo>
                <a:cubicBezTo>
                  <a:pt x="287036" y="50099"/>
                  <a:pt x="284158" y="54014"/>
                  <a:pt x="282358" y="59088"/>
                </a:cubicBezTo>
                <a:lnTo>
                  <a:pt x="267381" y="57778"/>
                </a:lnTo>
                <a:cubicBezTo>
                  <a:pt x="270436" y="49158"/>
                  <a:pt x="275279" y="42556"/>
                  <a:pt x="281907" y="37973"/>
                </a:cubicBezTo>
                <a:cubicBezTo>
                  <a:pt x="288536" y="33390"/>
                  <a:pt x="296898" y="31099"/>
                  <a:pt x="306991" y="31099"/>
                </a:cubicBezTo>
                <a:cubicBezTo>
                  <a:pt x="317739" y="31099"/>
                  <a:pt x="326250" y="33663"/>
                  <a:pt x="332525" y="38792"/>
                </a:cubicBezTo>
                <a:cubicBezTo>
                  <a:pt x="337326" y="42611"/>
                  <a:pt x="339727" y="47576"/>
                  <a:pt x="339727" y="53686"/>
                </a:cubicBezTo>
                <a:cubicBezTo>
                  <a:pt x="339727" y="58324"/>
                  <a:pt x="339045" y="63698"/>
                  <a:pt x="337681" y="69808"/>
                </a:cubicBezTo>
                <a:lnTo>
                  <a:pt x="332852" y="91414"/>
                </a:lnTo>
                <a:cubicBezTo>
                  <a:pt x="331324" y="98288"/>
                  <a:pt x="330561" y="103881"/>
                  <a:pt x="330561" y="108191"/>
                </a:cubicBezTo>
                <a:cubicBezTo>
                  <a:pt x="330561" y="110919"/>
                  <a:pt x="331161" y="114847"/>
                  <a:pt x="332361" y="119976"/>
                </a:cubicBezTo>
                <a:lnTo>
                  <a:pt x="317385" y="119976"/>
                </a:lnTo>
                <a:cubicBezTo>
                  <a:pt x="316566" y="117139"/>
                  <a:pt x="315993" y="113538"/>
                  <a:pt x="315666" y="109173"/>
                </a:cubicBezTo>
                <a:moveTo>
                  <a:pt x="321149" y="75946"/>
                </a:moveTo>
                <a:cubicBezTo>
                  <a:pt x="319076" y="76765"/>
                  <a:pt x="316853" y="77392"/>
                  <a:pt x="314479" y="77829"/>
                </a:cubicBezTo>
                <a:cubicBezTo>
                  <a:pt x="312106" y="78265"/>
                  <a:pt x="308137" y="78729"/>
                  <a:pt x="302572" y="79220"/>
                </a:cubicBezTo>
                <a:cubicBezTo>
                  <a:pt x="293951" y="79984"/>
                  <a:pt x="287868" y="80952"/>
                  <a:pt x="284322" y="82125"/>
                </a:cubicBezTo>
                <a:cubicBezTo>
                  <a:pt x="280775" y="83298"/>
                  <a:pt x="278102" y="85167"/>
                  <a:pt x="276301" y="87731"/>
                </a:cubicBezTo>
                <a:cubicBezTo>
                  <a:pt x="274501" y="90295"/>
                  <a:pt x="273601" y="93133"/>
                  <a:pt x="273601" y="96242"/>
                </a:cubicBezTo>
                <a:cubicBezTo>
                  <a:pt x="273601" y="100389"/>
                  <a:pt x="275033" y="103799"/>
                  <a:pt x="277897" y="106472"/>
                </a:cubicBezTo>
                <a:cubicBezTo>
                  <a:pt x="280762" y="109146"/>
                  <a:pt x="284840" y="110482"/>
                  <a:pt x="290132" y="110482"/>
                </a:cubicBezTo>
                <a:cubicBezTo>
                  <a:pt x="295043" y="110482"/>
                  <a:pt x="299762" y="109187"/>
                  <a:pt x="304290" y="106595"/>
                </a:cubicBezTo>
                <a:cubicBezTo>
                  <a:pt x="308819" y="104003"/>
                  <a:pt x="312392" y="100389"/>
                  <a:pt x="315011" y="95751"/>
                </a:cubicBezTo>
                <a:cubicBezTo>
                  <a:pt x="317630" y="91114"/>
                  <a:pt x="319676" y="84512"/>
                  <a:pt x="321149" y="75946"/>
                </a:cubicBezTo>
                <a:close/>
                <a:moveTo>
                  <a:pt x="349398" y="119976"/>
                </a:moveTo>
                <a:lnTo>
                  <a:pt x="374440" y="0"/>
                </a:lnTo>
                <a:lnTo>
                  <a:pt x="389253" y="0"/>
                </a:lnTo>
                <a:lnTo>
                  <a:pt x="364210" y="119976"/>
                </a:lnTo>
                <a:lnTo>
                  <a:pt x="349398" y="119976"/>
                </a:lnTo>
                <a:close/>
                <a:moveTo>
                  <a:pt x="408650" y="16777"/>
                </a:moveTo>
                <a:lnTo>
                  <a:pt x="412169" y="0"/>
                </a:lnTo>
                <a:lnTo>
                  <a:pt x="426900" y="0"/>
                </a:lnTo>
                <a:lnTo>
                  <a:pt x="423381" y="16777"/>
                </a:lnTo>
                <a:lnTo>
                  <a:pt x="408650" y="16777"/>
                </a:lnTo>
                <a:moveTo>
                  <a:pt x="387045" y="119976"/>
                </a:moveTo>
                <a:lnTo>
                  <a:pt x="405213" y="33063"/>
                </a:lnTo>
                <a:lnTo>
                  <a:pt x="420026" y="33063"/>
                </a:lnTo>
                <a:lnTo>
                  <a:pt x="401858" y="119976"/>
                </a:lnTo>
                <a:lnTo>
                  <a:pt x="387045" y="119976"/>
                </a:lnTo>
                <a:close/>
                <a:moveTo>
                  <a:pt x="422401" y="119976"/>
                </a:moveTo>
                <a:lnTo>
                  <a:pt x="424774" y="108518"/>
                </a:lnTo>
                <a:lnTo>
                  <a:pt x="471504" y="55896"/>
                </a:lnTo>
                <a:cubicBezTo>
                  <a:pt x="474832" y="52186"/>
                  <a:pt x="478542" y="48339"/>
                  <a:pt x="482634" y="44357"/>
                </a:cubicBezTo>
                <a:cubicBezTo>
                  <a:pt x="475596" y="45066"/>
                  <a:pt x="470549" y="45421"/>
                  <a:pt x="467494" y="45421"/>
                </a:cubicBezTo>
                <a:lnTo>
                  <a:pt x="435167" y="45421"/>
                </a:lnTo>
                <a:lnTo>
                  <a:pt x="437786" y="33063"/>
                </a:lnTo>
                <a:lnTo>
                  <a:pt x="504976" y="33063"/>
                </a:lnTo>
                <a:lnTo>
                  <a:pt x="503012" y="42392"/>
                </a:lnTo>
                <a:lnTo>
                  <a:pt x="455873" y="95342"/>
                </a:lnTo>
                <a:cubicBezTo>
                  <a:pt x="453199" y="98343"/>
                  <a:pt x="449216" y="102462"/>
                  <a:pt x="443924" y="107700"/>
                </a:cubicBezTo>
                <a:cubicBezTo>
                  <a:pt x="452163" y="107209"/>
                  <a:pt x="457809" y="106963"/>
                  <a:pt x="460865" y="106963"/>
                </a:cubicBezTo>
                <a:lnTo>
                  <a:pt x="495073" y="106963"/>
                </a:lnTo>
                <a:lnTo>
                  <a:pt x="492373" y="119976"/>
                </a:lnTo>
                <a:lnTo>
                  <a:pt x="422401" y="119976"/>
                </a:lnTo>
                <a:close/>
                <a:moveTo>
                  <a:pt x="567091" y="109173"/>
                </a:moveTo>
                <a:cubicBezTo>
                  <a:pt x="561963" y="113592"/>
                  <a:pt x="557025" y="116825"/>
                  <a:pt x="552279" y="118871"/>
                </a:cubicBezTo>
                <a:cubicBezTo>
                  <a:pt x="547532" y="120917"/>
                  <a:pt x="542458" y="121940"/>
                  <a:pt x="537057" y="121940"/>
                </a:cubicBezTo>
                <a:cubicBezTo>
                  <a:pt x="529036" y="121940"/>
                  <a:pt x="522571" y="119580"/>
                  <a:pt x="517661" y="114861"/>
                </a:cubicBezTo>
                <a:cubicBezTo>
                  <a:pt x="512750" y="110141"/>
                  <a:pt x="510295" y="104099"/>
                  <a:pt x="510295" y="96733"/>
                </a:cubicBezTo>
                <a:cubicBezTo>
                  <a:pt x="510295" y="91878"/>
                  <a:pt x="511400" y="87581"/>
                  <a:pt x="513610" y="83844"/>
                </a:cubicBezTo>
                <a:cubicBezTo>
                  <a:pt x="515819" y="80107"/>
                  <a:pt x="518752" y="77106"/>
                  <a:pt x="522407" y="74842"/>
                </a:cubicBezTo>
                <a:cubicBezTo>
                  <a:pt x="526063" y="72577"/>
                  <a:pt x="530537" y="70954"/>
                  <a:pt x="535829" y="69972"/>
                </a:cubicBezTo>
                <a:cubicBezTo>
                  <a:pt x="539157" y="69317"/>
                  <a:pt x="545472" y="68799"/>
                  <a:pt x="554775" y="68417"/>
                </a:cubicBezTo>
                <a:cubicBezTo>
                  <a:pt x="564077" y="68035"/>
                  <a:pt x="570747" y="67053"/>
                  <a:pt x="574784" y="65471"/>
                </a:cubicBezTo>
                <a:cubicBezTo>
                  <a:pt x="575930" y="61434"/>
                  <a:pt x="576503" y="58078"/>
                  <a:pt x="576503" y="55405"/>
                </a:cubicBezTo>
                <a:cubicBezTo>
                  <a:pt x="576503" y="51968"/>
                  <a:pt x="575248" y="49267"/>
                  <a:pt x="572738" y="47303"/>
                </a:cubicBezTo>
                <a:cubicBezTo>
                  <a:pt x="569301" y="44575"/>
                  <a:pt x="564282" y="43211"/>
                  <a:pt x="557680" y="43211"/>
                </a:cubicBezTo>
                <a:cubicBezTo>
                  <a:pt x="551460" y="43211"/>
                  <a:pt x="546373" y="44588"/>
                  <a:pt x="542417" y="47344"/>
                </a:cubicBezTo>
                <a:cubicBezTo>
                  <a:pt x="538461" y="50099"/>
                  <a:pt x="535583" y="54014"/>
                  <a:pt x="533783" y="59088"/>
                </a:cubicBezTo>
                <a:lnTo>
                  <a:pt x="518806" y="57778"/>
                </a:lnTo>
                <a:cubicBezTo>
                  <a:pt x="521862" y="49158"/>
                  <a:pt x="526704" y="42556"/>
                  <a:pt x="533333" y="37973"/>
                </a:cubicBezTo>
                <a:cubicBezTo>
                  <a:pt x="539962" y="33390"/>
                  <a:pt x="548323" y="31099"/>
                  <a:pt x="558416" y="31099"/>
                </a:cubicBezTo>
                <a:cubicBezTo>
                  <a:pt x="569165" y="31099"/>
                  <a:pt x="577676" y="33663"/>
                  <a:pt x="583950" y="38792"/>
                </a:cubicBezTo>
                <a:cubicBezTo>
                  <a:pt x="588751" y="42611"/>
                  <a:pt x="591152" y="47576"/>
                  <a:pt x="591152" y="53686"/>
                </a:cubicBezTo>
                <a:cubicBezTo>
                  <a:pt x="591152" y="58324"/>
                  <a:pt x="590470" y="63698"/>
                  <a:pt x="589106" y="69808"/>
                </a:cubicBezTo>
                <a:lnTo>
                  <a:pt x="584278" y="91414"/>
                </a:lnTo>
                <a:cubicBezTo>
                  <a:pt x="582750" y="98288"/>
                  <a:pt x="581986" y="103881"/>
                  <a:pt x="581986" y="108191"/>
                </a:cubicBezTo>
                <a:cubicBezTo>
                  <a:pt x="581986" y="110919"/>
                  <a:pt x="582586" y="114847"/>
                  <a:pt x="583786" y="119976"/>
                </a:cubicBezTo>
                <a:lnTo>
                  <a:pt x="568810" y="119976"/>
                </a:lnTo>
                <a:cubicBezTo>
                  <a:pt x="567992" y="117139"/>
                  <a:pt x="567419" y="113538"/>
                  <a:pt x="567091" y="109173"/>
                </a:cubicBezTo>
                <a:moveTo>
                  <a:pt x="572575" y="75946"/>
                </a:moveTo>
                <a:cubicBezTo>
                  <a:pt x="570501" y="76765"/>
                  <a:pt x="568278" y="77392"/>
                  <a:pt x="565905" y="77829"/>
                </a:cubicBezTo>
                <a:cubicBezTo>
                  <a:pt x="563531" y="78265"/>
                  <a:pt x="559562" y="78729"/>
                  <a:pt x="553997" y="79220"/>
                </a:cubicBezTo>
                <a:cubicBezTo>
                  <a:pt x="545377" y="79984"/>
                  <a:pt x="539293" y="80952"/>
                  <a:pt x="535747" y="82125"/>
                </a:cubicBezTo>
                <a:cubicBezTo>
                  <a:pt x="532201" y="83298"/>
                  <a:pt x="529527" y="85167"/>
                  <a:pt x="527727" y="87731"/>
                </a:cubicBezTo>
                <a:cubicBezTo>
                  <a:pt x="525926" y="90295"/>
                  <a:pt x="525026" y="93133"/>
                  <a:pt x="525026" y="96242"/>
                </a:cubicBezTo>
                <a:cubicBezTo>
                  <a:pt x="525026" y="100389"/>
                  <a:pt x="526458" y="103799"/>
                  <a:pt x="529323" y="106472"/>
                </a:cubicBezTo>
                <a:cubicBezTo>
                  <a:pt x="532187" y="109146"/>
                  <a:pt x="536265" y="110482"/>
                  <a:pt x="541558" y="110482"/>
                </a:cubicBezTo>
                <a:cubicBezTo>
                  <a:pt x="546468" y="110482"/>
                  <a:pt x="551187" y="109187"/>
                  <a:pt x="555716" y="106595"/>
                </a:cubicBezTo>
                <a:cubicBezTo>
                  <a:pt x="560244" y="104003"/>
                  <a:pt x="563818" y="100389"/>
                  <a:pt x="566437" y="95751"/>
                </a:cubicBezTo>
                <a:cubicBezTo>
                  <a:pt x="569056" y="91114"/>
                  <a:pt x="571101" y="84512"/>
                  <a:pt x="572575" y="75946"/>
                </a:cubicBezTo>
                <a:close/>
                <a:moveTo>
                  <a:pt x="636586" y="107945"/>
                </a:moveTo>
                <a:lnTo>
                  <a:pt x="634131" y="120057"/>
                </a:lnTo>
                <a:cubicBezTo>
                  <a:pt x="630585" y="120985"/>
                  <a:pt x="627148" y="121449"/>
                  <a:pt x="623819" y="121449"/>
                </a:cubicBezTo>
                <a:cubicBezTo>
                  <a:pt x="617927" y="121449"/>
                  <a:pt x="613235" y="120003"/>
                  <a:pt x="609743" y="117111"/>
                </a:cubicBezTo>
                <a:cubicBezTo>
                  <a:pt x="607124" y="114929"/>
                  <a:pt x="605815" y="111955"/>
                  <a:pt x="605815" y="108191"/>
                </a:cubicBezTo>
                <a:cubicBezTo>
                  <a:pt x="605815" y="106281"/>
                  <a:pt x="606524" y="101889"/>
                  <a:pt x="607943" y="95015"/>
                </a:cubicBezTo>
                <a:lnTo>
                  <a:pt x="618500" y="44520"/>
                </a:lnTo>
                <a:lnTo>
                  <a:pt x="606797" y="44520"/>
                </a:lnTo>
                <a:lnTo>
                  <a:pt x="609170" y="33063"/>
                </a:lnTo>
                <a:lnTo>
                  <a:pt x="620873" y="33063"/>
                </a:lnTo>
                <a:lnTo>
                  <a:pt x="625374" y="11703"/>
                </a:lnTo>
                <a:lnTo>
                  <a:pt x="642315" y="1473"/>
                </a:lnTo>
                <a:lnTo>
                  <a:pt x="635686" y="33063"/>
                </a:lnTo>
                <a:lnTo>
                  <a:pt x="650253" y="33063"/>
                </a:lnTo>
                <a:lnTo>
                  <a:pt x="647798" y="44520"/>
                </a:lnTo>
                <a:lnTo>
                  <a:pt x="633313" y="44520"/>
                </a:lnTo>
                <a:lnTo>
                  <a:pt x="623247" y="92560"/>
                </a:lnTo>
                <a:cubicBezTo>
                  <a:pt x="621992" y="98670"/>
                  <a:pt x="621364" y="102326"/>
                  <a:pt x="621364" y="103526"/>
                </a:cubicBezTo>
                <a:cubicBezTo>
                  <a:pt x="621364" y="105272"/>
                  <a:pt x="621869" y="106609"/>
                  <a:pt x="622878" y="107536"/>
                </a:cubicBezTo>
                <a:cubicBezTo>
                  <a:pt x="623888" y="108464"/>
                  <a:pt x="625538" y="108927"/>
                  <a:pt x="627830" y="108927"/>
                </a:cubicBezTo>
                <a:cubicBezTo>
                  <a:pt x="631103" y="108927"/>
                  <a:pt x="634022" y="108600"/>
                  <a:pt x="636586" y="107945"/>
                </a:cubicBezTo>
                <a:close/>
                <a:moveTo>
                  <a:pt x="669730" y="16777"/>
                </a:moveTo>
                <a:lnTo>
                  <a:pt x="673249" y="0"/>
                </a:lnTo>
                <a:lnTo>
                  <a:pt x="687980" y="0"/>
                </a:lnTo>
                <a:lnTo>
                  <a:pt x="684461" y="16777"/>
                </a:lnTo>
                <a:lnTo>
                  <a:pt x="669730" y="16777"/>
                </a:lnTo>
                <a:moveTo>
                  <a:pt x="648124" y="119976"/>
                </a:moveTo>
                <a:lnTo>
                  <a:pt x="666293" y="33063"/>
                </a:lnTo>
                <a:lnTo>
                  <a:pt x="681105" y="33063"/>
                </a:lnTo>
                <a:lnTo>
                  <a:pt x="662937" y="119976"/>
                </a:lnTo>
                <a:lnTo>
                  <a:pt x="648124" y="119976"/>
                </a:lnTo>
                <a:close/>
                <a:moveTo>
                  <a:pt x="688390" y="86995"/>
                </a:moveTo>
                <a:cubicBezTo>
                  <a:pt x="688390" y="70027"/>
                  <a:pt x="693383" y="55978"/>
                  <a:pt x="703367" y="44848"/>
                </a:cubicBezTo>
                <a:cubicBezTo>
                  <a:pt x="711605" y="35682"/>
                  <a:pt x="722408" y="31099"/>
                  <a:pt x="735775" y="31099"/>
                </a:cubicBezTo>
                <a:cubicBezTo>
                  <a:pt x="746250" y="31099"/>
                  <a:pt x="754693" y="34372"/>
                  <a:pt x="761104" y="40919"/>
                </a:cubicBezTo>
                <a:cubicBezTo>
                  <a:pt x="767515" y="47466"/>
                  <a:pt x="770720" y="56305"/>
                  <a:pt x="770720" y="67435"/>
                </a:cubicBezTo>
                <a:cubicBezTo>
                  <a:pt x="770720" y="77419"/>
                  <a:pt x="768701" y="86708"/>
                  <a:pt x="764664" y="95301"/>
                </a:cubicBezTo>
                <a:cubicBezTo>
                  <a:pt x="760627" y="103894"/>
                  <a:pt x="754884" y="110482"/>
                  <a:pt x="747437" y="115065"/>
                </a:cubicBezTo>
                <a:cubicBezTo>
                  <a:pt x="739990" y="119648"/>
                  <a:pt x="732147" y="121940"/>
                  <a:pt x="723908" y="121940"/>
                </a:cubicBezTo>
                <a:cubicBezTo>
                  <a:pt x="717143" y="121940"/>
                  <a:pt x="710992" y="120494"/>
                  <a:pt x="705454" y="117602"/>
                </a:cubicBezTo>
                <a:cubicBezTo>
                  <a:pt x="699916" y="114711"/>
                  <a:pt x="695688" y="110619"/>
                  <a:pt x="692769" y="105326"/>
                </a:cubicBezTo>
                <a:cubicBezTo>
                  <a:pt x="689850" y="100034"/>
                  <a:pt x="688390" y="93924"/>
                  <a:pt x="688390" y="86995"/>
                </a:cubicBezTo>
                <a:moveTo>
                  <a:pt x="703203" y="85522"/>
                </a:moveTo>
                <a:cubicBezTo>
                  <a:pt x="703203" y="93705"/>
                  <a:pt x="705167" y="99911"/>
                  <a:pt x="709096" y="104140"/>
                </a:cubicBezTo>
                <a:cubicBezTo>
                  <a:pt x="713024" y="108368"/>
                  <a:pt x="718016" y="110482"/>
                  <a:pt x="724072" y="110482"/>
                </a:cubicBezTo>
                <a:cubicBezTo>
                  <a:pt x="727237" y="110482"/>
                  <a:pt x="730374" y="109841"/>
                  <a:pt x="733484" y="108559"/>
                </a:cubicBezTo>
                <a:cubicBezTo>
                  <a:pt x="736593" y="107277"/>
                  <a:pt x="739485" y="105326"/>
                  <a:pt x="742158" y="102708"/>
                </a:cubicBezTo>
                <a:cubicBezTo>
                  <a:pt x="744832" y="100089"/>
                  <a:pt x="747110" y="97102"/>
                  <a:pt x="748992" y="93746"/>
                </a:cubicBezTo>
                <a:cubicBezTo>
                  <a:pt x="750874" y="90391"/>
                  <a:pt x="752388" y="86776"/>
                  <a:pt x="753534" y="82903"/>
                </a:cubicBezTo>
                <a:cubicBezTo>
                  <a:pt x="755225" y="77501"/>
                  <a:pt x="756071" y="72318"/>
                  <a:pt x="756071" y="67353"/>
                </a:cubicBezTo>
                <a:cubicBezTo>
                  <a:pt x="756071" y="59497"/>
                  <a:pt x="754093" y="53400"/>
                  <a:pt x="750138" y="49062"/>
                </a:cubicBezTo>
                <a:cubicBezTo>
                  <a:pt x="746182" y="44725"/>
                  <a:pt x="741204" y="42556"/>
                  <a:pt x="735202" y="42556"/>
                </a:cubicBezTo>
                <a:cubicBezTo>
                  <a:pt x="730565" y="42556"/>
                  <a:pt x="726336" y="43661"/>
                  <a:pt x="722517" y="45871"/>
                </a:cubicBezTo>
                <a:cubicBezTo>
                  <a:pt x="718698" y="48080"/>
                  <a:pt x="715247" y="51313"/>
                  <a:pt x="712165" y="55569"/>
                </a:cubicBezTo>
                <a:cubicBezTo>
                  <a:pt x="709082" y="59824"/>
                  <a:pt x="706818" y="64775"/>
                  <a:pt x="705372" y="70422"/>
                </a:cubicBezTo>
                <a:cubicBezTo>
                  <a:pt x="703926" y="76069"/>
                  <a:pt x="703203" y="81102"/>
                  <a:pt x="703203" y="85522"/>
                </a:cubicBezTo>
                <a:close/>
                <a:moveTo>
                  <a:pt x="779246" y="119976"/>
                </a:moveTo>
                <a:lnTo>
                  <a:pt x="797414" y="33063"/>
                </a:lnTo>
                <a:lnTo>
                  <a:pt x="810835" y="33063"/>
                </a:lnTo>
                <a:lnTo>
                  <a:pt x="807644" y="48203"/>
                </a:lnTo>
                <a:cubicBezTo>
                  <a:pt x="813481" y="42256"/>
                  <a:pt x="818937" y="37919"/>
                  <a:pt x="824011" y="35191"/>
                </a:cubicBezTo>
                <a:cubicBezTo>
                  <a:pt x="829085" y="32463"/>
                  <a:pt x="834268" y="31099"/>
                  <a:pt x="839561" y="31099"/>
                </a:cubicBezTo>
                <a:cubicBezTo>
                  <a:pt x="846599" y="31099"/>
                  <a:pt x="852123" y="33008"/>
                  <a:pt x="856133" y="36827"/>
                </a:cubicBezTo>
                <a:cubicBezTo>
                  <a:pt x="860143" y="40647"/>
                  <a:pt x="862148" y="45748"/>
                  <a:pt x="862148" y="52131"/>
                </a:cubicBezTo>
                <a:cubicBezTo>
                  <a:pt x="862148" y="55350"/>
                  <a:pt x="861439" y="60424"/>
                  <a:pt x="860020" y="67353"/>
                </a:cubicBezTo>
                <a:lnTo>
                  <a:pt x="848972" y="119976"/>
                </a:lnTo>
                <a:lnTo>
                  <a:pt x="834159" y="119976"/>
                </a:lnTo>
                <a:lnTo>
                  <a:pt x="845699" y="64898"/>
                </a:lnTo>
                <a:cubicBezTo>
                  <a:pt x="846844" y="59551"/>
                  <a:pt x="847417" y="55596"/>
                  <a:pt x="847417" y="53032"/>
                </a:cubicBezTo>
                <a:cubicBezTo>
                  <a:pt x="847417" y="50140"/>
                  <a:pt x="846421" y="47794"/>
                  <a:pt x="844430" y="45993"/>
                </a:cubicBezTo>
                <a:cubicBezTo>
                  <a:pt x="842439" y="44193"/>
                  <a:pt x="839561" y="43293"/>
                  <a:pt x="835796" y="43293"/>
                </a:cubicBezTo>
                <a:cubicBezTo>
                  <a:pt x="828212" y="43293"/>
                  <a:pt x="821461" y="46021"/>
                  <a:pt x="815541" y="51477"/>
                </a:cubicBezTo>
                <a:cubicBezTo>
                  <a:pt x="809621" y="56933"/>
                  <a:pt x="805270" y="66289"/>
                  <a:pt x="802488" y="79547"/>
                </a:cubicBezTo>
                <a:lnTo>
                  <a:pt x="794058" y="119976"/>
                </a:lnTo>
                <a:lnTo>
                  <a:pt x="779246" y="1199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40B813-1397-40AA-BF34-5BFB858A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709" y="4379915"/>
            <a:ext cx="112335" cy="427856"/>
          </a:xfrm>
          <a:custGeom xmlns:a="http://schemas.openxmlformats.org/drawingml/2006/main">
            <a:pathLst>
              <a:path w="112335" h="427856">
                <a:moveTo>
                  <a:pt x="46496" y="0"/>
                </a:moveTo>
                <a:lnTo>
                  <a:pt x="46498" y="372899"/>
                </a:lnTo>
                <a:lnTo>
                  <a:pt x="19395" y="326437"/>
                </a:lnTo>
                <a:lnTo>
                  <a:pt x="19042" y="325876"/>
                </a:lnTo>
                <a:lnTo>
                  <a:pt x="18657" y="325348"/>
                </a:lnTo>
                <a:lnTo>
                  <a:pt x="18243" y="324853"/>
                </a:lnTo>
                <a:lnTo>
                  <a:pt x="17801" y="324391"/>
                </a:lnTo>
                <a:lnTo>
                  <a:pt x="17333" y="323963"/>
                </a:lnTo>
                <a:lnTo>
                  <a:pt x="16842" y="323569"/>
                </a:lnTo>
                <a:lnTo>
                  <a:pt x="16329" y="323210"/>
                </a:lnTo>
                <a:lnTo>
                  <a:pt x="15795" y="322887"/>
                </a:lnTo>
                <a:lnTo>
                  <a:pt x="15244" y="322600"/>
                </a:lnTo>
                <a:lnTo>
                  <a:pt x="14677" y="322349"/>
                </a:lnTo>
                <a:lnTo>
                  <a:pt x="14096" y="322135"/>
                </a:lnTo>
                <a:lnTo>
                  <a:pt x="13503" y="321959"/>
                </a:lnTo>
                <a:lnTo>
                  <a:pt x="12900" y="321820"/>
                </a:lnTo>
                <a:lnTo>
                  <a:pt x="12289" y="321720"/>
                </a:lnTo>
                <a:lnTo>
                  <a:pt x="11672" y="321660"/>
                </a:lnTo>
                <a:lnTo>
                  <a:pt x="11051" y="321639"/>
                </a:lnTo>
                <a:lnTo>
                  <a:pt x="10428" y="321657"/>
                </a:lnTo>
                <a:lnTo>
                  <a:pt x="9804" y="321717"/>
                </a:lnTo>
                <a:lnTo>
                  <a:pt x="9183" y="321818"/>
                </a:lnTo>
                <a:lnTo>
                  <a:pt x="8565" y="321960"/>
                </a:lnTo>
                <a:lnTo>
                  <a:pt x="7953" y="322145"/>
                </a:lnTo>
                <a:lnTo>
                  <a:pt x="7348" y="322372"/>
                </a:lnTo>
                <a:lnTo>
                  <a:pt x="6754" y="322643"/>
                </a:lnTo>
                <a:lnTo>
                  <a:pt x="6170" y="322957"/>
                </a:lnTo>
                <a:lnTo>
                  <a:pt x="5610" y="323310"/>
                </a:lnTo>
                <a:lnTo>
                  <a:pt x="5082" y="323694"/>
                </a:lnTo>
                <a:lnTo>
                  <a:pt x="4586" y="324109"/>
                </a:lnTo>
                <a:lnTo>
                  <a:pt x="4124" y="324551"/>
                </a:lnTo>
                <a:lnTo>
                  <a:pt x="3696" y="325018"/>
                </a:lnTo>
                <a:lnTo>
                  <a:pt x="3302" y="325510"/>
                </a:lnTo>
                <a:lnTo>
                  <a:pt x="2943" y="326023"/>
                </a:lnTo>
                <a:lnTo>
                  <a:pt x="2620" y="326557"/>
                </a:lnTo>
                <a:lnTo>
                  <a:pt x="2333" y="327108"/>
                </a:lnTo>
                <a:lnTo>
                  <a:pt x="2082" y="327675"/>
                </a:lnTo>
                <a:lnTo>
                  <a:pt x="1868" y="328256"/>
                </a:lnTo>
                <a:lnTo>
                  <a:pt x="1692" y="328849"/>
                </a:lnTo>
                <a:lnTo>
                  <a:pt x="1553" y="329452"/>
                </a:lnTo>
                <a:lnTo>
                  <a:pt x="1454" y="330063"/>
                </a:lnTo>
                <a:lnTo>
                  <a:pt x="1393" y="330680"/>
                </a:lnTo>
                <a:lnTo>
                  <a:pt x="1372" y="331301"/>
                </a:lnTo>
                <a:lnTo>
                  <a:pt x="1391" y="331925"/>
                </a:lnTo>
                <a:lnTo>
                  <a:pt x="1451" y="332548"/>
                </a:lnTo>
                <a:lnTo>
                  <a:pt x="1551" y="333170"/>
                </a:lnTo>
                <a:lnTo>
                  <a:pt x="1694" y="333788"/>
                </a:lnTo>
                <a:lnTo>
                  <a:pt x="1879" y="334400"/>
                </a:lnTo>
                <a:lnTo>
                  <a:pt x="2106" y="335005"/>
                </a:lnTo>
                <a:lnTo>
                  <a:pt x="2376" y="335599"/>
                </a:lnTo>
                <a:lnTo>
                  <a:pt x="2691" y="336182"/>
                </a:lnTo>
                <a:lnTo>
                  <a:pt x="56167" y="427856"/>
                </a:lnTo>
                <a:lnTo>
                  <a:pt x="109644" y="336181"/>
                </a:lnTo>
                <a:lnTo>
                  <a:pt x="109958" y="335598"/>
                </a:lnTo>
                <a:lnTo>
                  <a:pt x="110229" y="335003"/>
                </a:lnTo>
                <a:lnTo>
                  <a:pt x="110456" y="334399"/>
                </a:lnTo>
                <a:lnTo>
                  <a:pt x="110641" y="333787"/>
                </a:lnTo>
                <a:lnTo>
                  <a:pt x="110783" y="333169"/>
                </a:lnTo>
                <a:lnTo>
                  <a:pt x="110884" y="332547"/>
                </a:lnTo>
                <a:lnTo>
                  <a:pt x="110944" y="331924"/>
                </a:lnTo>
                <a:lnTo>
                  <a:pt x="110963" y="331300"/>
                </a:lnTo>
                <a:lnTo>
                  <a:pt x="110942" y="330679"/>
                </a:lnTo>
                <a:lnTo>
                  <a:pt x="110881" y="330062"/>
                </a:lnTo>
                <a:lnTo>
                  <a:pt x="110781" y="329451"/>
                </a:lnTo>
                <a:lnTo>
                  <a:pt x="110643" y="328848"/>
                </a:lnTo>
                <a:lnTo>
                  <a:pt x="110467" y="328255"/>
                </a:lnTo>
                <a:lnTo>
                  <a:pt x="110253" y="327674"/>
                </a:lnTo>
                <a:lnTo>
                  <a:pt x="110002" y="327107"/>
                </a:lnTo>
                <a:lnTo>
                  <a:pt x="109714" y="326556"/>
                </a:lnTo>
                <a:lnTo>
                  <a:pt x="109391" y="326023"/>
                </a:lnTo>
                <a:lnTo>
                  <a:pt x="109032" y="325510"/>
                </a:lnTo>
                <a:lnTo>
                  <a:pt x="108639" y="325018"/>
                </a:lnTo>
                <a:lnTo>
                  <a:pt x="108210" y="324551"/>
                </a:lnTo>
                <a:lnTo>
                  <a:pt x="107748" y="324109"/>
                </a:lnTo>
                <a:lnTo>
                  <a:pt x="107253" y="323694"/>
                </a:lnTo>
                <a:lnTo>
                  <a:pt x="106725" y="323310"/>
                </a:lnTo>
                <a:lnTo>
                  <a:pt x="106164" y="322957"/>
                </a:lnTo>
                <a:lnTo>
                  <a:pt x="105581" y="322643"/>
                </a:lnTo>
                <a:lnTo>
                  <a:pt x="104986" y="322372"/>
                </a:lnTo>
                <a:lnTo>
                  <a:pt x="104382" y="322145"/>
                </a:lnTo>
                <a:lnTo>
                  <a:pt x="103770" y="321960"/>
                </a:lnTo>
                <a:lnTo>
                  <a:pt x="103152" y="321818"/>
                </a:lnTo>
                <a:lnTo>
                  <a:pt x="102530" y="321717"/>
                </a:lnTo>
                <a:lnTo>
                  <a:pt x="101907" y="321657"/>
                </a:lnTo>
                <a:lnTo>
                  <a:pt x="101283" y="321638"/>
                </a:lnTo>
                <a:lnTo>
                  <a:pt x="100662" y="321659"/>
                </a:lnTo>
                <a:lnTo>
                  <a:pt x="100045" y="321720"/>
                </a:lnTo>
                <a:lnTo>
                  <a:pt x="99434" y="321820"/>
                </a:lnTo>
                <a:lnTo>
                  <a:pt x="98831" y="321958"/>
                </a:lnTo>
                <a:lnTo>
                  <a:pt x="98238" y="322134"/>
                </a:lnTo>
                <a:lnTo>
                  <a:pt x="97657" y="322348"/>
                </a:lnTo>
                <a:lnTo>
                  <a:pt x="97090" y="322599"/>
                </a:lnTo>
                <a:lnTo>
                  <a:pt x="96539" y="322886"/>
                </a:lnTo>
                <a:lnTo>
                  <a:pt x="96006" y="323210"/>
                </a:lnTo>
                <a:lnTo>
                  <a:pt x="95493" y="323569"/>
                </a:lnTo>
                <a:lnTo>
                  <a:pt x="95001" y="323962"/>
                </a:lnTo>
                <a:lnTo>
                  <a:pt x="94533" y="324390"/>
                </a:lnTo>
                <a:lnTo>
                  <a:pt x="94092" y="324852"/>
                </a:lnTo>
                <a:lnTo>
                  <a:pt x="93677" y="325348"/>
                </a:lnTo>
                <a:lnTo>
                  <a:pt x="93293" y="325876"/>
                </a:lnTo>
                <a:lnTo>
                  <a:pt x="92940" y="326437"/>
                </a:lnTo>
                <a:lnTo>
                  <a:pt x="65837" y="372900"/>
                </a:lnTo>
                <a:lnTo>
                  <a:pt x="65836" y="0"/>
                </a:lnTo>
                <a:lnTo>
                  <a:pt x="4649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822F7-A3CE-4A5F-86CA-D67D729D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138" y="4340655"/>
            <a:ext cx="112336" cy="467116"/>
          </a:xfrm>
          <a:custGeom xmlns:a="http://schemas.openxmlformats.org/drawingml/2006/main">
            <a:pathLst>
              <a:path w="112336" h="467116">
                <a:moveTo>
                  <a:pt x="46498" y="0"/>
                </a:moveTo>
                <a:lnTo>
                  <a:pt x="46498" y="412157"/>
                </a:lnTo>
                <a:lnTo>
                  <a:pt x="19396" y="365697"/>
                </a:lnTo>
                <a:lnTo>
                  <a:pt x="19043" y="365136"/>
                </a:lnTo>
                <a:lnTo>
                  <a:pt x="18658" y="364608"/>
                </a:lnTo>
                <a:lnTo>
                  <a:pt x="18244" y="364113"/>
                </a:lnTo>
                <a:lnTo>
                  <a:pt x="17802" y="363651"/>
                </a:lnTo>
                <a:lnTo>
                  <a:pt x="17335" y="363223"/>
                </a:lnTo>
                <a:lnTo>
                  <a:pt x="16843" y="362829"/>
                </a:lnTo>
                <a:lnTo>
                  <a:pt x="16330" y="362470"/>
                </a:lnTo>
                <a:lnTo>
                  <a:pt x="15796" y="362147"/>
                </a:lnTo>
                <a:lnTo>
                  <a:pt x="15245" y="361859"/>
                </a:lnTo>
                <a:lnTo>
                  <a:pt x="14678" y="361609"/>
                </a:lnTo>
                <a:lnTo>
                  <a:pt x="14097" y="361395"/>
                </a:lnTo>
                <a:lnTo>
                  <a:pt x="13504" y="361218"/>
                </a:lnTo>
                <a:lnTo>
                  <a:pt x="12901" y="361080"/>
                </a:lnTo>
                <a:lnTo>
                  <a:pt x="12290" y="360980"/>
                </a:lnTo>
                <a:lnTo>
                  <a:pt x="11673" y="360919"/>
                </a:lnTo>
                <a:lnTo>
                  <a:pt x="11052" y="360898"/>
                </a:lnTo>
                <a:lnTo>
                  <a:pt x="10428" y="360917"/>
                </a:lnTo>
                <a:lnTo>
                  <a:pt x="9805" y="360977"/>
                </a:lnTo>
                <a:lnTo>
                  <a:pt x="9183" y="361078"/>
                </a:lnTo>
                <a:lnTo>
                  <a:pt x="8565" y="361220"/>
                </a:lnTo>
                <a:lnTo>
                  <a:pt x="7953" y="361405"/>
                </a:lnTo>
                <a:lnTo>
                  <a:pt x="7348" y="361632"/>
                </a:lnTo>
                <a:lnTo>
                  <a:pt x="6754" y="361902"/>
                </a:lnTo>
                <a:lnTo>
                  <a:pt x="6170" y="362217"/>
                </a:lnTo>
                <a:lnTo>
                  <a:pt x="5610" y="362570"/>
                </a:lnTo>
                <a:lnTo>
                  <a:pt x="5082" y="362954"/>
                </a:lnTo>
                <a:lnTo>
                  <a:pt x="4586" y="363368"/>
                </a:lnTo>
                <a:lnTo>
                  <a:pt x="4124" y="363810"/>
                </a:lnTo>
                <a:lnTo>
                  <a:pt x="3696" y="364278"/>
                </a:lnTo>
                <a:lnTo>
                  <a:pt x="3302" y="364770"/>
                </a:lnTo>
                <a:lnTo>
                  <a:pt x="2943" y="365283"/>
                </a:lnTo>
                <a:lnTo>
                  <a:pt x="2620" y="365816"/>
                </a:lnTo>
                <a:lnTo>
                  <a:pt x="2333" y="366367"/>
                </a:lnTo>
                <a:lnTo>
                  <a:pt x="2082" y="366935"/>
                </a:lnTo>
                <a:lnTo>
                  <a:pt x="1868" y="367516"/>
                </a:lnTo>
                <a:lnTo>
                  <a:pt x="1692" y="368109"/>
                </a:lnTo>
                <a:lnTo>
                  <a:pt x="1553" y="368712"/>
                </a:lnTo>
                <a:lnTo>
                  <a:pt x="1454" y="369323"/>
                </a:lnTo>
                <a:lnTo>
                  <a:pt x="1393" y="369940"/>
                </a:lnTo>
                <a:lnTo>
                  <a:pt x="1372" y="370561"/>
                </a:lnTo>
                <a:lnTo>
                  <a:pt x="1391" y="371184"/>
                </a:lnTo>
                <a:lnTo>
                  <a:pt x="1451" y="371808"/>
                </a:lnTo>
                <a:lnTo>
                  <a:pt x="1551" y="372430"/>
                </a:lnTo>
                <a:lnTo>
                  <a:pt x="1694" y="373048"/>
                </a:lnTo>
                <a:lnTo>
                  <a:pt x="1879" y="373660"/>
                </a:lnTo>
                <a:lnTo>
                  <a:pt x="2106" y="374264"/>
                </a:lnTo>
                <a:lnTo>
                  <a:pt x="2376" y="374859"/>
                </a:lnTo>
                <a:lnTo>
                  <a:pt x="2691" y="375442"/>
                </a:lnTo>
                <a:lnTo>
                  <a:pt x="56169" y="467116"/>
                </a:lnTo>
                <a:lnTo>
                  <a:pt x="109645" y="375441"/>
                </a:lnTo>
                <a:lnTo>
                  <a:pt x="109959" y="374858"/>
                </a:lnTo>
                <a:lnTo>
                  <a:pt x="110230" y="374263"/>
                </a:lnTo>
                <a:lnTo>
                  <a:pt x="110457" y="373659"/>
                </a:lnTo>
                <a:lnTo>
                  <a:pt x="110642" y="373046"/>
                </a:lnTo>
                <a:lnTo>
                  <a:pt x="110784" y="372429"/>
                </a:lnTo>
                <a:lnTo>
                  <a:pt x="110885" y="371807"/>
                </a:lnTo>
                <a:lnTo>
                  <a:pt x="110945" y="371183"/>
                </a:lnTo>
                <a:lnTo>
                  <a:pt x="110964" y="370560"/>
                </a:lnTo>
                <a:lnTo>
                  <a:pt x="110942" y="369939"/>
                </a:lnTo>
                <a:lnTo>
                  <a:pt x="110882" y="369322"/>
                </a:lnTo>
                <a:lnTo>
                  <a:pt x="110782" y="368711"/>
                </a:lnTo>
                <a:lnTo>
                  <a:pt x="110644" y="368108"/>
                </a:lnTo>
                <a:lnTo>
                  <a:pt x="110467" y="367515"/>
                </a:lnTo>
                <a:lnTo>
                  <a:pt x="110253" y="366934"/>
                </a:lnTo>
                <a:lnTo>
                  <a:pt x="110002" y="366367"/>
                </a:lnTo>
                <a:lnTo>
                  <a:pt x="109715" y="365816"/>
                </a:lnTo>
                <a:lnTo>
                  <a:pt x="109391" y="365283"/>
                </a:lnTo>
                <a:lnTo>
                  <a:pt x="109033" y="364769"/>
                </a:lnTo>
                <a:lnTo>
                  <a:pt x="108639" y="364278"/>
                </a:lnTo>
                <a:lnTo>
                  <a:pt x="108211" y="363810"/>
                </a:lnTo>
                <a:lnTo>
                  <a:pt x="107748" y="363368"/>
                </a:lnTo>
                <a:lnTo>
                  <a:pt x="107253" y="362954"/>
                </a:lnTo>
                <a:lnTo>
                  <a:pt x="106725" y="362570"/>
                </a:lnTo>
                <a:lnTo>
                  <a:pt x="106164" y="362217"/>
                </a:lnTo>
                <a:lnTo>
                  <a:pt x="105581" y="361902"/>
                </a:lnTo>
                <a:lnTo>
                  <a:pt x="104986" y="361632"/>
                </a:lnTo>
                <a:lnTo>
                  <a:pt x="104382" y="361405"/>
                </a:lnTo>
                <a:lnTo>
                  <a:pt x="103770" y="361220"/>
                </a:lnTo>
                <a:lnTo>
                  <a:pt x="103152" y="361077"/>
                </a:lnTo>
                <a:lnTo>
                  <a:pt x="102530" y="360977"/>
                </a:lnTo>
                <a:lnTo>
                  <a:pt x="101907" y="360917"/>
                </a:lnTo>
                <a:lnTo>
                  <a:pt x="101283" y="360898"/>
                </a:lnTo>
                <a:lnTo>
                  <a:pt x="100662" y="360919"/>
                </a:lnTo>
                <a:lnTo>
                  <a:pt x="100045" y="360980"/>
                </a:lnTo>
                <a:lnTo>
                  <a:pt x="99434" y="361079"/>
                </a:lnTo>
                <a:lnTo>
                  <a:pt x="98831" y="361218"/>
                </a:lnTo>
                <a:lnTo>
                  <a:pt x="98238" y="361394"/>
                </a:lnTo>
                <a:lnTo>
                  <a:pt x="97657" y="361608"/>
                </a:lnTo>
                <a:lnTo>
                  <a:pt x="97090" y="361859"/>
                </a:lnTo>
                <a:lnTo>
                  <a:pt x="96539" y="362146"/>
                </a:lnTo>
                <a:lnTo>
                  <a:pt x="96006" y="362470"/>
                </a:lnTo>
                <a:lnTo>
                  <a:pt x="95493" y="362828"/>
                </a:lnTo>
                <a:lnTo>
                  <a:pt x="95001" y="363222"/>
                </a:lnTo>
                <a:lnTo>
                  <a:pt x="94533" y="363650"/>
                </a:lnTo>
                <a:lnTo>
                  <a:pt x="94092" y="364112"/>
                </a:lnTo>
                <a:lnTo>
                  <a:pt x="93677" y="364608"/>
                </a:lnTo>
                <a:lnTo>
                  <a:pt x="93293" y="365136"/>
                </a:lnTo>
                <a:lnTo>
                  <a:pt x="92940" y="365697"/>
                </a:lnTo>
                <a:lnTo>
                  <a:pt x="65837" y="412159"/>
                </a:lnTo>
                <a:lnTo>
                  <a:pt x="65837" y="0"/>
                </a:lnTo>
                <a:lnTo>
                  <a:pt x="464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551E3-CD56-411B-8C33-145E1CC5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372" y="3931667"/>
            <a:ext cx="3262558" cy="214203"/>
          </a:xfrm>
          <a:custGeom xmlns:a="http://schemas.openxmlformats.org/drawingml/2006/main">
            <a:pathLst>
              <a:path w="3262558" h="214203">
                <a:moveTo>
                  <a:pt x="0" y="0"/>
                </a:moveTo>
                <a:lnTo>
                  <a:pt x="0" y="19339"/>
                </a:lnTo>
                <a:lnTo>
                  <a:pt x="3196721" y="19339"/>
                </a:lnTo>
                <a:lnTo>
                  <a:pt x="3196721" y="159247"/>
                </a:lnTo>
                <a:lnTo>
                  <a:pt x="3169618" y="112785"/>
                </a:lnTo>
                <a:lnTo>
                  <a:pt x="3169265" y="112224"/>
                </a:lnTo>
                <a:lnTo>
                  <a:pt x="3168881" y="111696"/>
                </a:lnTo>
                <a:lnTo>
                  <a:pt x="3168466" y="111200"/>
                </a:lnTo>
                <a:lnTo>
                  <a:pt x="3168024" y="110738"/>
                </a:lnTo>
                <a:lnTo>
                  <a:pt x="3167557" y="110310"/>
                </a:lnTo>
                <a:lnTo>
                  <a:pt x="3167065" y="109916"/>
                </a:lnTo>
                <a:lnTo>
                  <a:pt x="3166552" y="109557"/>
                </a:lnTo>
                <a:lnTo>
                  <a:pt x="3166018" y="109234"/>
                </a:lnTo>
                <a:lnTo>
                  <a:pt x="3165467" y="108946"/>
                </a:lnTo>
                <a:lnTo>
                  <a:pt x="3164900" y="108695"/>
                </a:lnTo>
                <a:lnTo>
                  <a:pt x="3164319" y="108482"/>
                </a:lnTo>
                <a:lnTo>
                  <a:pt x="3163726" y="108305"/>
                </a:lnTo>
                <a:lnTo>
                  <a:pt x="3163123" y="108167"/>
                </a:lnTo>
                <a:lnTo>
                  <a:pt x="3162512" y="108067"/>
                </a:lnTo>
                <a:lnTo>
                  <a:pt x="3161895" y="108006"/>
                </a:lnTo>
                <a:lnTo>
                  <a:pt x="3161274" y="107985"/>
                </a:lnTo>
                <a:lnTo>
                  <a:pt x="3160651" y="108004"/>
                </a:lnTo>
                <a:lnTo>
                  <a:pt x="3160027" y="108064"/>
                </a:lnTo>
                <a:lnTo>
                  <a:pt x="3159406" y="108164"/>
                </a:lnTo>
                <a:lnTo>
                  <a:pt x="3158788" y="108307"/>
                </a:lnTo>
                <a:lnTo>
                  <a:pt x="3158176" y="108491"/>
                </a:lnTo>
                <a:lnTo>
                  <a:pt x="3157571" y="108719"/>
                </a:lnTo>
                <a:lnTo>
                  <a:pt x="3156977" y="108989"/>
                </a:lnTo>
                <a:lnTo>
                  <a:pt x="3156394" y="109303"/>
                </a:lnTo>
                <a:lnTo>
                  <a:pt x="3155833" y="109656"/>
                </a:lnTo>
                <a:lnTo>
                  <a:pt x="3155305" y="110041"/>
                </a:lnTo>
                <a:lnTo>
                  <a:pt x="3154809" y="110455"/>
                </a:lnTo>
                <a:lnTo>
                  <a:pt x="3154347" y="110898"/>
                </a:lnTo>
                <a:lnTo>
                  <a:pt x="3153919" y="111365"/>
                </a:lnTo>
                <a:lnTo>
                  <a:pt x="3153525" y="111857"/>
                </a:lnTo>
                <a:lnTo>
                  <a:pt x="3153167" y="112370"/>
                </a:lnTo>
                <a:lnTo>
                  <a:pt x="3152843" y="112904"/>
                </a:lnTo>
                <a:lnTo>
                  <a:pt x="3152556" y="113455"/>
                </a:lnTo>
                <a:lnTo>
                  <a:pt x="3152305" y="114022"/>
                </a:lnTo>
                <a:lnTo>
                  <a:pt x="3152091" y="114603"/>
                </a:lnTo>
                <a:lnTo>
                  <a:pt x="3151914" y="115196"/>
                </a:lnTo>
                <a:lnTo>
                  <a:pt x="3151776" y="115799"/>
                </a:lnTo>
                <a:lnTo>
                  <a:pt x="3151676" y="116410"/>
                </a:lnTo>
                <a:lnTo>
                  <a:pt x="3151615" y="117027"/>
                </a:lnTo>
                <a:lnTo>
                  <a:pt x="3151594" y="117648"/>
                </a:lnTo>
                <a:lnTo>
                  <a:pt x="3151613" y="118271"/>
                </a:lnTo>
                <a:lnTo>
                  <a:pt x="3151673" y="118895"/>
                </a:lnTo>
                <a:lnTo>
                  <a:pt x="3151774" y="119517"/>
                </a:lnTo>
                <a:lnTo>
                  <a:pt x="3151916" y="120134"/>
                </a:lnTo>
                <a:lnTo>
                  <a:pt x="3152101" y="120747"/>
                </a:lnTo>
                <a:lnTo>
                  <a:pt x="3152328" y="121351"/>
                </a:lnTo>
                <a:lnTo>
                  <a:pt x="3152598" y="121946"/>
                </a:lnTo>
                <a:lnTo>
                  <a:pt x="3152913" y="122529"/>
                </a:lnTo>
                <a:lnTo>
                  <a:pt x="3206391" y="214203"/>
                </a:lnTo>
                <a:lnTo>
                  <a:pt x="3259867" y="122529"/>
                </a:lnTo>
                <a:lnTo>
                  <a:pt x="3260181" y="121946"/>
                </a:lnTo>
                <a:lnTo>
                  <a:pt x="3260452" y="121351"/>
                </a:lnTo>
                <a:lnTo>
                  <a:pt x="3260679" y="120747"/>
                </a:lnTo>
                <a:lnTo>
                  <a:pt x="3260864" y="120134"/>
                </a:lnTo>
                <a:lnTo>
                  <a:pt x="3261006" y="119517"/>
                </a:lnTo>
                <a:lnTo>
                  <a:pt x="3261107" y="118895"/>
                </a:lnTo>
                <a:lnTo>
                  <a:pt x="3261167" y="118271"/>
                </a:lnTo>
                <a:lnTo>
                  <a:pt x="3261186" y="117648"/>
                </a:lnTo>
                <a:lnTo>
                  <a:pt x="3261165" y="117027"/>
                </a:lnTo>
                <a:lnTo>
                  <a:pt x="3261104" y="116410"/>
                </a:lnTo>
                <a:lnTo>
                  <a:pt x="3261004" y="115799"/>
                </a:lnTo>
                <a:lnTo>
                  <a:pt x="3260866" y="115196"/>
                </a:lnTo>
                <a:lnTo>
                  <a:pt x="3260689" y="114603"/>
                </a:lnTo>
                <a:lnTo>
                  <a:pt x="3260475" y="114022"/>
                </a:lnTo>
                <a:lnTo>
                  <a:pt x="3260225" y="113455"/>
                </a:lnTo>
                <a:lnTo>
                  <a:pt x="3259937" y="112904"/>
                </a:lnTo>
                <a:lnTo>
                  <a:pt x="3259614" y="112370"/>
                </a:lnTo>
                <a:lnTo>
                  <a:pt x="3259255" y="111857"/>
                </a:lnTo>
                <a:lnTo>
                  <a:pt x="3258861" y="111365"/>
                </a:lnTo>
                <a:lnTo>
                  <a:pt x="3258433" y="110898"/>
                </a:lnTo>
                <a:lnTo>
                  <a:pt x="3257971" y="110455"/>
                </a:lnTo>
                <a:lnTo>
                  <a:pt x="3257476" y="110041"/>
                </a:lnTo>
                <a:lnTo>
                  <a:pt x="3256948" y="109656"/>
                </a:lnTo>
                <a:lnTo>
                  <a:pt x="3256387" y="109303"/>
                </a:lnTo>
                <a:lnTo>
                  <a:pt x="3255804" y="108989"/>
                </a:lnTo>
                <a:lnTo>
                  <a:pt x="3255210" y="108719"/>
                </a:lnTo>
                <a:lnTo>
                  <a:pt x="3254605" y="108491"/>
                </a:lnTo>
                <a:lnTo>
                  <a:pt x="3253993" y="108307"/>
                </a:lnTo>
                <a:lnTo>
                  <a:pt x="3253375" y="108164"/>
                </a:lnTo>
                <a:lnTo>
                  <a:pt x="3252753" y="108064"/>
                </a:lnTo>
                <a:lnTo>
                  <a:pt x="3252130" y="108004"/>
                </a:lnTo>
                <a:lnTo>
                  <a:pt x="3251506" y="107985"/>
                </a:lnTo>
                <a:lnTo>
                  <a:pt x="3250885" y="108006"/>
                </a:lnTo>
                <a:lnTo>
                  <a:pt x="3250268" y="108067"/>
                </a:lnTo>
                <a:lnTo>
                  <a:pt x="3249657" y="108167"/>
                </a:lnTo>
                <a:lnTo>
                  <a:pt x="3249054" y="108305"/>
                </a:lnTo>
                <a:lnTo>
                  <a:pt x="3248461" y="108482"/>
                </a:lnTo>
                <a:lnTo>
                  <a:pt x="3247880" y="108695"/>
                </a:lnTo>
                <a:lnTo>
                  <a:pt x="3247313" y="108946"/>
                </a:lnTo>
                <a:lnTo>
                  <a:pt x="3246762" y="109234"/>
                </a:lnTo>
                <a:lnTo>
                  <a:pt x="3246228" y="109557"/>
                </a:lnTo>
                <a:lnTo>
                  <a:pt x="3245715" y="109916"/>
                </a:lnTo>
                <a:lnTo>
                  <a:pt x="3245223" y="110310"/>
                </a:lnTo>
                <a:lnTo>
                  <a:pt x="3244756" y="110738"/>
                </a:lnTo>
                <a:lnTo>
                  <a:pt x="3244314" y="111200"/>
                </a:lnTo>
                <a:lnTo>
                  <a:pt x="3243899" y="111696"/>
                </a:lnTo>
                <a:lnTo>
                  <a:pt x="3243515" y="112224"/>
                </a:lnTo>
                <a:lnTo>
                  <a:pt x="3243162" y="112785"/>
                </a:lnTo>
                <a:lnTo>
                  <a:pt x="3216060" y="159245"/>
                </a:lnTo>
                <a:lnTo>
                  <a:pt x="321606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D92AA-4140-4F7A-BD07-0A104E3A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78" y="2722014"/>
            <a:ext cx="5820631" cy="275942"/>
          </a:xfrm>
          <a:custGeom xmlns:a="http://schemas.openxmlformats.org/drawingml/2006/main">
            <a:pathLst>
              <a:path w="5820631" h="275942">
                <a:moveTo>
                  <a:pt x="0" y="275942"/>
                </a:moveTo>
                <a:lnTo>
                  <a:pt x="5820631" y="275942"/>
                </a:lnTo>
                <a:lnTo>
                  <a:pt x="5820631" y="0"/>
                </a:lnTo>
                <a:lnTo>
                  <a:pt x="0" y="0"/>
                </a:lnTo>
                <a:lnTo>
                  <a:pt x="0" y="275942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4FF08-D777-4095-A733-4931EA16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256" y="3818980"/>
            <a:ext cx="778357" cy="10"/>
          </a:xfrm>
          <a:custGeom xmlns:a="http://schemas.openxmlformats.org/drawingml/2006/main">
            <a:pathLst>
              <a:path w="778357" h="1" fill="none">
                <a:moveTo>
                  <a:pt x="0" y="0"/>
                </a:moveTo>
                <a:lnTo>
                  <a:pt x="778357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471" cap="flat">
            <a:solidFill>
              <a:srgbClr val="BFBFBF"/>
            </a:solidFill>
            <a:custDash>
              <a:ds d="100000" sp="100000"/>
            </a:custDash>
            <a:miter/>
          </a:ln>
        </p:spPr>
      </p:sp>
      <p:sp>
        <p:nvSpPr>
          <p:cNvPr id="88" name="Text ControlHW">
            <a:extLst xmlns:a="http://schemas.openxmlformats.org/drawingml/2006/main">
              <a:ext uri="{FF2B5EF4-FFF2-40B4-BE49-F238E27FC236}">
                <a16:creationId xmlns:a16="http://schemas.microsoft.com/office/drawing/2014/main" id="{9B6D170E-17AA-43ED-8EAD-534C689D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276" y="4205810"/>
            <a:ext cx="857406" cy="124068"/>
          </a:xfrm>
          <a:custGeom xmlns:a="http://schemas.openxmlformats.org/drawingml/2006/main">
            <a:pathLst>
              <a:path w="857406" h="124068">
                <a:moveTo>
                  <a:pt x="90186" y="79956"/>
                </a:moveTo>
                <a:lnTo>
                  <a:pt x="106063" y="83967"/>
                </a:lnTo>
                <a:cubicBezTo>
                  <a:pt x="102735" y="97006"/>
                  <a:pt x="96747" y="106950"/>
                  <a:pt x="88099" y="113797"/>
                </a:cubicBezTo>
                <a:cubicBezTo>
                  <a:pt x="79452" y="120644"/>
                  <a:pt x="68881" y="124068"/>
                  <a:pt x="56387" y="124068"/>
                </a:cubicBezTo>
                <a:cubicBezTo>
                  <a:pt x="43456" y="124068"/>
                  <a:pt x="32940" y="121435"/>
                  <a:pt x="24838" y="116170"/>
                </a:cubicBezTo>
                <a:cubicBezTo>
                  <a:pt x="16736" y="110905"/>
                  <a:pt x="10571" y="103281"/>
                  <a:pt x="6343" y="93296"/>
                </a:cubicBezTo>
                <a:cubicBezTo>
                  <a:pt x="2114" y="83312"/>
                  <a:pt x="0" y="72591"/>
                  <a:pt x="0" y="61134"/>
                </a:cubicBezTo>
                <a:cubicBezTo>
                  <a:pt x="0" y="48640"/>
                  <a:pt x="2387" y="37741"/>
                  <a:pt x="7161" y="28439"/>
                </a:cubicBezTo>
                <a:cubicBezTo>
                  <a:pt x="11935" y="19137"/>
                  <a:pt x="18727" y="12071"/>
                  <a:pt x="27539" y="7243"/>
                </a:cubicBezTo>
                <a:cubicBezTo>
                  <a:pt x="36350" y="2414"/>
                  <a:pt x="46048" y="0"/>
                  <a:pt x="56632" y="0"/>
                </a:cubicBezTo>
                <a:cubicBezTo>
                  <a:pt x="68635" y="0"/>
                  <a:pt x="78729" y="3055"/>
                  <a:pt x="86913" y="9166"/>
                </a:cubicBezTo>
                <a:cubicBezTo>
                  <a:pt x="95097" y="15277"/>
                  <a:pt x="100798" y="23870"/>
                  <a:pt x="104017" y="34945"/>
                </a:cubicBezTo>
                <a:lnTo>
                  <a:pt x="88386" y="38628"/>
                </a:lnTo>
                <a:cubicBezTo>
                  <a:pt x="85603" y="29898"/>
                  <a:pt x="81566" y="23542"/>
                  <a:pt x="76274" y="19559"/>
                </a:cubicBezTo>
                <a:cubicBezTo>
                  <a:pt x="70981" y="15577"/>
                  <a:pt x="64325" y="13585"/>
                  <a:pt x="56305" y="13585"/>
                </a:cubicBezTo>
                <a:cubicBezTo>
                  <a:pt x="47085" y="13585"/>
                  <a:pt x="39378" y="15795"/>
                  <a:pt x="33186" y="20214"/>
                </a:cubicBezTo>
                <a:cubicBezTo>
                  <a:pt x="26993" y="24633"/>
                  <a:pt x="22642" y="30567"/>
                  <a:pt x="20132" y="38014"/>
                </a:cubicBezTo>
                <a:cubicBezTo>
                  <a:pt x="17623" y="45461"/>
                  <a:pt x="16368" y="53141"/>
                  <a:pt x="16368" y="61052"/>
                </a:cubicBezTo>
                <a:cubicBezTo>
                  <a:pt x="16368" y="71254"/>
                  <a:pt x="17854" y="80161"/>
                  <a:pt x="20828" y="87772"/>
                </a:cubicBezTo>
                <a:cubicBezTo>
                  <a:pt x="23801" y="95383"/>
                  <a:pt x="28425" y="101071"/>
                  <a:pt x="34700" y="104835"/>
                </a:cubicBezTo>
                <a:cubicBezTo>
                  <a:pt x="40974" y="108600"/>
                  <a:pt x="47767" y="110482"/>
                  <a:pt x="55077" y="110482"/>
                </a:cubicBezTo>
                <a:cubicBezTo>
                  <a:pt x="63971" y="110482"/>
                  <a:pt x="71500" y="107918"/>
                  <a:pt x="77665" y="102789"/>
                </a:cubicBezTo>
                <a:cubicBezTo>
                  <a:pt x="83830" y="97661"/>
                  <a:pt x="88004" y="90050"/>
                  <a:pt x="90186" y="79956"/>
                </a:cubicBezTo>
                <a:close/>
                <a:moveTo>
                  <a:pt x="118095" y="78565"/>
                </a:moveTo>
                <a:cubicBezTo>
                  <a:pt x="118095" y="62470"/>
                  <a:pt x="122569" y="50549"/>
                  <a:pt x="131516" y="42802"/>
                </a:cubicBezTo>
                <a:cubicBezTo>
                  <a:pt x="138991" y="36364"/>
                  <a:pt x="148102" y="33145"/>
                  <a:pt x="158851" y="33145"/>
                </a:cubicBezTo>
                <a:cubicBezTo>
                  <a:pt x="170799" y="33145"/>
                  <a:pt x="180565" y="37059"/>
                  <a:pt x="188149" y="44889"/>
                </a:cubicBezTo>
                <a:cubicBezTo>
                  <a:pt x="195733" y="52718"/>
                  <a:pt x="199524" y="63534"/>
                  <a:pt x="199524" y="77338"/>
                </a:cubicBezTo>
                <a:cubicBezTo>
                  <a:pt x="199524" y="88522"/>
                  <a:pt x="197847" y="97320"/>
                  <a:pt x="194491" y="103731"/>
                </a:cubicBezTo>
                <a:cubicBezTo>
                  <a:pt x="191136" y="110141"/>
                  <a:pt x="186253" y="115120"/>
                  <a:pt x="179842" y="118666"/>
                </a:cubicBezTo>
                <a:cubicBezTo>
                  <a:pt x="173432" y="122213"/>
                  <a:pt x="166434" y="123986"/>
                  <a:pt x="158851" y="123986"/>
                </a:cubicBezTo>
                <a:cubicBezTo>
                  <a:pt x="146684" y="123986"/>
                  <a:pt x="136850" y="120085"/>
                  <a:pt x="129348" y="112283"/>
                </a:cubicBezTo>
                <a:cubicBezTo>
                  <a:pt x="121846" y="104481"/>
                  <a:pt x="118095" y="93242"/>
                  <a:pt x="118095" y="78565"/>
                </a:cubicBezTo>
                <a:moveTo>
                  <a:pt x="133235" y="78565"/>
                </a:moveTo>
                <a:cubicBezTo>
                  <a:pt x="133235" y="89695"/>
                  <a:pt x="135663" y="98029"/>
                  <a:pt x="140519" y="103567"/>
                </a:cubicBezTo>
                <a:cubicBezTo>
                  <a:pt x="145374" y="109105"/>
                  <a:pt x="151485" y="111874"/>
                  <a:pt x="158851" y="111874"/>
                </a:cubicBezTo>
                <a:cubicBezTo>
                  <a:pt x="166162" y="111874"/>
                  <a:pt x="172245" y="109091"/>
                  <a:pt x="177101" y="103526"/>
                </a:cubicBezTo>
                <a:cubicBezTo>
                  <a:pt x="181956" y="97961"/>
                  <a:pt x="184384" y="89477"/>
                  <a:pt x="184384" y="78074"/>
                </a:cubicBezTo>
                <a:cubicBezTo>
                  <a:pt x="184384" y="67326"/>
                  <a:pt x="181943" y="59183"/>
                  <a:pt x="177060" y="53645"/>
                </a:cubicBezTo>
                <a:cubicBezTo>
                  <a:pt x="172177" y="48108"/>
                  <a:pt x="166107" y="45339"/>
                  <a:pt x="158851" y="45339"/>
                </a:cubicBezTo>
                <a:cubicBezTo>
                  <a:pt x="151485" y="45339"/>
                  <a:pt x="145374" y="48094"/>
                  <a:pt x="140519" y="53604"/>
                </a:cubicBezTo>
                <a:cubicBezTo>
                  <a:pt x="135663" y="59115"/>
                  <a:pt x="133235" y="67435"/>
                  <a:pt x="133235" y="78565"/>
                </a:cubicBezTo>
                <a:close/>
                <a:moveTo>
                  <a:pt x="217136" y="122022"/>
                </a:moveTo>
                <a:lnTo>
                  <a:pt x="217136" y="35109"/>
                </a:lnTo>
                <a:lnTo>
                  <a:pt x="230394" y="35109"/>
                </a:lnTo>
                <a:lnTo>
                  <a:pt x="230394" y="47466"/>
                </a:lnTo>
                <a:cubicBezTo>
                  <a:pt x="236777" y="37919"/>
                  <a:pt x="245998" y="33145"/>
                  <a:pt x="258055" y="33145"/>
                </a:cubicBezTo>
                <a:cubicBezTo>
                  <a:pt x="263293" y="33145"/>
                  <a:pt x="268108" y="34086"/>
                  <a:pt x="272500" y="35968"/>
                </a:cubicBezTo>
                <a:cubicBezTo>
                  <a:pt x="276892" y="37850"/>
                  <a:pt x="280179" y="40319"/>
                  <a:pt x="282361" y="43375"/>
                </a:cubicBezTo>
                <a:cubicBezTo>
                  <a:pt x="284544" y="46430"/>
                  <a:pt x="286071" y="50058"/>
                  <a:pt x="286944" y="54259"/>
                </a:cubicBezTo>
                <a:cubicBezTo>
                  <a:pt x="287490" y="56987"/>
                  <a:pt x="287763" y="61761"/>
                  <a:pt x="287763" y="68581"/>
                </a:cubicBezTo>
                <a:lnTo>
                  <a:pt x="287763" y="122022"/>
                </a:lnTo>
                <a:lnTo>
                  <a:pt x="273032" y="122022"/>
                </a:lnTo>
                <a:lnTo>
                  <a:pt x="273032" y="69154"/>
                </a:lnTo>
                <a:cubicBezTo>
                  <a:pt x="273032" y="63152"/>
                  <a:pt x="272459" y="58665"/>
                  <a:pt x="271313" y="55691"/>
                </a:cubicBezTo>
                <a:cubicBezTo>
                  <a:pt x="270167" y="52718"/>
                  <a:pt x="268135" y="50344"/>
                  <a:pt x="265216" y="48571"/>
                </a:cubicBezTo>
                <a:cubicBezTo>
                  <a:pt x="262297" y="46798"/>
                  <a:pt x="258874" y="45912"/>
                  <a:pt x="254945" y="45912"/>
                </a:cubicBezTo>
                <a:cubicBezTo>
                  <a:pt x="248671" y="45912"/>
                  <a:pt x="243256" y="47903"/>
                  <a:pt x="238700" y="51886"/>
                </a:cubicBezTo>
                <a:cubicBezTo>
                  <a:pt x="234145" y="55869"/>
                  <a:pt x="231867" y="63425"/>
                  <a:pt x="231867" y="74555"/>
                </a:cubicBezTo>
                <a:lnTo>
                  <a:pt x="231867" y="122022"/>
                </a:lnTo>
                <a:lnTo>
                  <a:pt x="217136" y="122022"/>
                </a:lnTo>
                <a:close/>
                <a:moveTo>
                  <a:pt x="342856" y="108846"/>
                </a:moveTo>
                <a:lnTo>
                  <a:pt x="344983" y="121858"/>
                </a:lnTo>
                <a:cubicBezTo>
                  <a:pt x="340837" y="122731"/>
                  <a:pt x="337127" y="123167"/>
                  <a:pt x="333853" y="123167"/>
                </a:cubicBezTo>
                <a:cubicBezTo>
                  <a:pt x="328506" y="123167"/>
                  <a:pt x="324360" y="122322"/>
                  <a:pt x="321414" y="120630"/>
                </a:cubicBezTo>
                <a:cubicBezTo>
                  <a:pt x="318468" y="118939"/>
                  <a:pt x="316394" y="116716"/>
                  <a:pt x="315194" y="113960"/>
                </a:cubicBezTo>
                <a:cubicBezTo>
                  <a:pt x="313994" y="111205"/>
                  <a:pt x="313394" y="105408"/>
                  <a:pt x="313394" y="96570"/>
                </a:cubicBezTo>
                <a:lnTo>
                  <a:pt x="313394" y="46566"/>
                </a:lnTo>
                <a:lnTo>
                  <a:pt x="302591" y="46566"/>
                </a:lnTo>
                <a:lnTo>
                  <a:pt x="302591" y="35109"/>
                </a:lnTo>
                <a:lnTo>
                  <a:pt x="313394" y="35109"/>
                </a:lnTo>
                <a:lnTo>
                  <a:pt x="313394" y="13585"/>
                </a:lnTo>
                <a:lnTo>
                  <a:pt x="328043" y="4747"/>
                </a:lnTo>
                <a:lnTo>
                  <a:pt x="328043" y="35109"/>
                </a:lnTo>
                <a:lnTo>
                  <a:pt x="342856" y="35109"/>
                </a:lnTo>
                <a:lnTo>
                  <a:pt x="342856" y="46566"/>
                </a:lnTo>
                <a:lnTo>
                  <a:pt x="328043" y="46566"/>
                </a:lnTo>
                <a:lnTo>
                  <a:pt x="328043" y="97388"/>
                </a:lnTo>
                <a:cubicBezTo>
                  <a:pt x="328043" y="101589"/>
                  <a:pt x="328302" y="104290"/>
                  <a:pt x="328820" y="105490"/>
                </a:cubicBezTo>
                <a:cubicBezTo>
                  <a:pt x="329338" y="106690"/>
                  <a:pt x="330184" y="107645"/>
                  <a:pt x="331357" y="108355"/>
                </a:cubicBezTo>
                <a:cubicBezTo>
                  <a:pt x="332530" y="109064"/>
                  <a:pt x="334208" y="109418"/>
                  <a:pt x="336390" y="109418"/>
                </a:cubicBezTo>
                <a:cubicBezTo>
                  <a:pt x="338027" y="109418"/>
                  <a:pt x="340182" y="109227"/>
                  <a:pt x="342856" y="108846"/>
                </a:cubicBezTo>
                <a:close/>
                <a:moveTo>
                  <a:pt x="357325" y="122022"/>
                </a:moveTo>
                <a:lnTo>
                  <a:pt x="357325" y="35109"/>
                </a:lnTo>
                <a:lnTo>
                  <a:pt x="370583" y="35109"/>
                </a:lnTo>
                <a:lnTo>
                  <a:pt x="370583" y="48285"/>
                </a:lnTo>
                <a:cubicBezTo>
                  <a:pt x="373966" y="42120"/>
                  <a:pt x="377089" y="38055"/>
                  <a:pt x="379953" y="36091"/>
                </a:cubicBezTo>
                <a:cubicBezTo>
                  <a:pt x="382818" y="34127"/>
                  <a:pt x="385969" y="33145"/>
                  <a:pt x="389406" y="33145"/>
                </a:cubicBezTo>
                <a:cubicBezTo>
                  <a:pt x="394371" y="33145"/>
                  <a:pt x="399417" y="34727"/>
                  <a:pt x="404546" y="37891"/>
                </a:cubicBezTo>
                <a:lnTo>
                  <a:pt x="399472" y="51558"/>
                </a:lnTo>
                <a:cubicBezTo>
                  <a:pt x="395871" y="49431"/>
                  <a:pt x="392270" y="48367"/>
                  <a:pt x="388669" y="48367"/>
                </a:cubicBezTo>
                <a:cubicBezTo>
                  <a:pt x="385450" y="48367"/>
                  <a:pt x="382559" y="49335"/>
                  <a:pt x="379994" y="51272"/>
                </a:cubicBezTo>
                <a:cubicBezTo>
                  <a:pt x="377430" y="53209"/>
                  <a:pt x="375602" y="55896"/>
                  <a:pt x="374511" y="59333"/>
                </a:cubicBezTo>
                <a:cubicBezTo>
                  <a:pt x="372874" y="64571"/>
                  <a:pt x="372056" y="70300"/>
                  <a:pt x="372056" y="76519"/>
                </a:cubicBezTo>
                <a:lnTo>
                  <a:pt x="372056" y="122022"/>
                </a:lnTo>
                <a:lnTo>
                  <a:pt x="357325" y="122022"/>
                </a:lnTo>
                <a:close/>
                <a:moveTo>
                  <a:pt x="408355" y="78565"/>
                </a:moveTo>
                <a:cubicBezTo>
                  <a:pt x="408355" y="62470"/>
                  <a:pt x="412828" y="50549"/>
                  <a:pt x="421776" y="42802"/>
                </a:cubicBezTo>
                <a:cubicBezTo>
                  <a:pt x="429251" y="36364"/>
                  <a:pt x="438362" y="33145"/>
                  <a:pt x="449110" y="33145"/>
                </a:cubicBezTo>
                <a:cubicBezTo>
                  <a:pt x="461059" y="33145"/>
                  <a:pt x="470825" y="37059"/>
                  <a:pt x="478409" y="44889"/>
                </a:cubicBezTo>
                <a:cubicBezTo>
                  <a:pt x="485992" y="52718"/>
                  <a:pt x="489784" y="63534"/>
                  <a:pt x="489784" y="77338"/>
                </a:cubicBezTo>
                <a:cubicBezTo>
                  <a:pt x="489784" y="88522"/>
                  <a:pt x="488106" y="97320"/>
                  <a:pt x="484751" y="103731"/>
                </a:cubicBezTo>
                <a:cubicBezTo>
                  <a:pt x="481396" y="110141"/>
                  <a:pt x="476513" y="115120"/>
                  <a:pt x="470102" y="118666"/>
                </a:cubicBezTo>
                <a:cubicBezTo>
                  <a:pt x="463691" y="122213"/>
                  <a:pt x="456694" y="123986"/>
                  <a:pt x="449110" y="123986"/>
                </a:cubicBezTo>
                <a:cubicBezTo>
                  <a:pt x="436944" y="123986"/>
                  <a:pt x="427109" y="120085"/>
                  <a:pt x="419607" y="112283"/>
                </a:cubicBezTo>
                <a:cubicBezTo>
                  <a:pt x="412106" y="104481"/>
                  <a:pt x="408355" y="93242"/>
                  <a:pt x="408355" y="78565"/>
                </a:cubicBezTo>
                <a:moveTo>
                  <a:pt x="423495" y="78565"/>
                </a:moveTo>
                <a:cubicBezTo>
                  <a:pt x="423495" y="89695"/>
                  <a:pt x="425923" y="98029"/>
                  <a:pt x="430778" y="103567"/>
                </a:cubicBezTo>
                <a:cubicBezTo>
                  <a:pt x="435634" y="109105"/>
                  <a:pt x="441745" y="111874"/>
                  <a:pt x="449110" y="111874"/>
                </a:cubicBezTo>
                <a:cubicBezTo>
                  <a:pt x="456421" y="111874"/>
                  <a:pt x="462505" y="109091"/>
                  <a:pt x="467360" y="103526"/>
                </a:cubicBezTo>
                <a:cubicBezTo>
                  <a:pt x="472216" y="97961"/>
                  <a:pt x="474644" y="89477"/>
                  <a:pt x="474644" y="78074"/>
                </a:cubicBezTo>
                <a:cubicBezTo>
                  <a:pt x="474644" y="67326"/>
                  <a:pt x="472202" y="59183"/>
                  <a:pt x="467319" y="53645"/>
                </a:cubicBezTo>
                <a:cubicBezTo>
                  <a:pt x="462436" y="48108"/>
                  <a:pt x="456367" y="45339"/>
                  <a:pt x="449110" y="45339"/>
                </a:cubicBezTo>
                <a:cubicBezTo>
                  <a:pt x="441745" y="45339"/>
                  <a:pt x="435634" y="48094"/>
                  <a:pt x="430778" y="53604"/>
                </a:cubicBezTo>
                <a:cubicBezTo>
                  <a:pt x="425923" y="59115"/>
                  <a:pt x="423495" y="67435"/>
                  <a:pt x="423495" y="78565"/>
                </a:cubicBezTo>
                <a:close/>
                <a:moveTo>
                  <a:pt x="507068" y="122022"/>
                </a:moveTo>
                <a:lnTo>
                  <a:pt x="507068" y="2046"/>
                </a:lnTo>
                <a:lnTo>
                  <a:pt x="521799" y="2046"/>
                </a:lnTo>
                <a:lnTo>
                  <a:pt x="521799" y="122022"/>
                </a:lnTo>
                <a:lnTo>
                  <a:pt x="507068" y="122022"/>
                </a:lnTo>
                <a:close/>
                <a:moveTo>
                  <a:pt x="593638" y="122022"/>
                </a:moveTo>
                <a:lnTo>
                  <a:pt x="593638" y="2046"/>
                </a:lnTo>
                <a:lnTo>
                  <a:pt x="609515" y="2046"/>
                </a:lnTo>
                <a:lnTo>
                  <a:pt x="609515" y="51313"/>
                </a:lnTo>
                <a:lnTo>
                  <a:pt x="671876" y="51313"/>
                </a:lnTo>
                <a:lnTo>
                  <a:pt x="671876" y="2046"/>
                </a:lnTo>
                <a:lnTo>
                  <a:pt x="687753" y="2046"/>
                </a:lnTo>
                <a:lnTo>
                  <a:pt x="687753" y="122022"/>
                </a:lnTo>
                <a:lnTo>
                  <a:pt x="671876" y="122022"/>
                </a:lnTo>
                <a:lnTo>
                  <a:pt x="671876" y="65471"/>
                </a:lnTo>
                <a:lnTo>
                  <a:pt x="609515" y="65471"/>
                </a:lnTo>
                <a:lnTo>
                  <a:pt x="609515" y="122022"/>
                </a:lnTo>
                <a:lnTo>
                  <a:pt x="593638" y="122022"/>
                </a:lnTo>
                <a:close/>
                <a:moveTo>
                  <a:pt x="734976" y="122022"/>
                </a:moveTo>
                <a:lnTo>
                  <a:pt x="703140" y="2046"/>
                </a:lnTo>
                <a:lnTo>
                  <a:pt x="719426" y="2046"/>
                </a:lnTo>
                <a:lnTo>
                  <a:pt x="737676" y="80693"/>
                </a:lnTo>
                <a:cubicBezTo>
                  <a:pt x="739640" y="88931"/>
                  <a:pt x="741332" y="97115"/>
                  <a:pt x="742750" y="105245"/>
                </a:cubicBezTo>
                <a:cubicBezTo>
                  <a:pt x="745805" y="92423"/>
                  <a:pt x="747606" y="85030"/>
                  <a:pt x="748152" y="83066"/>
                </a:cubicBezTo>
                <a:lnTo>
                  <a:pt x="770985" y="2046"/>
                </a:lnTo>
                <a:lnTo>
                  <a:pt x="790135" y="2046"/>
                </a:lnTo>
                <a:lnTo>
                  <a:pt x="807321" y="62770"/>
                </a:lnTo>
                <a:cubicBezTo>
                  <a:pt x="811631" y="77829"/>
                  <a:pt x="814741" y="91987"/>
                  <a:pt x="816651" y="105245"/>
                </a:cubicBezTo>
                <a:cubicBezTo>
                  <a:pt x="818178" y="97661"/>
                  <a:pt x="820170" y="88959"/>
                  <a:pt x="822625" y="79138"/>
                </a:cubicBezTo>
                <a:lnTo>
                  <a:pt x="841448" y="2046"/>
                </a:lnTo>
                <a:lnTo>
                  <a:pt x="857406" y="2046"/>
                </a:lnTo>
                <a:lnTo>
                  <a:pt x="824507" y="122022"/>
                </a:lnTo>
                <a:lnTo>
                  <a:pt x="809203" y="122022"/>
                </a:lnTo>
                <a:lnTo>
                  <a:pt x="783915" y="30608"/>
                </a:lnTo>
                <a:cubicBezTo>
                  <a:pt x="781787" y="22969"/>
                  <a:pt x="780532" y="18277"/>
                  <a:pt x="780151" y="16531"/>
                </a:cubicBezTo>
                <a:cubicBezTo>
                  <a:pt x="778896" y="22042"/>
                  <a:pt x="777723" y="26734"/>
                  <a:pt x="776631" y="30608"/>
                </a:cubicBezTo>
                <a:lnTo>
                  <a:pt x="751180" y="122022"/>
                </a:lnTo>
                <a:lnTo>
                  <a:pt x="734976" y="1220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853A00-245C-4BD5-9208-5B3A24C5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580" y="4651129"/>
            <a:ext cx="793032" cy="10"/>
          </a:xfrm>
          <a:custGeom xmlns:a="http://schemas.openxmlformats.org/drawingml/2006/main">
            <a:pathLst>
              <a:path w="793032" h="1" fill="none">
                <a:moveTo>
                  <a:pt x="0" y="0"/>
                </a:moveTo>
                <a:lnTo>
                  <a:pt x="793032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471" cap="flat">
            <a:solidFill>
              <a:srgbClr val="BFBFBF"/>
            </a:solidFill>
            <a:custDash>
              <a:ds d="100000" sp="100000"/>
            </a:custDash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3D78B7-A8FA-4BC8-A9F3-12C3797E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3" y="1782614"/>
            <a:ext cx="774590" cy="10"/>
          </a:xfrm>
          <a:custGeom xmlns:a="http://schemas.openxmlformats.org/drawingml/2006/main">
            <a:pathLst>
              <a:path w="774590" h="1" fill="none">
                <a:moveTo>
                  <a:pt x="0" y="0"/>
                </a:moveTo>
                <a:lnTo>
                  <a:pt x="774590" y="1"/>
                </a:lnTo>
              </a:path>
            </a:pathLst>
          </a:custGeom>
          <a:noFill xmlns:a="http://schemas.openxmlformats.org/drawingml/2006/main"/>
          <a:ln xmlns:a="http://schemas.openxmlformats.org/drawingml/2006/main" w="15471" cap="flat">
            <a:solidFill>
              <a:srgbClr val="BFBFBF"/>
            </a:solidFill>
            <a:custDash>
              <a:ds d="100000" sp="100000"/>
            </a:custDash>
            <a:miter/>
          </a:ln>
        </p:spPr>
      </p:sp>
      <p:sp>
        <p:nvSpPr>
          <p:cNvPr id="91" name="Text Trustworthy">
            <a:extLst xmlns:a="http://schemas.openxmlformats.org/drawingml/2006/main">
              <a:ext uri="{FF2B5EF4-FFF2-40B4-BE49-F238E27FC236}">
                <a16:creationId xmlns:a16="http://schemas.microsoft.com/office/drawing/2014/main" id="{416769E7-A075-4998-9019-645EEE59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008" y="782563"/>
            <a:ext cx="927072" cy="167190"/>
          </a:xfrm>
          <a:custGeom xmlns:a="http://schemas.openxmlformats.org/drawingml/2006/main">
            <a:pathLst>
              <a:path w="927072" h="167190">
                <a:moveTo>
                  <a:pt x="42569" y="129205"/>
                </a:moveTo>
                <a:lnTo>
                  <a:pt x="42569" y="15247"/>
                </a:lnTo>
                <a:lnTo>
                  <a:pt x="0" y="15247"/>
                </a:lnTo>
                <a:lnTo>
                  <a:pt x="0" y="0"/>
                </a:lnTo>
                <a:lnTo>
                  <a:pt x="102412" y="0"/>
                </a:lnTo>
                <a:lnTo>
                  <a:pt x="102412" y="15247"/>
                </a:lnTo>
                <a:lnTo>
                  <a:pt x="59667" y="15247"/>
                </a:lnTo>
                <a:lnTo>
                  <a:pt x="59667" y="129205"/>
                </a:lnTo>
                <a:lnTo>
                  <a:pt x="42569" y="129205"/>
                </a:lnTo>
                <a:close/>
                <a:moveTo>
                  <a:pt x="110376" y="129205"/>
                </a:moveTo>
                <a:lnTo>
                  <a:pt x="110376" y="35606"/>
                </a:lnTo>
                <a:lnTo>
                  <a:pt x="124653" y="35606"/>
                </a:lnTo>
                <a:lnTo>
                  <a:pt x="124653" y="49796"/>
                </a:lnTo>
                <a:cubicBezTo>
                  <a:pt x="128296" y="43156"/>
                  <a:pt x="131660" y="38779"/>
                  <a:pt x="134745" y="36664"/>
                </a:cubicBezTo>
                <a:cubicBezTo>
                  <a:pt x="137829" y="34549"/>
                  <a:pt x="141223" y="33491"/>
                  <a:pt x="144924" y="33491"/>
                </a:cubicBezTo>
                <a:cubicBezTo>
                  <a:pt x="150271" y="33491"/>
                  <a:pt x="155706" y="35195"/>
                  <a:pt x="161229" y="38603"/>
                </a:cubicBezTo>
                <a:lnTo>
                  <a:pt x="155765" y="53321"/>
                </a:lnTo>
                <a:cubicBezTo>
                  <a:pt x="151887" y="51030"/>
                  <a:pt x="148009" y="49884"/>
                  <a:pt x="144131" y="49884"/>
                </a:cubicBezTo>
                <a:cubicBezTo>
                  <a:pt x="140664" y="49884"/>
                  <a:pt x="137550" y="50927"/>
                  <a:pt x="134789" y="53013"/>
                </a:cubicBezTo>
                <a:cubicBezTo>
                  <a:pt x="132027" y="55098"/>
                  <a:pt x="130059" y="57992"/>
                  <a:pt x="128884" y="61694"/>
                </a:cubicBezTo>
                <a:cubicBezTo>
                  <a:pt x="127121" y="67334"/>
                  <a:pt x="126240" y="73504"/>
                  <a:pt x="126240" y="80202"/>
                </a:cubicBezTo>
                <a:lnTo>
                  <a:pt x="126240" y="129205"/>
                </a:lnTo>
                <a:lnTo>
                  <a:pt x="110376" y="129205"/>
                </a:lnTo>
                <a:close/>
                <a:moveTo>
                  <a:pt x="231530" y="129205"/>
                </a:moveTo>
                <a:lnTo>
                  <a:pt x="231530" y="115456"/>
                </a:lnTo>
                <a:cubicBezTo>
                  <a:pt x="224244" y="126032"/>
                  <a:pt x="214344" y="131320"/>
                  <a:pt x="201829" y="131320"/>
                </a:cubicBezTo>
                <a:cubicBezTo>
                  <a:pt x="196306" y="131320"/>
                  <a:pt x="191150" y="130262"/>
                  <a:pt x="186361" y="128147"/>
                </a:cubicBezTo>
                <a:cubicBezTo>
                  <a:pt x="181573" y="126032"/>
                  <a:pt x="178018" y="123373"/>
                  <a:pt x="175697" y="120171"/>
                </a:cubicBezTo>
                <a:cubicBezTo>
                  <a:pt x="173376" y="116969"/>
                  <a:pt x="171746" y="113047"/>
                  <a:pt x="170805" y="108405"/>
                </a:cubicBezTo>
                <a:cubicBezTo>
                  <a:pt x="170159" y="105291"/>
                  <a:pt x="169836" y="100355"/>
                  <a:pt x="169836" y="93598"/>
                </a:cubicBezTo>
                <a:lnTo>
                  <a:pt x="169836" y="35606"/>
                </a:lnTo>
                <a:lnTo>
                  <a:pt x="185700" y="35606"/>
                </a:lnTo>
                <a:lnTo>
                  <a:pt x="185700" y="87517"/>
                </a:lnTo>
                <a:cubicBezTo>
                  <a:pt x="185700" y="95802"/>
                  <a:pt x="186023" y="101384"/>
                  <a:pt x="186670" y="104263"/>
                </a:cubicBezTo>
                <a:cubicBezTo>
                  <a:pt x="187668" y="108434"/>
                  <a:pt x="189784" y="111710"/>
                  <a:pt x="193015" y="114090"/>
                </a:cubicBezTo>
                <a:cubicBezTo>
                  <a:pt x="196247" y="116469"/>
                  <a:pt x="200242" y="117659"/>
                  <a:pt x="205002" y="117659"/>
                </a:cubicBezTo>
                <a:cubicBezTo>
                  <a:pt x="209761" y="117659"/>
                  <a:pt x="214226" y="116440"/>
                  <a:pt x="218398" y="114001"/>
                </a:cubicBezTo>
                <a:cubicBezTo>
                  <a:pt x="222570" y="111563"/>
                  <a:pt x="225522" y="108243"/>
                  <a:pt x="227255" y="104042"/>
                </a:cubicBezTo>
                <a:cubicBezTo>
                  <a:pt x="228989" y="99841"/>
                  <a:pt x="229855" y="93745"/>
                  <a:pt x="229855" y="85754"/>
                </a:cubicBezTo>
                <a:lnTo>
                  <a:pt x="229855" y="35606"/>
                </a:lnTo>
                <a:lnTo>
                  <a:pt x="245719" y="35606"/>
                </a:lnTo>
                <a:lnTo>
                  <a:pt x="245719" y="129205"/>
                </a:lnTo>
                <a:lnTo>
                  <a:pt x="231530" y="129205"/>
                </a:lnTo>
                <a:close/>
                <a:moveTo>
                  <a:pt x="263767" y="101266"/>
                </a:moveTo>
                <a:lnTo>
                  <a:pt x="279455" y="98798"/>
                </a:lnTo>
                <a:cubicBezTo>
                  <a:pt x="280336" y="105085"/>
                  <a:pt x="282789" y="109903"/>
                  <a:pt x="286814" y="113252"/>
                </a:cubicBezTo>
                <a:cubicBezTo>
                  <a:pt x="290839" y="116601"/>
                  <a:pt x="296465" y="118276"/>
                  <a:pt x="303692" y="118276"/>
                </a:cubicBezTo>
                <a:cubicBezTo>
                  <a:pt x="310977" y="118276"/>
                  <a:pt x="316383" y="116792"/>
                  <a:pt x="319908" y="113825"/>
                </a:cubicBezTo>
                <a:cubicBezTo>
                  <a:pt x="323434" y="110858"/>
                  <a:pt x="325196" y="107377"/>
                  <a:pt x="325196" y="103381"/>
                </a:cubicBezTo>
                <a:cubicBezTo>
                  <a:pt x="325196" y="99797"/>
                  <a:pt x="323639" y="96977"/>
                  <a:pt x="320525" y="94920"/>
                </a:cubicBezTo>
                <a:cubicBezTo>
                  <a:pt x="318351" y="93510"/>
                  <a:pt x="312946" y="91718"/>
                  <a:pt x="304309" y="89544"/>
                </a:cubicBezTo>
                <a:cubicBezTo>
                  <a:pt x="292675" y="86606"/>
                  <a:pt x="284611" y="84065"/>
                  <a:pt x="280116" y="81921"/>
                </a:cubicBezTo>
                <a:cubicBezTo>
                  <a:pt x="275621" y="79776"/>
                  <a:pt x="272213" y="76809"/>
                  <a:pt x="269892" y="73019"/>
                </a:cubicBezTo>
                <a:cubicBezTo>
                  <a:pt x="267571" y="69229"/>
                  <a:pt x="266411" y="65043"/>
                  <a:pt x="266411" y="60460"/>
                </a:cubicBezTo>
                <a:cubicBezTo>
                  <a:pt x="266411" y="56288"/>
                  <a:pt x="267366" y="52425"/>
                  <a:pt x="269275" y="48870"/>
                </a:cubicBezTo>
                <a:cubicBezTo>
                  <a:pt x="271185" y="45316"/>
                  <a:pt x="273785" y="42363"/>
                  <a:pt x="277075" y="40013"/>
                </a:cubicBezTo>
                <a:cubicBezTo>
                  <a:pt x="279543" y="38191"/>
                  <a:pt x="282907" y="36649"/>
                  <a:pt x="287167" y="35386"/>
                </a:cubicBezTo>
                <a:cubicBezTo>
                  <a:pt x="291426" y="34123"/>
                  <a:pt x="295995" y="33491"/>
                  <a:pt x="300871" y="33491"/>
                </a:cubicBezTo>
                <a:cubicBezTo>
                  <a:pt x="308216" y="33491"/>
                  <a:pt x="314664" y="34549"/>
                  <a:pt x="320217" y="36664"/>
                </a:cubicBezTo>
                <a:cubicBezTo>
                  <a:pt x="325769" y="38779"/>
                  <a:pt x="329867" y="41643"/>
                  <a:pt x="332511" y="45257"/>
                </a:cubicBezTo>
                <a:cubicBezTo>
                  <a:pt x="335156" y="48870"/>
                  <a:pt x="336977" y="53703"/>
                  <a:pt x="337976" y="59755"/>
                </a:cubicBezTo>
                <a:lnTo>
                  <a:pt x="322464" y="61870"/>
                </a:lnTo>
                <a:cubicBezTo>
                  <a:pt x="321759" y="57052"/>
                  <a:pt x="319717" y="53292"/>
                  <a:pt x="316339" y="50589"/>
                </a:cubicBezTo>
                <a:cubicBezTo>
                  <a:pt x="312960" y="47886"/>
                  <a:pt x="308186" y="46535"/>
                  <a:pt x="302017" y="46535"/>
                </a:cubicBezTo>
                <a:cubicBezTo>
                  <a:pt x="294731" y="46535"/>
                  <a:pt x="289531" y="47739"/>
                  <a:pt x="286417" y="50148"/>
                </a:cubicBezTo>
                <a:cubicBezTo>
                  <a:pt x="283303" y="52557"/>
                  <a:pt x="281746" y="55378"/>
                  <a:pt x="281746" y="58609"/>
                </a:cubicBezTo>
                <a:cubicBezTo>
                  <a:pt x="281746" y="60666"/>
                  <a:pt x="282393" y="62516"/>
                  <a:pt x="283685" y="64162"/>
                </a:cubicBezTo>
                <a:cubicBezTo>
                  <a:pt x="284978" y="65866"/>
                  <a:pt x="287005" y="67276"/>
                  <a:pt x="289766" y="68392"/>
                </a:cubicBezTo>
                <a:cubicBezTo>
                  <a:pt x="291353" y="68980"/>
                  <a:pt x="296024" y="70331"/>
                  <a:pt x="303780" y="72446"/>
                </a:cubicBezTo>
                <a:cubicBezTo>
                  <a:pt x="315002" y="75443"/>
                  <a:pt x="322831" y="77896"/>
                  <a:pt x="327268" y="79805"/>
                </a:cubicBezTo>
                <a:cubicBezTo>
                  <a:pt x="331704" y="81715"/>
                  <a:pt x="335185" y="84491"/>
                  <a:pt x="337711" y="88134"/>
                </a:cubicBezTo>
                <a:cubicBezTo>
                  <a:pt x="340238" y="91777"/>
                  <a:pt x="341501" y="96301"/>
                  <a:pt x="341501" y="101707"/>
                </a:cubicBezTo>
                <a:cubicBezTo>
                  <a:pt x="341501" y="106995"/>
                  <a:pt x="339959" y="111974"/>
                  <a:pt x="336874" y="116645"/>
                </a:cubicBezTo>
                <a:cubicBezTo>
                  <a:pt x="333789" y="121317"/>
                  <a:pt x="329339" y="124930"/>
                  <a:pt x="323522" y="127486"/>
                </a:cubicBezTo>
                <a:cubicBezTo>
                  <a:pt x="317705" y="130042"/>
                  <a:pt x="311124" y="131320"/>
                  <a:pt x="303780" y="131320"/>
                </a:cubicBezTo>
                <a:cubicBezTo>
                  <a:pt x="291617" y="131320"/>
                  <a:pt x="282349" y="128793"/>
                  <a:pt x="275973" y="123740"/>
                </a:cubicBezTo>
                <a:cubicBezTo>
                  <a:pt x="269598" y="118687"/>
                  <a:pt x="265530" y="111196"/>
                  <a:pt x="263767" y="101266"/>
                </a:cubicBezTo>
                <a:close/>
                <a:moveTo>
                  <a:pt x="394999" y="115015"/>
                </a:moveTo>
                <a:lnTo>
                  <a:pt x="397290" y="129028"/>
                </a:lnTo>
                <a:cubicBezTo>
                  <a:pt x="392825" y="129968"/>
                  <a:pt x="388829" y="130438"/>
                  <a:pt x="385304" y="130438"/>
                </a:cubicBezTo>
                <a:cubicBezTo>
                  <a:pt x="379546" y="130438"/>
                  <a:pt x="375080" y="129528"/>
                  <a:pt x="371907" y="127706"/>
                </a:cubicBezTo>
                <a:cubicBezTo>
                  <a:pt x="368735" y="125885"/>
                  <a:pt x="366502" y="123490"/>
                  <a:pt x="365209" y="120523"/>
                </a:cubicBezTo>
                <a:cubicBezTo>
                  <a:pt x="363917" y="117556"/>
                  <a:pt x="363270" y="111313"/>
                  <a:pt x="363270" y="101795"/>
                </a:cubicBezTo>
                <a:lnTo>
                  <a:pt x="363270" y="47945"/>
                </a:lnTo>
                <a:lnTo>
                  <a:pt x="351637" y="47945"/>
                </a:lnTo>
                <a:lnTo>
                  <a:pt x="351637" y="35606"/>
                </a:lnTo>
                <a:lnTo>
                  <a:pt x="363270" y="35606"/>
                </a:lnTo>
                <a:lnTo>
                  <a:pt x="363270" y="12427"/>
                </a:lnTo>
                <a:lnTo>
                  <a:pt x="379046" y="2908"/>
                </a:lnTo>
                <a:lnTo>
                  <a:pt x="379046" y="35606"/>
                </a:lnTo>
                <a:lnTo>
                  <a:pt x="394999" y="35606"/>
                </a:lnTo>
                <a:lnTo>
                  <a:pt x="394999" y="47945"/>
                </a:lnTo>
                <a:lnTo>
                  <a:pt x="379046" y="47945"/>
                </a:lnTo>
                <a:lnTo>
                  <a:pt x="379046" y="102676"/>
                </a:lnTo>
                <a:cubicBezTo>
                  <a:pt x="379046" y="107200"/>
                  <a:pt x="379325" y="110109"/>
                  <a:pt x="379884" y="111401"/>
                </a:cubicBezTo>
                <a:cubicBezTo>
                  <a:pt x="380442" y="112694"/>
                  <a:pt x="381352" y="113722"/>
                  <a:pt x="382616" y="114486"/>
                </a:cubicBezTo>
                <a:cubicBezTo>
                  <a:pt x="383879" y="115250"/>
                  <a:pt x="385686" y="115632"/>
                  <a:pt x="388036" y="115632"/>
                </a:cubicBezTo>
                <a:cubicBezTo>
                  <a:pt x="389799" y="115632"/>
                  <a:pt x="392120" y="115426"/>
                  <a:pt x="394999" y="115015"/>
                </a:cubicBezTo>
                <a:close/>
                <a:moveTo>
                  <a:pt x="427598" y="129205"/>
                </a:moveTo>
                <a:lnTo>
                  <a:pt x="398955" y="35606"/>
                </a:lnTo>
                <a:lnTo>
                  <a:pt x="415347" y="35606"/>
                </a:lnTo>
                <a:lnTo>
                  <a:pt x="430242" y="89632"/>
                </a:lnTo>
                <a:lnTo>
                  <a:pt x="435795" y="109727"/>
                </a:lnTo>
                <a:cubicBezTo>
                  <a:pt x="436030" y="108728"/>
                  <a:pt x="437645" y="102294"/>
                  <a:pt x="440642" y="90426"/>
                </a:cubicBezTo>
                <a:lnTo>
                  <a:pt x="455537" y="35606"/>
                </a:lnTo>
                <a:lnTo>
                  <a:pt x="471841" y="35606"/>
                </a:lnTo>
                <a:lnTo>
                  <a:pt x="485855" y="89897"/>
                </a:lnTo>
                <a:lnTo>
                  <a:pt x="490526" y="107788"/>
                </a:lnTo>
                <a:lnTo>
                  <a:pt x="495902" y="89720"/>
                </a:lnTo>
                <a:lnTo>
                  <a:pt x="511942" y="35606"/>
                </a:lnTo>
                <a:lnTo>
                  <a:pt x="527366" y="35606"/>
                </a:lnTo>
                <a:lnTo>
                  <a:pt x="498105" y="129205"/>
                </a:lnTo>
                <a:lnTo>
                  <a:pt x="481624" y="129205"/>
                </a:lnTo>
                <a:lnTo>
                  <a:pt x="466730" y="73151"/>
                </a:lnTo>
                <a:lnTo>
                  <a:pt x="463116" y="57199"/>
                </a:lnTo>
                <a:lnTo>
                  <a:pt x="444167" y="129205"/>
                </a:lnTo>
                <a:lnTo>
                  <a:pt x="427598" y="129205"/>
                </a:lnTo>
                <a:close/>
                <a:moveTo>
                  <a:pt x="534955" y="82405"/>
                </a:moveTo>
                <a:cubicBezTo>
                  <a:pt x="534955" y="65072"/>
                  <a:pt x="539773" y="52234"/>
                  <a:pt x="549409" y="43891"/>
                </a:cubicBezTo>
                <a:cubicBezTo>
                  <a:pt x="557459" y="36958"/>
                  <a:pt x="567271" y="33491"/>
                  <a:pt x="578846" y="33491"/>
                </a:cubicBezTo>
                <a:cubicBezTo>
                  <a:pt x="591714" y="33491"/>
                  <a:pt x="602231" y="37707"/>
                  <a:pt x="610398" y="46138"/>
                </a:cubicBezTo>
                <a:cubicBezTo>
                  <a:pt x="618565" y="54570"/>
                  <a:pt x="622649" y="66218"/>
                  <a:pt x="622649" y="81083"/>
                </a:cubicBezTo>
                <a:cubicBezTo>
                  <a:pt x="622649" y="93128"/>
                  <a:pt x="620842" y="102603"/>
                  <a:pt x="617229" y="109507"/>
                </a:cubicBezTo>
                <a:cubicBezTo>
                  <a:pt x="613615" y="116410"/>
                  <a:pt x="608356" y="121772"/>
                  <a:pt x="601453" y="125591"/>
                </a:cubicBezTo>
                <a:cubicBezTo>
                  <a:pt x="594549" y="129410"/>
                  <a:pt x="587013" y="131320"/>
                  <a:pt x="578846" y="131320"/>
                </a:cubicBezTo>
                <a:cubicBezTo>
                  <a:pt x="565744" y="131320"/>
                  <a:pt x="555153" y="127119"/>
                  <a:pt x="547074" y="118717"/>
                </a:cubicBezTo>
                <a:cubicBezTo>
                  <a:pt x="538995" y="110314"/>
                  <a:pt x="534955" y="98211"/>
                  <a:pt x="534955" y="82405"/>
                </a:cubicBezTo>
                <a:moveTo>
                  <a:pt x="551260" y="82405"/>
                </a:moveTo>
                <a:cubicBezTo>
                  <a:pt x="551260" y="94392"/>
                  <a:pt x="553875" y="103367"/>
                  <a:pt x="559104" y="109330"/>
                </a:cubicBezTo>
                <a:cubicBezTo>
                  <a:pt x="564333" y="115294"/>
                  <a:pt x="570914" y="118276"/>
                  <a:pt x="578846" y="118276"/>
                </a:cubicBezTo>
                <a:cubicBezTo>
                  <a:pt x="586720" y="118276"/>
                  <a:pt x="593271" y="115279"/>
                  <a:pt x="598500" y="109286"/>
                </a:cubicBezTo>
                <a:cubicBezTo>
                  <a:pt x="603729" y="103293"/>
                  <a:pt x="606344" y="94157"/>
                  <a:pt x="606344" y="81877"/>
                </a:cubicBezTo>
                <a:cubicBezTo>
                  <a:pt x="606344" y="70302"/>
                  <a:pt x="603715" y="61532"/>
                  <a:pt x="598456" y="55569"/>
                </a:cubicBezTo>
                <a:cubicBezTo>
                  <a:pt x="593197" y="49605"/>
                  <a:pt x="586661" y="46623"/>
                  <a:pt x="578846" y="46623"/>
                </a:cubicBezTo>
                <a:cubicBezTo>
                  <a:pt x="570914" y="46623"/>
                  <a:pt x="564333" y="49590"/>
                  <a:pt x="559104" y="55524"/>
                </a:cubicBezTo>
                <a:cubicBezTo>
                  <a:pt x="553875" y="61459"/>
                  <a:pt x="551260" y="70419"/>
                  <a:pt x="551260" y="82405"/>
                </a:cubicBezTo>
                <a:close/>
                <a:moveTo>
                  <a:pt x="640608" y="129205"/>
                </a:moveTo>
                <a:lnTo>
                  <a:pt x="640608" y="35606"/>
                </a:lnTo>
                <a:lnTo>
                  <a:pt x="654886" y="35606"/>
                </a:lnTo>
                <a:lnTo>
                  <a:pt x="654886" y="49796"/>
                </a:lnTo>
                <a:cubicBezTo>
                  <a:pt x="658529" y="43156"/>
                  <a:pt x="661893" y="38779"/>
                  <a:pt x="664977" y="36664"/>
                </a:cubicBezTo>
                <a:cubicBezTo>
                  <a:pt x="668062" y="34549"/>
                  <a:pt x="671455" y="33491"/>
                  <a:pt x="675157" y="33491"/>
                </a:cubicBezTo>
                <a:cubicBezTo>
                  <a:pt x="680504" y="33491"/>
                  <a:pt x="685939" y="35195"/>
                  <a:pt x="691462" y="38603"/>
                </a:cubicBezTo>
                <a:lnTo>
                  <a:pt x="685997" y="53321"/>
                </a:lnTo>
                <a:cubicBezTo>
                  <a:pt x="682119" y="51030"/>
                  <a:pt x="678241" y="49884"/>
                  <a:pt x="674364" y="49884"/>
                </a:cubicBezTo>
                <a:cubicBezTo>
                  <a:pt x="670897" y="49884"/>
                  <a:pt x="667783" y="50927"/>
                  <a:pt x="665021" y="53013"/>
                </a:cubicBezTo>
                <a:cubicBezTo>
                  <a:pt x="662260" y="55098"/>
                  <a:pt x="660292" y="57992"/>
                  <a:pt x="659116" y="61694"/>
                </a:cubicBezTo>
                <a:cubicBezTo>
                  <a:pt x="657354" y="67334"/>
                  <a:pt x="656472" y="73504"/>
                  <a:pt x="656472" y="80202"/>
                </a:cubicBezTo>
                <a:lnTo>
                  <a:pt x="656472" y="129205"/>
                </a:lnTo>
                <a:lnTo>
                  <a:pt x="640608" y="129205"/>
                </a:lnTo>
                <a:close/>
                <a:moveTo>
                  <a:pt x="735058" y="115015"/>
                </a:moveTo>
                <a:lnTo>
                  <a:pt x="737349" y="129028"/>
                </a:lnTo>
                <a:cubicBezTo>
                  <a:pt x="732884" y="129968"/>
                  <a:pt x="728888" y="130438"/>
                  <a:pt x="725363" y="130438"/>
                </a:cubicBezTo>
                <a:cubicBezTo>
                  <a:pt x="719605" y="130438"/>
                  <a:pt x="715139" y="129528"/>
                  <a:pt x="711967" y="127706"/>
                </a:cubicBezTo>
                <a:cubicBezTo>
                  <a:pt x="708794" y="125885"/>
                  <a:pt x="706561" y="123490"/>
                  <a:pt x="705268" y="120523"/>
                </a:cubicBezTo>
                <a:cubicBezTo>
                  <a:pt x="703976" y="117556"/>
                  <a:pt x="703330" y="111313"/>
                  <a:pt x="703330" y="101795"/>
                </a:cubicBezTo>
                <a:lnTo>
                  <a:pt x="703330" y="47945"/>
                </a:lnTo>
                <a:lnTo>
                  <a:pt x="691696" y="47945"/>
                </a:lnTo>
                <a:lnTo>
                  <a:pt x="691696" y="35606"/>
                </a:lnTo>
                <a:lnTo>
                  <a:pt x="703330" y="35606"/>
                </a:lnTo>
                <a:lnTo>
                  <a:pt x="703330" y="12427"/>
                </a:lnTo>
                <a:lnTo>
                  <a:pt x="719106" y="2908"/>
                </a:lnTo>
                <a:lnTo>
                  <a:pt x="719106" y="35606"/>
                </a:lnTo>
                <a:lnTo>
                  <a:pt x="735058" y="35606"/>
                </a:lnTo>
                <a:lnTo>
                  <a:pt x="735058" y="47945"/>
                </a:lnTo>
                <a:lnTo>
                  <a:pt x="719106" y="47945"/>
                </a:lnTo>
                <a:lnTo>
                  <a:pt x="719106" y="102676"/>
                </a:lnTo>
                <a:cubicBezTo>
                  <a:pt x="719106" y="107200"/>
                  <a:pt x="719385" y="110109"/>
                  <a:pt x="719943" y="111401"/>
                </a:cubicBezTo>
                <a:cubicBezTo>
                  <a:pt x="720501" y="112694"/>
                  <a:pt x="721412" y="113722"/>
                  <a:pt x="722675" y="114486"/>
                </a:cubicBezTo>
                <a:cubicBezTo>
                  <a:pt x="723938" y="115250"/>
                  <a:pt x="725745" y="115632"/>
                  <a:pt x="728095" y="115632"/>
                </a:cubicBezTo>
                <a:cubicBezTo>
                  <a:pt x="729858" y="115632"/>
                  <a:pt x="732179" y="115426"/>
                  <a:pt x="735058" y="115015"/>
                </a:cubicBezTo>
                <a:close/>
                <a:moveTo>
                  <a:pt x="750383" y="129205"/>
                </a:moveTo>
                <a:lnTo>
                  <a:pt x="750383" y="0"/>
                </a:lnTo>
                <a:lnTo>
                  <a:pt x="766247" y="0"/>
                </a:lnTo>
                <a:lnTo>
                  <a:pt x="766247" y="46359"/>
                </a:lnTo>
                <a:cubicBezTo>
                  <a:pt x="773650" y="37780"/>
                  <a:pt x="782993" y="33491"/>
                  <a:pt x="794274" y="33491"/>
                </a:cubicBezTo>
                <a:cubicBezTo>
                  <a:pt x="801207" y="33491"/>
                  <a:pt x="807230" y="34857"/>
                  <a:pt x="812341" y="37589"/>
                </a:cubicBezTo>
                <a:cubicBezTo>
                  <a:pt x="817453" y="40321"/>
                  <a:pt x="821111" y="44096"/>
                  <a:pt x="823314" y="48914"/>
                </a:cubicBezTo>
                <a:cubicBezTo>
                  <a:pt x="825517" y="53732"/>
                  <a:pt x="826619" y="60724"/>
                  <a:pt x="826619" y="69890"/>
                </a:cubicBezTo>
                <a:lnTo>
                  <a:pt x="826619" y="129205"/>
                </a:lnTo>
                <a:lnTo>
                  <a:pt x="810755" y="129205"/>
                </a:lnTo>
                <a:lnTo>
                  <a:pt x="810755" y="69890"/>
                </a:lnTo>
                <a:cubicBezTo>
                  <a:pt x="810755" y="61958"/>
                  <a:pt x="809036" y="56185"/>
                  <a:pt x="805599" y="52572"/>
                </a:cubicBezTo>
                <a:cubicBezTo>
                  <a:pt x="802162" y="48958"/>
                  <a:pt x="797300" y="47152"/>
                  <a:pt x="791013" y="47152"/>
                </a:cubicBezTo>
                <a:cubicBezTo>
                  <a:pt x="786312" y="47152"/>
                  <a:pt x="781891" y="48371"/>
                  <a:pt x="777749" y="50809"/>
                </a:cubicBezTo>
                <a:cubicBezTo>
                  <a:pt x="773606" y="53248"/>
                  <a:pt x="770654" y="56553"/>
                  <a:pt x="768891" y="60724"/>
                </a:cubicBezTo>
                <a:cubicBezTo>
                  <a:pt x="767129" y="64896"/>
                  <a:pt x="766247" y="70654"/>
                  <a:pt x="766247" y="77999"/>
                </a:cubicBezTo>
                <a:lnTo>
                  <a:pt x="766247" y="129205"/>
                </a:lnTo>
                <a:lnTo>
                  <a:pt x="750383" y="129205"/>
                </a:lnTo>
                <a:close/>
                <a:moveTo>
                  <a:pt x="849602" y="165251"/>
                </a:moveTo>
                <a:lnTo>
                  <a:pt x="847839" y="150357"/>
                </a:lnTo>
                <a:cubicBezTo>
                  <a:pt x="851306" y="151297"/>
                  <a:pt x="854332" y="151767"/>
                  <a:pt x="856917" y="151767"/>
                </a:cubicBezTo>
                <a:cubicBezTo>
                  <a:pt x="860443" y="151767"/>
                  <a:pt x="863263" y="151179"/>
                  <a:pt x="865378" y="150004"/>
                </a:cubicBezTo>
                <a:cubicBezTo>
                  <a:pt x="867493" y="148829"/>
                  <a:pt x="869227" y="147184"/>
                  <a:pt x="870578" y="145069"/>
                </a:cubicBezTo>
                <a:cubicBezTo>
                  <a:pt x="871577" y="143482"/>
                  <a:pt x="873193" y="139546"/>
                  <a:pt x="875425" y="133259"/>
                </a:cubicBezTo>
                <a:cubicBezTo>
                  <a:pt x="875719" y="132377"/>
                  <a:pt x="876189" y="131085"/>
                  <a:pt x="876835" y="129381"/>
                </a:cubicBezTo>
                <a:lnTo>
                  <a:pt x="841317" y="35606"/>
                </a:lnTo>
                <a:lnTo>
                  <a:pt x="858415" y="35606"/>
                </a:lnTo>
                <a:lnTo>
                  <a:pt x="877893" y="89809"/>
                </a:lnTo>
                <a:cubicBezTo>
                  <a:pt x="880420" y="96683"/>
                  <a:pt x="882682" y="103910"/>
                  <a:pt x="884679" y="111490"/>
                </a:cubicBezTo>
                <a:cubicBezTo>
                  <a:pt x="886501" y="104204"/>
                  <a:pt x="888675" y="97094"/>
                  <a:pt x="891201" y="90161"/>
                </a:cubicBezTo>
                <a:lnTo>
                  <a:pt x="911208" y="35606"/>
                </a:lnTo>
                <a:lnTo>
                  <a:pt x="927072" y="35606"/>
                </a:lnTo>
                <a:lnTo>
                  <a:pt x="891466" y="130791"/>
                </a:lnTo>
                <a:cubicBezTo>
                  <a:pt x="887647" y="141073"/>
                  <a:pt x="884679" y="148153"/>
                  <a:pt x="882564" y="152031"/>
                </a:cubicBezTo>
                <a:cubicBezTo>
                  <a:pt x="879744" y="157261"/>
                  <a:pt x="876512" y="161094"/>
                  <a:pt x="872869" y="163533"/>
                </a:cubicBezTo>
                <a:cubicBezTo>
                  <a:pt x="869227" y="165971"/>
                  <a:pt x="864879" y="167190"/>
                  <a:pt x="859826" y="167190"/>
                </a:cubicBezTo>
                <a:cubicBezTo>
                  <a:pt x="856770" y="167190"/>
                  <a:pt x="853362" y="166544"/>
                  <a:pt x="849602" y="1652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(§V">
            <a:extLst xmlns:a="http://schemas.openxmlformats.org/drawingml/2006/main">
              <a:ext uri="{FF2B5EF4-FFF2-40B4-BE49-F238E27FC236}">
                <a16:creationId xmlns:a16="http://schemas.microsoft.com/office/drawing/2014/main" id="{70A99ECB-E852-41DA-B3DA-5740DC49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68" y="984685"/>
            <a:ext cx="266580" cy="157294"/>
          </a:xfrm>
          <a:custGeom xmlns:a="http://schemas.openxmlformats.org/drawingml/2006/main">
            <a:pathLst>
              <a:path w="266580" h="157294">
                <a:moveTo>
                  <a:pt x="29053" y="157294"/>
                </a:moveTo>
                <a:cubicBezTo>
                  <a:pt x="20923" y="147037"/>
                  <a:pt x="14049" y="135034"/>
                  <a:pt x="8429" y="121285"/>
                </a:cubicBezTo>
                <a:cubicBezTo>
                  <a:pt x="2810" y="107536"/>
                  <a:pt x="0" y="93296"/>
                  <a:pt x="0" y="78565"/>
                </a:cubicBezTo>
                <a:cubicBezTo>
                  <a:pt x="0" y="65580"/>
                  <a:pt x="2101" y="53141"/>
                  <a:pt x="6302" y="41247"/>
                </a:cubicBezTo>
                <a:cubicBezTo>
                  <a:pt x="11212" y="27443"/>
                  <a:pt x="18796" y="13694"/>
                  <a:pt x="29053" y="0"/>
                </a:cubicBezTo>
                <a:lnTo>
                  <a:pt x="39610" y="0"/>
                </a:lnTo>
                <a:cubicBezTo>
                  <a:pt x="33008" y="11348"/>
                  <a:pt x="28644" y="19450"/>
                  <a:pt x="26516" y="24306"/>
                </a:cubicBezTo>
                <a:cubicBezTo>
                  <a:pt x="23188" y="31835"/>
                  <a:pt x="20569" y="39692"/>
                  <a:pt x="18659" y="47876"/>
                </a:cubicBezTo>
                <a:cubicBezTo>
                  <a:pt x="16313" y="58078"/>
                  <a:pt x="15140" y="68335"/>
                  <a:pt x="15140" y="78647"/>
                </a:cubicBezTo>
                <a:cubicBezTo>
                  <a:pt x="15140" y="104890"/>
                  <a:pt x="23297" y="131106"/>
                  <a:pt x="39610" y="157294"/>
                </a:cubicBezTo>
                <a:lnTo>
                  <a:pt x="29053" y="157294"/>
                </a:lnTo>
                <a:close/>
                <a:moveTo>
                  <a:pt x="51332" y="129387"/>
                </a:moveTo>
                <a:lnTo>
                  <a:pt x="64917" y="125950"/>
                </a:lnTo>
                <a:cubicBezTo>
                  <a:pt x="66226" y="132497"/>
                  <a:pt x="68941" y="137516"/>
                  <a:pt x="73060" y="141008"/>
                </a:cubicBezTo>
                <a:cubicBezTo>
                  <a:pt x="77179" y="144500"/>
                  <a:pt x="82021" y="146246"/>
                  <a:pt x="87586" y="146246"/>
                </a:cubicBezTo>
                <a:cubicBezTo>
                  <a:pt x="92988" y="146246"/>
                  <a:pt x="97421" y="144664"/>
                  <a:pt x="100885" y="141499"/>
                </a:cubicBezTo>
                <a:cubicBezTo>
                  <a:pt x="104350" y="138335"/>
                  <a:pt x="106082" y="134734"/>
                  <a:pt x="106082" y="130697"/>
                </a:cubicBezTo>
                <a:cubicBezTo>
                  <a:pt x="106082" y="129005"/>
                  <a:pt x="105727" y="127327"/>
                  <a:pt x="105018" y="125663"/>
                </a:cubicBezTo>
                <a:cubicBezTo>
                  <a:pt x="104309" y="123999"/>
                  <a:pt x="103245" y="122322"/>
                  <a:pt x="101826" y="120630"/>
                </a:cubicBezTo>
                <a:cubicBezTo>
                  <a:pt x="99808" y="118175"/>
                  <a:pt x="91842" y="111383"/>
                  <a:pt x="77929" y="100252"/>
                </a:cubicBezTo>
                <a:cubicBezTo>
                  <a:pt x="72419" y="95888"/>
                  <a:pt x="68709" y="92641"/>
                  <a:pt x="66799" y="90514"/>
                </a:cubicBezTo>
                <a:cubicBezTo>
                  <a:pt x="63908" y="87349"/>
                  <a:pt x="61862" y="84389"/>
                  <a:pt x="60661" y="81634"/>
                </a:cubicBezTo>
                <a:cubicBezTo>
                  <a:pt x="59461" y="78879"/>
                  <a:pt x="58861" y="75755"/>
                  <a:pt x="58861" y="72264"/>
                </a:cubicBezTo>
                <a:cubicBezTo>
                  <a:pt x="58861" y="66317"/>
                  <a:pt x="60607" y="61093"/>
                  <a:pt x="64099" y="56592"/>
                </a:cubicBezTo>
                <a:cubicBezTo>
                  <a:pt x="67590" y="52090"/>
                  <a:pt x="73592" y="47712"/>
                  <a:pt x="82103" y="43456"/>
                </a:cubicBezTo>
                <a:cubicBezTo>
                  <a:pt x="77793" y="38219"/>
                  <a:pt x="75638" y="32708"/>
                  <a:pt x="75638" y="26925"/>
                </a:cubicBezTo>
                <a:cubicBezTo>
                  <a:pt x="75638" y="19287"/>
                  <a:pt x="78434" y="12890"/>
                  <a:pt x="84026" y="7734"/>
                </a:cubicBezTo>
                <a:cubicBezTo>
                  <a:pt x="89619" y="2578"/>
                  <a:pt x="97434" y="0"/>
                  <a:pt x="107473" y="0"/>
                </a:cubicBezTo>
                <a:cubicBezTo>
                  <a:pt x="116966" y="0"/>
                  <a:pt x="124264" y="2182"/>
                  <a:pt x="129365" y="6547"/>
                </a:cubicBezTo>
                <a:cubicBezTo>
                  <a:pt x="134466" y="10912"/>
                  <a:pt x="137781" y="17977"/>
                  <a:pt x="139308" y="27743"/>
                </a:cubicBezTo>
                <a:lnTo>
                  <a:pt x="124496" y="29462"/>
                </a:lnTo>
                <a:cubicBezTo>
                  <a:pt x="124441" y="23897"/>
                  <a:pt x="122832" y="19573"/>
                  <a:pt x="119667" y="16491"/>
                </a:cubicBezTo>
                <a:cubicBezTo>
                  <a:pt x="116503" y="13408"/>
                  <a:pt x="112165" y="11867"/>
                  <a:pt x="106655" y="11867"/>
                </a:cubicBezTo>
                <a:cubicBezTo>
                  <a:pt x="101635" y="11867"/>
                  <a:pt x="97543" y="13312"/>
                  <a:pt x="94379" y="16204"/>
                </a:cubicBezTo>
                <a:cubicBezTo>
                  <a:pt x="91214" y="19096"/>
                  <a:pt x="89632" y="22506"/>
                  <a:pt x="89632" y="26434"/>
                </a:cubicBezTo>
                <a:cubicBezTo>
                  <a:pt x="89632" y="29271"/>
                  <a:pt x="90683" y="32381"/>
                  <a:pt x="92783" y="35764"/>
                </a:cubicBezTo>
                <a:cubicBezTo>
                  <a:pt x="94884" y="39146"/>
                  <a:pt x="99944" y="44084"/>
                  <a:pt x="107964" y="50576"/>
                </a:cubicBezTo>
                <a:cubicBezTo>
                  <a:pt x="119640" y="60015"/>
                  <a:pt x="127046" y="66699"/>
                  <a:pt x="130183" y="70627"/>
                </a:cubicBezTo>
                <a:cubicBezTo>
                  <a:pt x="133321" y="74555"/>
                  <a:pt x="134889" y="79029"/>
                  <a:pt x="134889" y="84048"/>
                </a:cubicBezTo>
                <a:cubicBezTo>
                  <a:pt x="134889" y="89232"/>
                  <a:pt x="133020" y="94278"/>
                  <a:pt x="129283" y="99189"/>
                </a:cubicBezTo>
                <a:cubicBezTo>
                  <a:pt x="125546" y="104099"/>
                  <a:pt x="119803" y="108382"/>
                  <a:pt x="112056" y="112037"/>
                </a:cubicBezTo>
                <a:cubicBezTo>
                  <a:pt x="114784" y="115038"/>
                  <a:pt x="116830" y="118093"/>
                  <a:pt x="118194" y="121203"/>
                </a:cubicBezTo>
                <a:cubicBezTo>
                  <a:pt x="119558" y="124313"/>
                  <a:pt x="120240" y="127478"/>
                  <a:pt x="120240" y="130697"/>
                </a:cubicBezTo>
                <a:cubicBezTo>
                  <a:pt x="120240" y="137789"/>
                  <a:pt x="117307" y="143995"/>
                  <a:pt x="111442" y="149315"/>
                </a:cubicBezTo>
                <a:cubicBezTo>
                  <a:pt x="105577" y="154634"/>
                  <a:pt x="97598" y="157294"/>
                  <a:pt x="87504" y="157294"/>
                </a:cubicBezTo>
                <a:cubicBezTo>
                  <a:pt x="77957" y="157294"/>
                  <a:pt x="70005" y="154798"/>
                  <a:pt x="63648" y="149806"/>
                </a:cubicBezTo>
                <a:cubicBezTo>
                  <a:pt x="57292" y="144814"/>
                  <a:pt x="53187" y="138007"/>
                  <a:pt x="51332" y="129387"/>
                </a:cubicBezTo>
                <a:moveTo>
                  <a:pt x="104691" y="104263"/>
                </a:moveTo>
                <a:cubicBezTo>
                  <a:pt x="110583" y="101535"/>
                  <a:pt x="114784" y="98520"/>
                  <a:pt x="117294" y="95219"/>
                </a:cubicBezTo>
                <a:cubicBezTo>
                  <a:pt x="119803" y="91919"/>
                  <a:pt x="121058" y="88795"/>
                  <a:pt x="121058" y="85849"/>
                </a:cubicBezTo>
                <a:cubicBezTo>
                  <a:pt x="121058" y="83503"/>
                  <a:pt x="120472" y="81361"/>
                  <a:pt x="119299" y="79425"/>
                </a:cubicBezTo>
                <a:cubicBezTo>
                  <a:pt x="118126" y="77488"/>
                  <a:pt x="114184" y="73764"/>
                  <a:pt x="107473" y="68254"/>
                </a:cubicBezTo>
                <a:cubicBezTo>
                  <a:pt x="98307" y="60670"/>
                  <a:pt x="91842" y="54777"/>
                  <a:pt x="88077" y="50576"/>
                </a:cubicBezTo>
                <a:cubicBezTo>
                  <a:pt x="77493" y="56578"/>
                  <a:pt x="72201" y="63261"/>
                  <a:pt x="72201" y="70627"/>
                </a:cubicBezTo>
                <a:cubicBezTo>
                  <a:pt x="72201" y="72864"/>
                  <a:pt x="72773" y="75019"/>
                  <a:pt x="73919" y="77092"/>
                </a:cubicBezTo>
                <a:cubicBezTo>
                  <a:pt x="75611" y="79984"/>
                  <a:pt x="79593" y="83967"/>
                  <a:pt x="85868" y="89041"/>
                </a:cubicBezTo>
                <a:lnTo>
                  <a:pt x="104691" y="104263"/>
                </a:lnTo>
                <a:close/>
                <a:moveTo>
                  <a:pt x="183596" y="122022"/>
                </a:moveTo>
                <a:lnTo>
                  <a:pt x="160517" y="2046"/>
                </a:lnTo>
                <a:lnTo>
                  <a:pt x="175985" y="2046"/>
                </a:lnTo>
                <a:lnTo>
                  <a:pt x="189897" y="73573"/>
                </a:lnTo>
                <a:cubicBezTo>
                  <a:pt x="192462" y="86558"/>
                  <a:pt x="194126" y="97034"/>
                  <a:pt x="194890" y="104999"/>
                </a:cubicBezTo>
                <a:cubicBezTo>
                  <a:pt x="199909" y="94742"/>
                  <a:pt x="204028" y="86613"/>
                  <a:pt x="207247" y="80611"/>
                </a:cubicBezTo>
                <a:lnTo>
                  <a:pt x="250049" y="2046"/>
                </a:lnTo>
                <a:lnTo>
                  <a:pt x="266580" y="2046"/>
                </a:lnTo>
                <a:lnTo>
                  <a:pt x="200782" y="122022"/>
                </a:lnTo>
                <a:lnTo>
                  <a:pt x="183596" y="1220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-C)">
            <a:extLst xmlns:a="http://schemas.openxmlformats.org/drawingml/2006/main">
              <a:ext uri="{FF2B5EF4-FFF2-40B4-BE49-F238E27FC236}">
                <a16:creationId xmlns:a16="http://schemas.microsoft.com/office/drawing/2014/main" id="{8A103167-7313-4140-824C-80593091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84" y="984685"/>
            <a:ext cx="219259" cy="157294"/>
          </a:xfrm>
          <a:custGeom xmlns:a="http://schemas.openxmlformats.org/drawingml/2006/main">
            <a:pathLst>
              <a:path w="219259" h="157294">
                <a:moveTo>
                  <a:pt x="0" y="86013"/>
                </a:moveTo>
                <a:lnTo>
                  <a:pt x="3110" y="71200"/>
                </a:lnTo>
                <a:lnTo>
                  <a:pt x="48285" y="71200"/>
                </a:lnTo>
                <a:lnTo>
                  <a:pt x="45257" y="86013"/>
                </a:lnTo>
                <a:lnTo>
                  <a:pt x="0" y="86013"/>
                </a:lnTo>
                <a:close/>
                <a:moveTo>
                  <a:pt x="149702" y="79793"/>
                </a:moveTo>
                <a:lnTo>
                  <a:pt x="165579" y="82002"/>
                </a:lnTo>
                <a:cubicBezTo>
                  <a:pt x="160559" y="95860"/>
                  <a:pt x="153248" y="106336"/>
                  <a:pt x="143646" y="113429"/>
                </a:cubicBezTo>
                <a:cubicBezTo>
                  <a:pt x="134044" y="120521"/>
                  <a:pt x="123268" y="124068"/>
                  <a:pt x="111320" y="124068"/>
                </a:cubicBezTo>
                <a:cubicBezTo>
                  <a:pt x="96752" y="124068"/>
                  <a:pt x="85199" y="119621"/>
                  <a:pt x="76661" y="110728"/>
                </a:cubicBezTo>
                <a:cubicBezTo>
                  <a:pt x="68122" y="101835"/>
                  <a:pt x="63853" y="89095"/>
                  <a:pt x="63853" y="72509"/>
                </a:cubicBezTo>
                <a:cubicBezTo>
                  <a:pt x="63853" y="50904"/>
                  <a:pt x="70346" y="33036"/>
                  <a:pt x="83331" y="18905"/>
                </a:cubicBezTo>
                <a:cubicBezTo>
                  <a:pt x="94897" y="6302"/>
                  <a:pt x="109274" y="0"/>
                  <a:pt x="126460" y="0"/>
                </a:cubicBezTo>
                <a:cubicBezTo>
                  <a:pt x="139172" y="0"/>
                  <a:pt x="149470" y="3410"/>
                  <a:pt x="157354" y="10230"/>
                </a:cubicBezTo>
                <a:cubicBezTo>
                  <a:pt x="165238" y="17050"/>
                  <a:pt x="169807" y="26216"/>
                  <a:pt x="171062" y="37728"/>
                </a:cubicBezTo>
                <a:lnTo>
                  <a:pt x="156085" y="39119"/>
                </a:lnTo>
                <a:cubicBezTo>
                  <a:pt x="154503" y="30444"/>
                  <a:pt x="151243" y="23965"/>
                  <a:pt x="146306" y="19682"/>
                </a:cubicBezTo>
                <a:cubicBezTo>
                  <a:pt x="141368" y="15399"/>
                  <a:pt x="134998" y="13258"/>
                  <a:pt x="127196" y="13258"/>
                </a:cubicBezTo>
                <a:cubicBezTo>
                  <a:pt x="112520" y="13258"/>
                  <a:pt x="100653" y="19778"/>
                  <a:pt x="91596" y="32817"/>
                </a:cubicBezTo>
                <a:cubicBezTo>
                  <a:pt x="83740" y="44057"/>
                  <a:pt x="79812" y="57396"/>
                  <a:pt x="79812" y="72837"/>
                </a:cubicBezTo>
                <a:cubicBezTo>
                  <a:pt x="79812" y="85167"/>
                  <a:pt x="82840" y="94578"/>
                  <a:pt x="88896" y="101071"/>
                </a:cubicBezTo>
                <a:cubicBezTo>
                  <a:pt x="94952" y="107563"/>
                  <a:pt x="102836" y="110810"/>
                  <a:pt x="112547" y="110810"/>
                </a:cubicBezTo>
                <a:cubicBezTo>
                  <a:pt x="120840" y="110810"/>
                  <a:pt x="128342" y="108109"/>
                  <a:pt x="135053" y="102708"/>
                </a:cubicBezTo>
                <a:cubicBezTo>
                  <a:pt x="141764" y="97306"/>
                  <a:pt x="146647" y="89668"/>
                  <a:pt x="149702" y="79793"/>
                </a:cubicBezTo>
                <a:close/>
                <a:moveTo>
                  <a:pt x="190206" y="157294"/>
                </a:moveTo>
                <a:lnTo>
                  <a:pt x="179649" y="157294"/>
                </a:lnTo>
                <a:cubicBezTo>
                  <a:pt x="195962" y="131106"/>
                  <a:pt x="204118" y="104890"/>
                  <a:pt x="204118" y="78647"/>
                </a:cubicBezTo>
                <a:cubicBezTo>
                  <a:pt x="204118" y="68390"/>
                  <a:pt x="202945" y="58215"/>
                  <a:pt x="200599" y="48121"/>
                </a:cubicBezTo>
                <a:cubicBezTo>
                  <a:pt x="198744" y="39937"/>
                  <a:pt x="196153" y="32081"/>
                  <a:pt x="192825" y="24552"/>
                </a:cubicBezTo>
                <a:cubicBezTo>
                  <a:pt x="190697" y="19641"/>
                  <a:pt x="186305" y="11457"/>
                  <a:pt x="179649" y="0"/>
                </a:cubicBezTo>
                <a:lnTo>
                  <a:pt x="190206" y="0"/>
                </a:lnTo>
                <a:cubicBezTo>
                  <a:pt x="200463" y="13694"/>
                  <a:pt x="208047" y="27443"/>
                  <a:pt x="212957" y="41247"/>
                </a:cubicBezTo>
                <a:cubicBezTo>
                  <a:pt x="217158" y="53141"/>
                  <a:pt x="219259" y="65580"/>
                  <a:pt x="219259" y="78565"/>
                </a:cubicBezTo>
                <a:cubicBezTo>
                  <a:pt x="219259" y="93296"/>
                  <a:pt x="216435" y="107536"/>
                  <a:pt x="210788" y="121285"/>
                </a:cubicBezTo>
                <a:cubicBezTo>
                  <a:pt x="205141" y="135034"/>
                  <a:pt x="198281" y="147037"/>
                  <a:pt x="190206" y="1572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b3b4e3cc041ba"/>
          <a:stretch xmlns:a="http://schemas.openxmlformats.org/drawingml/2006/main"/>
        </p:blipFill>
        <p:spPr>
          <a:xfrm xmlns:a="http://schemas.openxmlformats.org/drawingml/2006/main">
            <a:off x="1875078" y="3142730"/>
            <a:ext cx="312520" cy="309426"/>
          </a:xfrm>
          <a:prstGeom xmlns:a="http://schemas.openxmlformats.org/drawingml/2006/main" prst="rect">
            <a:avLst/>
          </a:prstGeom>
        </p:spPr>
      </p:pic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5e6d4b8bf4286"/>
          <a:stretch xmlns:a="http://schemas.openxmlformats.org/drawingml/2006/main"/>
        </p:blipFill>
        <p:spPr>
          <a:xfrm xmlns:a="http://schemas.openxmlformats.org/drawingml/2006/main">
            <a:off x="4062721" y="3142730"/>
            <a:ext cx="312520" cy="309426"/>
          </a:xfrm>
          <a:prstGeom xmlns:a="http://schemas.openxmlformats.org/drawingml/2006/main" prst="rect">
            <a:avLst/>
          </a:prstGeom>
        </p:spPr>
      </p:pic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1342B3-1F17-4986-9ACF-8D5CB620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617" y="74754"/>
            <a:ext cx="4179391" cy="346838"/>
          </a:xfrm>
          <a:custGeom xmlns:a="http://schemas.openxmlformats.org/drawingml/2006/main">
            <a:pathLst>
              <a:path w="4179391" h="346838">
                <a:moveTo>
                  <a:pt x="0" y="346838"/>
                </a:moveTo>
                <a:lnTo>
                  <a:pt x="4179391" y="346838"/>
                </a:lnTo>
                <a:lnTo>
                  <a:pt x="4179391" y="0"/>
                </a:lnTo>
                <a:lnTo>
                  <a:pt x="0" y="0"/>
                </a:lnTo>
                <a:lnTo>
                  <a:pt x="0" y="3468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8392F-0507-4E27-BBB9-2073B9F4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617" y="74753"/>
            <a:ext cx="4179391" cy="346839"/>
          </a:xfrm>
          <a:custGeom xmlns:a="http://schemas.openxmlformats.org/drawingml/2006/main">
            <a:pathLst>
              <a:path w="4179391" h="346839" fill="none">
                <a:moveTo>
                  <a:pt x="0" y="0"/>
                </a:moveTo>
                <a:lnTo>
                  <a:pt x="4179391" y="0"/>
                </a:lnTo>
                <a:lnTo>
                  <a:pt x="4179391" y="346839"/>
                </a:lnTo>
                <a:lnTo>
                  <a:pt x="0" y="3468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miter/>
          </a:ln>
        </p:spPr>
      </p:sp>
      <p:pic>
        <p:nvPicPr>
          <p:cNvPr id="2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e56ebed55444e"/>
          <a:stretch xmlns:a="http://schemas.openxmlformats.org/drawingml/2006/main"/>
        </p:blipFill>
        <p:spPr>
          <a:xfrm xmlns:a="http://schemas.openxmlformats.org/drawingml/2006/main">
            <a:off x="2958069" y="70129"/>
            <a:ext cx="309426" cy="309426"/>
          </a:xfrm>
          <a:prstGeom xmlns:a="http://schemas.openxmlformats.org/drawingml/2006/main" prst="rect">
            <a:avLst/>
          </a:prstGeom>
        </p:spPr>
      </p:pic>
      <p:sp>
        <p:nvSpPr>
          <p:cNvPr id="99" name="Text :protected(read-only)">
            <a:extLst xmlns:a="http://schemas.openxmlformats.org/drawingml/2006/main">
              <a:ext uri="{FF2B5EF4-FFF2-40B4-BE49-F238E27FC236}">
                <a16:creationId xmlns:a16="http://schemas.microsoft.com/office/drawing/2014/main" id="{6C9DFE6C-D8A6-497A-ADDE-EE661D51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214" y="183168"/>
            <a:ext cx="1745578" cy="169394"/>
          </a:xfrm>
          <a:custGeom xmlns:a="http://schemas.openxmlformats.org/drawingml/2006/main">
            <a:pathLst>
              <a:path w="1745578" h="169394">
                <a:moveTo>
                  <a:pt x="0" y="55877"/>
                </a:moveTo>
                <a:lnTo>
                  <a:pt x="0" y="37810"/>
                </a:lnTo>
                <a:lnTo>
                  <a:pt x="18067" y="37810"/>
                </a:lnTo>
                <a:lnTo>
                  <a:pt x="18067" y="55877"/>
                </a:lnTo>
                <a:lnTo>
                  <a:pt x="0" y="55877"/>
                </a:lnTo>
                <a:moveTo>
                  <a:pt x="0" y="131408"/>
                </a:moveTo>
                <a:lnTo>
                  <a:pt x="0" y="113340"/>
                </a:lnTo>
                <a:lnTo>
                  <a:pt x="18067" y="113340"/>
                </a:lnTo>
                <a:lnTo>
                  <a:pt x="18067" y="131408"/>
                </a:lnTo>
                <a:lnTo>
                  <a:pt x="0" y="131408"/>
                </a:lnTo>
                <a:close/>
                <a:moveTo>
                  <a:pt x="95517" y="167278"/>
                </a:moveTo>
                <a:lnTo>
                  <a:pt x="95517" y="37810"/>
                </a:lnTo>
                <a:lnTo>
                  <a:pt x="109971" y="37810"/>
                </a:lnTo>
                <a:lnTo>
                  <a:pt x="109971" y="49972"/>
                </a:lnTo>
                <a:cubicBezTo>
                  <a:pt x="113379" y="45213"/>
                  <a:pt x="117228" y="41643"/>
                  <a:pt x="121517" y="39264"/>
                </a:cubicBezTo>
                <a:cubicBezTo>
                  <a:pt x="125806" y="36884"/>
                  <a:pt x="131006" y="35694"/>
                  <a:pt x="137116" y="35694"/>
                </a:cubicBezTo>
                <a:cubicBezTo>
                  <a:pt x="145107" y="35694"/>
                  <a:pt x="152158" y="37751"/>
                  <a:pt x="158269" y="41864"/>
                </a:cubicBezTo>
                <a:cubicBezTo>
                  <a:pt x="164379" y="45977"/>
                  <a:pt x="168992" y="51779"/>
                  <a:pt x="172106" y="59270"/>
                </a:cubicBezTo>
                <a:cubicBezTo>
                  <a:pt x="175220" y="66762"/>
                  <a:pt x="176777" y="74973"/>
                  <a:pt x="176777" y="83904"/>
                </a:cubicBezTo>
                <a:cubicBezTo>
                  <a:pt x="176777" y="93481"/>
                  <a:pt x="175058" y="102103"/>
                  <a:pt x="171621" y="109771"/>
                </a:cubicBezTo>
                <a:cubicBezTo>
                  <a:pt x="168184" y="117439"/>
                  <a:pt x="163189" y="123314"/>
                  <a:pt x="156638" y="127398"/>
                </a:cubicBezTo>
                <a:cubicBezTo>
                  <a:pt x="150087" y="131481"/>
                  <a:pt x="143198" y="133523"/>
                  <a:pt x="135971" y="133523"/>
                </a:cubicBezTo>
                <a:cubicBezTo>
                  <a:pt x="130683" y="133523"/>
                  <a:pt x="125938" y="132407"/>
                  <a:pt x="121737" y="130174"/>
                </a:cubicBezTo>
                <a:cubicBezTo>
                  <a:pt x="117536" y="127941"/>
                  <a:pt x="114084" y="125121"/>
                  <a:pt x="111381" y="121713"/>
                </a:cubicBezTo>
                <a:lnTo>
                  <a:pt x="111381" y="167278"/>
                </a:lnTo>
                <a:lnTo>
                  <a:pt x="95517" y="167278"/>
                </a:lnTo>
                <a:moveTo>
                  <a:pt x="109883" y="85138"/>
                </a:moveTo>
                <a:cubicBezTo>
                  <a:pt x="109883" y="97182"/>
                  <a:pt x="112321" y="106084"/>
                  <a:pt x="117198" y="111842"/>
                </a:cubicBezTo>
                <a:cubicBezTo>
                  <a:pt x="122075" y="117600"/>
                  <a:pt x="127980" y="120479"/>
                  <a:pt x="134913" y="120479"/>
                </a:cubicBezTo>
                <a:cubicBezTo>
                  <a:pt x="141964" y="120479"/>
                  <a:pt x="148001" y="117497"/>
                  <a:pt x="153025" y="111534"/>
                </a:cubicBezTo>
                <a:cubicBezTo>
                  <a:pt x="158048" y="105570"/>
                  <a:pt x="160560" y="96331"/>
                  <a:pt x="160560" y="83815"/>
                </a:cubicBezTo>
                <a:cubicBezTo>
                  <a:pt x="160560" y="71888"/>
                  <a:pt x="158107" y="62957"/>
                  <a:pt x="153201" y="57023"/>
                </a:cubicBezTo>
                <a:cubicBezTo>
                  <a:pt x="148295" y="51088"/>
                  <a:pt x="142434" y="48121"/>
                  <a:pt x="135618" y="48121"/>
                </a:cubicBezTo>
                <a:cubicBezTo>
                  <a:pt x="128861" y="48121"/>
                  <a:pt x="122883" y="51279"/>
                  <a:pt x="117683" y="57596"/>
                </a:cubicBezTo>
                <a:cubicBezTo>
                  <a:pt x="112483" y="63912"/>
                  <a:pt x="109883" y="73093"/>
                  <a:pt x="109883" y="85138"/>
                </a:cubicBezTo>
                <a:close/>
                <a:moveTo>
                  <a:pt x="195265" y="131408"/>
                </a:moveTo>
                <a:lnTo>
                  <a:pt x="195265" y="37810"/>
                </a:lnTo>
                <a:lnTo>
                  <a:pt x="209543" y="37810"/>
                </a:lnTo>
                <a:lnTo>
                  <a:pt x="209543" y="51999"/>
                </a:lnTo>
                <a:cubicBezTo>
                  <a:pt x="213186" y="45360"/>
                  <a:pt x="216549" y="40982"/>
                  <a:pt x="219634" y="38867"/>
                </a:cubicBezTo>
                <a:cubicBezTo>
                  <a:pt x="222719" y="36752"/>
                  <a:pt x="226112" y="35694"/>
                  <a:pt x="229814" y="35694"/>
                </a:cubicBezTo>
                <a:cubicBezTo>
                  <a:pt x="235160" y="35694"/>
                  <a:pt x="240595" y="37398"/>
                  <a:pt x="246118" y="40806"/>
                </a:cubicBezTo>
                <a:lnTo>
                  <a:pt x="240654" y="55524"/>
                </a:lnTo>
                <a:cubicBezTo>
                  <a:pt x="236776" y="53233"/>
                  <a:pt x="232898" y="52087"/>
                  <a:pt x="229020" y="52087"/>
                </a:cubicBezTo>
                <a:cubicBezTo>
                  <a:pt x="225554" y="52087"/>
                  <a:pt x="222440" y="53130"/>
                  <a:pt x="219678" y="55216"/>
                </a:cubicBezTo>
                <a:cubicBezTo>
                  <a:pt x="216917" y="57302"/>
                  <a:pt x="214948" y="60196"/>
                  <a:pt x="213773" y="63897"/>
                </a:cubicBezTo>
                <a:cubicBezTo>
                  <a:pt x="212011" y="69538"/>
                  <a:pt x="211129" y="75707"/>
                  <a:pt x="211129" y="82405"/>
                </a:cubicBezTo>
                <a:lnTo>
                  <a:pt x="211129" y="131408"/>
                </a:lnTo>
                <a:lnTo>
                  <a:pt x="195265" y="131408"/>
                </a:lnTo>
                <a:close/>
                <a:moveTo>
                  <a:pt x="249173" y="84609"/>
                </a:moveTo>
                <a:cubicBezTo>
                  <a:pt x="249173" y="67276"/>
                  <a:pt x="253991" y="54437"/>
                  <a:pt x="263627" y="46094"/>
                </a:cubicBezTo>
                <a:cubicBezTo>
                  <a:pt x="271677" y="39161"/>
                  <a:pt x="281489" y="35694"/>
                  <a:pt x="293064" y="35694"/>
                </a:cubicBezTo>
                <a:cubicBezTo>
                  <a:pt x="305931" y="35694"/>
                  <a:pt x="316449" y="39910"/>
                  <a:pt x="324616" y="48342"/>
                </a:cubicBezTo>
                <a:cubicBezTo>
                  <a:pt x="332783" y="56773"/>
                  <a:pt x="336866" y="68421"/>
                  <a:pt x="336866" y="83287"/>
                </a:cubicBezTo>
                <a:cubicBezTo>
                  <a:pt x="336866" y="95332"/>
                  <a:pt x="335060" y="104806"/>
                  <a:pt x="331446" y="111710"/>
                </a:cubicBezTo>
                <a:cubicBezTo>
                  <a:pt x="327833" y="118614"/>
                  <a:pt x="322574" y="123975"/>
                  <a:pt x="315670" y="127794"/>
                </a:cubicBezTo>
                <a:cubicBezTo>
                  <a:pt x="308766" y="131614"/>
                  <a:pt x="301231" y="133523"/>
                  <a:pt x="293064" y="133523"/>
                </a:cubicBezTo>
                <a:cubicBezTo>
                  <a:pt x="279961" y="133523"/>
                  <a:pt x="269370" y="129322"/>
                  <a:pt x="261291" y="120920"/>
                </a:cubicBezTo>
                <a:cubicBezTo>
                  <a:pt x="253213" y="112518"/>
                  <a:pt x="249173" y="100414"/>
                  <a:pt x="249173" y="84609"/>
                </a:cubicBezTo>
                <a:moveTo>
                  <a:pt x="265478" y="84609"/>
                </a:moveTo>
                <a:cubicBezTo>
                  <a:pt x="265478" y="96595"/>
                  <a:pt x="268092" y="105570"/>
                  <a:pt x="273322" y="111534"/>
                </a:cubicBezTo>
                <a:cubicBezTo>
                  <a:pt x="278551" y="117497"/>
                  <a:pt x="285132" y="120479"/>
                  <a:pt x="293064" y="120479"/>
                </a:cubicBezTo>
                <a:cubicBezTo>
                  <a:pt x="300937" y="120479"/>
                  <a:pt x="307488" y="117483"/>
                  <a:pt x="312718" y="111490"/>
                </a:cubicBezTo>
                <a:cubicBezTo>
                  <a:pt x="317947" y="105496"/>
                  <a:pt x="320562" y="96360"/>
                  <a:pt x="320562" y="84080"/>
                </a:cubicBezTo>
                <a:cubicBezTo>
                  <a:pt x="320562" y="72505"/>
                  <a:pt x="317932" y="63736"/>
                  <a:pt x="312674" y="57772"/>
                </a:cubicBezTo>
                <a:cubicBezTo>
                  <a:pt x="307415" y="51808"/>
                  <a:pt x="300878" y="48826"/>
                  <a:pt x="293064" y="48826"/>
                </a:cubicBezTo>
                <a:cubicBezTo>
                  <a:pt x="285132" y="48826"/>
                  <a:pt x="278551" y="51793"/>
                  <a:pt x="273322" y="57728"/>
                </a:cubicBezTo>
                <a:cubicBezTo>
                  <a:pt x="268092" y="63662"/>
                  <a:pt x="265478" y="72622"/>
                  <a:pt x="265478" y="84609"/>
                </a:cubicBezTo>
                <a:close/>
                <a:moveTo>
                  <a:pt x="389639" y="117218"/>
                </a:moveTo>
                <a:lnTo>
                  <a:pt x="391930" y="131232"/>
                </a:lnTo>
                <a:cubicBezTo>
                  <a:pt x="387465" y="132172"/>
                  <a:pt x="383469" y="132642"/>
                  <a:pt x="379944" y="132642"/>
                </a:cubicBezTo>
                <a:cubicBezTo>
                  <a:pt x="374186" y="132642"/>
                  <a:pt x="369721" y="131731"/>
                  <a:pt x="366548" y="129910"/>
                </a:cubicBezTo>
                <a:cubicBezTo>
                  <a:pt x="363375" y="128088"/>
                  <a:pt x="361142" y="125694"/>
                  <a:pt x="359850" y="122727"/>
                </a:cubicBezTo>
                <a:cubicBezTo>
                  <a:pt x="358557" y="119759"/>
                  <a:pt x="357911" y="113517"/>
                  <a:pt x="357911" y="103998"/>
                </a:cubicBezTo>
                <a:lnTo>
                  <a:pt x="357911" y="50148"/>
                </a:lnTo>
                <a:lnTo>
                  <a:pt x="346277" y="50148"/>
                </a:lnTo>
                <a:lnTo>
                  <a:pt x="346277" y="37810"/>
                </a:lnTo>
                <a:lnTo>
                  <a:pt x="357911" y="37810"/>
                </a:lnTo>
                <a:lnTo>
                  <a:pt x="357911" y="14630"/>
                </a:lnTo>
                <a:lnTo>
                  <a:pt x="373687" y="5112"/>
                </a:lnTo>
                <a:lnTo>
                  <a:pt x="373687" y="37810"/>
                </a:lnTo>
                <a:lnTo>
                  <a:pt x="389639" y="37810"/>
                </a:lnTo>
                <a:lnTo>
                  <a:pt x="389639" y="50148"/>
                </a:lnTo>
                <a:lnTo>
                  <a:pt x="373687" y="50148"/>
                </a:lnTo>
                <a:lnTo>
                  <a:pt x="373687" y="104880"/>
                </a:lnTo>
                <a:cubicBezTo>
                  <a:pt x="373687" y="109404"/>
                  <a:pt x="373966" y="112312"/>
                  <a:pt x="374524" y="113605"/>
                </a:cubicBezTo>
                <a:cubicBezTo>
                  <a:pt x="375082" y="114897"/>
                  <a:pt x="375993" y="115926"/>
                  <a:pt x="377256" y="116689"/>
                </a:cubicBezTo>
                <a:cubicBezTo>
                  <a:pt x="378519" y="117453"/>
                  <a:pt x="380326" y="117835"/>
                  <a:pt x="382676" y="117835"/>
                </a:cubicBezTo>
                <a:cubicBezTo>
                  <a:pt x="384439" y="117835"/>
                  <a:pt x="386760" y="117630"/>
                  <a:pt x="389639" y="117218"/>
                </a:cubicBezTo>
                <a:close/>
                <a:moveTo>
                  <a:pt x="469037" y="101266"/>
                </a:moveTo>
                <a:lnTo>
                  <a:pt x="485430" y="103293"/>
                </a:lnTo>
                <a:cubicBezTo>
                  <a:pt x="482845" y="112870"/>
                  <a:pt x="478056" y="120303"/>
                  <a:pt x="471064" y="125591"/>
                </a:cubicBezTo>
                <a:cubicBezTo>
                  <a:pt x="464072" y="130879"/>
                  <a:pt x="455142" y="133523"/>
                  <a:pt x="444272" y="133523"/>
                </a:cubicBezTo>
                <a:cubicBezTo>
                  <a:pt x="430582" y="133523"/>
                  <a:pt x="419726" y="129307"/>
                  <a:pt x="411706" y="120876"/>
                </a:cubicBezTo>
                <a:cubicBezTo>
                  <a:pt x="403686" y="112444"/>
                  <a:pt x="399676" y="100620"/>
                  <a:pt x="399676" y="85402"/>
                </a:cubicBezTo>
                <a:cubicBezTo>
                  <a:pt x="399676" y="69655"/>
                  <a:pt x="403730" y="57434"/>
                  <a:pt x="411838" y="48738"/>
                </a:cubicBezTo>
                <a:cubicBezTo>
                  <a:pt x="419947" y="40042"/>
                  <a:pt x="430464" y="35694"/>
                  <a:pt x="443390" y="35694"/>
                </a:cubicBezTo>
                <a:cubicBezTo>
                  <a:pt x="455905" y="35694"/>
                  <a:pt x="466129" y="39954"/>
                  <a:pt x="474061" y="48474"/>
                </a:cubicBezTo>
                <a:cubicBezTo>
                  <a:pt x="481993" y="56993"/>
                  <a:pt x="485959" y="68980"/>
                  <a:pt x="485959" y="84432"/>
                </a:cubicBezTo>
                <a:cubicBezTo>
                  <a:pt x="485959" y="85373"/>
                  <a:pt x="485930" y="86783"/>
                  <a:pt x="485871" y="88663"/>
                </a:cubicBezTo>
                <a:lnTo>
                  <a:pt x="416069" y="88663"/>
                </a:lnTo>
                <a:cubicBezTo>
                  <a:pt x="416656" y="98945"/>
                  <a:pt x="419565" y="106818"/>
                  <a:pt x="424794" y="112283"/>
                </a:cubicBezTo>
                <a:cubicBezTo>
                  <a:pt x="430023" y="117747"/>
                  <a:pt x="436545" y="120479"/>
                  <a:pt x="444360" y="120479"/>
                </a:cubicBezTo>
                <a:cubicBezTo>
                  <a:pt x="450177" y="120479"/>
                  <a:pt x="455142" y="118952"/>
                  <a:pt x="459254" y="115896"/>
                </a:cubicBezTo>
                <a:cubicBezTo>
                  <a:pt x="463367" y="112841"/>
                  <a:pt x="466628" y="107964"/>
                  <a:pt x="469037" y="101266"/>
                </a:cubicBezTo>
                <a:moveTo>
                  <a:pt x="416950" y="75619"/>
                </a:moveTo>
                <a:lnTo>
                  <a:pt x="469214" y="75619"/>
                </a:lnTo>
                <a:cubicBezTo>
                  <a:pt x="468509" y="67746"/>
                  <a:pt x="466511" y="61841"/>
                  <a:pt x="463221" y="57904"/>
                </a:cubicBezTo>
                <a:cubicBezTo>
                  <a:pt x="458167" y="51793"/>
                  <a:pt x="451616" y="48738"/>
                  <a:pt x="443567" y="48738"/>
                </a:cubicBezTo>
                <a:cubicBezTo>
                  <a:pt x="436281" y="48738"/>
                  <a:pt x="430156" y="51177"/>
                  <a:pt x="425191" y="56053"/>
                </a:cubicBezTo>
                <a:cubicBezTo>
                  <a:pt x="420226" y="60930"/>
                  <a:pt x="417479" y="67452"/>
                  <a:pt x="416950" y="75619"/>
                </a:cubicBezTo>
                <a:close/>
                <a:moveTo>
                  <a:pt x="565965" y="97124"/>
                </a:moveTo>
                <a:lnTo>
                  <a:pt x="581564" y="99151"/>
                </a:lnTo>
                <a:cubicBezTo>
                  <a:pt x="579861" y="109903"/>
                  <a:pt x="575498" y="118320"/>
                  <a:pt x="568477" y="124401"/>
                </a:cubicBezTo>
                <a:cubicBezTo>
                  <a:pt x="561455" y="130482"/>
                  <a:pt x="552833" y="133523"/>
                  <a:pt x="542609" y="133523"/>
                </a:cubicBezTo>
                <a:cubicBezTo>
                  <a:pt x="529800" y="133523"/>
                  <a:pt x="519503" y="129337"/>
                  <a:pt x="511718" y="120964"/>
                </a:cubicBezTo>
                <a:cubicBezTo>
                  <a:pt x="503933" y="112591"/>
                  <a:pt x="500040" y="100590"/>
                  <a:pt x="500040" y="84961"/>
                </a:cubicBezTo>
                <a:cubicBezTo>
                  <a:pt x="500040" y="74855"/>
                  <a:pt x="501715" y="66012"/>
                  <a:pt x="505064" y="58433"/>
                </a:cubicBezTo>
                <a:cubicBezTo>
                  <a:pt x="508413" y="50853"/>
                  <a:pt x="513510" y="45169"/>
                  <a:pt x="520355" y="41379"/>
                </a:cubicBezTo>
                <a:cubicBezTo>
                  <a:pt x="527200" y="37589"/>
                  <a:pt x="534648" y="35694"/>
                  <a:pt x="542697" y="35694"/>
                </a:cubicBezTo>
                <a:cubicBezTo>
                  <a:pt x="552862" y="35694"/>
                  <a:pt x="561176" y="38265"/>
                  <a:pt x="567639" y="43406"/>
                </a:cubicBezTo>
                <a:cubicBezTo>
                  <a:pt x="574102" y="48547"/>
                  <a:pt x="578245" y="55848"/>
                  <a:pt x="580066" y="65307"/>
                </a:cubicBezTo>
                <a:lnTo>
                  <a:pt x="564643" y="67687"/>
                </a:lnTo>
                <a:cubicBezTo>
                  <a:pt x="563174" y="61400"/>
                  <a:pt x="560574" y="56670"/>
                  <a:pt x="556843" y="53497"/>
                </a:cubicBezTo>
                <a:cubicBezTo>
                  <a:pt x="553112" y="50325"/>
                  <a:pt x="548602" y="48738"/>
                  <a:pt x="543314" y="48738"/>
                </a:cubicBezTo>
                <a:cubicBezTo>
                  <a:pt x="535323" y="48738"/>
                  <a:pt x="528831" y="51602"/>
                  <a:pt x="523837" y="57331"/>
                </a:cubicBezTo>
                <a:cubicBezTo>
                  <a:pt x="518842" y="63060"/>
                  <a:pt x="516345" y="72123"/>
                  <a:pt x="516345" y="84521"/>
                </a:cubicBezTo>
                <a:cubicBezTo>
                  <a:pt x="516345" y="97094"/>
                  <a:pt x="518754" y="106231"/>
                  <a:pt x="523572" y="111930"/>
                </a:cubicBezTo>
                <a:cubicBezTo>
                  <a:pt x="528390" y="117630"/>
                  <a:pt x="534677" y="120479"/>
                  <a:pt x="542433" y="120479"/>
                </a:cubicBezTo>
                <a:cubicBezTo>
                  <a:pt x="548661" y="120479"/>
                  <a:pt x="553861" y="118570"/>
                  <a:pt x="558033" y="114751"/>
                </a:cubicBezTo>
                <a:cubicBezTo>
                  <a:pt x="562204" y="110931"/>
                  <a:pt x="564848" y="105056"/>
                  <a:pt x="565965" y="97124"/>
                </a:cubicBezTo>
                <a:close/>
                <a:moveTo>
                  <a:pt x="629774" y="117218"/>
                </a:moveTo>
                <a:lnTo>
                  <a:pt x="632066" y="131232"/>
                </a:lnTo>
                <a:cubicBezTo>
                  <a:pt x="627600" y="132172"/>
                  <a:pt x="623605" y="132642"/>
                  <a:pt x="620079" y="132642"/>
                </a:cubicBezTo>
                <a:cubicBezTo>
                  <a:pt x="614321" y="132642"/>
                  <a:pt x="609856" y="131731"/>
                  <a:pt x="606683" y="129910"/>
                </a:cubicBezTo>
                <a:cubicBezTo>
                  <a:pt x="603510" y="128088"/>
                  <a:pt x="601277" y="125694"/>
                  <a:pt x="599985" y="122727"/>
                </a:cubicBezTo>
                <a:cubicBezTo>
                  <a:pt x="598692" y="119759"/>
                  <a:pt x="598046" y="113517"/>
                  <a:pt x="598046" y="103998"/>
                </a:cubicBezTo>
                <a:lnTo>
                  <a:pt x="598046" y="50148"/>
                </a:lnTo>
                <a:lnTo>
                  <a:pt x="586412" y="50148"/>
                </a:lnTo>
                <a:lnTo>
                  <a:pt x="586412" y="37810"/>
                </a:lnTo>
                <a:lnTo>
                  <a:pt x="598046" y="37810"/>
                </a:lnTo>
                <a:lnTo>
                  <a:pt x="598046" y="14630"/>
                </a:lnTo>
                <a:lnTo>
                  <a:pt x="613822" y="5112"/>
                </a:lnTo>
                <a:lnTo>
                  <a:pt x="613822" y="37810"/>
                </a:lnTo>
                <a:lnTo>
                  <a:pt x="629774" y="37810"/>
                </a:lnTo>
                <a:lnTo>
                  <a:pt x="629774" y="50148"/>
                </a:lnTo>
                <a:lnTo>
                  <a:pt x="613822" y="50148"/>
                </a:lnTo>
                <a:lnTo>
                  <a:pt x="613822" y="104880"/>
                </a:lnTo>
                <a:cubicBezTo>
                  <a:pt x="613822" y="109404"/>
                  <a:pt x="614101" y="112312"/>
                  <a:pt x="614659" y="113605"/>
                </a:cubicBezTo>
                <a:cubicBezTo>
                  <a:pt x="615217" y="114897"/>
                  <a:pt x="616128" y="115926"/>
                  <a:pt x="617391" y="116689"/>
                </a:cubicBezTo>
                <a:cubicBezTo>
                  <a:pt x="618654" y="117453"/>
                  <a:pt x="620461" y="117835"/>
                  <a:pt x="622811" y="117835"/>
                </a:cubicBezTo>
                <a:cubicBezTo>
                  <a:pt x="624574" y="117835"/>
                  <a:pt x="626895" y="117630"/>
                  <a:pt x="629774" y="117218"/>
                </a:cubicBezTo>
                <a:close/>
                <a:moveTo>
                  <a:pt x="709173" y="101266"/>
                </a:moveTo>
                <a:lnTo>
                  <a:pt x="725565" y="103293"/>
                </a:lnTo>
                <a:cubicBezTo>
                  <a:pt x="722980" y="112870"/>
                  <a:pt x="718192" y="120303"/>
                  <a:pt x="711200" y="125591"/>
                </a:cubicBezTo>
                <a:cubicBezTo>
                  <a:pt x="704208" y="130879"/>
                  <a:pt x="695277" y="133523"/>
                  <a:pt x="684407" y="133523"/>
                </a:cubicBezTo>
                <a:cubicBezTo>
                  <a:pt x="670717" y="133523"/>
                  <a:pt x="659862" y="129307"/>
                  <a:pt x="651841" y="120876"/>
                </a:cubicBezTo>
                <a:cubicBezTo>
                  <a:pt x="643821" y="112444"/>
                  <a:pt x="639811" y="100620"/>
                  <a:pt x="639811" y="85402"/>
                </a:cubicBezTo>
                <a:cubicBezTo>
                  <a:pt x="639811" y="69655"/>
                  <a:pt x="643865" y="57434"/>
                  <a:pt x="651974" y="48738"/>
                </a:cubicBezTo>
                <a:cubicBezTo>
                  <a:pt x="660082" y="40042"/>
                  <a:pt x="670599" y="35694"/>
                  <a:pt x="683525" y="35694"/>
                </a:cubicBezTo>
                <a:cubicBezTo>
                  <a:pt x="696041" y="35694"/>
                  <a:pt x="706264" y="39954"/>
                  <a:pt x="714196" y="48474"/>
                </a:cubicBezTo>
                <a:cubicBezTo>
                  <a:pt x="722128" y="56993"/>
                  <a:pt x="726094" y="68980"/>
                  <a:pt x="726094" y="84432"/>
                </a:cubicBezTo>
                <a:cubicBezTo>
                  <a:pt x="726094" y="85373"/>
                  <a:pt x="726065" y="86783"/>
                  <a:pt x="726006" y="88663"/>
                </a:cubicBezTo>
                <a:lnTo>
                  <a:pt x="656204" y="88663"/>
                </a:lnTo>
                <a:cubicBezTo>
                  <a:pt x="656791" y="98945"/>
                  <a:pt x="659700" y="106818"/>
                  <a:pt x="664929" y="112283"/>
                </a:cubicBezTo>
                <a:cubicBezTo>
                  <a:pt x="670158" y="117747"/>
                  <a:pt x="676680" y="120479"/>
                  <a:pt x="684495" y="120479"/>
                </a:cubicBezTo>
                <a:cubicBezTo>
                  <a:pt x="690312" y="120479"/>
                  <a:pt x="695277" y="118952"/>
                  <a:pt x="699390" y="115896"/>
                </a:cubicBezTo>
                <a:cubicBezTo>
                  <a:pt x="703503" y="112841"/>
                  <a:pt x="706764" y="107964"/>
                  <a:pt x="709173" y="101266"/>
                </a:cubicBezTo>
                <a:moveTo>
                  <a:pt x="657085" y="75619"/>
                </a:moveTo>
                <a:lnTo>
                  <a:pt x="709349" y="75619"/>
                </a:lnTo>
                <a:cubicBezTo>
                  <a:pt x="708644" y="67746"/>
                  <a:pt x="706646" y="61841"/>
                  <a:pt x="703356" y="57904"/>
                </a:cubicBezTo>
                <a:cubicBezTo>
                  <a:pt x="698303" y="51793"/>
                  <a:pt x="691751" y="48738"/>
                  <a:pt x="683702" y="48738"/>
                </a:cubicBezTo>
                <a:cubicBezTo>
                  <a:pt x="676416" y="48738"/>
                  <a:pt x="670291" y="51177"/>
                  <a:pt x="665326" y="56053"/>
                </a:cubicBezTo>
                <a:cubicBezTo>
                  <a:pt x="660361" y="60930"/>
                  <a:pt x="657614" y="67452"/>
                  <a:pt x="657085" y="75619"/>
                </a:cubicBezTo>
                <a:close/>
                <a:moveTo>
                  <a:pt x="805748" y="131408"/>
                </a:moveTo>
                <a:lnTo>
                  <a:pt x="805748" y="119598"/>
                </a:lnTo>
                <a:cubicBezTo>
                  <a:pt x="799813" y="128881"/>
                  <a:pt x="791088" y="133523"/>
                  <a:pt x="779572" y="133523"/>
                </a:cubicBezTo>
                <a:cubicBezTo>
                  <a:pt x="772110" y="133523"/>
                  <a:pt x="765250" y="131467"/>
                  <a:pt x="758992" y="127354"/>
                </a:cubicBezTo>
                <a:cubicBezTo>
                  <a:pt x="752735" y="123241"/>
                  <a:pt x="747888" y="117497"/>
                  <a:pt x="744450" y="110124"/>
                </a:cubicBezTo>
                <a:cubicBezTo>
                  <a:pt x="741013" y="102750"/>
                  <a:pt x="739295" y="94274"/>
                  <a:pt x="739295" y="84697"/>
                </a:cubicBezTo>
                <a:cubicBezTo>
                  <a:pt x="739295" y="75355"/>
                  <a:pt x="740852" y="66879"/>
                  <a:pt x="743966" y="59270"/>
                </a:cubicBezTo>
                <a:cubicBezTo>
                  <a:pt x="747080" y="51661"/>
                  <a:pt x="751751" y="45830"/>
                  <a:pt x="757979" y="41776"/>
                </a:cubicBezTo>
                <a:cubicBezTo>
                  <a:pt x="764207" y="37721"/>
                  <a:pt x="771170" y="35694"/>
                  <a:pt x="778867" y="35694"/>
                </a:cubicBezTo>
                <a:cubicBezTo>
                  <a:pt x="784507" y="35694"/>
                  <a:pt x="789531" y="36884"/>
                  <a:pt x="793938" y="39264"/>
                </a:cubicBezTo>
                <a:cubicBezTo>
                  <a:pt x="798344" y="41643"/>
                  <a:pt x="801928" y="44743"/>
                  <a:pt x="804690" y="48562"/>
                </a:cubicBezTo>
                <a:lnTo>
                  <a:pt x="804690" y="2203"/>
                </a:lnTo>
                <a:lnTo>
                  <a:pt x="820466" y="2203"/>
                </a:lnTo>
                <a:lnTo>
                  <a:pt x="820466" y="131408"/>
                </a:lnTo>
                <a:lnTo>
                  <a:pt x="805748" y="131408"/>
                </a:lnTo>
                <a:moveTo>
                  <a:pt x="755599" y="84697"/>
                </a:moveTo>
                <a:cubicBezTo>
                  <a:pt x="755599" y="96683"/>
                  <a:pt x="758126" y="105643"/>
                  <a:pt x="763179" y="111578"/>
                </a:cubicBezTo>
                <a:cubicBezTo>
                  <a:pt x="768232" y="117512"/>
                  <a:pt x="774196" y="120479"/>
                  <a:pt x="781070" y="120479"/>
                </a:cubicBezTo>
                <a:cubicBezTo>
                  <a:pt x="788003" y="120479"/>
                  <a:pt x="793894" y="117644"/>
                  <a:pt x="798741" y="111974"/>
                </a:cubicBezTo>
                <a:cubicBezTo>
                  <a:pt x="803588" y="106304"/>
                  <a:pt x="806012" y="97653"/>
                  <a:pt x="806012" y="86019"/>
                </a:cubicBezTo>
                <a:cubicBezTo>
                  <a:pt x="806012" y="73210"/>
                  <a:pt x="803544" y="63809"/>
                  <a:pt x="798609" y="57816"/>
                </a:cubicBezTo>
                <a:cubicBezTo>
                  <a:pt x="793673" y="51823"/>
                  <a:pt x="787592" y="48826"/>
                  <a:pt x="780365" y="48826"/>
                </a:cubicBezTo>
                <a:cubicBezTo>
                  <a:pt x="773314" y="48826"/>
                  <a:pt x="767424" y="51705"/>
                  <a:pt x="762694" y="57463"/>
                </a:cubicBezTo>
                <a:cubicBezTo>
                  <a:pt x="757964" y="63221"/>
                  <a:pt x="755599" y="72299"/>
                  <a:pt x="755599" y="84697"/>
                </a:cubicBezTo>
                <a:close/>
                <a:moveTo>
                  <a:pt x="925228" y="169394"/>
                </a:moveTo>
                <a:cubicBezTo>
                  <a:pt x="916473" y="158348"/>
                  <a:pt x="909070" y="145421"/>
                  <a:pt x="903018" y="130615"/>
                </a:cubicBezTo>
                <a:cubicBezTo>
                  <a:pt x="896966" y="115808"/>
                  <a:pt x="893940" y="100473"/>
                  <a:pt x="893940" y="84609"/>
                </a:cubicBezTo>
                <a:cubicBezTo>
                  <a:pt x="893940" y="70625"/>
                  <a:pt x="896202" y="57228"/>
                  <a:pt x="900726" y="44420"/>
                </a:cubicBezTo>
                <a:cubicBezTo>
                  <a:pt x="906014" y="29554"/>
                  <a:pt x="914181" y="14748"/>
                  <a:pt x="925228" y="0"/>
                </a:cubicBezTo>
                <a:lnTo>
                  <a:pt x="936597" y="0"/>
                </a:lnTo>
                <a:cubicBezTo>
                  <a:pt x="929487" y="12221"/>
                  <a:pt x="924787" y="20947"/>
                  <a:pt x="922495" y="26176"/>
                </a:cubicBezTo>
                <a:cubicBezTo>
                  <a:pt x="918911" y="34284"/>
                  <a:pt x="916091" y="42745"/>
                  <a:pt x="914035" y="51558"/>
                </a:cubicBezTo>
                <a:cubicBezTo>
                  <a:pt x="911508" y="62546"/>
                  <a:pt x="910245" y="73592"/>
                  <a:pt x="910245" y="84697"/>
                </a:cubicBezTo>
                <a:cubicBezTo>
                  <a:pt x="910245" y="112958"/>
                  <a:pt x="919029" y="141191"/>
                  <a:pt x="936597" y="169394"/>
                </a:cubicBezTo>
                <a:lnTo>
                  <a:pt x="925228" y="169394"/>
                </a:lnTo>
                <a:close/>
                <a:moveTo>
                  <a:pt x="954370" y="131408"/>
                </a:moveTo>
                <a:lnTo>
                  <a:pt x="954370" y="37810"/>
                </a:lnTo>
                <a:lnTo>
                  <a:pt x="968647" y="37810"/>
                </a:lnTo>
                <a:lnTo>
                  <a:pt x="968647" y="51999"/>
                </a:lnTo>
                <a:cubicBezTo>
                  <a:pt x="972290" y="45360"/>
                  <a:pt x="975654" y="40982"/>
                  <a:pt x="978739" y="38867"/>
                </a:cubicBezTo>
                <a:cubicBezTo>
                  <a:pt x="981823" y="36752"/>
                  <a:pt x="985217" y="35694"/>
                  <a:pt x="988918" y="35694"/>
                </a:cubicBezTo>
                <a:cubicBezTo>
                  <a:pt x="994265" y="35694"/>
                  <a:pt x="999700" y="37398"/>
                  <a:pt x="1005223" y="40806"/>
                </a:cubicBezTo>
                <a:lnTo>
                  <a:pt x="999759" y="55524"/>
                </a:lnTo>
                <a:cubicBezTo>
                  <a:pt x="995881" y="53233"/>
                  <a:pt x="992003" y="52087"/>
                  <a:pt x="988125" y="52087"/>
                </a:cubicBezTo>
                <a:cubicBezTo>
                  <a:pt x="984658" y="52087"/>
                  <a:pt x="981544" y="53130"/>
                  <a:pt x="978783" y="55216"/>
                </a:cubicBezTo>
                <a:cubicBezTo>
                  <a:pt x="976021" y="57302"/>
                  <a:pt x="974053" y="60196"/>
                  <a:pt x="972878" y="63897"/>
                </a:cubicBezTo>
                <a:cubicBezTo>
                  <a:pt x="971115" y="69538"/>
                  <a:pt x="970234" y="75707"/>
                  <a:pt x="970234" y="82405"/>
                </a:cubicBezTo>
                <a:lnTo>
                  <a:pt x="970234" y="131408"/>
                </a:lnTo>
                <a:lnTo>
                  <a:pt x="954370" y="131408"/>
                </a:lnTo>
                <a:close/>
                <a:moveTo>
                  <a:pt x="1078256" y="101266"/>
                </a:moveTo>
                <a:lnTo>
                  <a:pt x="1094649" y="103293"/>
                </a:lnTo>
                <a:cubicBezTo>
                  <a:pt x="1092064" y="112870"/>
                  <a:pt x="1087275" y="120303"/>
                  <a:pt x="1080283" y="125591"/>
                </a:cubicBezTo>
                <a:cubicBezTo>
                  <a:pt x="1073291" y="130879"/>
                  <a:pt x="1064360" y="133523"/>
                  <a:pt x="1053490" y="133523"/>
                </a:cubicBezTo>
                <a:cubicBezTo>
                  <a:pt x="1039800" y="133523"/>
                  <a:pt x="1028945" y="129307"/>
                  <a:pt x="1020925" y="120876"/>
                </a:cubicBezTo>
                <a:cubicBezTo>
                  <a:pt x="1012905" y="112444"/>
                  <a:pt x="1008895" y="100620"/>
                  <a:pt x="1008895" y="85402"/>
                </a:cubicBezTo>
                <a:cubicBezTo>
                  <a:pt x="1008895" y="69655"/>
                  <a:pt x="1012949" y="57434"/>
                  <a:pt x="1021057" y="48738"/>
                </a:cubicBezTo>
                <a:cubicBezTo>
                  <a:pt x="1029165" y="40042"/>
                  <a:pt x="1039683" y="35694"/>
                  <a:pt x="1052609" y="35694"/>
                </a:cubicBezTo>
                <a:cubicBezTo>
                  <a:pt x="1065124" y="35694"/>
                  <a:pt x="1075348" y="39954"/>
                  <a:pt x="1083280" y="48474"/>
                </a:cubicBezTo>
                <a:cubicBezTo>
                  <a:pt x="1091212" y="56993"/>
                  <a:pt x="1095178" y="68980"/>
                  <a:pt x="1095178" y="84432"/>
                </a:cubicBezTo>
                <a:cubicBezTo>
                  <a:pt x="1095178" y="85373"/>
                  <a:pt x="1095148" y="86783"/>
                  <a:pt x="1095090" y="88663"/>
                </a:cubicBezTo>
                <a:lnTo>
                  <a:pt x="1025287" y="88663"/>
                </a:lnTo>
                <a:cubicBezTo>
                  <a:pt x="1025875" y="98945"/>
                  <a:pt x="1028783" y="106818"/>
                  <a:pt x="1034013" y="112283"/>
                </a:cubicBezTo>
                <a:cubicBezTo>
                  <a:pt x="1039242" y="117747"/>
                  <a:pt x="1045764" y="120479"/>
                  <a:pt x="1053579" y="120479"/>
                </a:cubicBezTo>
                <a:cubicBezTo>
                  <a:pt x="1059395" y="120479"/>
                  <a:pt x="1064360" y="118952"/>
                  <a:pt x="1068473" y="115896"/>
                </a:cubicBezTo>
                <a:cubicBezTo>
                  <a:pt x="1072586" y="112841"/>
                  <a:pt x="1075847" y="107964"/>
                  <a:pt x="1078256" y="101266"/>
                </a:cubicBezTo>
                <a:moveTo>
                  <a:pt x="1026169" y="75619"/>
                </a:moveTo>
                <a:lnTo>
                  <a:pt x="1078432" y="75619"/>
                </a:lnTo>
                <a:cubicBezTo>
                  <a:pt x="1077727" y="67746"/>
                  <a:pt x="1075730" y="61841"/>
                  <a:pt x="1072439" y="57904"/>
                </a:cubicBezTo>
                <a:cubicBezTo>
                  <a:pt x="1067386" y="51793"/>
                  <a:pt x="1060835" y="48738"/>
                  <a:pt x="1052785" y="48738"/>
                </a:cubicBezTo>
                <a:cubicBezTo>
                  <a:pt x="1045500" y="48738"/>
                  <a:pt x="1039374" y="51177"/>
                  <a:pt x="1034409" y="56053"/>
                </a:cubicBezTo>
                <a:cubicBezTo>
                  <a:pt x="1029444" y="60930"/>
                  <a:pt x="1026698" y="67452"/>
                  <a:pt x="1026169" y="75619"/>
                </a:cubicBezTo>
                <a:close/>
                <a:moveTo>
                  <a:pt x="1175184" y="119862"/>
                </a:moveTo>
                <a:cubicBezTo>
                  <a:pt x="1169308" y="124857"/>
                  <a:pt x="1163653" y="128382"/>
                  <a:pt x="1158218" y="130438"/>
                </a:cubicBezTo>
                <a:cubicBezTo>
                  <a:pt x="1152783" y="132495"/>
                  <a:pt x="1146951" y="133523"/>
                  <a:pt x="1140723" y="133523"/>
                </a:cubicBezTo>
                <a:cubicBezTo>
                  <a:pt x="1130441" y="133523"/>
                  <a:pt x="1122538" y="131011"/>
                  <a:pt x="1117015" y="125988"/>
                </a:cubicBezTo>
                <a:cubicBezTo>
                  <a:pt x="1111492" y="120964"/>
                  <a:pt x="1108731" y="114545"/>
                  <a:pt x="1108731" y="106730"/>
                </a:cubicBezTo>
                <a:cubicBezTo>
                  <a:pt x="1108731" y="102147"/>
                  <a:pt x="1109774" y="97961"/>
                  <a:pt x="1111859" y="94171"/>
                </a:cubicBezTo>
                <a:cubicBezTo>
                  <a:pt x="1113945" y="90381"/>
                  <a:pt x="1116677" y="87341"/>
                  <a:pt x="1120056" y="85049"/>
                </a:cubicBezTo>
                <a:cubicBezTo>
                  <a:pt x="1123434" y="82758"/>
                  <a:pt x="1127239" y="81025"/>
                  <a:pt x="1131469" y="79849"/>
                </a:cubicBezTo>
                <a:cubicBezTo>
                  <a:pt x="1134583" y="79027"/>
                  <a:pt x="1139284" y="78234"/>
                  <a:pt x="1145571" y="77470"/>
                </a:cubicBezTo>
                <a:cubicBezTo>
                  <a:pt x="1158379" y="75942"/>
                  <a:pt x="1167810" y="74121"/>
                  <a:pt x="1173862" y="72006"/>
                </a:cubicBezTo>
                <a:cubicBezTo>
                  <a:pt x="1173920" y="69832"/>
                  <a:pt x="1173950" y="68451"/>
                  <a:pt x="1173950" y="67863"/>
                </a:cubicBezTo>
                <a:cubicBezTo>
                  <a:pt x="1173950" y="61400"/>
                  <a:pt x="1172452" y="56846"/>
                  <a:pt x="1169455" y="54202"/>
                </a:cubicBezTo>
                <a:cubicBezTo>
                  <a:pt x="1165401" y="50618"/>
                  <a:pt x="1159378" y="48826"/>
                  <a:pt x="1151388" y="48826"/>
                </a:cubicBezTo>
                <a:cubicBezTo>
                  <a:pt x="1143925" y="48826"/>
                  <a:pt x="1138417" y="50134"/>
                  <a:pt x="1134862" y="52748"/>
                </a:cubicBezTo>
                <a:cubicBezTo>
                  <a:pt x="1131308" y="55363"/>
                  <a:pt x="1128678" y="59990"/>
                  <a:pt x="1126974" y="66629"/>
                </a:cubicBezTo>
                <a:lnTo>
                  <a:pt x="1111463" y="64514"/>
                </a:lnTo>
                <a:cubicBezTo>
                  <a:pt x="1112873" y="57875"/>
                  <a:pt x="1115194" y="52513"/>
                  <a:pt x="1118425" y="48430"/>
                </a:cubicBezTo>
                <a:cubicBezTo>
                  <a:pt x="1121657" y="44346"/>
                  <a:pt x="1126328" y="41203"/>
                  <a:pt x="1132439" y="38999"/>
                </a:cubicBezTo>
                <a:cubicBezTo>
                  <a:pt x="1138549" y="36796"/>
                  <a:pt x="1145629" y="35694"/>
                  <a:pt x="1153679" y="35694"/>
                </a:cubicBezTo>
                <a:cubicBezTo>
                  <a:pt x="1161670" y="35694"/>
                  <a:pt x="1168162" y="36634"/>
                  <a:pt x="1173157" y="38515"/>
                </a:cubicBezTo>
                <a:cubicBezTo>
                  <a:pt x="1178151" y="40395"/>
                  <a:pt x="1181823" y="42760"/>
                  <a:pt x="1184173" y="45609"/>
                </a:cubicBezTo>
                <a:cubicBezTo>
                  <a:pt x="1186524" y="48459"/>
                  <a:pt x="1188169" y="52058"/>
                  <a:pt x="1189109" y="56406"/>
                </a:cubicBezTo>
                <a:cubicBezTo>
                  <a:pt x="1189638" y="59109"/>
                  <a:pt x="1189902" y="63985"/>
                  <a:pt x="1189902" y="71036"/>
                </a:cubicBezTo>
                <a:lnTo>
                  <a:pt x="1189902" y="92188"/>
                </a:lnTo>
                <a:cubicBezTo>
                  <a:pt x="1189902" y="106936"/>
                  <a:pt x="1190240" y="116264"/>
                  <a:pt x="1190916" y="120171"/>
                </a:cubicBezTo>
                <a:cubicBezTo>
                  <a:pt x="1191591" y="124078"/>
                  <a:pt x="1192928" y="127824"/>
                  <a:pt x="1194926" y="131408"/>
                </a:cubicBezTo>
                <a:lnTo>
                  <a:pt x="1178357" y="131408"/>
                </a:lnTo>
                <a:cubicBezTo>
                  <a:pt x="1176711" y="128118"/>
                  <a:pt x="1175654" y="124269"/>
                  <a:pt x="1175184" y="119862"/>
                </a:cubicBezTo>
                <a:moveTo>
                  <a:pt x="1173862" y="84432"/>
                </a:moveTo>
                <a:cubicBezTo>
                  <a:pt x="1168104" y="86783"/>
                  <a:pt x="1159466" y="88780"/>
                  <a:pt x="1147950" y="90426"/>
                </a:cubicBezTo>
                <a:cubicBezTo>
                  <a:pt x="1141428" y="91366"/>
                  <a:pt x="1136816" y="92423"/>
                  <a:pt x="1134113" y="93598"/>
                </a:cubicBezTo>
                <a:cubicBezTo>
                  <a:pt x="1131410" y="94773"/>
                  <a:pt x="1129325" y="96492"/>
                  <a:pt x="1127856" y="98754"/>
                </a:cubicBezTo>
                <a:cubicBezTo>
                  <a:pt x="1126387" y="101016"/>
                  <a:pt x="1125652" y="103528"/>
                  <a:pt x="1125652" y="106290"/>
                </a:cubicBezTo>
                <a:cubicBezTo>
                  <a:pt x="1125652" y="110520"/>
                  <a:pt x="1127253" y="114045"/>
                  <a:pt x="1130456" y="116866"/>
                </a:cubicBezTo>
                <a:cubicBezTo>
                  <a:pt x="1133658" y="119686"/>
                  <a:pt x="1138344" y="121096"/>
                  <a:pt x="1144513" y="121096"/>
                </a:cubicBezTo>
                <a:cubicBezTo>
                  <a:pt x="1150624" y="121096"/>
                  <a:pt x="1156059" y="119759"/>
                  <a:pt x="1160818" y="117086"/>
                </a:cubicBezTo>
                <a:cubicBezTo>
                  <a:pt x="1165577" y="114413"/>
                  <a:pt x="1169073" y="110755"/>
                  <a:pt x="1171306" y="106113"/>
                </a:cubicBezTo>
                <a:cubicBezTo>
                  <a:pt x="1173010" y="102529"/>
                  <a:pt x="1173862" y="97241"/>
                  <a:pt x="1173862" y="90249"/>
                </a:cubicBezTo>
                <a:lnTo>
                  <a:pt x="1173862" y="84432"/>
                </a:lnTo>
                <a:close/>
                <a:moveTo>
                  <a:pt x="1274755" y="131408"/>
                </a:moveTo>
                <a:lnTo>
                  <a:pt x="1274755" y="119598"/>
                </a:lnTo>
                <a:cubicBezTo>
                  <a:pt x="1268821" y="128881"/>
                  <a:pt x="1260095" y="133523"/>
                  <a:pt x="1248579" y="133523"/>
                </a:cubicBezTo>
                <a:cubicBezTo>
                  <a:pt x="1241117" y="133523"/>
                  <a:pt x="1234257" y="131467"/>
                  <a:pt x="1228000" y="127354"/>
                </a:cubicBezTo>
                <a:cubicBezTo>
                  <a:pt x="1221742" y="123241"/>
                  <a:pt x="1216895" y="117497"/>
                  <a:pt x="1213458" y="110124"/>
                </a:cubicBezTo>
                <a:cubicBezTo>
                  <a:pt x="1210021" y="102750"/>
                  <a:pt x="1208302" y="94274"/>
                  <a:pt x="1208302" y="84697"/>
                </a:cubicBezTo>
                <a:cubicBezTo>
                  <a:pt x="1208302" y="75355"/>
                  <a:pt x="1209859" y="66879"/>
                  <a:pt x="1212973" y="59270"/>
                </a:cubicBezTo>
                <a:cubicBezTo>
                  <a:pt x="1216087" y="51661"/>
                  <a:pt x="1220758" y="45830"/>
                  <a:pt x="1226986" y="41776"/>
                </a:cubicBezTo>
                <a:cubicBezTo>
                  <a:pt x="1233215" y="37721"/>
                  <a:pt x="1240177" y="35694"/>
                  <a:pt x="1247874" y="35694"/>
                </a:cubicBezTo>
                <a:cubicBezTo>
                  <a:pt x="1253515" y="35694"/>
                  <a:pt x="1258538" y="36884"/>
                  <a:pt x="1262945" y="39264"/>
                </a:cubicBezTo>
                <a:cubicBezTo>
                  <a:pt x="1267352" y="41643"/>
                  <a:pt x="1270936" y="44743"/>
                  <a:pt x="1273697" y="48562"/>
                </a:cubicBezTo>
                <a:lnTo>
                  <a:pt x="1273697" y="2203"/>
                </a:lnTo>
                <a:lnTo>
                  <a:pt x="1289473" y="2203"/>
                </a:lnTo>
                <a:lnTo>
                  <a:pt x="1289473" y="131408"/>
                </a:lnTo>
                <a:lnTo>
                  <a:pt x="1274755" y="131408"/>
                </a:lnTo>
                <a:moveTo>
                  <a:pt x="1224607" y="84697"/>
                </a:moveTo>
                <a:cubicBezTo>
                  <a:pt x="1224607" y="96683"/>
                  <a:pt x="1227133" y="105643"/>
                  <a:pt x="1232186" y="111578"/>
                </a:cubicBezTo>
                <a:cubicBezTo>
                  <a:pt x="1237239" y="117512"/>
                  <a:pt x="1243203" y="120479"/>
                  <a:pt x="1250078" y="120479"/>
                </a:cubicBezTo>
                <a:cubicBezTo>
                  <a:pt x="1257011" y="120479"/>
                  <a:pt x="1262901" y="117644"/>
                  <a:pt x="1267748" y="111974"/>
                </a:cubicBezTo>
                <a:cubicBezTo>
                  <a:pt x="1272596" y="106304"/>
                  <a:pt x="1275019" y="97653"/>
                  <a:pt x="1275019" y="86019"/>
                </a:cubicBezTo>
                <a:cubicBezTo>
                  <a:pt x="1275019" y="73210"/>
                  <a:pt x="1272552" y="63809"/>
                  <a:pt x="1267616" y="57816"/>
                </a:cubicBezTo>
                <a:cubicBezTo>
                  <a:pt x="1262681" y="51823"/>
                  <a:pt x="1256599" y="48826"/>
                  <a:pt x="1249372" y="48826"/>
                </a:cubicBezTo>
                <a:cubicBezTo>
                  <a:pt x="1242322" y="48826"/>
                  <a:pt x="1236431" y="51705"/>
                  <a:pt x="1231702" y="57463"/>
                </a:cubicBezTo>
                <a:cubicBezTo>
                  <a:pt x="1226972" y="63221"/>
                  <a:pt x="1224607" y="72299"/>
                  <a:pt x="1224607" y="84697"/>
                </a:cubicBezTo>
                <a:close/>
                <a:moveTo>
                  <a:pt x="1307708" y="92629"/>
                </a:moveTo>
                <a:lnTo>
                  <a:pt x="1307708" y="76677"/>
                </a:lnTo>
                <a:lnTo>
                  <a:pt x="1356446" y="76677"/>
                </a:lnTo>
                <a:lnTo>
                  <a:pt x="1356446" y="92629"/>
                </a:lnTo>
                <a:lnTo>
                  <a:pt x="1307708" y="92629"/>
                </a:lnTo>
                <a:close/>
                <a:moveTo>
                  <a:pt x="1367601" y="84609"/>
                </a:moveTo>
                <a:cubicBezTo>
                  <a:pt x="1367601" y="67276"/>
                  <a:pt x="1372419" y="54437"/>
                  <a:pt x="1382055" y="46094"/>
                </a:cubicBezTo>
                <a:cubicBezTo>
                  <a:pt x="1390104" y="39161"/>
                  <a:pt x="1399917" y="35694"/>
                  <a:pt x="1411492" y="35694"/>
                </a:cubicBezTo>
                <a:cubicBezTo>
                  <a:pt x="1424359" y="35694"/>
                  <a:pt x="1434876" y="39910"/>
                  <a:pt x="1443044" y="48342"/>
                </a:cubicBezTo>
                <a:cubicBezTo>
                  <a:pt x="1451211" y="56773"/>
                  <a:pt x="1455294" y="68421"/>
                  <a:pt x="1455294" y="83287"/>
                </a:cubicBezTo>
                <a:cubicBezTo>
                  <a:pt x="1455294" y="95332"/>
                  <a:pt x="1453487" y="104806"/>
                  <a:pt x="1449874" y="111710"/>
                </a:cubicBezTo>
                <a:cubicBezTo>
                  <a:pt x="1446260" y="118614"/>
                  <a:pt x="1441002" y="123975"/>
                  <a:pt x="1434098" y="127794"/>
                </a:cubicBezTo>
                <a:cubicBezTo>
                  <a:pt x="1427194" y="131614"/>
                  <a:pt x="1419659" y="133523"/>
                  <a:pt x="1411492" y="133523"/>
                </a:cubicBezTo>
                <a:cubicBezTo>
                  <a:pt x="1398389" y="133523"/>
                  <a:pt x="1387798" y="129322"/>
                  <a:pt x="1379719" y="120920"/>
                </a:cubicBezTo>
                <a:cubicBezTo>
                  <a:pt x="1371640" y="112518"/>
                  <a:pt x="1367601" y="100414"/>
                  <a:pt x="1367601" y="84609"/>
                </a:cubicBezTo>
                <a:moveTo>
                  <a:pt x="1383906" y="84609"/>
                </a:moveTo>
                <a:cubicBezTo>
                  <a:pt x="1383906" y="96595"/>
                  <a:pt x="1386520" y="105570"/>
                  <a:pt x="1391750" y="111534"/>
                </a:cubicBezTo>
                <a:cubicBezTo>
                  <a:pt x="1396979" y="117497"/>
                  <a:pt x="1403560" y="120479"/>
                  <a:pt x="1411492" y="120479"/>
                </a:cubicBezTo>
                <a:cubicBezTo>
                  <a:pt x="1419365" y="120479"/>
                  <a:pt x="1425916" y="117483"/>
                  <a:pt x="1431145" y="111490"/>
                </a:cubicBezTo>
                <a:cubicBezTo>
                  <a:pt x="1436375" y="105496"/>
                  <a:pt x="1438989" y="96360"/>
                  <a:pt x="1438989" y="84080"/>
                </a:cubicBezTo>
                <a:cubicBezTo>
                  <a:pt x="1438989" y="72505"/>
                  <a:pt x="1436360" y="63736"/>
                  <a:pt x="1431101" y="57772"/>
                </a:cubicBezTo>
                <a:cubicBezTo>
                  <a:pt x="1425843" y="51808"/>
                  <a:pt x="1419306" y="48826"/>
                  <a:pt x="1411492" y="48826"/>
                </a:cubicBezTo>
                <a:cubicBezTo>
                  <a:pt x="1403560" y="48826"/>
                  <a:pt x="1396979" y="51793"/>
                  <a:pt x="1391750" y="57728"/>
                </a:cubicBezTo>
                <a:cubicBezTo>
                  <a:pt x="1386520" y="63662"/>
                  <a:pt x="1383906" y="72622"/>
                  <a:pt x="1383906" y="84609"/>
                </a:cubicBezTo>
                <a:close/>
                <a:moveTo>
                  <a:pt x="1473430" y="131408"/>
                </a:moveTo>
                <a:lnTo>
                  <a:pt x="1473430" y="37810"/>
                </a:lnTo>
                <a:lnTo>
                  <a:pt x="1487707" y="37810"/>
                </a:lnTo>
                <a:lnTo>
                  <a:pt x="1487707" y="51118"/>
                </a:lnTo>
                <a:cubicBezTo>
                  <a:pt x="1494582" y="40835"/>
                  <a:pt x="1504512" y="35694"/>
                  <a:pt x="1517497" y="35694"/>
                </a:cubicBezTo>
                <a:cubicBezTo>
                  <a:pt x="1523137" y="35694"/>
                  <a:pt x="1528323" y="36708"/>
                  <a:pt x="1533052" y="38735"/>
                </a:cubicBezTo>
                <a:cubicBezTo>
                  <a:pt x="1537782" y="40762"/>
                  <a:pt x="1541322" y="43421"/>
                  <a:pt x="1543673" y="46711"/>
                </a:cubicBezTo>
                <a:cubicBezTo>
                  <a:pt x="1546023" y="50001"/>
                  <a:pt x="1547668" y="53909"/>
                  <a:pt x="1548608" y="58433"/>
                </a:cubicBezTo>
                <a:cubicBezTo>
                  <a:pt x="1549196" y="61371"/>
                  <a:pt x="1549489" y="66512"/>
                  <a:pt x="1549489" y="73856"/>
                </a:cubicBezTo>
                <a:lnTo>
                  <a:pt x="1549489" y="131408"/>
                </a:lnTo>
                <a:lnTo>
                  <a:pt x="1533625" y="131408"/>
                </a:lnTo>
                <a:lnTo>
                  <a:pt x="1533625" y="74473"/>
                </a:lnTo>
                <a:cubicBezTo>
                  <a:pt x="1533625" y="68010"/>
                  <a:pt x="1533008" y="63177"/>
                  <a:pt x="1531774" y="59975"/>
                </a:cubicBezTo>
                <a:cubicBezTo>
                  <a:pt x="1530541" y="56773"/>
                  <a:pt x="1528352" y="54217"/>
                  <a:pt x="1525208" y="52308"/>
                </a:cubicBezTo>
                <a:cubicBezTo>
                  <a:pt x="1522065" y="50398"/>
                  <a:pt x="1518378" y="49443"/>
                  <a:pt x="1514148" y="49443"/>
                </a:cubicBezTo>
                <a:cubicBezTo>
                  <a:pt x="1507391" y="49443"/>
                  <a:pt x="1501559" y="51588"/>
                  <a:pt x="1496653" y="55877"/>
                </a:cubicBezTo>
                <a:cubicBezTo>
                  <a:pt x="1491747" y="60166"/>
                  <a:pt x="1489294" y="68304"/>
                  <a:pt x="1489294" y="80290"/>
                </a:cubicBezTo>
                <a:lnTo>
                  <a:pt x="1489294" y="131408"/>
                </a:lnTo>
                <a:lnTo>
                  <a:pt x="1473430" y="131408"/>
                </a:lnTo>
                <a:close/>
                <a:moveTo>
                  <a:pt x="1573001" y="131408"/>
                </a:moveTo>
                <a:lnTo>
                  <a:pt x="1573001" y="2203"/>
                </a:lnTo>
                <a:lnTo>
                  <a:pt x="1588866" y="2203"/>
                </a:lnTo>
                <a:lnTo>
                  <a:pt x="1588866" y="131408"/>
                </a:lnTo>
                <a:lnTo>
                  <a:pt x="1573001" y="131408"/>
                </a:lnTo>
                <a:close/>
                <a:moveTo>
                  <a:pt x="1612936" y="167455"/>
                </a:moveTo>
                <a:lnTo>
                  <a:pt x="1611173" y="152560"/>
                </a:lnTo>
                <a:cubicBezTo>
                  <a:pt x="1614640" y="153500"/>
                  <a:pt x="1617666" y="153970"/>
                  <a:pt x="1620251" y="153970"/>
                </a:cubicBezTo>
                <a:cubicBezTo>
                  <a:pt x="1623777" y="153970"/>
                  <a:pt x="1626597" y="153383"/>
                  <a:pt x="1628712" y="152208"/>
                </a:cubicBezTo>
                <a:cubicBezTo>
                  <a:pt x="1630827" y="151032"/>
                  <a:pt x="1632561" y="149387"/>
                  <a:pt x="1633912" y="147272"/>
                </a:cubicBezTo>
                <a:cubicBezTo>
                  <a:pt x="1634911" y="145686"/>
                  <a:pt x="1636527" y="141749"/>
                  <a:pt x="1638759" y="135462"/>
                </a:cubicBezTo>
                <a:cubicBezTo>
                  <a:pt x="1639053" y="134581"/>
                  <a:pt x="1639523" y="133288"/>
                  <a:pt x="1640170" y="131584"/>
                </a:cubicBezTo>
                <a:lnTo>
                  <a:pt x="1604652" y="37810"/>
                </a:lnTo>
                <a:lnTo>
                  <a:pt x="1621750" y="37810"/>
                </a:lnTo>
                <a:lnTo>
                  <a:pt x="1641227" y="92012"/>
                </a:lnTo>
                <a:cubicBezTo>
                  <a:pt x="1643754" y="98886"/>
                  <a:pt x="1646016" y="106113"/>
                  <a:pt x="1648014" y="113693"/>
                </a:cubicBezTo>
                <a:cubicBezTo>
                  <a:pt x="1649835" y="106407"/>
                  <a:pt x="1652009" y="99298"/>
                  <a:pt x="1654535" y="92364"/>
                </a:cubicBezTo>
                <a:lnTo>
                  <a:pt x="1674542" y="37810"/>
                </a:lnTo>
                <a:lnTo>
                  <a:pt x="1690406" y="37810"/>
                </a:lnTo>
                <a:lnTo>
                  <a:pt x="1654800" y="132994"/>
                </a:lnTo>
                <a:cubicBezTo>
                  <a:pt x="1650981" y="143277"/>
                  <a:pt x="1648014" y="150357"/>
                  <a:pt x="1645898" y="154235"/>
                </a:cubicBezTo>
                <a:cubicBezTo>
                  <a:pt x="1643078" y="159464"/>
                  <a:pt x="1639846" y="163298"/>
                  <a:pt x="1636204" y="165736"/>
                </a:cubicBezTo>
                <a:cubicBezTo>
                  <a:pt x="1632561" y="168174"/>
                  <a:pt x="1628213" y="169394"/>
                  <a:pt x="1623160" y="169394"/>
                </a:cubicBezTo>
                <a:cubicBezTo>
                  <a:pt x="1620104" y="169394"/>
                  <a:pt x="1616697" y="168747"/>
                  <a:pt x="1612936" y="167455"/>
                </a:cubicBezTo>
                <a:close/>
                <a:moveTo>
                  <a:pt x="1714290" y="169394"/>
                </a:moveTo>
                <a:lnTo>
                  <a:pt x="1702921" y="169394"/>
                </a:lnTo>
                <a:cubicBezTo>
                  <a:pt x="1720489" y="141191"/>
                  <a:pt x="1729273" y="112958"/>
                  <a:pt x="1729273" y="84697"/>
                </a:cubicBezTo>
                <a:cubicBezTo>
                  <a:pt x="1729273" y="73651"/>
                  <a:pt x="1728010" y="62693"/>
                  <a:pt x="1725483" y="51823"/>
                </a:cubicBezTo>
                <a:cubicBezTo>
                  <a:pt x="1723485" y="43009"/>
                  <a:pt x="1720694" y="34549"/>
                  <a:pt x="1717110" y="26440"/>
                </a:cubicBezTo>
                <a:cubicBezTo>
                  <a:pt x="1714819" y="21152"/>
                  <a:pt x="1710089" y="12339"/>
                  <a:pt x="1702921" y="0"/>
                </a:cubicBezTo>
                <a:lnTo>
                  <a:pt x="1714290" y="0"/>
                </a:lnTo>
                <a:cubicBezTo>
                  <a:pt x="1725336" y="14748"/>
                  <a:pt x="1733503" y="29554"/>
                  <a:pt x="1738791" y="44420"/>
                </a:cubicBezTo>
                <a:cubicBezTo>
                  <a:pt x="1743316" y="57228"/>
                  <a:pt x="1745578" y="70625"/>
                  <a:pt x="1745578" y="84609"/>
                </a:cubicBezTo>
                <a:cubicBezTo>
                  <a:pt x="1745578" y="100473"/>
                  <a:pt x="1742537" y="115808"/>
                  <a:pt x="1736456" y="130615"/>
                </a:cubicBezTo>
                <a:cubicBezTo>
                  <a:pt x="1730375" y="145421"/>
                  <a:pt x="1722986" y="158348"/>
                  <a:pt x="1714290" y="1693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:checked&amp;valid">
            <a:extLst xmlns:a="http://schemas.openxmlformats.org/drawingml/2006/main">
              <a:ext uri="{FF2B5EF4-FFF2-40B4-BE49-F238E27FC236}">
                <a16:creationId xmlns:a16="http://schemas.microsoft.com/office/drawing/2014/main" id="{AC6C9716-996F-4309-B1B5-94542A13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9120" y="183168"/>
            <a:ext cx="1332938" cy="134404"/>
          </a:xfrm>
          <a:custGeom xmlns:a="http://schemas.openxmlformats.org/drawingml/2006/main">
            <a:pathLst>
              <a:path w="1332938" h="134404">
                <a:moveTo>
                  <a:pt x="0" y="55877"/>
                </a:moveTo>
                <a:lnTo>
                  <a:pt x="0" y="37810"/>
                </a:lnTo>
                <a:lnTo>
                  <a:pt x="18067" y="37810"/>
                </a:lnTo>
                <a:lnTo>
                  <a:pt x="18067" y="55877"/>
                </a:lnTo>
                <a:lnTo>
                  <a:pt x="0" y="55877"/>
                </a:lnTo>
                <a:moveTo>
                  <a:pt x="0" y="131408"/>
                </a:moveTo>
                <a:lnTo>
                  <a:pt x="0" y="113340"/>
                </a:lnTo>
                <a:lnTo>
                  <a:pt x="18067" y="113340"/>
                </a:lnTo>
                <a:lnTo>
                  <a:pt x="18067" y="131408"/>
                </a:lnTo>
                <a:lnTo>
                  <a:pt x="0" y="131408"/>
                </a:lnTo>
                <a:close/>
                <a:moveTo>
                  <a:pt x="156594" y="97124"/>
                </a:moveTo>
                <a:lnTo>
                  <a:pt x="172194" y="99151"/>
                </a:lnTo>
                <a:cubicBezTo>
                  <a:pt x="170490" y="109903"/>
                  <a:pt x="166127" y="118320"/>
                  <a:pt x="159106" y="124401"/>
                </a:cubicBezTo>
                <a:cubicBezTo>
                  <a:pt x="152085" y="130482"/>
                  <a:pt x="143462" y="133523"/>
                  <a:pt x="133239" y="133523"/>
                </a:cubicBezTo>
                <a:cubicBezTo>
                  <a:pt x="120430" y="133523"/>
                  <a:pt x="110133" y="129337"/>
                  <a:pt x="102348" y="120964"/>
                </a:cubicBezTo>
                <a:cubicBezTo>
                  <a:pt x="94562" y="112591"/>
                  <a:pt x="90670" y="100590"/>
                  <a:pt x="90670" y="84961"/>
                </a:cubicBezTo>
                <a:cubicBezTo>
                  <a:pt x="90670" y="74855"/>
                  <a:pt x="92344" y="66012"/>
                  <a:pt x="95693" y="58433"/>
                </a:cubicBezTo>
                <a:cubicBezTo>
                  <a:pt x="99043" y="50853"/>
                  <a:pt x="104140" y="45169"/>
                  <a:pt x="110985" y="41379"/>
                </a:cubicBezTo>
                <a:cubicBezTo>
                  <a:pt x="117830" y="37589"/>
                  <a:pt x="125277" y="35694"/>
                  <a:pt x="133327" y="35694"/>
                </a:cubicBezTo>
                <a:cubicBezTo>
                  <a:pt x="143492" y="35694"/>
                  <a:pt x="151806" y="38265"/>
                  <a:pt x="158269" y="43406"/>
                </a:cubicBezTo>
                <a:cubicBezTo>
                  <a:pt x="164732" y="48547"/>
                  <a:pt x="168874" y="55848"/>
                  <a:pt x="170696" y="65307"/>
                </a:cubicBezTo>
                <a:lnTo>
                  <a:pt x="155272" y="67687"/>
                </a:lnTo>
                <a:cubicBezTo>
                  <a:pt x="153803" y="61400"/>
                  <a:pt x="151203" y="56670"/>
                  <a:pt x="147472" y="53497"/>
                </a:cubicBezTo>
                <a:cubicBezTo>
                  <a:pt x="143741" y="50325"/>
                  <a:pt x="139232" y="48738"/>
                  <a:pt x="133944" y="48738"/>
                </a:cubicBezTo>
                <a:cubicBezTo>
                  <a:pt x="125953" y="48738"/>
                  <a:pt x="119460" y="51602"/>
                  <a:pt x="114466" y="57331"/>
                </a:cubicBezTo>
                <a:cubicBezTo>
                  <a:pt x="109472" y="63060"/>
                  <a:pt x="106975" y="72123"/>
                  <a:pt x="106975" y="84521"/>
                </a:cubicBezTo>
                <a:cubicBezTo>
                  <a:pt x="106975" y="97094"/>
                  <a:pt x="109384" y="106231"/>
                  <a:pt x="114202" y="111930"/>
                </a:cubicBezTo>
                <a:cubicBezTo>
                  <a:pt x="119020" y="117630"/>
                  <a:pt x="125307" y="120479"/>
                  <a:pt x="133062" y="120479"/>
                </a:cubicBezTo>
                <a:cubicBezTo>
                  <a:pt x="139290" y="120479"/>
                  <a:pt x="144490" y="118570"/>
                  <a:pt x="148662" y="114751"/>
                </a:cubicBezTo>
                <a:cubicBezTo>
                  <a:pt x="152834" y="110931"/>
                  <a:pt x="155478" y="105056"/>
                  <a:pt x="156594" y="97124"/>
                </a:cubicBezTo>
                <a:close/>
                <a:moveTo>
                  <a:pt x="185766" y="131408"/>
                </a:moveTo>
                <a:lnTo>
                  <a:pt x="185766" y="2203"/>
                </a:lnTo>
                <a:lnTo>
                  <a:pt x="201631" y="2203"/>
                </a:lnTo>
                <a:lnTo>
                  <a:pt x="201631" y="48562"/>
                </a:lnTo>
                <a:cubicBezTo>
                  <a:pt x="209034" y="39983"/>
                  <a:pt x="218376" y="35694"/>
                  <a:pt x="229657" y="35694"/>
                </a:cubicBezTo>
                <a:cubicBezTo>
                  <a:pt x="236590" y="35694"/>
                  <a:pt x="242613" y="37060"/>
                  <a:pt x="247725" y="39793"/>
                </a:cubicBezTo>
                <a:cubicBezTo>
                  <a:pt x="252837" y="42525"/>
                  <a:pt x="256494" y="46300"/>
                  <a:pt x="258697" y="51118"/>
                </a:cubicBezTo>
                <a:cubicBezTo>
                  <a:pt x="260901" y="55936"/>
                  <a:pt x="262002" y="62928"/>
                  <a:pt x="262002" y="72094"/>
                </a:cubicBezTo>
                <a:lnTo>
                  <a:pt x="262002" y="131408"/>
                </a:lnTo>
                <a:lnTo>
                  <a:pt x="246138" y="131408"/>
                </a:lnTo>
                <a:lnTo>
                  <a:pt x="246138" y="72094"/>
                </a:lnTo>
                <a:cubicBezTo>
                  <a:pt x="246138" y="64162"/>
                  <a:pt x="244420" y="58389"/>
                  <a:pt x="240982" y="54775"/>
                </a:cubicBezTo>
                <a:cubicBezTo>
                  <a:pt x="237545" y="51162"/>
                  <a:pt x="232683" y="49355"/>
                  <a:pt x="226396" y="49355"/>
                </a:cubicBezTo>
                <a:cubicBezTo>
                  <a:pt x="221696" y="49355"/>
                  <a:pt x="217274" y="50574"/>
                  <a:pt x="213132" y="53013"/>
                </a:cubicBezTo>
                <a:cubicBezTo>
                  <a:pt x="208990" y="55451"/>
                  <a:pt x="206037" y="58756"/>
                  <a:pt x="204275" y="62928"/>
                </a:cubicBezTo>
                <a:cubicBezTo>
                  <a:pt x="202512" y="67099"/>
                  <a:pt x="201631" y="72857"/>
                  <a:pt x="201631" y="80202"/>
                </a:cubicBezTo>
                <a:lnTo>
                  <a:pt x="201631" y="131408"/>
                </a:lnTo>
                <a:lnTo>
                  <a:pt x="185766" y="131408"/>
                </a:lnTo>
                <a:close/>
                <a:moveTo>
                  <a:pt x="349764" y="101266"/>
                </a:moveTo>
                <a:lnTo>
                  <a:pt x="366157" y="103293"/>
                </a:lnTo>
                <a:cubicBezTo>
                  <a:pt x="363572" y="112870"/>
                  <a:pt x="358783" y="120303"/>
                  <a:pt x="351791" y="125591"/>
                </a:cubicBezTo>
                <a:cubicBezTo>
                  <a:pt x="344799" y="130879"/>
                  <a:pt x="335868" y="133523"/>
                  <a:pt x="324998" y="133523"/>
                </a:cubicBezTo>
                <a:cubicBezTo>
                  <a:pt x="311308" y="133523"/>
                  <a:pt x="300453" y="129307"/>
                  <a:pt x="292433" y="120876"/>
                </a:cubicBezTo>
                <a:cubicBezTo>
                  <a:pt x="284412" y="112444"/>
                  <a:pt x="280402" y="100620"/>
                  <a:pt x="280402" y="85402"/>
                </a:cubicBezTo>
                <a:cubicBezTo>
                  <a:pt x="280402" y="69655"/>
                  <a:pt x="284457" y="57434"/>
                  <a:pt x="292565" y="48738"/>
                </a:cubicBezTo>
                <a:cubicBezTo>
                  <a:pt x="300673" y="40042"/>
                  <a:pt x="311191" y="35694"/>
                  <a:pt x="324117" y="35694"/>
                </a:cubicBezTo>
                <a:cubicBezTo>
                  <a:pt x="336632" y="35694"/>
                  <a:pt x="346855" y="39954"/>
                  <a:pt x="354788" y="48474"/>
                </a:cubicBezTo>
                <a:cubicBezTo>
                  <a:pt x="362720" y="56993"/>
                  <a:pt x="366686" y="68980"/>
                  <a:pt x="366686" y="84432"/>
                </a:cubicBezTo>
                <a:cubicBezTo>
                  <a:pt x="366686" y="85373"/>
                  <a:pt x="366656" y="86783"/>
                  <a:pt x="366597" y="88663"/>
                </a:cubicBezTo>
                <a:lnTo>
                  <a:pt x="296795" y="88663"/>
                </a:lnTo>
                <a:cubicBezTo>
                  <a:pt x="297383" y="98945"/>
                  <a:pt x="300291" y="106818"/>
                  <a:pt x="305521" y="112283"/>
                </a:cubicBezTo>
                <a:cubicBezTo>
                  <a:pt x="310750" y="117747"/>
                  <a:pt x="317272" y="120479"/>
                  <a:pt x="325086" y="120479"/>
                </a:cubicBezTo>
                <a:cubicBezTo>
                  <a:pt x="330903" y="120479"/>
                  <a:pt x="335868" y="118952"/>
                  <a:pt x="339981" y="115896"/>
                </a:cubicBezTo>
                <a:cubicBezTo>
                  <a:pt x="344094" y="112841"/>
                  <a:pt x="347355" y="107964"/>
                  <a:pt x="349764" y="101266"/>
                </a:cubicBezTo>
                <a:moveTo>
                  <a:pt x="297677" y="75619"/>
                </a:moveTo>
                <a:lnTo>
                  <a:pt x="349940" y="75619"/>
                </a:lnTo>
                <a:cubicBezTo>
                  <a:pt x="349235" y="67746"/>
                  <a:pt x="347237" y="61841"/>
                  <a:pt x="343947" y="57904"/>
                </a:cubicBezTo>
                <a:cubicBezTo>
                  <a:pt x="338894" y="51793"/>
                  <a:pt x="332343" y="48738"/>
                  <a:pt x="324293" y="48738"/>
                </a:cubicBezTo>
                <a:cubicBezTo>
                  <a:pt x="317007" y="48738"/>
                  <a:pt x="310882" y="51177"/>
                  <a:pt x="305917" y="56053"/>
                </a:cubicBezTo>
                <a:cubicBezTo>
                  <a:pt x="300952" y="60930"/>
                  <a:pt x="298205" y="67452"/>
                  <a:pt x="297677" y="75619"/>
                </a:cubicBezTo>
                <a:close/>
                <a:moveTo>
                  <a:pt x="446691" y="97124"/>
                </a:moveTo>
                <a:lnTo>
                  <a:pt x="462291" y="99151"/>
                </a:lnTo>
                <a:cubicBezTo>
                  <a:pt x="460587" y="109903"/>
                  <a:pt x="456224" y="118320"/>
                  <a:pt x="449203" y="124401"/>
                </a:cubicBezTo>
                <a:cubicBezTo>
                  <a:pt x="442182" y="130482"/>
                  <a:pt x="433559" y="133523"/>
                  <a:pt x="423336" y="133523"/>
                </a:cubicBezTo>
                <a:cubicBezTo>
                  <a:pt x="410527" y="133523"/>
                  <a:pt x="400230" y="129337"/>
                  <a:pt x="392445" y="120964"/>
                </a:cubicBezTo>
                <a:cubicBezTo>
                  <a:pt x="384660" y="112591"/>
                  <a:pt x="380767" y="100590"/>
                  <a:pt x="380767" y="84961"/>
                </a:cubicBezTo>
                <a:cubicBezTo>
                  <a:pt x="380767" y="74855"/>
                  <a:pt x="382442" y="66012"/>
                  <a:pt x="385791" y="58433"/>
                </a:cubicBezTo>
                <a:cubicBezTo>
                  <a:pt x="389140" y="50853"/>
                  <a:pt x="394237" y="45169"/>
                  <a:pt x="401082" y="41379"/>
                </a:cubicBezTo>
                <a:cubicBezTo>
                  <a:pt x="407927" y="37589"/>
                  <a:pt x="415374" y="35694"/>
                  <a:pt x="423424" y="35694"/>
                </a:cubicBezTo>
                <a:cubicBezTo>
                  <a:pt x="433589" y="35694"/>
                  <a:pt x="441903" y="38265"/>
                  <a:pt x="448366" y="43406"/>
                </a:cubicBezTo>
                <a:cubicBezTo>
                  <a:pt x="454829" y="48547"/>
                  <a:pt x="458971" y="55848"/>
                  <a:pt x="460793" y="65307"/>
                </a:cubicBezTo>
                <a:lnTo>
                  <a:pt x="445369" y="67687"/>
                </a:lnTo>
                <a:cubicBezTo>
                  <a:pt x="443900" y="61400"/>
                  <a:pt x="441300" y="56670"/>
                  <a:pt x="437569" y="53497"/>
                </a:cubicBezTo>
                <a:cubicBezTo>
                  <a:pt x="433838" y="50325"/>
                  <a:pt x="429329" y="48738"/>
                  <a:pt x="424041" y="48738"/>
                </a:cubicBezTo>
                <a:cubicBezTo>
                  <a:pt x="416050" y="48738"/>
                  <a:pt x="409557" y="51602"/>
                  <a:pt x="404563" y="57331"/>
                </a:cubicBezTo>
                <a:cubicBezTo>
                  <a:pt x="399569" y="63060"/>
                  <a:pt x="397072" y="72123"/>
                  <a:pt x="397072" y="84521"/>
                </a:cubicBezTo>
                <a:cubicBezTo>
                  <a:pt x="397072" y="97094"/>
                  <a:pt x="399481" y="106231"/>
                  <a:pt x="404299" y="111930"/>
                </a:cubicBezTo>
                <a:cubicBezTo>
                  <a:pt x="409117" y="117630"/>
                  <a:pt x="415404" y="120479"/>
                  <a:pt x="423159" y="120479"/>
                </a:cubicBezTo>
                <a:cubicBezTo>
                  <a:pt x="429388" y="120479"/>
                  <a:pt x="434587" y="118570"/>
                  <a:pt x="438759" y="114751"/>
                </a:cubicBezTo>
                <a:cubicBezTo>
                  <a:pt x="442931" y="110931"/>
                  <a:pt x="445575" y="105056"/>
                  <a:pt x="446691" y="97124"/>
                </a:cubicBezTo>
                <a:close/>
                <a:moveTo>
                  <a:pt x="475952" y="131408"/>
                </a:moveTo>
                <a:lnTo>
                  <a:pt x="475952" y="2203"/>
                </a:lnTo>
                <a:lnTo>
                  <a:pt x="491816" y="2203"/>
                </a:lnTo>
                <a:lnTo>
                  <a:pt x="491816" y="75883"/>
                </a:lnTo>
                <a:lnTo>
                  <a:pt x="529361" y="37810"/>
                </a:lnTo>
                <a:lnTo>
                  <a:pt x="549897" y="37810"/>
                </a:lnTo>
                <a:lnTo>
                  <a:pt x="514114" y="72534"/>
                </a:lnTo>
                <a:lnTo>
                  <a:pt x="553510" y="131408"/>
                </a:lnTo>
                <a:lnTo>
                  <a:pt x="533944" y="131408"/>
                </a:lnTo>
                <a:lnTo>
                  <a:pt x="503009" y="83551"/>
                </a:lnTo>
                <a:lnTo>
                  <a:pt x="491816" y="94303"/>
                </a:lnTo>
                <a:lnTo>
                  <a:pt x="491816" y="131408"/>
                </a:lnTo>
                <a:lnTo>
                  <a:pt x="475952" y="131408"/>
                </a:lnTo>
                <a:close/>
                <a:moveTo>
                  <a:pt x="630187" y="101266"/>
                </a:moveTo>
                <a:lnTo>
                  <a:pt x="646580" y="103293"/>
                </a:lnTo>
                <a:cubicBezTo>
                  <a:pt x="643994" y="112870"/>
                  <a:pt x="639206" y="120303"/>
                  <a:pt x="632214" y="125591"/>
                </a:cubicBezTo>
                <a:cubicBezTo>
                  <a:pt x="625222" y="130879"/>
                  <a:pt x="616291" y="133523"/>
                  <a:pt x="605421" y="133523"/>
                </a:cubicBezTo>
                <a:cubicBezTo>
                  <a:pt x="591731" y="133523"/>
                  <a:pt x="580876" y="129307"/>
                  <a:pt x="572855" y="120876"/>
                </a:cubicBezTo>
                <a:cubicBezTo>
                  <a:pt x="564835" y="112444"/>
                  <a:pt x="560825" y="100620"/>
                  <a:pt x="560825" y="85402"/>
                </a:cubicBezTo>
                <a:cubicBezTo>
                  <a:pt x="560825" y="69655"/>
                  <a:pt x="564879" y="57434"/>
                  <a:pt x="572988" y="48738"/>
                </a:cubicBezTo>
                <a:cubicBezTo>
                  <a:pt x="581096" y="40042"/>
                  <a:pt x="591613" y="35694"/>
                  <a:pt x="604540" y="35694"/>
                </a:cubicBezTo>
                <a:cubicBezTo>
                  <a:pt x="617055" y="35694"/>
                  <a:pt x="627278" y="39954"/>
                  <a:pt x="635210" y="48474"/>
                </a:cubicBezTo>
                <a:cubicBezTo>
                  <a:pt x="643142" y="56993"/>
                  <a:pt x="647108" y="68980"/>
                  <a:pt x="647108" y="84432"/>
                </a:cubicBezTo>
                <a:cubicBezTo>
                  <a:pt x="647108" y="85373"/>
                  <a:pt x="647079" y="86783"/>
                  <a:pt x="647020" y="88663"/>
                </a:cubicBezTo>
                <a:lnTo>
                  <a:pt x="577218" y="88663"/>
                </a:lnTo>
                <a:cubicBezTo>
                  <a:pt x="577806" y="98945"/>
                  <a:pt x="580714" y="106818"/>
                  <a:pt x="585943" y="112283"/>
                </a:cubicBezTo>
                <a:cubicBezTo>
                  <a:pt x="591173" y="117747"/>
                  <a:pt x="597695" y="120479"/>
                  <a:pt x="605509" y="120479"/>
                </a:cubicBezTo>
                <a:cubicBezTo>
                  <a:pt x="611326" y="120479"/>
                  <a:pt x="616291" y="118952"/>
                  <a:pt x="620404" y="115896"/>
                </a:cubicBezTo>
                <a:cubicBezTo>
                  <a:pt x="624517" y="112841"/>
                  <a:pt x="627778" y="107964"/>
                  <a:pt x="630187" y="101266"/>
                </a:cubicBezTo>
                <a:moveTo>
                  <a:pt x="578099" y="75619"/>
                </a:moveTo>
                <a:lnTo>
                  <a:pt x="630363" y="75619"/>
                </a:lnTo>
                <a:cubicBezTo>
                  <a:pt x="629658" y="67746"/>
                  <a:pt x="627660" y="61841"/>
                  <a:pt x="624370" y="57904"/>
                </a:cubicBezTo>
                <a:cubicBezTo>
                  <a:pt x="619317" y="51793"/>
                  <a:pt x="612765" y="48738"/>
                  <a:pt x="604716" y="48738"/>
                </a:cubicBezTo>
                <a:cubicBezTo>
                  <a:pt x="597430" y="48738"/>
                  <a:pt x="591305" y="51177"/>
                  <a:pt x="586340" y="56053"/>
                </a:cubicBezTo>
                <a:cubicBezTo>
                  <a:pt x="581375" y="60930"/>
                  <a:pt x="578628" y="67452"/>
                  <a:pt x="578099" y="75619"/>
                </a:cubicBezTo>
                <a:close/>
                <a:moveTo>
                  <a:pt x="726761" y="131408"/>
                </a:moveTo>
                <a:lnTo>
                  <a:pt x="726761" y="119598"/>
                </a:lnTo>
                <a:cubicBezTo>
                  <a:pt x="720827" y="128881"/>
                  <a:pt x="712102" y="133523"/>
                  <a:pt x="700586" y="133523"/>
                </a:cubicBezTo>
                <a:cubicBezTo>
                  <a:pt x="693124" y="133523"/>
                  <a:pt x="686264" y="131467"/>
                  <a:pt x="680006" y="127354"/>
                </a:cubicBezTo>
                <a:cubicBezTo>
                  <a:pt x="673749" y="123241"/>
                  <a:pt x="668901" y="117497"/>
                  <a:pt x="665464" y="110124"/>
                </a:cubicBezTo>
                <a:cubicBezTo>
                  <a:pt x="662027" y="102750"/>
                  <a:pt x="660308" y="94274"/>
                  <a:pt x="660308" y="84697"/>
                </a:cubicBezTo>
                <a:cubicBezTo>
                  <a:pt x="660308" y="75355"/>
                  <a:pt x="661865" y="66879"/>
                  <a:pt x="664979" y="59270"/>
                </a:cubicBezTo>
                <a:cubicBezTo>
                  <a:pt x="668094" y="51661"/>
                  <a:pt x="672765" y="45830"/>
                  <a:pt x="678993" y="41776"/>
                </a:cubicBezTo>
                <a:cubicBezTo>
                  <a:pt x="685221" y="37721"/>
                  <a:pt x="692184" y="35694"/>
                  <a:pt x="699881" y="35694"/>
                </a:cubicBezTo>
                <a:cubicBezTo>
                  <a:pt x="705521" y="35694"/>
                  <a:pt x="710545" y="36884"/>
                  <a:pt x="714951" y="39264"/>
                </a:cubicBezTo>
                <a:cubicBezTo>
                  <a:pt x="719358" y="41643"/>
                  <a:pt x="722942" y="44743"/>
                  <a:pt x="725704" y="48562"/>
                </a:cubicBezTo>
                <a:lnTo>
                  <a:pt x="725704" y="2203"/>
                </a:lnTo>
                <a:lnTo>
                  <a:pt x="741480" y="2203"/>
                </a:lnTo>
                <a:lnTo>
                  <a:pt x="741480" y="131408"/>
                </a:lnTo>
                <a:lnTo>
                  <a:pt x="726761" y="131408"/>
                </a:lnTo>
                <a:moveTo>
                  <a:pt x="676613" y="84697"/>
                </a:moveTo>
                <a:cubicBezTo>
                  <a:pt x="676613" y="96683"/>
                  <a:pt x="679140" y="105643"/>
                  <a:pt x="684193" y="111578"/>
                </a:cubicBezTo>
                <a:cubicBezTo>
                  <a:pt x="689246" y="117512"/>
                  <a:pt x="695209" y="120479"/>
                  <a:pt x="702084" y="120479"/>
                </a:cubicBezTo>
                <a:cubicBezTo>
                  <a:pt x="709017" y="120479"/>
                  <a:pt x="714907" y="117644"/>
                  <a:pt x="719755" y="111974"/>
                </a:cubicBezTo>
                <a:cubicBezTo>
                  <a:pt x="724602" y="106304"/>
                  <a:pt x="727026" y="97653"/>
                  <a:pt x="727026" y="86019"/>
                </a:cubicBezTo>
                <a:cubicBezTo>
                  <a:pt x="727026" y="73210"/>
                  <a:pt x="724558" y="63809"/>
                  <a:pt x="719623" y="57816"/>
                </a:cubicBezTo>
                <a:cubicBezTo>
                  <a:pt x="714687" y="51823"/>
                  <a:pt x="708606" y="48826"/>
                  <a:pt x="701379" y="48826"/>
                </a:cubicBezTo>
                <a:cubicBezTo>
                  <a:pt x="694328" y="48826"/>
                  <a:pt x="688438" y="51705"/>
                  <a:pt x="683708" y="57463"/>
                </a:cubicBezTo>
                <a:cubicBezTo>
                  <a:pt x="678978" y="63221"/>
                  <a:pt x="676613" y="72299"/>
                  <a:pt x="676613" y="84697"/>
                </a:cubicBezTo>
                <a:close/>
                <a:moveTo>
                  <a:pt x="889780" y="116161"/>
                </a:moveTo>
                <a:cubicBezTo>
                  <a:pt x="884550" y="121978"/>
                  <a:pt x="878851" y="126340"/>
                  <a:pt x="872682" y="129249"/>
                </a:cubicBezTo>
                <a:cubicBezTo>
                  <a:pt x="866512" y="132157"/>
                  <a:pt x="859843" y="133611"/>
                  <a:pt x="852675" y="133611"/>
                </a:cubicBezTo>
                <a:cubicBezTo>
                  <a:pt x="839455" y="133611"/>
                  <a:pt x="828967" y="129146"/>
                  <a:pt x="821211" y="120215"/>
                </a:cubicBezTo>
                <a:cubicBezTo>
                  <a:pt x="814924" y="112929"/>
                  <a:pt x="811781" y="104791"/>
                  <a:pt x="811781" y="95802"/>
                </a:cubicBezTo>
                <a:cubicBezTo>
                  <a:pt x="811781" y="87811"/>
                  <a:pt x="814352" y="80599"/>
                  <a:pt x="819493" y="74165"/>
                </a:cubicBezTo>
                <a:cubicBezTo>
                  <a:pt x="824634" y="67731"/>
                  <a:pt x="832316" y="62076"/>
                  <a:pt x="842540" y="57199"/>
                </a:cubicBezTo>
                <a:cubicBezTo>
                  <a:pt x="836723" y="50501"/>
                  <a:pt x="832845" y="45066"/>
                  <a:pt x="830906" y="40894"/>
                </a:cubicBezTo>
                <a:cubicBezTo>
                  <a:pt x="828967" y="36723"/>
                  <a:pt x="827998" y="32698"/>
                  <a:pt x="827998" y="28820"/>
                </a:cubicBezTo>
                <a:cubicBezTo>
                  <a:pt x="827998" y="21064"/>
                  <a:pt x="831038" y="14322"/>
                  <a:pt x="837119" y="8593"/>
                </a:cubicBezTo>
                <a:cubicBezTo>
                  <a:pt x="843201" y="2864"/>
                  <a:pt x="850854" y="0"/>
                  <a:pt x="860078" y="0"/>
                </a:cubicBezTo>
                <a:cubicBezTo>
                  <a:pt x="868892" y="0"/>
                  <a:pt x="876104" y="2703"/>
                  <a:pt x="881715" y="8108"/>
                </a:cubicBezTo>
                <a:cubicBezTo>
                  <a:pt x="887327" y="13514"/>
                  <a:pt x="890132" y="20006"/>
                  <a:pt x="890132" y="27586"/>
                </a:cubicBezTo>
                <a:cubicBezTo>
                  <a:pt x="890132" y="39866"/>
                  <a:pt x="881994" y="50354"/>
                  <a:pt x="865719" y="59050"/>
                </a:cubicBezTo>
                <a:lnTo>
                  <a:pt x="888898" y="88575"/>
                </a:lnTo>
                <a:cubicBezTo>
                  <a:pt x="891542" y="83404"/>
                  <a:pt x="893599" y="77411"/>
                  <a:pt x="895068" y="70595"/>
                </a:cubicBezTo>
                <a:lnTo>
                  <a:pt x="911549" y="74121"/>
                </a:lnTo>
                <a:cubicBezTo>
                  <a:pt x="908728" y="85402"/>
                  <a:pt x="904909" y="94685"/>
                  <a:pt x="900091" y="101971"/>
                </a:cubicBezTo>
                <a:cubicBezTo>
                  <a:pt x="906026" y="109844"/>
                  <a:pt x="912753" y="116454"/>
                  <a:pt x="920274" y="121801"/>
                </a:cubicBezTo>
                <a:lnTo>
                  <a:pt x="909610" y="134404"/>
                </a:lnTo>
                <a:cubicBezTo>
                  <a:pt x="903205" y="130292"/>
                  <a:pt x="896595" y="124210"/>
                  <a:pt x="889780" y="116161"/>
                </a:cubicBezTo>
                <a:moveTo>
                  <a:pt x="857523" y="48826"/>
                </a:moveTo>
                <a:cubicBezTo>
                  <a:pt x="864397" y="44772"/>
                  <a:pt x="868848" y="41217"/>
                  <a:pt x="870875" y="38162"/>
                </a:cubicBezTo>
                <a:cubicBezTo>
                  <a:pt x="872902" y="35107"/>
                  <a:pt x="873915" y="31728"/>
                  <a:pt x="873915" y="28027"/>
                </a:cubicBezTo>
                <a:cubicBezTo>
                  <a:pt x="873915" y="23620"/>
                  <a:pt x="872520" y="20021"/>
                  <a:pt x="869729" y="17230"/>
                </a:cubicBezTo>
                <a:cubicBezTo>
                  <a:pt x="866938" y="14439"/>
                  <a:pt x="863457" y="13044"/>
                  <a:pt x="859285" y="13044"/>
                </a:cubicBezTo>
                <a:cubicBezTo>
                  <a:pt x="854996" y="13044"/>
                  <a:pt x="851427" y="14425"/>
                  <a:pt x="848577" y="17186"/>
                </a:cubicBezTo>
                <a:cubicBezTo>
                  <a:pt x="845727" y="19948"/>
                  <a:pt x="844302" y="23326"/>
                  <a:pt x="844302" y="27322"/>
                </a:cubicBezTo>
                <a:cubicBezTo>
                  <a:pt x="844302" y="29319"/>
                  <a:pt x="844817" y="31420"/>
                  <a:pt x="845845" y="33623"/>
                </a:cubicBezTo>
                <a:cubicBezTo>
                  <a:pt x="846873" y="35827"/>
                  <a:pt x="848415" y="38162"/>
                  <a:pt x="850472" y="40630"/>
                </a:cubicBezTo>
                <a:lnTo>
                  <a:pt x="857523" y="48826"/>
                </a:lnTo>
                <a:moveTo>
                  <a:pt x="879820" y="103646"/>
                </a:moveTo>
                <a:lnTo>
                  <a:pt x="850736" y="67599"/>
                </a:lnTo>
                <a:cubicBezTo>
                  <a:pt x="842158" y="72711"/>
                  <a:pt x="836370" y="77455"/>
                  <a:pt x="833374" y="81832"/>
                </a:cubicBezTo>
                <a:cubicBezTo>
                  <a:pt x="830377" y="86210"/>
                  <a:pt x="828879" y="90543"/>
                  <a:pt x="828879" y="94832"/>
                </a:cubicBezTo>
                <a:cubicBezTo>
                  <a:pt x="828879" y="100062"/>
                  <a:pt x="830965" y="105496"/>
                  <a:pt x="835136" y="111137"/>
                </a:cubicBezTo>
                <a:cubicBezTo>
                  <a:pt x="839308" y="116778"/>
                  <a:pt x="845213" y="119598"/>
                  <a:pt x="852851" y="119598"/>
                </a:cubicBezTo>
                <a:cubicBezTo>
                  <a:pt x="857611" y="119598"/>
                  <a:pt x="862531" y="118114"/>
                  <a:pt x="867614" y="115147"/>
                </a:cubicBezTo>
                <a:cubicBezTo>
                  <a:pt x="872696" y="112180"/>
                  <a:pt x="876765" y="108346"/>
                  <a:pt x="879820" y="103646"/>
                </a:cubicBezTo>
                <a:close/>
                <a:moveTo>
                  <a:pt x="1012746" y="131408"/>
                </a:moveTo>
                <a:lnTo>
                  <a:pt x="977140" y="37810"/>
                </a:lnTo>
                <a:lnTo>
                  <a:pt x="993885" y="37810"/>
                </a:lnTo>
                <a:lnTo>
                  <a:pt x="1013980" y="93863"/>
                </a:lnTo>
                <a:cubicBezTo>
                  <a:pt x="1016154" y="99915"/>
                  <a:pt x="1018152" y="106202"/>
                  <a:pt x="1019973" y="112723"/>
                </a:cubicBezTo>
                <a:cubicBezTo>
                  <a:pt x="1021383" y="107788"/>
                  <a:pt x="1023352" y="101854"/>
                  <a:pt x="1025878" y="94920"/>
                </a:cubicBezTo>
                <a:lnTo>
                  <a:pt x="1046678" y="37810"/>
                </a:lnTo>
                <a:lnTo>
                  <a:pt x="1062983" y="37810"/>
                </a:lnTo>
                <a:lnTo>
                  <a:pt x="1027553" y="131408"/>
                </a:lnTo>
                <a:lnTo>
                  <a:pt x="1012746" y="131408"/>
                </a:lnTo>
                <a:close/>
                <a:moveTo>
                  <a:pt x="1138073" y="119862"/>
                </a:moveTo>
                <a:cubicBezTo>
                  <a:pt x="1132197" y="124857"/>
                  <a:pt x="1126542" y="128382"/>
                  <a:pt x="1121107" y="130438"/>
                </a:cubicBezTo>
                <a:cubicBezTo>
                  <a:pt x="1115672" y="132495"/>
                  <a:pt x="1109841" y="133523"/>
                  <a:pt x="1103613" y="133523"/>
                </a:cubicBezTo>
                <a:cubicBezTo>
                  <a:pt x="1093330" y="133523"/>
                  <a:pt x="1085428" y="131011"/>
                  <a:pt x="1079905" y="125988"/>
                </a:cubicBezTo>
                <a:cubicBezTo>
                  <a:pt x="1074382" y="120964"/>
                  <a:pt x="1071620" y="114545"/>
                  <a:pt x="1071620" y="106730"/>
                </a:cubicBezTo>
                <a:cubicBezTo>
                  <a:pt x="1071620" y="102147"/>
                  <a:pt x="1072663" y="97961"/>
                  <a:pt x="1074749" y="94171"/>
                </a:cubicBezTo>
                <a:cubicBezTo>
                  <a:pt x="1076835" y="90381"/>
                  <a:pt x="1079567" y="87341"/>
                  <a:pt x="1082945" y="85049"/>
                </a:cubicBezTo>
                <a:cubicBezTo>
                  <a:pt x="1086324" y="82758"/>
                  <a:pt x="1090128" y="81025"/>
                  <a:pt x="1094359" y="79849"/>
                </a:cubicBezTo>
                <a:cubicBezTo>
                  <a:pt x="1097473" y="79027"/>
                  <a:pt x="1102173" y="78234"/>
                  <a:pt x="1108460" y="77470"/>
                </a:cubicBezTo>
                <a:cubicBezTo>
                  <a:pt x="1121269" y="75942"/>
                  <a:pt x="1130699" y="74121"/>
                  <a:pt x="1136751" y="72006"/>
                </a:cubicBezTo>
                <a:cubicBezTo>
                  <a:pt x="1136810" y="69832"/>
                  <a:pt x="1136839" y="68451"/>
                  <a:pt x="1136839" y="67863"/>
                </a:cubicBezTo>
                <a:cubicBezTo>
                  <a:pt x="1136839" y="61400"/>
                  <a:pt x="1135341" y="56846"/>
                  <a:pt x="1132344" y="54202"/>
                </a:cubicBezTo>
                <a:cubicBezTo>
                  <a:pt x="1128290" y="50618"/>
                  <a:pt x="1122268" y="48826"/>
                  <a:pt x="1114277" y="48826"/>
                </a:cubicBezTo>
                <a:cubicBezTo>
                  <a:pt x="1106815" y="48826"/>
                  <a:pt x="1101306" y="50134"/>
                  <a:pt x="1097752" y="52748"/>
                </a:cubicBezTo>
                <a:cubicBezTo>
                  <a:pt x="1094197" y="55363"/>
                  <a:pt x="1091568" y="59990"/>
                  <a:pt x="1089864" y="66629"/>
                </a:cubicBezTo>
                <a:lnTo>
                  <a:pt x="1074352" y="64514"/>
                </a:lnTo>
                <a:cubicBezTo>
                  <a:pt x="1075762" y="57875"/>
                  <a:pt x="1078083" y="52513"/>
                  <a:pt x="1081315" y="48430"/>
                </a:cubicBezTo>
                <a:cubicBezTo>
                  <a:pt x="1084546" y="44346"/>
                  <a:pt x="1089217" y="41203"/>
                  <a:pt x="1095328" y="38999"/>
                </a:cubicBezTo>
                <a:cubicBezTo>
                  <a:pt x="1101439" y="36796"/>
                  <a:pt x="1108519" y="35694"/>
                  <a:pt x="1116568" y="35694"/>
                </a:cubicBezTo>
                <a:cubicBezTo>
                  <a:pt x="1124559" y="35694"/>
                  <a:pt x="1131052" y="36634"/>
                  <a:pt x="1136046" y="38515"/>
                </a:cubicBezTo>
                <a:cubicBezTo>
                  <a:pt x="1141040" y="40395"/>
                  <a:pt x="1144713" y="42760"/>
                  <a:pt x="1147063" y="45609"/>
                </a:cubicBezTo>
                <a:cubicBezTo>
                  <a:pt x="1149413" y="48459"/>
                  <a:pt x="1151058" y="52058"/>
                  <a:pt x="1151998" y="56406"/>
                </a:cubicBezTo>
                <a:cubicBezTo>
                  <a:pt x="1152527" y="59109"/>
                  <a:pt x="1152791" y="63985"/>
                  <a:pt x="1152791" y="71036"/>
                </a:cubicBezTo>
                <a:lnTo>
                  <a:pt x="1152791" y="92188"/>
                </a:lnTo>
                <a:cubicBezTo>
                  <a:pt x="1152791" y="106936"/>
                  <a:pt x="1153129" y="116264"/>
                  <a:pt x="1153805" y="120171"/>
                </a:cubicBezTo>
                <a:cubicBezTo>
                  <a:pt x="1154481" y="124078"/>
                  <a:pt x="1155817" y="127824"/>
                  <a:pt x="1157815" y="131408"/>
                </a:cubicBezTo>
                <a:lnTo>
                  <a:pt x="1141246" y="131408"/>
                </a:lnTo>
                <a:cubicBezTo>
                  <a:pt x="1139601" y="128118"/>
                  <a:pt x="1138543" y="124269"/>
                  <a:pt x="1138073" y="119862"/>
                </a:cubicBezTo>
                <a:moveTo>
                  <a:pt x="1136751" y="84432"/>
                </a:moveTo>
                <a:cubicBezTo>
                  <a:pt x="1130993" y="86783"/>
                  <a:pt x="1122356" y="88780"/>
                  <a:pt x="1110840" y="90426"/>
                </a:cubicBezTo>
                <a:cubicBezTo>
                  <a:pt x="1104318" y="91366"/>
                  <a:pt x="1099705" y="92423"/>
                  <a:pt x="1097003" y="93598"/>
                </a:cubicBezTo>
                <a:cubicBezTo>
                  <a:pt x="1094300" y="94773"/>
                  <a:pt x="1092214" y="96492"/>
                  <a:pt x="1090745" y="98754"/>
                </a:cubicBezTo>
                <a:cubicBezTo>
                  <a:pt x="1089276" y="101016"/>
                  <a:pt x="1088542" y="103528"/>
                  <a:pt x="1088542" y="106290"/>
                </a:cubicBezTo>
                <a:cubicBezTo>
                  <a:pt x="1088542" y="110520"/>
                  <a:pt x="1090143" y="114045"/>
                  <a:pt x="1093345" y="116866"/>
                </a:cubicBezTo>
                <a:cubicBezTo>
                  <a:pt x="1096547" y="119686"/>
                  <a:pt x="1101233" y="121096"/>
                  <a:pt x="1107402" y="121096"/>
                </a:cubicBezTo>
                <a:cubicBezTo>
                  <a:pt x="1113513" y="121096"/>
                  <a:pt x="1118948" y="119759"/>
                  <a:pt x="1123707" y="117086"/>
                </a:cubicBezTo>
                <a:cubicBezTo>
                  <a:pt x="1128466" y="114413"/>
                  <a:pt x="1131962" y="110755"/>
                  <a:pt x="1134195" y="106113"/>
                </a:cubicBezTo>
                <a:cubicBezTo>
                  <a:pt x="1135899" y="102529"/>
                  <a:pt x="1136751" y="97241"/>
                  <a:pt x="1136751" y="90249"/>
                </a:cubicBezTo>
                <a:lnTo>
                  <a:pt x="1136751" y="84432"/>
                </a:lnTo>
                <a:close/>
                <a:moveTo>
                  <a:pt x="1176568" y="131408"/>
                </a:moveTo>
                <a:lnTo>
                  <a:pt x="1176568" y="2203"/>
                </a:lnTo>
                <a:lnTo>
                  <a:pt x="1192432" y="2203"/>
                </a:lnTo>
                <a:lnTo>
                  <a:pt x="1192432" y="131408"/>
                </a:lnTo>
                <a:lnTo>
                  <a:pt x="1176568" y="131408"/>
                </a:lnTo>
                <a:close/>
                <a:moveTo>
                  <a:pt x="1217296" y="20447"/>
                </a:moveTo>
                <a:lnTo>
                  <a:pt x="1217296" y="2203"/>
                </a:lnTo>
                <a:lnTo>
                  <a:pt x="1233160" y="2203"/>
                </a:lnTo>
                <a:lnTo>
                  <a:pt x="1233160" y="20447"/>
                </a:lnTo>
                <a:lnTo>
                  <a:pt x="1217296" y="20447"/>
                </a:lnTo>
                <a:moveTo>
                  <a:pt x="1217296" y="131408"/>
                </a:moveTo>
                <a:lnTo>
                  <a:pt x="1217296" y="37810"/>
                </a:lnTo>
                <a:lnTo>
                  <a:pt x="1233160" y="37810"/>
                </a:lnTo>
                <a:lnTo>
                  <a:pt x="1233160" y="131408"/>
                </a:lnTo>
                <a:lnTo>
                  <a:pt x="1217296" y="131408"/>
                </a:lnTo>
                <a:close/>
                <a:moveTo>
                  <a:pt x="1318219" y="131408"/>
                </a:moveTo>
                <a:lnTo>
                  <a:pt x="1318219" y="119598"/>
                </a:lnTo>
                <a:cubicBezTo>
                  <a:pt x="1312285" y="128881"/>
                  <a:pt x="1303560" y="133523"/>
                  <a:pt x="1292044" y="133523"/>
                </a:cubicBezTo>
                <a:cubicBezTo>
                  <a:pt x="1284582" y="133523"/>
                  <a:pt x="1277722" y="131467"/>
                  <a:pt x="1271464" y="127354"/>
                </a:cubicBezTo>
                <a:cubicBezTo>
                  <a:pt x="1265207" y="123241"/>
                  <a:pt x="1260359" y="117497"/>
                  <a:pt x="1256922" y="110124"/>
                </a:cubicBezTo>
                <a:cubicBezTo>
                  <a:pt x="1253485" y="102750"/>
                  <a:pt x="1251766" y="94274"/>
                  <a:pt x="1251766" y="84697"/>
                </a:cubicBezTo>
                <a:cubicBezTo>
                  <a:pt x="1251766" y="75355"/>
                  <a:pt x="1253323" y="66879"/>
                  <a:pt x="1256437" y="59270"/>
                </a:cubicBezTo>
                <a:cubicBezTo>
                  <a:pt x="1259551" y="51661"/>
                  <a:pt x="1264223" y="45830"/>
                  <a:pt x="1270451" y="41776"/>
                </a:cubicBezTo>
                <a:cubicBezTo>
                  <a:pt x="1276679" y="37721"/>
                  <a:pt x="1283641" y="35694"/>
                  <a:pt x="1291338" y="35694"/>
                </a:cubicBezTo>
                <a:cubicBezTo>
                  <a:pt x="1296979" y="35694"/>
                  <a:pt x="1302003" y="36884"/>
                  <a:pt x="1306409" y="39264"/>
                </a:cubicBezTo>
                <a:cubicBezTo>
                  <a:pt x="1310816" y="41643"/>
                  <a:pt x="1314400" y="44743"/>
                  <a:pt x="1317162" y="48562"/>
                </a:cubicBezTo>
                <a:lnTo>
                  <a:pt x="1317162" y="2203"/>
                </a:lnTo>
                <a:lnTo>
                  <a:pt x="1332938" y="2203"/>
                </a:lnTo>
                <a:lnTo>
                  <a:pt x="1332938" y="131408"/>
                </a:lnTo>
                <a:lnTo>
                  <a:pt x="1318219" y="131408"/>
                </a:lnTo>
                <a:moveTo>
                  <a:pt x="1268071" y="84697"/>
                </a:moveTo>
                <a:cubicBezTo>
                  <a:pt x="1268071" y="96683"/>
                  <a:pt x="1270598" y="105643"/>
                  <a:pt x="1275651" y="111578"/>
                </a:cubicBezTo>
                <a:cubicBezTo>
                  <a:pt x="1280704" y="117512"/>
                  <a:pt x="1286667" y="120479"/>
                  <a:pt x="1293542" y="120479"/>
                </a:cubicBezTo>
                <a:cubicBezTo>
                  <a:pt x="1300475" y="120479"/>
                  <a:pt x="1306365" y="117644"/>
                  <a:pt x="1311213" y="111974"/>
                </a:cubicBezTo>
                <a:cubicBezTo>
                  <a:pt x="1316060" y="106304"/>
                  <a:pt x="1318484" y="97653"/>
                  <a:pt x="1318484" y="86019"/>
                </a:cubicBezTo>
                <a:cubicBezTo>
                  <a:pt x="1318484" y="73210"/>
                  <a:pt x="1316016" y="63809"/>
                  <a:pt x="1311081" y="57816"/>
                </a:cubicBezTo>
                <a:cubicBezTo>
                  <a:pt x="1306145" y="51823"/>
                  <a:pt x="1300064" y="48826"/>
                  <a:pt x="1292837" y="48826"/>
                </a:cubicBezTo>
                <a:cubicBezTo>
                  <a:pt x="1285786" y="48826"/>
                  <a:pt x="1279896" y="51705"/>
                  <a:pt x="1275166" y="57463"/>
                </a:cubicBezTo>
                <a:cubicBezTo>
                  <a:pt x="1270436" y="63221"/>
                  <a:pt x="1268071" y="72299"/>
                  <a:pt x="1268071" y="846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691d40f67431e"/>
          <a:stretch xmlns:a="http://schemas.openxmlformats.org/drawingml/2006/main"/>
        </p:blipFill>
        <p:spPr>
          <a:xfrm xmlns:a="http://schemas.openxmlformats.org/drawingml/2006/main">
            <a:off x="5250917" y="85600"/>
            <a:ext cx="312520" cy="312520"/>
          </a:xfrm>
          <a:prstGeom xmlns:a="http://schemas.openxmlformats.org/drawingml/2006/main" prst="rect">
            <a:avLst/>
          </a:prstGeom>
        </p:spPr>
      </p:pic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79f1ae5a94af7"/>
          <a:stretch xmlns:a="http://schemas.openxmlformats.org/drawingml/2006/main"/>
        </p:blipFill>
        <p:spPr>
          <a:xfrm xmlns:a="http://schemas.openxmlformats.org/drawingml/2006/main">
            <a:off x="600243" y="4114328"/>
            <a:ext cx="3119015" cy="37750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64b75c43d4e22"/>
          <a:stretch xmlns:a="http://schemas.openxmlformats.org/drawingml/2006/main"/>
        </p:blipFill>
        <p:spPr>
          <a:xfrm xmlns:a="http://schemas.openxmlformats.org/drawingml/2006/main">
            <a:off x="878726" y="4098857"/>
            <a:ext cx="2562048" cy="467233"/>
          </a:xfrm>
          <a:prstGeom xmlns:a="http://schemas.openxmlformats.org/drawingml/2006/main" prst="rect">
            <a:avLst/>
          </a:prstGeom>
        </p:spPr>
      </p:pic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26D93C-B3A4-4E86-9BA1-756BB182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5" y="4145826"/>
            <a:ext cx="3000309" cy="259331"/>
          </a:xfrm>
          <a:custGeom xmlns:a="http://schemas.openxmlformats.org/drawingml/2006/main">
            <a:pathLst>
              <a:path w="3000309" h="259331">
                <a:moveTo>
                  <a:pt x="0" y="259331"/>
                </a:moveTo>
                <a:lnTo>
                  <a:pt x="3000309" y="259331"/>
                </a:lnTo>
                <a:lnTo>
                  <a:pt x="3000309" y="0"/>
                </a:lnTo>
                <a:lnTo>
                  <a:pt x="0" y="0"/>
                </a:lnTo>
                <a:lnTo>
                  <a:pt x="0" y="2593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23DE8-DBB8-45C2-99A7-D0B564BA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5" y="4145826"/>
            <a:ext cx="3000310" cy="259332"/>
          </a:xfrm>
          <a:custGeom xmlns:a="http://schemas.openxmlformats.org/drawingml/2006/main">
            <a:pathLst>
              <a:path w="3000310" h="259332" fill="none">
                <a:moveTo>
                  <a:pt x="0" y="0"/>
                </a:moveTo>
                <a:lnTo>
                  <a:pt x="3000310" y="0"/>
                </a:lnTo>
                <a:lnTo>
                  <a:pt x="3000310" y="259332"/>
                </a:lnTo>
                <a:lnTo>
                  <a:pt x="0" y="2593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round/>
          </a:ln>
        </p:spPr>
      </p:sp>
      <p:sp>
        <p:nvSpPr>
          <p:cNvPr id="106" name="Text Virtualmemorycontrol(">
            <a:extLst xmlns:a="http://schemas.openxmlformats.org/drawingml/2006/main">
              <a:ext uri="{FF2B5EF4-FFF2-40B4-BE49-F238E27FC236}">
                <a16:creationId xmlns:a16="http://schemas.microsoft.com/office/drawing/2014/main" id="{8A8F3259-DB6B-4CA5-BC27-453CB4BF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78" y="4221282"/>
            <a:ext cx="1793098" cy="157294"/>
          </a:xfrm>
          <a:custGeom xmlns:a="http://schemas.openxmlformats.org/drawingml/2006/main">
            <a:pathLst>
              <a:path w="1793098" h="157294">
                <a:moveTo>
                  <a:pt x="46484" y="122022"/>
                </a:moveTo>
                <a:lnTo>
                  <a:pt x="0" y="2046"/>
                </a:lnTo>
                <a:lnTo>
                  <a:pt x="17186" y="2046"/>
                </a:lnTo>
                <a:lnTo>
                  <a:pt x="48367" y="89204"/>
                </a:lnTo>
                <a:cubicBezTo>
                  <a:pt x="50876" y="96188"/>
                  <a:pt x="52977" y="102735"/>
                  <a:pt x="54668" y="108846"/>
                </a:cubicBezTo>
                <a:cubicBezTo>
                  <a:pt x="56523" y="102298"/>
                  <a:pt x="58678" y="95751"/>
                  <a:pt x="61134" y="89204"/>
                </a:cubicBezTo>
                <a:lnTo>
                  <a:pt x="93542" y="2046"/>
                </a:lnTo>
                <a:lnTo>
                  <a:pt x="109746" y="2046"/>
                </a:lnTo>
                <a:lnTo>
                  <a:pt x="62770" y="122022"/>
                </a:lnTo>
                <a:lnTo>
                  <a:pt x="46484" y="122022"/>
                </a:lnTo>
                <a:close/>
                <a:moveTo>
                  <a:pt x="118566" y="18987"/>
                </a:moveTo>
                <a:lnTo>
                  <a:pt x="118566" y="2046"/>
                </a:lnTo>
                <a:lnTo>
                  <a:pt x="133297" y="2046"/>
                </a:lnTo>
                <a:lnTo>
                  <a:pt x="133297" y="18987"/>
                </a:lnTo>
                <a:lnTo>
                  <a:pt x="118566" y="18987"/>
                </a:lnTo>
                <a:moveTo>
                  <a:pt x="118566" y="122022"/>
                </a:moveTo>
                <a:lnTo>
                  <a:pt x="118566" y="35109"/>
                </a:lnTo>
                <a:lnTo>
                  <a:pt x="133297" y="35109"/>
                </a:lnTo>
                <a:lnTo>
                  <a:pt x="133297" y="122022"/>
                </a:lnTo>
                <a:lnTo>
                  <a:pt x="118566" y="122022"/>
                </a:lnTo>
                <a:close/>
                <a:moveTo>
                  <a:pt x="155429" y="122022"/>
                </a:moveTo>
                <a:lnTo>
                  <a:pt x="155429" y="35109"/>
                </a:lnTo>
                <a:lnTo>
                  <a:pt x="168687" y="35109"/>
                </a:lnTo>
                <a:lnTo>
                  <a:pt x="168687" y="48285"/>
                </a:lnTo>
                <a:cubicBezTo>
                  <a:pt x="172069" y="42120"/>
                  <a:pt x="175193" y="38055"/>
                  <a:pt x="178057" y="36091"/>
                </a:cubicBezTo>
                <a:cubicBezTo>
                  <a:pt x="180922" y="34127"/>
                  <a:pt x="184072" y="33145"/>
                  <a:pt x="187510" y="33145"/>
                </a:cubicBezTo>
                <a:cubicBezTo>
                  <a:pt x="192474" y="33145"/>
                  <a:pt x="197521" y="34727"/>
                  <a:pt x="202650" y="37891"/>
                </a:cubicBezTo>
                <a:lnTo>
                  <a:pt x="197576" y="51558"/>
                </a:lnTo>
                <a:cubicBezTo>
                  <a:pt x="193975" y="49431"/>
                  <a:pt x="190374" y="48367"/>
                  <a:pt x="186773" y="48367"/>
                </a:cubicBezTo>
                <a:cubicBezTo>
                  <a:pt x="183554" y="48367"/>
                  <a:pt x="180662" y="49335"/>
                  <a:pt x="178098" y="51272"/>
                </a:cubicBezTo>
                <a:cubicBezTo>
                  <a:pt x="175534" y="53209"/>
                  <a:pt x="173706" y="55896"/>
                  <a:pt x="172615" y="59333"/>
                </a:cubicBezTo>
                <a:cubicBezTo>
                  <a:pt x="170978" y="64571"/>
                  <a:pt x="170160" y="70300"/>
                  <a:pt x="170160" y="76519"/>
                </a:cubicBezTo>
                <a:lnTo>
                  <a:pt x="170160" y="122022"/>
                </a:lnTo>
                <a:lnTo>
                  <a:pt x="155429" y="122022"/>
                </a:lnTo>
                <a:close/>
                <a:moveTo>
                  <a:pt x="244138" y="108846"/>
                </a:moveTo>
                <a:lnTo>
                  <a:pt x="246265" y="121858"/>
                </a:lnTo>
                <a:cubicBezTo>
                  <a:pt x="242119" y="122731"/>
                  <a:pt x="238409" y="123167"/>
                  <a:pt x="235135" y="123167"/>
                </a:cubicBezTo>
                <a:cubicBezTo>
                  <a:pt x="229788" y="123167"/>
                  <a:pt x="225642" y="122322"/>
                  <a:pt x="222696" y="120630"/>
                </a:cubicBezTo>
                <a:cubicBezTo>
                  <a:pt x="219750" y="118939"/>
                  <a:pt x="217676" y="116716"/>
                  <a:pt x="216476" y="113960"/>
                </a:cubicBezTo>
                <a:cubicBezTo>
                  <a:pt x="215276" y="111205"/>
                  <a:pt x="214676" y="105408"/>
                  <a:pt x="214676" y="96570"/>
                </a:cubicBezTo>
                <a:lnTo>
                  <a:pt x="214676" y="46566"/>
                </a:lnTo>
                <a:lnTo>
                  <a:pt x="203873" y="46566"/>
                </a:lnTo>
                <a:lnTo>
                  <a:pt x="203873" y="35109"/>
                </a:lnTo>
                <a:lnTo>
                  <a:pt x="214676" y="35109"/>
                </a:lnTo>
                <a:lnTo>
                  <a:pt x="214676" y="13585"/>
                </a:lnTo>
                <a:lnTo>
                  <a:pt x="229325" y="4747"/>
                </a:lnTo>
                <a:lnTo>
                  <a:pt x="229325" y="35109"/>
                </a:lnTo>
                <a:lnTo>
                  <a:pt x="244138" y="35109"/>
                </a:lnTo>
                <a:lnTo>
                  <a:pt x="244138" y="46566"/>
                </a:lnTo>
                <a:lnTo>
                  <a:pt x="229325" y="46566"/>
                </a:lnTo>
                <a:lnTo>
                  <a:pt x="229325" y="97388"/>
                </a:lnTo>
                <a:cubicBezTo>
                  <a:pt x="229325" y="101589"/>
                  <a:pt x="229584" y="104290"/>
                  <a:pt x="230102" y="105490"/>
                </a:cubicBezTo>
                <a:cubicBezTo>
                  <a:pt x="230620" y="106690"/>
                  <a:pt x="231466" y="107645"/>
                  <a:pt x="232639" y="108355"/>
                </a:cubicBezTo>
                <a:cubicBezTo>
                  <a:pt x="233812" y="109064"/>
                  <a:pt x="235490" y="109418"/>
                  <a:pt x="237672" y="109418"/>
                </a:cubicBezTo>
                <a:cubicBezTo>
                  <a:pt x="239309" y="109418"/>
                  <a:pt x="241464" y="109227"/>
                  <a:pt x="244138" y="108846"/>
                </a:cubicBezTo>
                <a:close/>
                <a:moveTo>
                  <a:pt x="315596" y="122022"/>
                </a:moveTo>
                <a:lnTo>
                  <a:pt x="315596" y="109255"/>
                </a:lnTo>
                <a:cubicBezTo>
                  <a:pt x="308831" y="119075"/>
                  <a:pt x="299638" y="123986"/>
                  <a:pt x="288016" y="123986"/>
                </a:cubicBezTo>
                <a:cubicBezTo>
                  <a:pt x="282888" y="123986"/>
                  <a:pt x="278100" y="123004"/>
                  <a:pt x="273654" y="121040"/>
                </a:cubicBezTo>
                <a:cubicBezTo>
                  <a:pt x="269207" y="119075"/>
                  <a:pt x="265906" y="116607"/>
                  <a:pt x="263751" y="113633"/>
                </a:cubicBezTo>
                <a:cubicBezTo>
                  <a:pt x="261596" y="110660"/>
                  <a:pt x="260082" y="107018"/>
                  <a:pt x="259209" y="102708"/>
                </a:cubicBezTo>
                <a:cubicBezTo>
                  <a:pt x="258609" y="99816"/>
                  <a:pt x="258309" y="95233"/>
                  <a:pt x="258309" y="88959"/>
                </a:cubicBezTo>
                <a:lnTo>
                  <a:pt x="258309" y="35109"/>
                </a:lnTo>
                <a:lnTo>
                  <a:pt x="273040" y="35109"/>
                </a:lnTo>
                <a:lnTo>
                  <a:pt x="273040" y="83312"/>
                </a:lnTo>
                <a:cubicBezTo>
                  <a:pt x="273040" y="91005"/>
                  <a:pt x="273340" y="96188"/>
                  <a:pt x="273940" y="98861"/>
                </a:cubicBezTo>
                <a:cubicBezTo>
                  <a:pt x="274868" y="102735"/>
                  <a:pt x="276832" y="105777"/>
                  <a:pt x="279833" y="107986"/>
                </a:cubicBezTo>
                <a:cubicBezTo>
                  <a:pt x="282833" y="110196"/>
                  <a:pt x="286543" y="111301"/>
                  <a:pt x="290963" y="111301"/>
                </a:cubicBezTo>
                <a:cubicBezTo>
                  <a:pt x="295382" y="111301"/>
                  <a:pt x="299528" y="110169"/>
                  <a:pt x="303402" y="107904"/>
                </a:cubicBezTo>
                <a:cubicBezTo>
                  <a:pt x="307276" y="105640"/>
                  <a:pt x="310017" y="102558"/>
                  <a:pt x="311627" y="98657"/>
                </a:cubicBezTo>
                <a:cubicBezTo>
                  <a:pt x="313236" y="94756"/>
                  <a:pt x="314041" y="89095"/>
                  <a:pt x="314041" y="81675"/>
                </a:cubicBezTo>
                <a:lnTo>
                  <a:pt x="314041" y="35109"/>
                </a:lnTo>
                <a:lnTo>
                  <a:pt x="328772" y="35109"/>
                </a:lnTo>
                <a:lnTo>
                  <a:pt x="328772" y="122022"/>
                </a:lnTo>
                <a:lnTo>
                  <a:pt x="315596" y="122022"/>
                </a:lnTo>
                <a:close/>
                <a:moveTo>
                  <a:pt x="408774" y="111301"/>
                </a:moveTo>
                <a:cubicBezTo>
                  <a:pt x="403318" y="115938"/>
                  <a:pt x="398067" y="119212"/>
                  <a:pt x="393020" y="121121"/>
                </a:cubicBezTo>
                <a:cubicBezTo>
                  <a:pt x="387974" y="123031"/>
                  <a:pt x="382559" y="123986"/>
                  <a:pt x="376775" y="123986"/>
                </a:cubicBezTo>
                <a:cubicBezTo>
                  <a:pt x="367227" y="123986"/>
                  <a:pt x="359889" y="121653"/>
                  <a:pt x="354761" y="116989"/>
                </a:cubicBezTo>
                <a:cubicBezTo>
                  <a:pt x="349632" y="112324"/>
                  <a:pt x="347068" y="106363"/>
                  <a:pt x="347068" y="99107"/>
                </a:cubicBezTo>
                <a:cubicBezTo>
                  <a:pt x="347068" y="94851"/>
                  <a:pt x="348036" y="90964"/>
                  <a:pt x="349973" y="87445"/>
                </a:cubicBezTo>
                <a:cubicBezTo>
                  <a:pt x="351910" y="83926"/>
                  <a:pt x="354447" y="81102"/>
                  <a:pt x="357584" y="78974"/>
                </a:cubicBezTo>
                <a:cubicBezTo>
                  <a:pt x="360721" y="76847"/>
                  <a:pt x="364254" y="75237"/>
                  <a:pt x="368182" y="74146"/>
                </a:cubicBezTo>
                <a:cubicBezTo>
                  <a:pt x="371074" y="73382"/>
                  <a:pt x="375439" y="72646"/>
                  <a:pt x="381276" y="71936"/>
                </a:cubicBezTo>
                <a:cubicBezTo>
                  <a:pt x="393170" y="70518"/>
                  <a:pt x="401927" y="68826"/>
                  <a:pt x="407547" y="66862"/>
                </a:cubicBezTo>
                <a:cubicBezTo>
                  <a:pt x="407601" y="64844"/>
                  <a:pt x="407628" y="63561"/>
                  <a:pt x="407628" y="63016"/>
                </a:cubicBezTo>
                <a:cubicBezTo>
                  <a:pt x="407628" y="57014"/>
                  <a:pt x="406237" y="52786"/>
                  <a:pt x="403455" y="50331"/>
                </a:cubicBezTo>
                <a:cubicBezTo>
                  <a:pt x="399690" y="47003"/>
                  <a:pt x="394098" y="45339"/>
                  <a:pt x="386678" y="45339"/>
                </a:cubicBezTo>
                <a:cubicBezTo>
                  <a:pt x="379749" y="45339"/>
                  <a:pt x="374634" y="46553"/>
                  <a:pt x="371333" y="48981"/>
                </a:cubicBezTo>
                <a:cubicBezTo>
                  <a:pt x="368032" y="51408"/>
                  <a:pt x="365591" y="55705"/>
                  <a:pt x="364008" y="61870"/>
                </a:cubicBezTo>
                <a:lnTo>
                  <a:pt x="349605" y="59906"/>
                </a:lnTo>
                <a:cubicBezTo>
                  <a:pt x="350914" y="53741"/>
                  <a:pt x="353069" y="48762"/>
                  <a:pt x="356070" y="44970"/>
                </a:cubicBezTo>
                <a:cubicBezTo>
                  <a:pt x="359071" y="41179"/>
                  <a:pt x="363408" y="38260"/>
                  <a:pt x="369082" y="36214"/>
                </a:cubicBezTo>
                <a:cubicBezTo>
                  <a:pt x="374757" y="34168"/>
                  <a:pt x="381331" y="33145"/>
                  <a:pt x="388806" y="33145"/>
                </a:cubicBezTo>
                <a:cubicBezTo>
                  <a:pt x="396226" y="33145"/>
                  <a:pt x="402254" y="34018"/>
                  <a:pt x="406892" y="35764"/>
                </a:cubicBezTo>
                <a:cubicBezTo>
                  <a:pt x="411529" y="37509"/>
                  <a:pt x="414939" y="39705"/>
                  <a:pt x="417122" y="42352"/>
                </a:cubicBezTo>
                <a:cubicBezTo>
                  <a:pt x="419304" y="44998"/>
                  <a:pt x="420832" y="48339"/>
                  <a:pt x="421705" y="52377"/>
                </a:cubicBezTo>
                <a:cubicBezTo>
                  <a:pt x="422196" y="54887"/>
                  <a:pt x="422441" y="59415"/>
                  <a:pt x="422441" y="65962"/>
                </a:cubicBezTo>
                <a:lnTo>
                  <a:pt x="422441" y="85603"/>
                </a:lnTo>
                <a:cubicBezTo>
                  <a:pt x="422441" y="99298"/>
                  <a:pt x="422755" y="107959"/>
                  <a:pt x="423382" y="111587"/>
                </a:cubicBezTo>
                <a:cubicBezTo>
                  <a:pt x="424010" y="115215"/>
                  <a:pt x="425251" y="118693"/>
                  <a:pt x="427106" y="122022"/>
                </a:cubicBezTo>
                <a:lnTo>
                  <a:pt x="411720" y="122022"/>
                </a:lnTo>
                <a:cubicBezTo>
                  <a:pt x="410193" y="118966"/>
                  <a:pt x="409211" y="115393"/>
                  <a:pt x="408774" y="111301"/>
                </a:cubicBezTo>
                <a:moveTo>
                  <a:pt x="407547" y="78402"/>
                </a:moveTo>
                <a:cubicBezTo>
                  <a:pt x="402200" y="80584"/>
                  <a:pt x="394180" y="82439"/>
                  <a:pt x="383486" y="83967"/>
                </a:cubicBezTo>
                <a:cubicBezTo>
                  <a:pt x="377430" y="84840"/>
                  <a:pt x="373147" y="85822"/>
                  <a:pt x="370637" y="86913"/>
                </a:cubicBezTo>
                <a:cubicBezTo>
                  <a:pt x="368128" y="88004"/>
                  <a:pt x="366191" y="89600"/>
                  <a:pt x="364827" y="91700"/>
                </a:cubicBezTo>
                <a:cubicBezTo>
                  <a:pt x="363463" y="93801"/>
                  <a:pt x="362781" y="96133"/>
                  <a:pt x="362781" y="98698"/>
                </a:cubicBezTo>
                <a:cubicBezTo>
                  <a:pt x="362781" y="102626"/>
                  <a:pt x="364268" y="105899"/>
                  <a:pt x="367241" y="108518"/>
                </a:cubicBezTo>
                <a:cubicBezTo>
                  <a:pt x="370215" y="111137"/>
                  <a:pt x="374566" y="112446"/>
                  <a:pt x="380294" y="112446"/>
                </a:cubicBezTo>
                <a:cubicBezTo>
                  <a:pt x="385968" y="112446"/>
                  <a:pt x="391015" y="111205"/>
                  <a:pt x="395434" y="108723"/>
                </a:cubicBezTo>
                <a:cubicBezTo>
                  <a:pt x="399854" y="106240"/>
                  <a:pt x="403100" y="102844"/>
                  <a:pt x="405173" y="98534"/>
                </a:cubicBezTo>
                <a:cubicBezTo>
                  <a:pt x="406756" y="95206"/>
                  <a:pt x="407547" y="90295"/>
                  <a:pt x="407547" y="83803"/>
                </a:cubicBezTo>
                <a:lnTo>
                  <a:pt x="407547" y="78402"/>
                </a:lnTo>
                <a:close/>
                <a:moveTo>
                  <a:pt x="445156" y="122022"/>
                </a:moveTo>
                <a:lnTo>
                  <a:pt x="445156" y="2046"/>
                </a:lnTo>
                <a:lnTo>
                  <a:pt x="459887" y="2046"/>
                </a:lnTo>
                <a:lnTo>
                  <a:pt x="459887" y="122022"/>
                </a:lnTo>
                <a:lnTo>
                  <a:pt x="445156" y="122022"/>
                </a:lnTo>
                <a:close/>
                <a:moveTo>
                  <a:pt x="529253" y="122022"/>
                </a:moveTo>
                <a:lnTo>
                  <a:pt x="529253" y="35109"/>
                </a:lnTo>
                <a:lnTo>
                  <a:pt x="542429" y="35109"/>
                </a:lnTo>
                <a:lnTo>
                  <a:pt x="542429" y="47303"/>
                </a:lnTo>
                <a:cubicBezTo>
                  <a:pt x="545157" y="43047"/>
                  <a:pt x="548785" y="39624"/>
                  <a:pt x="553313" y="37032"/>
                </a:cubicBezTo>
                <a:cubicBezTo>
                  <a:pt x="557842" y="34440"/>
                  <a:pt x="562998" y="33145"/>
                  <a:pt x="568781" y="33145"/>
                </a:cubicBezTo>
                <a:cubicBezTo>
                  <a:pt x="575219" y="33145"/>
                  <a:pt x="580497" y="34481"/>
                  <a:pt x="584617" y="37155"/>
                </a:cubicBezTo>
                <a:cubicBezTo>
                  <a:pt x="588736" y="39828"/>
                  <a:pt x="591641" y="43566"/>
                  <a:pt x="593333" y="48367"/>
                </a:cubicBezTo>
                <a:cubicBezTo>
                  <a:pt x="600207" y="38219"/>
                  <a:pt x="609155" y="33145"/>
                  <a:pt x="620176" y="33145"/>
                </a:cubicBezTo>
                <a:cubicBezTo>
                  <a:pt x="628796" y="33145"/>
                  <a:pt x="635425" y="35532"/>
                  <a:pt x="640062" y="40306"/>
                </a:cubicBezTo>
                <a:cubicBezTo>
                  <a:pt x="644700" y="45080"/>
                  <a:pt x="647019" y="52431"/>
                  <a:pt x="647019" y="62361"/>
                </a:cubicBezTo>
                <a:lnTo>
                  <a:pt x="647019" y="122022"/>
                </a:lnTo>
                <a:lnTo>
                  <a:pt x="632370" y="122022"/>
                </a:lnTo>
                <a:lnTo>
                  <a:pt x="632370" y="67271"/>
                </a:lnTo>
                <a:cubicBezTo>
                  <a:pt x="632370" y="61379"/>
                  <a:pt x="631892" y="57137"/>
                  <a:pt x="630937" y="54546"/>
                </a:cubicBezTo>
                <a:cubicBezTo>
                  <a:pt x="629983" y="51954"/>
                  <a:pt x="628250" y="49867"/>
                  <a:pt x="625741" y="48285"/>
                </a:cubicBezTo>
                <a:cubicBezTo>
                  <a:pt x="623231" y="46703"/>
                  <a:pt x="620285" y="45912"/>
                  <a:pt x="616902" y="45912"/>
                </a:cubicBezTo>
                <a:cubicBezTo>
                  <a:pt x="610791" y="45912"/>
                  <a:pt x="605717" y="47944"/>
                  <a:pt x="601680" y="52009"/>
                </a:cubicBezTo>
                <a:cubicBezTo>
                  <a:pt x="597643" y="56073"/>
                  <a:pt x="595624" y="62579"/>
                  <a:pt x="595624" y="71527"/>
                </a:cubicBezTo>
                <a:lnTo>
                  <a:pt x="595624" y="122022"/>
                </a:lnTo>
                <a:lnTo>
                  <a:pt x="580893" y="122022"/>
                </a:lnTo>
                <a:lnTo>
                  <a:pt x="580893" y="65553"/>
                </a:lnTo>
                <a:cubicBezTo>
                  <a:pt x="580893" y="59006"/>
                  <a:pt x="579693" y="54095"/>
                  <a:pt x="577292" y="50822"/>
                </a:cubicBezTo>
                <a:cubicBezTo>
                  <a:pt x="574892" y="47548"/>
                  <a:pt x="570963" y="45912"/>
                  <a:pt x="565507" y="45912"/>
                </a:cubicBezTo>
                <a:cubicBezTo>
                  <a:pt x="561361" y="45912"/>
                  <a:pt x="557528" y="47003"/>
                  <a:pt x="554009" y="49185"/>
                </a:cubicBezTo>
                <a:cubicBezTo>
                  <a:pt x="550490" y="51367"/>
                  <a:pt x="547939" y="54559"/>
                  <a:pt x="546357" y="58760"/>
                </a:cubicBezTo>
                <a:cubicBezTo>
                  <a:pt x="544775" y="62961"/>
                  <a:pt x="543984" y="69017"/>
                  <a:pt x="543984" y="76928"/>
                </a:cubicBezTo>
                <a:lnTo>
                  <a:pt x="543984" y="122022"/>
                </a:lnTo>
                <a:lnTo>
                  <a:pt x="529253" y="122022"/>
                </a:lnTo>
                <a:close/>
                <a:moveTo>
                  <a:pt x="728935" y="94033"/>
                </a:moveTo>
                <a:lnTo>
                  <a:pt x="744157" y="95915"/>
                </a:lnTo>
                <a:cubicBezTo>
                  <a:pt x="741756" y="104808"/>
                  <a:pt x="737310" y="111710"/>
                  <a:pt x="730817" y="116620"/>
                </a:cubicBezTo>
                <a:cubicBezTo>
                  <a:pt x="724325" y="121531"/>
                  <a:pt x="716032" y="123986"/>
                  <a:pt x="705938" y="123986"/>
                </a:cubicBezTo>
                <a:cubicBezTo>
                  <a:pt x="693226" y="123986"/>
                  <a:pt x="683146" y="120071"/>
                  <a:pt x="675699" y="112242"/>
                </a:cubicBezTo>
                <a:cubicBezTo>
                  <a:pt x="668252" y="104413"/>
                  <a:pt x="664528" y="93433"/>
                  <a:pt x="664528" y="79302"/>
                </a:cubicBezTo>
                <a:cubicBezTo>
                  <a:pt x="664528" y="64680"/>
                  <a:pt x="668292" y="53332"/>
                  <a:pt x="675822" y="45257"/>
                </a:cubicBezTo>
                <a:cubicBezTo>
                  <a:pt x="683351" y="37182"/>
                  <a:pt x="693117" y="33145"/>
                  <a:pt x="705120" y="33145"/>
                </a:cubicBezTo>
                <a:cubicBezTo>
                  <a:pt x="716741" y="33145"/>
                  <a:pt x="726234" y="37100"/>
                  <a:pt x="733600" y="45011"/>
                </a:cubicBezTo>
                <a:cubicBezTo>
                  <a:pt x="740965" y="52922"/>
                  <a:pt x="744648" y="64052"/>
                  <a:pt x="744648" y="78402"/>
                </a:cubicBezTo>
                <a:cubicBezTo>
                  <a:pt x="744648" y="79274"/>
                  <a:pt x="744621" y="80584"/>
                  <a:pt x="744566" y="82330"/>
                </a:cubicBezTo>
                <a:lnTo>
                  <a:pt x="679750" y="82330"/>
                </a:lnTo>
                <a:cubicBezTo>
                  <a:pt x="680295" y="91878"/>
                  <a:pt x="682996" y="99189"/>
                  <a:pt x="687852" y="104263"/>
                </a:cubicBezTo>
                <a:cubicBezTo>
                  <a:pt x="692708" y="109337"/>
                  <a:pt x="698764" y="111874"/>
                  <a:pt x="706020" y="111874"/>
                </a:cubicBezTo>
                <a:cubicBezTo>
                  <a:pt x="711421" y="111874"/>
                  <a:pt x="716032" y="110455"/>
                  <a:pt x="719851" y="107618"/>
                </a:cubicBezTo>
                <a:cubicBezTo>
                  <a:pt x="723670" y="104781"/>
                  <a:pt x="726698" y="100252"/>
                  <a:pt x="728935" y="94033"/>
                </a:cubicBezTo>
                <a:moveTo>
                  <a:pt x="680568" y="70218"/>
                </a:moveTo>
                <a:lnTo>
                  <a:pt x="729099" y="70218"/>
                </a:lnTo>
                <a:cubicBezTo>
                  <a:pt x="728444" y="62907"/>
                  <a:pt x="726589" y="57424"/>
                  <a:pt x="723534" y="53768"/>
                </a:cubicBezTo>
                <a:cubicBezTo>
                  <a:pt x="718842" y="48094"/>
                  <a:pt x="712758" y="45257"/>
                  <a:pt x="705284" y="45257"/>
                </a:cubicBezTo>
                <a:cubicBezTo>
                  <a:pt x="698518" y="45257"/>
                  <a:pt x="692830" y="47521"/>
                  <a:pt x="688220" y="52049"/>
                </a:cubicBezTo>
                <a:cubicBezTo>
                  <a:pt x="683610" y="56578"/>
                  <a:pt x="681059" y="62634"/>
                  <a:pt x="680568" y="70218"/>
                </a:cubicBezTo>
                <a:close/>
                <a:moveTo>
                  <a:pt x="762862" y="122022"/>
                </a:moveTo>
                <a:lnTo>
                  <a:pt x="762862" y="35109"/>
                </a:lnTo>
                <a:lnTo>
                  <a:pt x="776038" y="35109"/>
                </a:lnTo>
                <a:lnTo>
                  <a:pt x="776038" y="47303"/>
                </a:lnTo>
                <a:cubicBezTo>
                  <a:pt x="778766" y="43047"/>
                  <a:pt x="782394" y="39624"/>
                  <a:pt x="786922" y="37032"/>
                </a:cubicBezTo>
                <a:cubicBezTo>
                  <a:pt x="791451" y="34440"/>
                  <a:pt x="796607" y="33145"/>
                  <a:pt x="802390" y="33145"/>
                </a:cubicBezTo>
                <a:cubicBezTo>
                  <a:pt x="808828" y="33145"/>
                  <a:pt x="814106" y="34481"/>
                  <a:pt x="818226" y="37155"/>
                </a:cubicBezTo>
                <a:cubicBezTo>
                  <a:pt x="822345" y="39828"/>
                  <a:pt x="825250" y="43566"/>
                  <a:pt x="826941" y="48367"/>
                </a:cubicBezTo>
                <a:cubicBezTo>
                  <a:pt x="833816" y="38219"/>
                  <a:pt x="842764" y="33145"/>
                  <a:pt x="853785" y="33145"/>
                </a:cubicBezTo>
                <a:cubicBezTo>
                  <a:pt x="862405" y="33145"/>
                  <a:pt x="869034" y="35532"/>
                  <a:pt x="873671" y="40306"/>
                </a:cubicBezTo>
                <a:cubicBezTo>
                  <a:pt x="878309" y="45080"/>
                  <a:pt x="880628" y="52431"/>
                  <a:pt x="880628" y="62361"/>
                </a:cubicBezTo>
                <a:lnTo>
                  <a:pt x="880628" y="122022"/>
                </a:lnTo>
                <a:lnTo>
                  <a:pt x="865979" y="122022"/>
                </a:lnTo>
                <a:lnTo>
                  <a:pt x="865979" y="67271"/>
                </a:lnTo>
                <a:cubicBezTo>
                  <a:pt x="865979" y="61379"/>
                  <a:pt x="865501" y="57137"/>
                  <a:pt x="864546" y="54546"/>
                </a:cubicBezTo>
                <a:cubicBezTo>
                  <a:pt x="863592" y="51954"/>
                  <a:pt x="861859" y="49867"/>
                  <a:pt x="859350" y="48285"/>
                </a:cubicBezTo>
                <a:cubicBezTo>
                  <a:pt x="856840" y="46703"/>
                  <a:pt x="853894" y="45912"/>
                  <a:pt x="850511" y="45912"/>
                </a:cubicBezTo>
                <a:cubicBezTo>
                  <a:pt x="844400" y="45912"/>
                  <a:pt x="839326" y="47944"/>
                  <a:pt x="835289" y="52009"/>
                </a:cubicBezTo>
                <a:cubicBezTo>
                  <a:pt x="831252" y="56073"/>
                  <a:pt x="829233" y="62579"/>
                  <a:pt x="829233" y="71527"/>
                </a:cubicBezTo>
                <a:lnTo>
                  <a:pt x="829233" y="122022"/>
                </a:lnTo>
                <a:lnTo>
                  <a:pt x="814502" y="122022"/>
                </a:lnTo>
                <a:lnTo>
                  <a:pt x="814502" y="65553"/>
                </a:lnTo>
                <a:cubicBezTo>
                  <a:pt x="814502" y="59006"/>
                  <a:pt x="813302" y="54095"/>
                  <a:pt x="810901" y="50822"/>
                </a:cubicBezTo>
                <a:cubicBezTo>
                  <a:pt x="808500" y="47548"/>
                  <a:pt x="804572" y="45912"/>
                  <a:pt x="799116" y="45912"/>
                </a:cubicBezTo>
                <a:cubicBezTo>
                  <a:pt x="794970" y="45912"/>
                  <a:pt x="791137" y="47003"/>
                  <a:pt x="787618" y="49185"/>
                </a:cubicBezTo>
                <a:cubicBezTo>
                  <a:pt x="784099" y="51367"/>
                  <a:pt x="781548" y="54559"/>
                  <a:pt x="779966" y="58760"/>
                </a:cubicBezTo>
                <a:cubicBezTo>
                  <a:pt x="778384" y="62961"/>
                  <a:pt x="777593" y="69017"/>
                  <a:pt x="777593" y="76928"/>
                </a:cubicBezTo>
                <a:lnTo>
                  <a:pt x="777593" y="122022"/>
                </a:lnTo>
                <a:lnTo>
                  <a:pt x="762862" y="122022"/>
                </a:lnTo>
                <a:close/>
                <a:moveTo>
                  <a:pt x="897564" y="78565"/>
                </a:moveTo>
                <a:cubicBezTo>
                  <a:pt x="897564" y="62470"/>
                  <a:pt x="902038" y="50549"/>
                  <a:pt x="910986" y="42802"/>
                </a:cubicBezTo>
                <a:cubicBezTo>
                  <a:pt x="918460" y="36364"/>
                  <a:pt x="927572" y="33145"/>
                  <a:pt x="938320" y="33145"/>
                </a:cubicBezTo>
                <a:cubicBezTo>
                  <a:pt x="950268" y="33145"/>
                  <a:pt x="960034" y="37059"/>
                  <a:pt x="967618" y="44889"/>
                </a:cubicBezTo>
                <a:cubicBezTo>
                  <a:pt x="975202" y="52718"/>
                  <a:pt x="978994" y="63534"/>
                  <a:pt x="978994" y="77338"/>
                </a:cubicBezTo>
                <a:cubicBezTo>
                  <a:pt x="978994" y="88522"/>
                  <a:pt x="977316" y="97320"/>
                  <a:pt x="973961" y="103731"/>
                </a:cubicBezTo>
                <a:cubicBezTo>
                  <a:pt x="970605" y="110141"/>
                  <a:pt x="965722" y="115120"/>
                  <a:pt x="959311" y="118666"/>
                </a:cubicBezTo>
                <a:cubicBezTo>
                  <a:pt x="952901" y="122213"/>
                  <a:pt x="945903" y="123986"/>
                  <a:pt x="938320" y="123986"/>
                </a:cubicBezTo>
                <a:cubicBezTo>
                  <a:pt x="926153" y="123986"/>
                  <a:pt x="916319" y="120085"/>
                  <a:pt x="908817" y="112283"/>
                </a:cubicBezTo>
                <a:cubicBezTo>
                  <a:pt x="901315" y="104481"/>
                  <a:pt x="897564" y="93242"/>
                  <a:pt x="897564" y="78565"/>
                </a:cubicBezTo>
                <a:moveTo>
                  <a:pt x="912704" y="78565"/>
                </a:moveTo>
                <a:cubicBezTo>
                  <a:pt x="912704" y="89695"/>
                  <a:pt x="915132" y="98029"/>
                  <a:pt x="919988" y="103567"/>
                </a:cubicBezTo>
                <a:cubicBezTo>
                  <a:pt x="924844" y="109105"/>
                  <a:pt x="930954" y="111874"/>
                  <a:pt x="938320" y="111874"/>
                </a:cubicBezTo>
                <a:cubicBezTo>
                  <a:pt x="945631" y="111874"/>
                  <a:pt x="951714" y="109091"/>
                  <a:pt x="956570" y="103526"/>
                </a:cubicBezTo>
                <a:cubicBezTo>
                  <a:pt x="961426" y="97961"/>
                  <a:pt x="963853" y="89477"/>
                  <a:pt x="963853" y="78074"/>
                </a:cubicBezTo>
                <a:cubicBezTo>
                  <a:pt x="963853" y="67326"/>
                  <a:pt x="961412" y="59183"/>
                  <a:pt x="956529" y="53645"/>
                </a:cubicBezTo>
                <a:cubicBezTo>
                  <a:pt x="951646" y="48108"/>
                  <a:pt x="945576" y="45339"/>
                  <a:pt x="938320" y="45339"/>
                </a:cubicBezTo>
                <a:cubicBezTo>
                  <a:pt x="930954" y="45339"/>
                  <a:pt x="924844" y="48094"/>
                  <a:pt x="919988" y="53604"/>
                </a:cubicBezTo>
                <a:cubicBezTo>
                  <a:pt x="915132" y="59115"/>
                  <a:pt x="912704" y="67435"/>
                  <a:pt x="912704" y="78565"/>
                </a:cubicBezTo>
                <a:close/>
                <a:moveTo>
                  <a:pt x="996307" y="122022"/>
                </a:moveTo>
                <a:lnTo>
                  <a:pt x="996307" y="35109"/>
                </a:lnTo>
                <a:lnTo>
                  <a:pt x="1009565" y="35109"/>
                </a:lnTo>
                <a:lnTo>
                  <a:pt x="1009565" y="48285"/>
                </a:lnTo>
                <a:cubicBezTo>
                  <a:pt x="1012947" y="42120"/>
                  <a:pt x="1016071" y="38055"/>
                  <a:pt x="1018935" y="36091"/>
                </a:cubicBezTo>
                <a:cubicBezTo>
                  <a:pt x="1021800" y="34127"/>
                  <a:pt x="1024950" y="33145"/>
                  <a:pt x="1028388" y="33145"/>
                </a:cubicBezTo>
                <a:cubicBezTo>
                  <a:pt x="1033353" y="33145"/>
                  <a:pt x="1038399" y="34727"/>
                  <a:pt x="1043528" y="37891"/>
                </a:cubicBezTo>
                <a:lnTo>
                  <a:pt x="1038454" y="51558"/>
                </a:lnTo>
                <a:cubicBezTo>
                  <a:pt x="1034853" y="49431"/>
                  <a:pt x="1031252" y="48367"/>
                  <a:pt x="1027651" y="48367"/>
                </a:cubicBezTo>
                <a:cubicBezTo>
                  <a:pt x="1024432" y="48367"/>
                  <a:pt x="1021541" y="49335"/>
                  <a:pt x="1018976" y="51272"/>
                </a:cubicBezTo>
                <a:cubicBezTo>
                  <a:pt x="1016412" y="53209"/>
                  <a:pt x="1014584" y="55896"/>
                  <a:pt x="1013493" y="59333"/>
                </a:cubicBezTo>
                <a:cubicBezTo>
                  <a:pt x="1011856" y="64571"/>
                  <a:pt x="1011038" y="70300"/>
                  <a:pt x="1011038" y="76519"/>
                </a:cubicBezTo>
                <a:lnTo>
                  <a:pt x="1011038" y="122022"/>
                </a:lnTo>
                <a:lnTo>
                  <a:pt x="996307" y="122022"/>
                </a:lnTo>
                <a:close/>
                <a:moveTo>
                  <a:pt x="1052198" y="155494"/>
                </a:moveTo>
                <a:lnTo>
                  <a:pt x="1050561" y="141663"/>
                </a:lnTo>
                <a:cubicBezTo>
                  <a:pt x="1053780" y="142536"/>
                  <a:pt x="1056590" y="142972"/>
                  <a:pt x="1058991" y="142972"/>
                </a:cubicBezTo>
                <a:cubicBezTo>
                  <a:pt x="1062264" y="142972"/>
                  <a:pt x="1064883" y="142427"/>
                  <a:pt x="1066847" y="141336"/>
                </a:cubicBezTo>
                <a:cubicBezTo>
                  <a:pt x="1068811" y="140244"/>
                  <a:pt x="1070421" y="138717"/>
                  <a:pt x="1071676" y="136753"/>
                </a:cubicBezTo>
                <a:cubicBezTo>
                  <a:pt x="1072603" y="135279"/>
                  <a:pt x="1074104" y="131624"/>
                  <a:pt x="1076177" y="125786"/>
                </a:cubicBezTo>
                <a:cubicBezTo>
                  <a:pt x="1076450" y="124968"/>
                  <a:pt x="1076886" y="123767"/>
                  <a:pt x="1077486" y="122185"/>
                </a:cubicBezTo>
                <a:lnTo>
                  <a:pt x="1044505" y="35109"/>
                </a:lnTo>
                <a:lnTo>
                  <a:pt x="1060382" y="35109"/>
                </a:lnTo>
                <a:lnTo>
                  <a:pt x="1078468" y="85440"/>
                </a:lnTo>
                <a:cubicBezTo>
                  <a:pt x="1080814" y="91823"/>
                  <a:pt x="1082915" y="98534"/>
                  <a:pt x="1084770" y="105572"/>
                </a:cubicBezTo>
                <a:cubicBezTo>
                  <a:pt x="1086461" y="98807"/>
                  <a:pt x="1088480" y="92205"/>
                  <a:pt x="1090826" y="85767"/>
                </a:cubicBezTo>
                <a:lnTo>
                  <a:pt x="1109403" y="35109"/>
                </a:lnTo>
                <a:lnTo>
                  <a:pt x="1124134" y="35109"/>
                </a:lnTo>
                <a:lnTo>
                  <a:pt x="1091072" y="123495"/>
                </a:lnTo>
                <a:cubicBezTo>
                  <a:pt x="1087525" y="133043"/>
                  <a:pt x="1084770" y="139617"/>
                  <a:pt x="1082806" y="143218"/>
                </a:cubicBezTo>
                <a:cubicBezTo>
                  <a:pt x="1080187" y="148074"/>
                  <a:pt x="1077186" y="151634"/>
                  <a:pt x="1073804" y="153898"/>
                </a:cubicBezTo>
                <a:cubicBezTo>
                  <a:pt x="1070421" y="156162"/>
                  <a:pt x="1066384" y="157294"/>
                  <a:pt x="1061691" y="157294"/>
                </a:cubicBezTo>
                <a:cubicBezTo>
                  <a:pt x="1058854" y="157294"/>
                  <a:pt x="1055690" y="156694"/>
                  <a:pt x="1052198" y="155494"/>
                </a:cubicBezTo>
                <a:close/>
                <a:moveTo>
                  <a:pt x="1240460" y="90186"/>
                </a:moveTo>
                <a:lnTo>
                  <a:pt x="1254945" y="92069"/>
                </a:lnTo>
                <a:cubicBezTo>
                  <a:pt x="1253363" y="102053"/>
                  <a:pt x="1249312" y="109869"/>
                  <a:pt x="1242792" y="115515"/>
                </a:cubicBezTo>
                <a:cubicBezTo>
                  <a:pt x="1236272" y="121162"/>
                  <a:pt x="1228266" y="123986"/>
                  <a:pt x="1218772" y="123986"/>
                </a:cubicBezTo>
                <a:cubicBezTo>
                  <a:pt x="1206879" y="123986"/>
                  <a:pt x="1197317" y="120098"/>
                  <a:pt x="1190088" y="112324"/>
                </a:cubicBezTo>
                <a:cubicBezTo>
                  <a:pt x="1182859" y="104549"/>
                  <a:pt x="1179244" y="93405"/>
                  <a:pt x="1179244" y="78893"/>
                </a:cubicBezTo>
                <a:cubicBezTo>
                  <a:pt x="1179244" y="69508"/>
                  <a:pt x="1180799" y="61297"/>
                  <a:pt x="1183909" y="54259"/>
                </a:cubicBezTo>
                <a:cubicBezTo>
                  <a:pt x="1187019" y="47221"/>
                  <a:pt x="1191752" y="41942"/>
                  <a:pt x="1198108" y="38423"/>
                </a:cubicBezTo>
                <a:cubicBezTo>
                  <a:pt x="1204464" y="34904"/>
                  <a:pt x="1211380" y="33145"/>
                  <a:pt x="1218854" y="33145"/>
                </a:cubicBezTo>
                <a:cubicBezTo>
                  <a:pt x="1228293" y="33145"/>
                  <a:pt x="1236013" y="35532"/>
                  <a:pt x="1242015" y="40306"/>
                </a:cubicBezTo>
                <a:cubicBezTo>
                  <a:pt x="1248016" y="45080"/>
                  <a:pt x="1251863" y="51859"/>
                  <a:pt x="1253554" y="60643"/>
                </a:cubicBezTo>
                <a:lnTo>
                  <a:pt x="1239232" y="62852"/>
                </a:lnTo>
                <a:cubicBezTo>
                  <a:pt x="1237868" y="57014"/>
                  <a:pt x="1235454" y="52622"/>
                  <a:pt x="1231989" y="49676"/>
                </a:cubicBezTo>
                <a:cubicBezTo>
                  <a:pt x="1228525" y="46730"/>
                  <a:pt x="1224338" y="45257"/>
                  <a:pt x="1219427" y="45257"/>
                </a:cubicBezTo>
                <a:cubicBezTo>
                  <a:pt x="1212007" y="45257"/>
                  <a:pt x="1205978" y="47917"/>
                  <a:pt x="1201341" y="53236"/>
                </a:cubicBezTo>
                <a:cubicBezTo>
                  <a:pt x="1196703" y="58556"/>
                  <a:pt x="1194385" y="66971"/>
                  <a:pt x="1194385" y="78483"/>
                </a:cubicBezTo>
                <a:cubicBezTo>
                  <a:pt x="1194385" y="90159"/>
                  <a:pt x="1196621" y="98643"/>
                  <a:pt x="1201095" y="103935"/>
                </a:cubicBezTo>
                <a:cubicBezTo>
                  <a:pt x="1205569" y="109227"/>
                  <a:pt x="1211407" y="111874"/>
                  <a:pt x="1218609" y="111874"/>
                </a:cubicBezTo>
                <a:cubicBezTo>
                  <a:pt x="1224392" y="111874"/>
                  <a:pt x="1229221" y="110100"/>
                  <a:pt x="1233094" y="106554"/>
                </a:cubicBezTo>
                <a:cubicBezTo>
                  <a:pt x="1236968" y="103008"/>
                  <a:pt x="1239423" y="97552"/>
                  <a:pt x="1240460" y="90186"/>
                </a:cubicBezTo>
                <a:close/>
                <a:moveTo>
                  <a:pt x="1262065" y="78565"/>
                </a:moveTo>
                <a:cubicBezTo>
                  <a:pt x="1262065" y="62470"/>
                  <a:pt x="1266539" y="50549"/>
                  <a:pt x="1275487" y="42802"/>
                </a:cubicBezTo>
                <a:cubicBezTo>
                  <a:pt x="1282961" y="36364"/>
                  <a:pt x="1292073" y="33145"/>
                  <a:pt x="1302821" y="33145"/>
                </a:cubicBezTo>
                <a:cubicBezTo>
                  <a:pt x="1314769" y="33145"/>
                  <a:pt x="1324535" y="37059"/>
                  <a:pt x="1332119" y="44889"/>
                </a:cubicBezTo>
                <a:cubicBezTo>
                  <a:pt x="1339703" y="52718"/>
                  <a:pt x="1343495" y="63534"/>
                  <a:pt x="1343495" y="77338"/>
                </a:cubicBezTo>
                <a:cubicBezTo>
                  <a:pt x="1343495" y="88522"/>
                  <a:pt x="1341817" y="97320"/>
                  <a:pt x="1338462" y="103731"/>
                </a:cubicBezTo>
                <a:cubicBezTo>
                  <a:pt x="1335106" y="110141"/>
                  <a:pt x="1330223" y="115120"/>
                  <a:pt x="1323812" y="118666"/>
                </a:cubicBezTo>
                <a:cubicBezTo>
                  <a:pt x="1317402" y="122213"/>
                  <a:pt x="1310404" y="123986"/>
                  <a:pt x="1302821" y="123986"/>
                </a:cubicBezTo>
                <a:cubicBezTo>
                  <a:pt x="1290654" y="123986"/>
                  <a:pt x="1280820" y="120085"/>
                  <a:pt x="1273318" y="112283"/>
                </a:cubicBezTo>
                <a:cubicBezTo>
                  <a:pt x="1265816" y="104481"/>
                  <a:pt x="1262065" y="93242"/>
                  <a:pt x="1262065" y="78565"/>
                </a:cubicBezTo>
                <a:moveTo>
                  <a:pt x="1277205" y="78565"/>
                </a:moveTo>
                <a:cubicBezTo>
                  <a:pt x="1277205" y="89695"/>
                  <a:pt x="1279633" y="98029"/>
                  <a:pt x="1284489" y="103567"/>
                </a:cubicBezTo>
                <a:cubicBezTo>
                  <a:pt x="1289345" y="109105"/>
                  <a:pt x="1295455" y="111874"/>
                  <a:pt x="1302821" y="111874"/>
                </a:cubicBezTo>
                <a:cubicBezTo>
                  <a:pt x="1310132" y="111874"/>
                  <a:pt x="1316215" y="109091"/>
                  <a:pt x="1321071" y="103526"/>
                </a:cubicBezTo>
                <a:cubicBezTo>
                  <a:pt x="1325927" y="97961"/>
                  <a:pt x="1328354" y="89477"/>
                  <a:pt x="1328354" y="78074"/>
                </a:cubicBezTo>
                <a:cubicBezTo>
                  <a:pt x="1328354" y="67326"/>
                  <a:pt x="1325913" y="59183"/>
                  <a:pt x="1321030" y="53645"/>
                </a:cubicBezTo>
                <a:cubicBezTo>
                  <a:pt x="1316147" y="48108"/>
                  <a:pt x="1310077" y="45339"/>
                  <a:pt x="1302821" y="45339"/>
                </a:cubicBezTo>
                <a:cubicBezTo>
                  <a:pt x="1295455" y="45339"/>
                  <a:pt x="1289345" y="48094"/>
                  <a:pt x="1284489" y="53604"/>
                </a:cubicBezTo>
                <a:cubicBezTo>
                  <a:pt x="1279633" y="59115"/>
                  <a:pt x="1277205" y="67435"/>
                  <a:pt x="1277205" y="78565"/>
                </a:cubicBezTo>
                <a:close/>
                <a:moveTo>
                  <a:pt x="1361022" y="122022"/>
                </a:moveTo>
                <a:lnTo>
                  <a:pt x="1361022" y="35109"/>
                </a:lnTo>
                <a:lnTo>
                  <a:pt x="1374280" y="35109"/>
                </a:lnTo>
                <a:lnTo>
                  <a:pt x="1374280" y="47466"/>
                </a:lnTo>
                <a:cubicBezTo>
                  <a:pt x="1380664" y="37919"/>
                  <a:pt x="1389884" y="33145"/>
                  <a:pt x="1401942" y="33145"/>
                </a:cubicBezTo>
                <a:cubicBezTo>
                  <a:pt x="1407179" y="33145"/>
                  <a:pt x="1411994" y="34086"/>
                  <a:pt x="1416386" y="35968"/>
                </a:cubicBezTo>
                <a:cubicBezTo>
                  <a:pt x="1420778" y="37850"/>
                  <a:pt x="1424065" y="40319"/>
                  <a:pt x="1426248" y="43375"/>
                </a:cubicBezTo>
                <a:cubicBezTo>
                  <a:pt x="1428430" y="46430"/>
                  <a:pt x="1429958" y="50058"/>
                  <a:pt x="1430831" y="54259"/>
                </a:cubicBezTo>
                <a:cubicBezTo>
                  <a:pt x="1431376" y="56987"/>
                  <a:pt x="1431649" y="61761"/>
                  <a:pt x="1431649" y="68581"/>
                </a:cubicBezTo>
                <a:lnTo>
                  <a:pt x="1431649" y="122022"/>
                </a:lnTo>
                <a:lnTo>
                  <a:pt x="1416918" y="122022"/>
                </a:lnTo>
                <a:lnTo>
                  <a:pt x="1416918" y="69154"/>
                </a:lnTo>
                <a:cubicBezTo>
                  <a:pt x="1416918" y="63152"/>
                  <a:pt x="1416345" y="58665"/>
                  <a:pt x="1415199" y="55691"/>
                </a:cubicBezTo>
                <a:cubicBezTo>
                  <a:pt x="1414054" y="52718"/>
                  <a:pt x="1412021" y="50344"/>
                  <a:pt x="1409102" y="48571"/>
                </a:cubicBezTo>
                <a:cubicBezTo>
                  <a:pt x="1406184" y="46798"/>
                  <a:pt x="1402760" y="45912"/>
                  <a:pt x="1398832" y="45912"/>
                </a:cubicBezTo>
                <a:cubicBezTo>
                  <a:pt x="1392557" y="45912"/>
                  <a:pt x="1387142" y="47903"/>
                  <a:pt x="1382587" y="51886"/>
                </a:cubicBezTo>
                <a:cubicBezTo>
                  <a:pt x="1378031" y="55869"/>
                  <a:pt x="1375753" y="63425"/>
                  <a:pt x="1375753" y="74555"/>
                </a:cubicBezTo>
                <a:lnTo>
                  <a:pt x="1375753" y="122022"/>
                </a:lnTo>
                <a:lnTo>
                  <a:pt x="1361022" y="122022"/>
                </a:lnTo>
                <a:close/>
                <a:moveTo>
                  <a:pt x="1486659" y="108846"/>
                </a:moveTo>
                <a:lnTo>
                  <a:pt x="1488786" y="121858"/>
                </a:lnTo>
                <a:cubicBezTo>
                  <a:pt x="1484640" y="122731"/>
                  <a:pt x="1480930" y="123167"/>
                  <a:pt x="1477656" y="123167"/>
                </a:cubicBezTo>
                <a:cubicBezTo>
                  <a:pt x="1472309" y="123167"/>
                  <a:pt x="1468163" y="122322"/>
                  <a:pt x="1465217" y="120630"/>
                </a:cubicBezTo>
                <a:cubicBezTo>
                  <a:pt x="1462271" y="118939"/>
                  <a:pt x="1460197" y="116716"/>
                  <a:pt x="1458997" y="113960"/>
                </a:cubicBezTo>
                <a:cubicBezTo>
                  <a:pt x="1457797" y="111205"/>
                  <a:pt x="1457197" y="105408"/>
                  <a:pt x="1457197" y="96570"/>
                </a:cubicBezTo>
                <a:lnTo>
                  <a:pt x="1457197" y="46566"/>
                </a:lnTo>
                <a:lnTo>
                  <a:pt x="1446394" y="46566"/>
                </a:lnTo>
                <a:lnTo>
                  <a:pt x="1446394" y="35109"/>
                </a:lnTo>
                <a:lnTo>
                  <a:pt x="1457197" y="35109"/>
                </a:lnTo>
                <a:lnTo>
                  <a:pt x="1457197" y="13585"/>
                </a:lnTo>
                <a:lnTo>
                  <a:pt x="1471846" y="4747"/>
                </a:lnTo>
                <a:lnTo>
                  <a:pt x="1471846" y="35109"/>
                </a:lnTo>
                <a:lnTo>
                  <a:pt x="1486659" y="35109"/>
                </a:lnTo>
                <a:lnTo>
                  <a:pt x="1486659" y="46566"/>
                </a:lnTo>
                <a:lnTo>
                  <a:pt x="1471846" y="46566"/>
                </a:lnTo>
                <a:lnTo>
                  <a:pt x="1471846" y="97388"/>
                </a:lnTo>
                <a:cubicBezTo>
                  <a:pt x="1471846" y="101589"/>
                  <a:pt x="1472105" y="104290"/>
                  <a:pt x="1472623" y="105490"/>
                </a:cubicBezTo>
                <a:cubicBezTo>
                  <a:pt x="1473141" y="106690"/>
                  <a:pt x="1473987" y="107645"/>
                  <a:pt x="1475160" y="108355"/>
                </a:cubicBezTo>
                <a:cubicBezTo>
                  <a:pt x="1476333" y="109064"/>
                  <a:pt x="1478011" y="109418"/>
                  <a:pt x="1480193" y="109418"/>
                </a:cubicBezTo>
                <a:cubicBezTo>
                  <a:pt x="1481830" y="109418"/>
                  <a:pt x="1483985" y="109227"/>
                  <a:pt x="1486659" y="108846"/>
                </a:cubicBezTo>
                <a:close/>
                <a:moveTo>
                  <a:pt x="1501061" y="122022"/>
                </a:moveTo>
                <a:lnTo>
                  <a:pt x="1501061" y="35109"/>
                </a:lnTo>
                <a:lnTo>
                  <a:pt x="1514319" y="35109"/>
                </a:lnTo>
                <a:lnTo>
                  <a:pt x="1514319" y="48285"/>
                </a:lnTo>
                <a:cubicBezTo>
                  <a:pt x="1517701" y="42120"/>
                  <a:pt x="1520825" y="38055"/>
                  <a:pt x="1523689" y="36091"/>
                </a:cubicBezTo>
                <a:cubicBezTo>
                  <a:pt x="1526553" y="34127"/>
                  <a:pt x="1529704" y="33145"/>
                  <a:pt x="1533141" y="33145"/>
                </a:cubicBezTo>
                <a:cubicBezTo>
                  <a:pt x="1538106" y="33145"/>
                  <a:pt x="1543153" y="34727"/>
                  <a:pt x="1548282" y="37891"/>
                </a:cubicBezTo>
                <a:lnTo>
                  <a:pt x="1543208" y="51558"/>
                </a:lnTo>
                <a:cubicBezTo>
                  <a:pt x="1539607" y="49431"/>
                  <a:pt x="1536006" y="48367"/>
                  <a:pt x="1532405" y="48367"/>
                </a:cubicBezTo>
                <a:cubicBezTo>
                  <a:pt x="1529186" y="48367"/>
                  <a:pt x="1526294" y="49335"/>
                  <a:pt x="1523730" y="51272"/>
                </a:cubicBezTo>
                <a:cubicBezTo>
                  <a:pt x="1521166" y="53209"/>
                  <a:pt x="1519338" y="55896"/>
                  <a:pt x="1518247" y="59333"/>
                </a:cubicBezTo>
                <a:cubicBezTo>
                  <a:pt x="1516610" y="64571"/>
                  <a:pt x="1515792" y="70300"/>
                  <a:pt x="1515792" y="76519"/>
                </a:cubicBezTo>
                <a:lnTo>
                  <a:pt x="1515792" y="122022"/>
                </a:lnTo>
                <a:lnTo>
                  <a:pt x="1501061" y="122022"/>
                </a:lnTo>
                <a:close/>
                <a:moveTo>
                  <a:pt x="1552140" y="78565"/>
                </a:moveTo>
                <a:cubicBezTo>
                  <a:pt x="1552140" y="62470"/>
                  <a:pt x="1556614" y="50549"/>
                  <a:pt x="1565562" y="42802"/>
                </a:cubicBezTo>
                <a:cubicBezTo>
                  <a:pt x="1573037" y="36364"/>
                  <a:pt x="1582148" y="33145"/>
                  <a:pt x="1592896" y="33145"/>
                </a:cubicBezTo>
                <a:cubicBezTo>
                  <a:pt x="1604845" y="33145"/>
                  <a:pt x="1614611" y="37059"/>
                  <a:pt x="1622194" y="44889"/>
                </a:cubicBezTo>
                <a:cubicBezTo>
                  <a:pt x="1629778" y="52718"/>
                  <a:pt x="1633570" y="63534"/>
                  <a:pt x="1633570" y="77338"/>
                </a:cubicBezTo>
                <a:cubicBezTo>
                  <a:pt x="1633570" y="88522"/>
                  <a:pt x="1631892" y="97320"/>
                  <a:pt x="1628537" y="103731"/>
                </a:cubicBezTo>
                <a:cubicBezTo>
                  <a:pt x="1625182" y="110141"/>
                  <a:pt x="1620299" y="115120"/>
                  <a:pt x="1613888" y="118666"/>
                </a:cubicBezTo>
                <a:cubicBezTo>
                  <a:pt x="1607477" y="122213"/>
                  <a:pt x="1600480" y="123986"/>
                  <a:pt x="1592896" y="123986"/>
                </a:cubicBezTo>
                <a:cubicBezTo>
                  <a:pt x="1580729" y="123986"/>
                  <a:pt x="1570895" y="120085"/>
                  <a:pt x="1563393" y="112283"/>
                </a:cubicBezTo>
                <a:cubicBezTo>
                  <a:pt x="1555891" y="104481"/>
                  <a:pt x="1552140" y="93242"/>
                  <a:pt x="1552140" y="78565"/>
                </a:cubicBezTo>
                <a:moveTo>
                  <a:pt x="1567281" y="78565"/>
                </a:moveTo>
                <a:cubicBezTo>
                  <a:pt x="1567281" y="89695"/>
                  <a:pt x="1569709" y="98029"/>
                  <a:pt x="1574564" y="103567"/>
                </a:cubicBezTo>
                <a:cubicBezTo>
                  <a:pt x="1579420" y="109105"/>
                  <a:pt x="1585531" y="111874"/>
                  <a:pt x="1592896" y="111874"/>
                </a:cubicBezTo>
                <a:cubicBezTo>
                  <a:pt x="1600207" y="111874"/>
                  <a:pt x="1606290" y="109091"/>
                  <a:pt x="1611146" y="103526"/>
                </a:cubicBezTo>
                <a:cubicBezTo>
                  <a:pt x="1616002" y="97961"/>
                  <a:pt x="1618430" y="89477"/>
                  <a:pt x="1618430" y="78074"/>
                </a:cubicBezTo>
                <a:cubicBezTo>
                  <a:pt x="1618430" y="67326"/>
                  <a:pt x="1615988" y="59183"/>
                  <a:pt x="1611105" y="53645"/>
                </a:cubicBezTo>
                <a:cubicBezTo>
                  <a:pt x="1606222" y="48108"/>
                  <a:pt x="1600153" y="45339"/>
                  <a:pt x="1592896" y="45339"/>
                </a:cubicBezTo>
                <a:cubicBezTo>
                  <a:pt x="1585531" y="45339"/>
                  <a:pt x="1579420" y="48094"/>
                  <a:pt x="1574564" y="53604"/>
                </a:cubicBezTo>
                <a:cubicBezTo>
                  <a:pt x="1569709" y="59115"/>
                  <a:pt x="1567281" y="67435"/>
                  <a:pt x="1567281" y="78565"/>
                </a:cubicBezTo>
                <a:close/>
                <a:moveTo>
                  <a:pt x="1650770" y="122022"/>
                </a:moveTo>
                <a:lnTo>
                  <a:pt x="1650770" y="2046"/>
                </a:lnTo>
                <a:lnTo>
                  <a:pt x="1665501" y="2046"/>
                </a:lnTo>
                <a:lnTo>
                  <a:pt x="1665501" y="122022"/>
                </a:lnTo>
                <a:lnTo>
                  <a:pt x="1650770" y="122022"/>
                </a:lnTo>
                <a:close/>
                <a:moveTo>
                  <a:pt x="1750869" y="157294"/>
                </a:moveTo>
                <a:cubicBezTo>
                  <a:pt x="1742303" y="138526"/>
                  <a:pt x="1738021" y="119239"/>
                  <a:pt x="1738021" y="99434"/>
                </a:cubicBezTo>
                <a:cubicBezTo>
                  <a:pt x="1738021" y="86231"/>
                  <a:pt x="1739753" y="73941"/>
                  <a:pt x="1743217" y="62566"/>
                </a:cubicBezTo>
                <a:cubicBezTo>
                  <a:pt x="1746682" y="51190"/>
                  <a:pt x="1751960" y="39937"/>
                  <a:pt x="1759053" y="28807"/>
                </a:cubicBezTo>
                <a:cubicBezTo>
                  <a:pt x="1763745" y="21387"/>
                  <a:pt x="1771247" y="11785"/>
                  <a:pt x="1781559" y="0"/>
                </a:cubicBezTo>
                <a:lnTo>
                  <a:pt x="1793098" y="0"/>
                </a:lnTo>
                <a:cubicBezTo>
                  <a:pt x="1786715" y="6820"/>
                  <a:pt x="1779963" y="16422"/>
                  <a:pt x="1772843" y="28807"/>
                </a:cubicBezTo>
                <a:cubicBezTo>
                  <a:pt x="1765723" y="41192"/>
                  <a:pt x="1760553" y="53359"/>
                  <a:pt x="1757334" y="65307"/>
                </a:cubicBezTo>
                <a:cubicBezTo>
                  <a:pt x="1754115" y="77256"/>
                  <a:pt x="1752506" y="89259"/>
                  <a:pt x="1752506" y="101316"/>
                </a:cubicBezTo>
                <a:cubicBezTo>
                  <a:pt x="1752506" y="119321"/>
                  <a:pt x="1755643" y="137980"/>
                  <a:pt x="1761917" y="157294"/>
                </a:cubicBezTo>
                <a:lnTo>
                  <a:pt x="1750869" y="157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§IV">
            <a:extLst xmlns:a="http://schemas.openxmlformats.org/drawingml/2006/main">
              <a:ext uri="{FF2B5EF4-FFF2-40B4-BE49-F238E27FC236}">
                <a16:creationId xmlns:a16="http://schemas.microsoft.com/office/drawing/2014/main" id="{898F9723-0185-4DDE-9041-92A27A15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920" y="4221282"/>
            <a:ext cx="261977" cy="157294"/>
          </a:xfrm>
          <a:custGeom xmlns:a="http://schemas.openxmlformats.org/drawingml/2006/main">
            <a:pathLst>
              <a:path w="261977" h="157294">
                <a:moveTo>
                  <a:pt x="0" y="129387"/>
                </a:moveTo>
                <a:lnTo>
                  <a:pt x="13585" y="125950"/>
                </a:lnTo>
                <a:cubicBezTo>
                  <a:pt x="14895" y="132497"/>
                  <a:pt x="17609" y="137516"/>
                  <a:pt x="21728" y="141008"/>
                </a:cubicBezTo>
                <a:cubicBezTo>
                  <a:pt x="25847" y="144500"/>
                  <a:pt x="30690" y="146246"/>
                  <a:pt x="36255" y="146246"/>
                </a:cubicBezTo>
                <a:cubicBezTo>
                  <a:pt x="41656" y="146246"/>
                  <a:pt x="46089" y="144664"/>
                  <a:pt x="49553" y="141499"/>
                </a:cubicBezTo>
                <a:cubicBezTo>
                  <a:pt x="53018" y="138335"/>
                  <a:pt x="54750" y="134734"/>
                  <a:pt x="54750" y="130697"/>
                </a:cubicBezTo>
                <a:cubicBezTo>
                  <a:pt x="54750" y="129005"/>
                  <a:pt x="54396" y="127327"/>
                  <a:pt x="53686" y="125663"/>
                </a:cubicBezTo>
                <a:cubicBezTo>
                  <a:pt x="52977" y="123999"/>
                  <a:pt x="51913" y="122322"/>
                  <a:pt x="50495" y="120630"/>
                </a:cubicBezTo>
                <a:cubicBezTo>
                  <a:pt x="48476" y="118175"/>
                  <a:pt x="40510" y="111383"/>
                  <a:pt x="26598" y="100252"/>
                </a:cubicBezTo>
                <a:cubicBezTo>
                  <a:pt x="21087" y="95888"/>
                  <a:pt x="17377" y="92641"/>
                  <a:pt x="15468" y="90514"/>
                </a:cubicBezTo>
                <a:cubicBezTo>
                  <a:pt x="12576" y="87349"/>
                  <a:pt x="10530" y="84389"/>
                  <a:pt x="9330" y="81634"/>
                </a:cubicBezTo>
                <a:cubicBezTo>
                  <a:pt x="8129" y="78879"/>
                  <a:pt x="7529" y="75755"/>
                  <a:pt x="7529" y="72264"/>
                </a:cubicBezTo>
                <a:cubicBezTo>
                  <a:pt x="7529" y="66317"/>
                  <a:pt x="9275" y="61093"/>
                  <a:pt x="12767" y="56592"/>
                </a:cubicBezTo>
                <a:cubicBezTo>
                  <a:pt x="16259" y="52090"/>
                  <a:pt x="22260" y="47712"/>
                  <a:pt x="30771" y="43456"/>
                </a:cubicBezTo>
                <a:cubicBezTo>
                  <a:pt x="26461" y="38219"/>
                  <a:pt x="24306" y="32708"/>
                  <a:pt x="24306" y="26925"/>
                </a:cubicBezTo>
                <a:cubicBezTo>
                  <a:pt x="24306" y="19287"/>
                  <a:pt x="27102" y="12890"/>
                  <a:pt x="32695" y="7734"/>
                </a:cubicBezTo>
                <a:cubicBezTo>
                  <a:pt x="38287" y="2578"/>
                  <a:pt x="46103" y="0"/>
                  <a:pt x="56141" y="0"/>
                </a:cubicBezTo>
                <a:cubicBezTo>
                  <a:pt x="65635" y="0"/>
                  <a:pt x="72932" y="2182"/>
                  <a:pt x="78033" y="6547"/>
                </a:cubicBezTo>
                <a:cubicBezTo>
                  <a:pt x="83135" y="10912"/>
                  <a:pt x="86449" y="17977"/>
                  <a:pt x="87977" y="27743"/>
                </a:cubicBezTo>
                <a:lnTo>
                  <a:pt x="73164" y="29462"/>
                </a:lnTo>
                <a:cubicBezTo>
                  <a:pt x="73109" y="23897"/>
                  <a:pt x="71500" y="19573"/>
                  <a:pt x="68335" y="16491"/>
                </a:cubicBezTo>
                <a:cubicBezTo>
                  <a:pt x="65171" y="13408"/>
                  <a:pt x="60833" y="11867"/>
                  <a:pt x="55323" y="11867"/>
                </a:cubicBezTo>
                <a:cubicBezTo>
                  <a:pt x="50304" y="11867"/>
                  <a:pt x="46212" y="13312"/>
                  <a:pt x="43047" y="16204"/>
                </a:cubicBezTo>
                <a:cubicBezTo>
                  <a:pt x="39883" y="19096"/>
                  <a:pt x="38301" y="22506"/>
                  <a:pt x="38301" y="26434"/>
                </a:cubicBezTo>
                <a:cubicBezTo>
                  <a:pt x="38301" y="29271"/>
                  <a:pt x="39351" y="32381"/>
                  <a:pt x="41451" y="35764"/>
                </a:cubicBezTo>
                <a:cubicBezTo>
                  <a:pt x="43552" y="39146"/>
                  <a:pt x="48612" y="44084"/>
                  <a:pt x="56632" y="50576"/>
                </a:cubicBezTo>
                <a:cubicBezTo>
                  <a:pt x="68308" y="60015"/>
                  <a:pt x="75715" y="66699"/>
                  <a:pt x="78852" y="70627"/>
                </a:cubicBezTo>
                <a:cubicBezTo>
                  <a:pt x="81989" y="74555"/>
                  <a:pt x="83557" y="79029"/>
                  <a:pt x="83557" y="84048"/>
                </a:cubicBezTo>
                <a:cubicBezTo>
                  <a:pt x="83557" y="89232"/>
                  <a:pt x="81689" y="94278"/>
                  <a:pt x="77951" y="99189"/>
                </a:cubicBezTo>
                <a:cubicBezTo>
                  <a:pt x="74214" y="104099"/>
                  <a:pt x="68472" y="108382"/>
                  <a:pt x="60724" y="112037"/>
                </a:cubicBezTo>
                <a:cubicBezTo>
                  <a:pt x="63452" y="115038"/>
                  <a:pt x="65498" y="118093"/>
                  <a:pt x="66862" y="121203"/>
                </a:cubicBezTo>
                <a:cubicBezTo>
                  <a:pt x="68226" y="124313"/>
                  <a:pt x="68908" y="127478"/>
                  <a:pt x="68908" y="130697"/>
                </a:cubicBezTo>
                <a:cubicBezTo>
                  <a:pt x="68908" y="137789"/>
                  <a:pt x="65976" y="143995"/>
                  <a:pt x="60111" y="149315"/>
                </a:cubicBezTo>
                <a:cubicBezTo>
                  <a:pt x="54245" y="154634"/>
                  <a:pt x="46266" y="157294"/>
                  <a:pt x="36173" y="157294"/>
                </a:cubicBezTo>
                <a:cubicBezTo>
                  <a:pt x="26625" y="157294"/>
                  <a:pt x="18673" y="154798"/>
                  <a:pt x="12317" y="149806"/>
                </a:cubicBezTo>
                <a:cubicBezTo>
                  <a:pt x="5961" y="144814"/>
                  <a:pt x="1855" y="138007"/>
                  <a:pt x="0" y="129387"/>
                </a:cubicBezTo>
                <a:moveTo>
                  <a:pt x="53359" y="104263"/>
                </a:moveTo>
                <a:cubicBezTo>
                  <a:pt x="59251" y="101535"/>
                  <a:pt x="63452" y="98520"/>
                  <a:pt x="65962" y="95219"/>
                </a:cubicBezTo>
                <a:cubicBezTo>
                  <a:pt x="68472" y="91919"/>
                  <a:pt x="69727" y="88795"/>
                  <a:pt x="69727" y="85849"/>
                </a:cubicBezTo>
                <a:cubicBezTo>
                  <a:pt x="69727" y="83503"/>
                  <a:pt x="69140" y="81361"/>
                  <a:pt x="67967" y="79425"/>
                </a:cubicBezTo>
                <a:cubicBezTo>
                  <a:pt x="66794" y="77488"/>
                  <a:pt x="62852" y="73764"/>
                  <a:pt x="56141" y="68254"/>
                </a:cubicBezTo>
                <a:cubicBezTo>
                  <a:pt x="46975" y="60670"/>
                  <a:pt x="40510" y="54777"/>
                  <a:pt x="36746" y="50576"/>
                </a:cubicBezTo>
                <a:cubicBezTo>
                  <a:pt x="26161" y="56578"/>
                  <a:pt x="20869" y="63261"/>
                  <a:pt x="20869" y="70627"/>
                </a:cubicBezTo>
                <a:cubicBezTo>
                  <a:pt x="20869" y="72864"/>
                  <a:pt x="21442" y="75019"/>
                  <a:pt x="22587" y="77092"/>
                </a:cubicBezTo>
                <a:cubicBezTo>
                  <a:pt x="24279" y="79984"/>
                  <a:pt x="28262" y="83967"/>
                  <a:pt x="34536" y="89041"/>
                </a:cubicBezTo>
                <a:lnTo>
                  <a:pt x="53359" y="104263"/>
                </a:lnTo>
                <a:close/>
                <a:moveTo>
                  <a:pt x="97974" y="122022"/>
                </a:moveTo>
                <a:lnTo>
                  <a:pt x="123098" y="2046"/>
                </a:lnTo>
                <a:lnTo>
                  <a:pt x="139057" y="2046"/>
                </a:lnTo>
                <a:lnTo>
                  <a:pt x="114014" y="122022"/>
                </a:lnTo>
                <a:lnTo>
                  <a:pt x="97974" y="122022"/>
                </a:lnTo>
                <a:close/>
                <a:moveTo>
                  <a:pt x="178993" y="122022"/>
                </a:moveTo>
                <a:lnTo>
                  <a:pt x="155914" y="2046"/>
                </a:lnTo>
                <a:lnTo>
                  <a:pt x="171382" y="2046"/>
                </a:lnTo>
                <a:lnTo>
                  <a:pt x="185294" y="73573"/>
                </a:lnTo>
                <a:cubicBezTo>
                  <a:pt x="187858" y="86558"/>
                  <a:pt x="189522" y="97034"/>
                  <a:pt x="190286" y="104999"/>
                </a:cubicBezTo>
                <a:cubicBezTo>
                  <a:pt x="195306" y="94742"/>
                  <a:pt x="199425" y="86613"/>
                  <a:pt x="202644" y="80611"/>
                </a:cubicBezTo>
                <a:lnTo>
                  <a:pt x="245446" y="2046"/>
                </a:lnTo>
                <a:lnTo>
                  <a:pt x="261977" y="2046"/>
                </a:lnTo>
                <a:lnTo>
                  <a:pt x="196179" y="122022"/>
                </a:lnTo>
                <a:lnTo>
                  <a:pt x="178993" y="1220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-A)">
            <a:extLst xmlns:a="http://schemas.openxmlformats.org/drawingml/2006/main">
              <a:ext uri="{FF2B5EF4-FFF2-40B4-BE49-F238E27FC236}">
                <a16:creationId xmlns:a16="http://schemas.microsoft.com/office/drawing/2014/main" id="{2C9BCDA5-512E-4D5C-941A-AC3EE2DE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841" y="4221282"/>
            <a:ext cx="205995" cy="157294"/>
          </a:xfrm>
          <a:custGeom xmlns:a="http://schemas.openxmlformats.org/drawingml/2006/main">
            <a:pathLst>
              <a:path w="205995" h="157294">
                <a:moveTo>
                  <a:pt x="0" y="86013"/>
                </a:moveTo>
                <a:lnTo>
                  <a:pt x="3110" y="71200"/>
                </a:lnTo>
                <a:lnTo>
                  <a:pt x="48285" y="71200"/>
                </a:lnTo>
                <a:lnTo>
                  <a:pt x="45257" y="86013"/>
                </a:lnTo>
                <a:lnTo>
                  <a:pt x="0" y="86013"/>
                </a:lnTo>
                <a:close/>
                <a:moveTo>
                  <a:pt x="45276" y="122022"/>
                </a:moveTo>
                <a:lnTo>
                  <a:pt x="113284" y="2046"/>
                </a:lnTo>
                <a:lnTo>
                  <a:pt x="132188" y="2046"/>
                </a:lnTo>
                <a:lnTo>
                  <a:pt x="151993" y="122022"/>
                </a:lnTo>
                <a:lnTo>
                  <a:pt x="136444" y="122022"/>
                </a:lnTo>
                <a:lnTo>
                  <a:pt x="130633" y="87486"/>
                </a:lnTo>
                <a:lnTo>
                  <a:pt x="82103" y="87486"/>
                </a:lnTo>
                <a:lnTo>
                  <a:pt x="62871" y="122022"/>
                </a:lnTo>
                <a:lnTo>
                  <a:pt x="45276" y="122022"/>
                </a:lnTo>
                <a:moveTo>
                  <a:pt x="88977" y="75128"/>
                </a:moveTo>
                <a:lnTo>
                  <a:pt x="128669" y="75128"/>
                </a:lnTo>
                <a:lnTo>
                  <a:pt x="124004" y="45011"/>
                </a:lnTo>
                <a:cubicBezTo>
                  <a:pt x="122204" y="33063"/>
                  <a:pt x="121086" y="23106"/>
                  <a:pt x="120649" y="15140"/>
                </a:cubicBezTo>
                <a:cubicBezTo>
                  <a:pt x="117921" y="22015"/>
                  <a:pt x="113938" y="30171"/>
                  <a:pt x="108701" y="39610"/>
                </a:cubicBezTo>
                <a:lnTo>
                  <a:pt x="88977" y="75128"/>
                </a:lnTo>
                <a:close/>
                <a:moveTo>
                  <a:pt x="193064" y="0"/>
                </a:moveTo>
                <a:cubicBezTo>
                  <a:pt x="201684" y="18768"/>
                  <a:pt x="205995" y="38028"/>
                  <a:pt x="205995" y="57778"/>
                </a:cubicBezTo>
                <a:cubicBezTo>
                  <a:pt x="205995" y="71036"/>
                  <a:pt x="204262" y="83339"/>
                  <a:pt x="200798" y="94687"/>
                </a:cubicBezTo>
                <a:cubicBezTo>
                  <a:pt x="197333" y="106036"/>
                  <a:pt x="192055" y="117302"/>
                  <a:pt x="184962" y="128487"/>
                </a:cubicBezTo>
                <a:cubicBezTo>
                  <a:pt x="180215" y="135907"/>
                  <a:pt x="172713" y="145509"/>
                  <a:pt x="162456" y="157294"/>
                </a:cubicBezTo>
                <a:lnTo>
                  <a:pt x="150917" y="157294"/>
                </a:lnTo>
                <a:cubicBezTo>
                  <a:pt x="157246" y="150420"/>
                  <a:pt x="163984" y="140790"/>
                  <a:pt x="171131" y="128405"/>
                </a:cubicBezTo>
                <a:cubicBezTo>
                  <a:pt x="178278" y="116020"/>
                  <a:pt x="183448" y="103867"/>
                  <a:pt x="186640" y="91946"/>
                </a:cubicBezTo>
                <a:cubicBezTo>
                  <a:pt x="189831" y="80025"/>
                  <a:pt x="191427" y="68008"/>
                  <a:pt x="191427" y="55896"/>
                </a:cubicBezTo>
                <a:cubicBezTo>
                  <a:pt x="191427" y="37891"/>
                  <a:pt x="188290" y="19259"/>
                  <a:pt x="182016" y="0"/>
                </a:cubicBezTo>
                <a:lnTo>
                  <a:pt x="19306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6319cbb29497b"/>
          <a:stretch xmlns:a="http://schemas.openxmlformats.org/drawingml/2006/main"/>
        </p:blipFill>
        <p:spPr>
          <a:xfrm xmlns:a="http://schemas.openxmlformats.org/drawingml/2006/main">
            <a:off x="4112230" y="4114328"/>
            <a:ext cx="2082437" cy="377500"/>
          </a:xfrm>
          <a:prstGeom xmlns:a="http://schemas.openxmlformats.org/drawingml/2006/main" prst="rect">
            <a:avLst/>
          </a:prstGeom>
        </p:spPr>
      </p:pic>
      <p:pic>
        <p:nvPicPr>
          <p:cNvPr id="2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fd857784e45e6"/>
          <a:stretch xmlns:a="http://schemas.openxmlformats.org/drawingml/2006/main"/>
        </p:blipFill>
        <p:spPr>
          <a:xfrm xmlns:a="http://schemas.openxmlformats.org/drawingml/2006/main">
            <a:off x="4106040" y="4083386"/>
            <a:ext cx="2094815" cy="467233"/>
          </a:xfrm>
          <a:prstGeom xmlns:a="http://schemas.openxmlformats.org/drawingml/2006/main" prst="rect">
            <a:avLst/>
          </a:prstGeom>
        </p:spPr>
      </p:pic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6678AB-38E9-4462-9BDC-9BB39841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766" y="4145826"/>
            <a:ext cx="1963993" cy="259331"/>
          </a:xfrm>
          <a:custGeom xmlns:a="http://schemas.openxmlformats.org/drawingml/2006/main">
            <a:pathLst>
              <a:path w="1963993" h="259331">
                <a:moveTo>
                  <a:pt x="0" y="259331"/>
                </a:moveTo>
                <a:lnTo>
                  <a:pt x="1963993" y="259331"/>
                </a:lnTo>
                <a:lnTo>
                  <a:pt x="1963993" y="0"/>
                </a:lnTo>
                <a:lnTo>
                  <a:pt x="0" y="0"/>
                </a:lnTo>
                <a:lnTo>
                  <a:pt x="0" y="2593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7A7CE6-E03D-4EDC-95FD-03D7FC8F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766" y="4145826"/>
            <a:ext cx="1963993" cy="259332"/>
          </a:xfrm>
          <a:custGeom xmlns:a="http://schemas.openxmlformats.org/drawingml/2006/main">
            <a:pathLst>
              <a:path w="1963993" h="259332" fill="none">
                <a:moveTo>
                  <a:pt x="0" y="0"/>
                </a:moveTo>
                <a:lnTo>
                  <a:pt x="1963993" y="0"/>
                </a:lnTo>
                <a:lnTo>
                  <a:pt x="1963993" y="259332"/>
                </a:lnTo>
                <a:lnTo>
                  <a:pt x="0" y="2593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round/>
          </a:ln>
        </p:spPr>
      </p:sp>
      <p:sp>
        <p:nvSpPr>
          <p:cNvPr id="113" name="Text ITbaseaddress(§IV">
            <a:extLst xmlns:a="http://schemas.openxmlformats.org/drawingml/2006/main">
              <a:ext uri="{FF2B5EF4-FFF2-40B4-BE49-F238E27FC236}">
                <a16:creationId xmlns:a16="http://schemas.microsoft.com/office/drawing/2014/main" id="{000D51CD-E658-4F54-ABE7-C9BC8C95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151" y="4208904"/>
            <a:ext cx="1557005" cy="157294"/>
          </a:xfrm>
          <a:custGeom xmlns:a="http://schemas.openxmlformats.org/drawingml/2006/main">
            <a:pathLst>
              <a:path w="1557005" h="157294">
                <a:moveTo>
                  <a:pt x="0" y="122022"/>
                </a:moveTo>
                <a:lnTo>
                  <a:pt x="0" y="2046"/>
                </a:lnTo>
                <a:lnTo>
                  <a:pt x="15877" y="2046"/>
                </a:lnTo>
                <a:lnTo>
                  <a:pt x="15877" y="122022"/>
                </a:lnTo>
                <a:lnTo>
                  <a:pt x="0" y="122022"/>
                </a:lnTo>
                <a:close/>
                <a:moveTo>
                  <a:pt x="74554" y="122022"/>
                </a:moveTo>
                <a:lnTo>
                  <a:pt x="74554" y="16204"/>
                </a:lnTo>
                <a:lnTo>
                  <a:pt x="35026" y="16204"/>
                </a:lnTo>
                <a:lnTo>
                  <a:pt x="35026" y="2046"/>
                </a:lnTo>
                <a:lnTo>
                  <a:pt x="130122" y="2046"/>
                </a:lnTo>
                <a:lnTo>
                  <a:pt x="130122" y="16204"/>
                </a:lnTo>
                <a:lnTo>
                  <a:pt x="90431" y="16204"/>
                </a:lnTo>
                <a:lnTo>
                  <a:pt x="90431" y="122022"/>
                </a:lnTo>
                <a:lnTo>
                  <a:pt x="74554" y="122022"/>
                </a:lnTo>
                <a:close/>
                <a:moveTo>
                  <a:pt x="202570" y="122022"/>
                </a:moveTo>
                <a:lnTo>
                  <a:pt x="188903" y="122022"/>
                </a:lnTo>
                <a:lnTo>
                  <a:pt x="188903" y="2046"/>
                </a:lnTo>
                <a:lnTo>
                  <a:pt x="203634" y="2046"/>
                </a:lnTo>
                <a:lnTo>
                  <a:pt x="203634" y="44848"/>
                </a:lnTo>
                <a:cubicBezTo>
                  <a:pt x="209854" y="37046"/>
                  <a:pt x="217792" y="33145"/>
                  <a:pt x="227449" y="33145"/>
                </a:cubicBezTo>
                <a:cubicBezTo>
                  <a:pt x="232796" y="33145"/>
                  <a:pt x="237856" y="34222"/>
                  <a:pt x="242630" y="36377"/>
                </a:cubicBezTo>
                <a:cubicBezTo>
                  <a:pt x="247404" y="38532"/>
                  <a:pt x="251332" y="41560"/>
                  <a:pt x="254415" y="45461"/>
                </a:cubicBezTo>
                <a:cubicBezTo>
                  <a:pt x="257498" y="49362"/>
                  <a:pt x="259912" y="54068"/>
                  <a:pt x="261658" y="59579"/>
                </a:cubicBezTo>
                <a:cubicBezTo>
                  <a:pt x="263404" y="65089"/>
                  <a:pt x="264277" y="70981"/>
                  <a:pt x="264277" y="77256"/>
                </a:cubicBezTo>
                <a:cubicBezTo>
                  <a:pt x="264277" y="92150"/>
                  <a:pt x="260594" y="103662"/>
                  <a:pt x="253228" y="111792"/>
                </a:cubicBezTo>
                <a:cubicBezTo>
                  <a:pt x="245863" y="119921"/>
                  <a:pt x="237024" y="123986"/>
                  <a:pt x="226713" y="123986"/>
                </a:cubicBezTo>
                <a:cubicBezTo>
                  <a:pt x="216455" y="123986"/>
                  <a:pt x="208408" y="119703"/>
                  <a:pt x="202570" y="111137"/>
                </a:cubicBezTo>
                <a:lnTo>
                  <a:pt x="202570" y="122022"/>
                </a:lnTo>
                <a:moveTo>
                  <a:pt x="202406" y="77911"/>
                </a:moveTo>
                <a:cubicBezTo>
                  <a:pt x="202406" y="88331"/>
                  <a:pt x="203825" y="95860"/>
                  <a:pt x="206662" y="100498"/>
                </a:cubicBezTo>
                <a:cubicBezTo>
                  <a:pt x="211300" y="108082"/>
                  <a:pt x="217574" y="111874"/>
                  <a:pt x="225485" y="111874"/>
                </a:cubicBezTo>
                <a:cubicBezTo>
                  <a:pt x="231923" y="111874"/>
                  <a:pt x="237488" y="109077"/>
                  <a:pt x="242180" y="103485"/>
                </a:cubicBezTo>
                <a:cubicBezTo>
                  <a:pt x="246872" y="97893"/>
                  <a:pt x="249218" y="89559"/>
                  <a:pt x="249218" y="78483"/>
                </a:cubicBezTo>
                <a:cubicBezTo>
                  <a:pt x="249218" y="67135"/>
                  <a:pt x="246968" y="58760"/>
                  <a:pt x="242467" y="53359"/>
                </a:cubicBezTo>
                <a:cubicBezTo>
                  <a:pt x="237965" y="47958"/>
                  <a:pt x="232523" y="45257"/>
                  <a:pt x="226140" y="45257"/>
                </a:cubicBezTo>
                <a:cubicBezTo>
                  <a:pt x="219702" y="45257"/>
                  <a:pt x="214137" y="48053"/>
                  <a:pt x="209445" y="53645"/>
                </a:cubicBezTo>
                <a:cubicBezTo>
                  <a:pt x="204753" y="59238"/>
                  <a:pt x="202406" y="67326"/>
                  <a:pt x="202406" y="77911"/>
                </a:cubicBezTo>
                <a:close/>
                <a:moveTo>
                  <a:pt x="339173" y="111301"/>
                </a:moveTo>
                <a:cubicBezTo>
                  <a:pt x="333717" y="115938"/>
                  <a:pt x="328465" y="119212"/>
                  <a:pt x="323419" y="121121"/>
                </a:cubicBezTo>
                <a:cubicBezTo>
                  <a:pt x="318372" y="123031"/>
                  <a:pt x="312957" y="123986"/>
                  <a:pt x="307174" y="123986"/>
                </a:cubicBezTo>
                <a:cubicBezTo>
                  <a:pt x="297626" y="123986"/>
                  <a:pt x="290288" y="121653"/>
                  <a:pt x="285159" y="116989"/>
                </a:cubicBezTo>
                <a:cubicBezTo>
                  <a:pt x="280030" y="112324"/>
                  <a:pt x="277466" y="106363"/>
                  <a:pt x="277466" y="99107"/>
                </a:cubicBezTo>
                <a:cubicBezTo>
                  <a:pt x="277466" y="94851"/>
                  <a:pt x="278435" y="90964"/>
                  <a:pt x="280371" y="87445"/>
                </a:cubicBezTo>
                <a:cubicBezTo>
                  <a:pt x="282308" y="83926"/>
                  <a:pt x="284845" y="81102"/>
                  <a:pt x="287982" y="78974"/>
                </a:cubicBezTo>
                <a:cubicBezTo>
                  <a:pt x="291120" y="76847"/>
                  <a:pt x="294652" y="75237"/>
                  <a:pt x="298581" y="74146"/>
                </a:cubicBezTo>
                <a:cubicBezTo>
                  <a:pt x="301472" y="73382"/>
                  <a:pt x="305837" y="72646"/>
                  <a:pt x="311675" y="71936"/>
                </a:cubicBezTo>
                <a:cubicBezTo>
                  <a:pt x="323569" y="70518"/>
                  <a:pt x="332325" y="68826"/>
                  <a:pt x="337945" y="66862"/>
                </a:cubicBezTo>
                <a:cubicBezTo>
                  <a:pt x="338000" y="64844"/>
                  <a:pt x="338027" y="63561"/>
                  <a:pt x="338027" y="63016"/>
                </a:cubicBezTo>
                <a:cubicBezTo>
                  <a:pt x="338027" y="57014"/>
                  <a:pt x="336636" y="52786"/>
                  <a:pt x="333853" y="50331"/>
                </a:cubicBezTo>
                <a:cubicBezTo>
                  <a:pt x="330088" y="47003"/>
                  <a:pt x="324496" y="45339"/>
                  <a:pt x="317076" y="45339"/>
                </a:cubicBezTo>
                <a:cubicBezTo>
                  <a:pt x="310147" y="45339"/>
                  <a:pt x="305032" y="46553"/>
                  <a:pt x="301731" y="48981"/>
                </a:cubicBezTo>
                <a:cubicBezTo>
                  <a:pt x="298431" y="51408"/>
                  <a:pt x="295989" y="55705"/>
                  <a:pt x="294407" y="61870"/>
                </a:cubicBezTo>
                <a:lnTo>
                  <a:pt x="280003" y="59906"/>
                </a:lnTo>
                <a:cubicBezTo>
                  <a:pt x="281313" y="53741"/>
                  <a:pt x="283468" y="48762"/>
                  <a:pt x="286468" y="44970"/>
                </a:cubicBezTo>
                <a:cubicBezTo>
                  <a:pt x="289469" y="41179"/>
                  <a:pt x="293807" y="38260"/>
                  <a:pt x="299481" y="36214"/>
                </a:cubicBezTo>
                <a:cubicBezTo>
                  <a:pt x="305155" y="34168"/>
                  <a:pt x="311729" y="33145"/>
                  <a:pt x="319204" y="33145"/>
                </a:cubicBezTo>
                <a:cubicBezTo>
                  <a:pt x="326624" y="33145"/>
                  <a:pt x="332653" y="34018"/>
                  <a:pt x="337290" y="35764"/>
                </a:cubicBezTo>
                <a:cubicBezTo>
                  <a:pt x="341928" y="37509"/>
                  <a:pt x="345338" y="39705"/>
                  <a:pt x="347520" y="42352"/>
                </a:cubicBezTo>
                <a:cubicBezTo>
                  <a:pt x="349703" y="44998"/>
                  <a:pt x="351230" y="48339"/>
                  <a:pt x="352103" y="52377"/>
                </a:cubicBezTo>
                <a:cubicBezTo>
                  <a:pt x="352594" y="54887"/>
                  <a:pt x="352840" y="59415"/>
                  <a:pt x="352840" y="65962"/>
                </a:cubicBezTo>
                <a:lnTo>
                  <a:pt x="352840" y="85603"/>
                </a:lnTo>
                <a:cubicBezTo>
                  <a:pt x="352840" y="99298"/>
                  <a:pt x="353153" y="107959"/>
                  <a:pt x="353781" y="111587"/>
                </a:cubicBezTo>
                <a:cubicBezTo>
                  <a:pt x="354408" y="115215"/>
                  <a:pt x="355649" y="118693"/>
                  <a:pt x="357504" y="122022"/>
                </a:cubicBezTo>
                <a:lnTo>
                  <a:pt x="342119" y="122022"/>
                </a:lnTo>
                <a:cubicBezTo>
                  <a:pt x="340591" y="118966"/>
                  <a:pt x="339609" y="115393"/>
                  <a:pt x="339173" y="111301"/>
                </a:cubicBezTo>
                <a:moveTo>
                  <a:pt x="337945" y="78402"/>
                </a:moveTo>
                <a:cubicBezTo>
                  <a:pt x="332598" y="80584"/>
                  <a:pt x="324578" y="82439"/>
                  <a:pt x="313884" y="83967"/>
                </a:cubicBezTo>
                <a:cubicBezTo>
                  <a:pt x="307828" y="84840"/>
                  <a:pt x="303545" y="85822"/>
                  <a:pt x="301036" y="86913"/>
                </a:cubicBezTo>
                <a:cubicBezTo>
                  <a:pt x="298526" y="88004"/>
                  <a:pt x="296589" y="89600"/>
                  <a:pt x="295225" y="91700"/>
                </a:cubicBezTo>
                <a:cubicBezTo>
                  <a:pt x="293861" y="93801"/>
                  <a:pt x="293179" y="96133"/>
                  <a:pt x="293179" y="98698"/>
                </a:cubicBezTo>
                <a:cubicBezTo>
                  <a:pt x="293179" y="102626"/>
                  <a:pt x="294666" y="105899"/>
                  <a:pt x="297639" y="108518"/>
                </a:cubicBezTo>
                <a:cubicBezTo>
                  <a:pt x="300613" y="111137"/>
                  <a:pt x="304964" y="112446"/>
                  <a:pt x="310693" y="112446"/>
                </a:cubicBezTo>
                <a:cubicBezTo>
                  <a:pt x="316367" y="112446"/>
                  <a:pt x="321414" y="111205"/>
                  <a:pt x="325833" y="108723"/>
                </a:cubicBezTo>
                <a:cubicBezTo>
                  <a:pt x="330252" y="106240"/>
                  <a:pt x="333498" y="102844"/>
                  <a:pt x="335572" y="98534"/>
                </a:cubicBezTo>
                <a:cubicBezTo>
                  <a:pt x="337154" y="95206"/>
                  <a:pt x="337945" y="90295"/>
                  <a:pt x="337945" y="83803"/>
                </a:cubicBezTo>
                <a:lnTo>
                  <a:pt x="337945" y="78402"/>
                </a:lnTo>
                <a:close/>
                <a:moveTo>
                  <a:pt x="370040" y="96079"/>
                </a:moveTo>
                <a:lnTo>
                  <a:pt x="384607" y="93787"/>
                </a:lnTo>
                <a:cubicBezTo>
                  <a:pt x="385426" y="99625"/>
                  <a:pt x="387703" y="104099"/>
                  <a:pt x="391441" y="107209"/>
                </a:cubicBezTo>
                <a:cubicBezTo>
                  <a:pt x="395178" y="110319"/>
                  <a:pt x="400402" y="111874"/>
                  <a:pt x="407113" y="111874"/>
                </a:cubicBezTo>
                <a:cubicBezTo>
                  <a:pt x="413878" y="111874"/>
                  <a:pt x="418898" y="110496"/>
                  <a:pt x="422171" y="107741"/>
                </a:cubicBezTo>
                <a:cubicBezTo>
                  <a:pt x="425445" y="104986"/>
                  <a:pt x="427082" y="101753"/>
                  <a:pt x="427082" y="98043"/>
                </a:cubicBezTo>
                <a:cubicBezTo>
                  <a:pt x="427082" y="94715"/>
                  <a:pt x="425636" y="92096"/>
                  <a:pt x="422744" y="90186"/>
                </a:cubicBezTo>
                <a:cubicBezTo>
                  <a:pt x="420725" y="88877"/>
                  <a:pt x="415706" y="87213"/>
                  <a:pt x="407686" y="85194"/>
                </a:cubicBezTo>
                <a:cubicBezTo>
                  <a:pt x="396883" y="82466"/>
                  <a:pt x="389395" y="80107"/>
                  <a:pt x="385221" y="78115"/>
                </a:cubicBezTo>
                <a:cubicBezTo>
                  <a:pt x="381047" y="76124"/>
                  <a:pt x="377883" y="73368"/>
                  <a:pt x="375728" y="69849"/>
                </a:cubicBezTo>
                <a:cubicBezTo>
                  <a:pt x="373573" y="66330"/>
                  <a:pt x="372495" y="62443"/>
                  <a:pt x="372495" y="58187"/>
                </a:cubicBezTo>
                <a:cubicBezTo>
                  <a:pt x="372495" y="54314"/>
                  <a:pt x="373382" y="50726"/>
                  <a:pt x="375155" y="47426"/>
                </a:cubicBezTo>
                <a:cubicBezTo>
                  <a:pt x="376928" y="44125"/>
                  <a:pt x="379342" y="41383"/>
                  <a:pt x="382398" y="39201"/>
                </a:cubicBezTo>
                <a:cubicBezTo>
                  <a:pt x="384689" y="37509"/>
                  <a:pt x="387813" y="36077"/>
                  <a:pt x="391768" y="34904"/>
                </a:cubicBezTo>
                <a:cubicBezTo>
                  <a:pt x="395724" y="33731"/>
                  <a:pt x="399966" y="33145"/>
                  <a:pt x="404494" y="33145"/>
                </a:cubicBezTo>
                <a:cubicBezTo>
                  <a:pt x="411314" y="33145"/>
                  <a:pt x="417302" y="34127"/>
                  <a:pt x="422458" y="36091"/>
                </a:cubicBezTo>
                <a:cubicBezTo>
                  <a:pt x="427613" y="38055"/>
                  <a:pt x="431419" y="40715"/>
                  <a:pt x="433874" y="44070"/>
                </a:cubicBezTo>
                <a:cubicBezTo>
                  <a:pt x="436329" y="47426"/>
                  <a:pt x="438021" y="51913"/>
                  <a:pt x="438948" y="57533"/>
                </a:cubicBezTo>
                <a:lnTo>
                  <a:pt x="424545" y="59497"/>
                </a:lnTo>
                <a:cubicBezTo>
                  <a:pt x="423890" y="55023"/>
                  <a:pt x="421994" y="51531"/>
                  <a:pt x="418857" y="49021"/>
                </a:cubicBezTo>
                <a:cubicBezTo>
                  <a:pt x="415720" y="46512"/>
                  <a:pt x="411287" y="45257"/>
                  <a:pt x="405558" y="45257"/>
                </a:cubicBezTo>
                <a:cubicBezTo>
                  <a:pt x="398793" y="45257"/>
                  <a:pt x="393964" y="46375"/>
                  <a:pt x="391072" y="48612"/>
                </a:cubicBezTo>
                <a:cubicBezTo>
                  <a:pt x="388181" y="50849"/>
                  <a:pt x="386735" y="53468"/>
                  <a:pt x="386735" y="56469"/>
                </a:cubicBezTo>
                <a:cubicBezTo>
                  <a:pt x="386735" y="58378"/>
                  <a:pt x="387335" y="60097"/>
                  <a:pt x="388535" y="61625"/>
                </a:cubicBezTo>
                <a:cubicBezTo>
                  <a:pt x="389736" y="63207"/>
                  <a:pt x="391618" y="64516"/>
                  <a:pt x="394182" y="65553"/>
                </a:cubicBezTo>
                <a:cubicBezTo>
                  <a:pt x="395655" y="66098"/>
                  <a:pt x="399993" y="67353"/>
                  <a:pt x="407195" y="69317"/>
                </a:cubicBezTo>
                <a:cubicBezTo>
                  <a:pt x="417616" y="72100"/>
                  <a:pt x="424886" y="74378"/>
                  <a:pt x="429005" y="76151"/>
                </a:cubicBezTo>
                <a:cubicBezTo>
                  <a:pt x="433124" y="77924"/>
                  <a:pt x="436357" y="80502"/>
                  <a:pt x="438703" y="83885"/>
                </a:cubicBezTo>
                <a:cubicBezTo>
                  <a:pt x="441049" y="87267"/>
                  <a:pt x="442222" y="91468"/>
                  <a:pt x="442222" y="96488"/>
                </a:cubicBezTo>
                <a:cubicBezTo>
                  <a:pt x="442222" y="101398"/>
                  <a:pt x="440790" y="106022"/>
                  <a:pt x="437925" y="110360"/>
                </a:cubicBezTo>
                <a:cubicBezTo>
                  <a:pt x="435061" y="114697"/>
                  <a:pt x="430928" y="118052"/>
                  <a:pt x="425527" y="120426"/>
                </a:cubicBezTo>
                <a:cubicBezTo>
                  <a:pt x="420125" y="122799"/>
                  <a:pt x="414015" y="123986"/>
                  <a:pt x="407195" y="123986"/>
                </a:cubicBezTo>
                <a:cubicBezTo>
                  <a:pt x="395901" y="123986"/>
                  <a:pt x="387294" y="121640"/>
                  <a:pt x="381375" y="116948"/>
                </a:cubicBezTo>
                <a:cubicBezTo>
                  <a:pt x="375455" y="112256"/>
                  <a:pt x="371677" y="105299"/>
                  <a:pt x="370040" y="96079"/>
                </a:cubicBezTo>
                <a:close/>
                <a:moveTo>
                  <a:pt x="519232" y="94033"/>
                </a:moveTo>
                <a:lnTo>
                  <a:pt x="534454" y="95915"/>
                </a:lnTo>
                <a:cubicBezTo>
                  <a:pt x="532054" y="104808"/>
                  <a:pt x="527607" y="111710"/>
                  <a:pt x="521114" y="116620"/>
                </a:cubicBezTo>
                <a:cubicBezTo>
                  <a:pt x="514622" y="121531"/>
                  <a:pt x="506329" y="123986"/>
                  <a:pt x="496235" y="123986"/>
                </a:cubicBezTo>
                <a:cubicBezTo>
                  <a:pt x="483523" y="123986"/>
                  <a:pt x="473443" y="120071"/>
                  <a:pt x="465996" y="112242"/>
                </a:cubicBezTo>
                <a:cubicBezTo>
                  <a:pt x="458549" y="104413"/>
                  <a:pt x="454825" y="93433"/>
                  <a:pt x="454825" y="79302"/>
                </a:cubicBezTo>
                <a:cubicBezTo>
                  <a:pt x="454825" y="64680"/>
                  <a:pt x="458590" y="53332"/>
                  <a:pt x="466119" y="45257"/>
                </a:cubicBezTo>
                <a:cubicBezTo>
                  <a:pt x="473648" y="37182"/>
                  <a:pt x="483414" y="33145"/>
                  <a:pt x="495417" y="33145"/>
                </a:cubicBezTo>
                <a:cubicBezTo>
                  <a:pt x="507038" y="33145"/>
                  <a:pt x="516531" y="37100"/>
                  <a:pt x="523897" y="45011"/>
                </a:cubicBezTo>
                <a:cubicBezTo>
                  <a:pt x="531262" y="52922"/>
                  <a:pt x="534945" y="64052"/>
                  <a:pt x="534945" y="78402"/>
                </a:cubicBezTo>
                <a:cubicBezTo>
                  <a:pt x="534945" y="79274"/>
                  <a:pt x="534918" y="80584"/>
                  <a:pt x="534863" y="82330"/>
                </a:cubicBezTo>
                <a:lnTo>
                  <a:pt x="470047" y="82330"/>
                </a:lnTo>
                <a:cubicBezTo>
                  <a:pt x="470593" y="91878"/>
                  <a:pt x="473293" y="99189"/>
                  <a:pt x="478149" y="104263"/>
                </a:cubicBezTo>
                <a:cubicBezTo>
                  <a:pt x="483005" y="109337"/>
                  <a:pt x="489061" y="111874"/>
                  <a:pt x="496317" y="111874"/>
                </a:cubicBezTo>
                <a:cubicBezTo>
                  <a:pt x="501719" y="111874"/>
                  <a:pt x="506329" y="110455"/>
                  <a:pt x="510148" y="107618"/>
                </a:cubicBezTo>
                <a:cubicBezTo>
                  <a:pt x="513967" y="104781"/>
                  <a:pt x="516995" y="100252"/>
                  <a:pt x="519232" y="94033"/>
                </a:cubicBezTo>
                <a:moveTo>
                  <a:pt x="470865" y="70218"/>
                </a:moveTo>
                <a:lnTo>
                  <a:pt x="519396" y="70218"/>
                </a:lnTo>
                <a:cubicBezTo>
                  <a:pt x="518741" y="62907"/>
                  <a:pt x="516886" y="57424"/>
                  <a:pt x="513831" y="53768"/>
                </a:cubicBezTo>
                <a:cubicBezTo>
                  <a:pt x="509139" y="48094"/>
                  <a:pt x="503055" y="45257"/>
                  <a:pt x="495581" y="45257"/>
                </a:cubicBezTo>
                <a:cubicBezTo>
                  <a:pt x="488815" y="45257"/>
                  <a:pt x="483128" y="47521"/>
                  <a:pt x="478517" y="52049"/>
                </a:cubicBezTo>
                <a:cubicBezTo>
                  <a:pt x="473907" y="56578"/>
                  <a:pt x="471356" y="62634"/>
                  <a:pt x="470865" y="70218"/>
                </a:cubicBezTo>
                <a:close/>
                <a:moveTo>
                  <a:pt x="656652" y="111301"/>
                </a:moveTo>
                <a:cubicBezTo>
                  <a:pt x="651196" y="115938"/>
                  <a:pt x="645944" y="119212"/>
                  <a:pt x="640898" y="121121"/>
                </a:cubicBezTo>
                <a:cubicBezTo>
                  <a:pt x="635851" y="123031"/>
                  <a:pt x="630436" y="123986"/>
                  <a:pt x="624653" y="123986"/>
                </a:cubicBezTo>
                <a:cubicBezTo>
                  <a:pt x="615105" y="123986"/>
                  <a:pt x="607767" y="121653"/>
                  <a:pt x="602638" y="116989"/>
                </a:cubicBezTo>
                <a:cubicBezTo>
                  <a:pt x="597510" y="112324"/>
                  <a:pt x="594945" y="106363"/>
                  <a:pt x="594945" y="99107"/>
                </a:cubicBezTo>
                <a:cubicBezTo>
                  <a:pt x="594945" y="94851"/>
                  <a:pt x="595914" y="90964"/>
                  <a:pt x="597851" y="87445"/>
                </a:cubicBezTo>
                <a:cubicBezTo>
                  <a:pt x="599787" y="83926"/>
                  <a:pt x="602324" y="81102"/>
                  <a:pt x="605462" y="78974"/>
                </a:cubicBezTo>
                <a:cubicBezTo>
                  <a:pt x="608599" y="76847"/>
                  <a:pt x="612131" y="75237"/>
                  <a:pt x="616060" y="74146"/>
                </a:cubicBezTo>
                <a:cubicBezTo>
                  <a:pt x="618951" y="73382"/>
                  <a:pt x="623316" y="72646"/>
                  <a:pt x="629154" y="71936"/>
                </a:cubicBezTo>
                <a:cubicBezTo>
                  <a:pt x="641048" y="70518"/>
                  <a:pt x="649805" y="68826"/>
                  <a:pt x="655424" y="66862"/>
                </a:cubicBezTo>
                <a:cubicBezTo>
                  <a:pt x="655479" y="64844"/>
                  <a:pt x="655506" y="63561"/>
                  <a:pt x="655506" y="63016"/>
                </a:cubicBezTo>
                <a:cubicBezTo>
                  <a:pt x="655506" y="57014"/>
                  <a:pt x="654115" y="52786"/>
                  <a:pt x="651332" y="50331"/>
                </a:cubicBezTo>
                <a:cubicBezTo>
                  <a:pt x="647568" y="47003"/>
                  <a:pt x="641975" y="45339"/>
                  <a:pt x="634555" y="45339"/>
                </a:cubicBezTo>
                <a:cubicBezTo>
                  <a:pt x="627626" y="45339"/>
                  <a:pt x="622511" y="46553"/>
                  <a:pt x="619210" y="48981"/>
                </a:cubicBezTo>
                <a:cubicBezTo>
                  <a:pt x="615910" y="51408"/>
                  <a:pt x="613468" y="55705"/>
                  <a:pt x="611886" y="61870"/>
                </a:cubicBezTo>
                <a:lnTo>
                  <a:pt x="597482" y="59906"/>
                </a:lnTo>
                <a:cubicBezTo>
                  <a:pt x="598792" y="53741"/>
                  <a:pt x="600947" y="48762"/>
                  <a:pt x="603948" y="44970"/>
                </a:cubicBezTo>
                <a:cubicBezTo>
                  <a:pt x="606948" y="41179"/>
                  <a:pt x="611286" y="38260"/>
                  <a:pt x="616960" y="36214"/>
                </a:cubicBezTo>
                <a:cubicBezTo>
                  <a:pt x="622634" y="34168"/>
                  <a:pt x="629208" y="33145"/>
                  <a:pt x="636683" y="33145"/>
                </a:cubicBezTo>
                <a:cubicBezTo>
                  <a:pt x="644103" y="33145"/>
                  <a:pt x="650132" y="34018"/>
                  <a:pt x="654769" y="35764"/>
                </a:cubicBezTo>
                <a:cubicBezTo>
                  <a:pt x="659407" y="37509"/>
                  <a:pt x="662817" y="39705"/>
                  <a:pt x="664999" y="42352"/>
                </a:cubicBezTo>
                <a:cubicBezTo>
                  <a:pt x="667182" y="44998"/>
                  <a:pt x="668709" y="48339"/>
                  <a:pt x="669582" y="52377"/>
                </a:cubicBezTo>
                <a:cubicBezTo>
                  <a:pt x="670073" y="54887"/>
                  <a:pt x="670319" y="59415"/>
                  <a:pt x="670319" y="65962"/>
                </a:cubicBezTo>
                <a:lnTo>
                  <a:pt x="670319" y="85603"/>
                </a:lnTo>
                <a:cubicBezTo>
                  <a:pt x="670319" y="99298"/>
                  <a:pt x="670632" y="107959"/>
                  <a:pt x="671260" y="111587"/>
                </a:cubicBezTo>
                <a:cubicBezTo>
                  <a:pt x="671887" y="115215"/>
                  <a:pt x="673129" y="118693"/>
                  <a:pt x="674984" y="122022"/>
                </a:cubicBezTo>
                <a:lnTo>
                  <a:pt x="659598" y="122022"/>
                </a:lnTo>
                <a:cubicBezTo>
                  <a:pt x="658070" y="118966"/>
                  <a:pt x="657088" y="115393"/>
                  <a:pt x="656652" y="111301"/>
                </a:cubicBezTo>
                <a:moveTo>
                  <a:pt x="655424" y="78402"/>
                </a:moveTo>
                <a:cubicBezTo>
                  <a:pt x="650077" y="80584"/>
                  <a:pt x="642057" y="82439"/>
                  <a:pt x="631364" y="83967"/>
                </a:cubicBezTo>
                <a:cubicBezTo>
                  <a:pt x="625307" y="84840"/>
                  <a:pt x="621025" y="85822"/>
                  <a:pt x="618515" y="86913"/>
                </a:cubicBezTo>
                <a:cubicBezTo>
                  <a:pt x="616005" y="88004"/>
                  <a:pt x="614068" y="89600"/>
                  <a:pt x="612704" y="91700"/>
                </a:cubicBezTo>
                <a:cubicBezTo>
                  <a:pt x="611340" y="93801"/>
                  <a:pt x="610658" y="96133"/>
                  <a:pt x="610658" y="98698"/>
                </a:cubicBezTo>
                <a:cubicBezTo>
                  <a:pt x="610658" y="102626"/>
                  <a:pt x="612145" y="105899"/>
                  <a:pt x="615119" y="108518"/>
                </a:cubicBezTo>
                <a:cubicBezTo>
                  <a:pt x="618092" y="111137"/>
                  <a:pt x="622443" y="112446"/>
                  <a:pt x="628172" y="112446"/>
                </a:cubicBezTo>
                <a:cubicBezTo>
                  <a:pt x="633846" y="112446"/>
                  <a:pt x="638893" y="111205"/>
                  <a:pt x="643312" y="108723"/>
                </a:cubicBezTo>
                <a:cubicBezTo>
                  <a:pt x="647731" y="106240"/>
                  <a:pt x="650978" y="102844"/>
                  <a:pt x="653051" y="98534"/>
                </a:cubicBezTo>
                <a:cubicBezTo>
                  <a:pt x="654633" y="95206"/>
                  <a:pt x="655424" y="90295"/>
                  <a:pt x="655424" y="83803"/>
                </a:cubicBezTo>
                <a:lnTo>
                  <a:pt x="655424" y="78402"/>
                </a:lnTo>
                <a:close/>
                <a:moveTo>
                  <a:pt x="749798" y="122022"/>
                </a:moveTo>
                <a:lnTo>
                  <a:pt x="749798" y="111055"/>
                </a:lnTo>
                <a:cubicBezTo>
                  <a:pt x="744288" y="119676"/>
                  <a:pt x="736186" y="123986"/>
                  <a:pt x="725492" y="123986"/>
                </a:cubicBezTo>
                <a:cubicBezTo>
                  <a:pt x="718563" y="123986"/>
                  <a:pt x="712193" y="122076"/>
                  <a:pt x="706383" y="118257"/>
                </a:cubicBezTo>
                <a:cubicBezTo>
                  <a:pt x="700572" y="114438"/>
                  <a:pt x="696071" y="109105"/>
                  <a:pt x="692879" y="102258"/>
                </a:cubicBezTo>
                <a:cubicBezTo>
                  <a:pt x="689688" y="95410"/>
                  <a:pt x="688092" y="87540"/>
                  <a:pt x="688092" y="78647"/>
                </a:cubicBezTo>
                <a:cubicBezTo>
                  <a:pt x="688092" y="69972"/>
                  <a:pt x="689538" y="62102"/>
                  <a:pt x="692429" y="55037"/>
                </a:cubicBezTo>
                <a:cubicBezTo>
                  <a:pt x="695321" y="47971"/>
                  <a:pt x="699658" y="42556"/>
                  <a:pt x="705442" y="38792"/>
                </a:cubicBezTo>
                <a:cubicBezTo>
                  <a:pt x="711225" y="35027"/>
                  <a:pt x="717690" y="33145"/>
                  <a:pt x="724837" y="33145"/>
                </a:cubicBezTo>
                <a:cubicBezTo>
                  <a:pt x="730075" y="33145"/>
                  <a:pt x="734740" y="34250"/>
                  <a:pt x="738832" y="36459"/>
                </a:cubicBezTo>
                <a:cubicBezTo>
                  <a:pt x="742924" y="38669"/>
                  <a:pt x="746252" y="41547"/>
                  <a:pt x="748816" y="45093"/>
                </a:cubicBezTo>
                <a:lnTo>
                  <a:pt x="748816" y="2046"/>
                </a:lnTo>
                <a:lnTo>
                  <a:pt x="763465" y="2046"/>
                </a:lnTo>
                <a:lnTo>
                  <a:pt x="763465" y="122022"/>
                </a:lnTo>
                <a:lnTo>
                  <a:pt x="749798" y="122022"/>
                </a:lnTo>
                <a:moveTo>
                  <a:pt x="703232" y="78647"/>
                </a:moveTo>
                <a:cubicBezTo>
                  <a:pt x="703232" y="89777"/>
                  <a:pt x="705578" y="98097"/>
                  <a:pt x="710270" y="103608"/>
                </a:cubicBezTo>
                <a:cubicBezTo>
                  <a:pt x="714962" y="109118"/>
                  <a:pt x="720500" y="111874"/>
                  <a:pt x="726883" y="111874"/>
                </a:cubicBezTo>
                <a:cubicBezTo>
                  <a:pt x="733321" y="111874"/>
                  <a:pt x="738791" y="109241"/>
                  <a:pt x="743292" y="103976"/>
                </a:cubicBezTo>
                <a:cubicBezTo>
                  <a:pt x="747793" y="98711"/>
                  <a:pt x="750044" y="90677"/>
                  <a:pt x="750044" y="79875"/>
                </a:cubicBezTo>
                <a:cubicBezTo>
                  <a:pt x="750044" y="67981"/>
                  <a:pt x="747752" y="59251"/>
                  <a:pt x="743169" y="53686"/>
                </a:cubicBezTo>
                <a:cubicBezTo>
                  <a:pt x="738586" y="48121"/>
                  <a:pt x="732940" y="45339"/>
                  <a:pt x="726229" y="45339"/>
                </a:cubicBezTo>
                <a:cubicBezTo>
                  <a:pt x="719682" y="45339"/>
                  <a:pt x="714212" y="48012"/>
                  <a:pt x="709820" y="53359"/>
                </a:cubicBezTo>
                <a:cubicBezTo>
                  <a:pt x="705428" y="58706"/>
                  <a:pt x="703232" y="67135"/>
                  <a:pt x="703232" y="78647"/>
                </a:cubicBezTo>
                <a:close/>
                <a:moveTo>
                  <a:pt x="843272" y="122022"/>
                </a:moveTo>
                <a:lnTo>
                  <a:pt x="843272" y="111055"/>
                </a:lnTo>
                <a:cubicBezTo>
                  <a:pt x="837762" y="119676"/>
                  <a:pt x="829659" y="123986"/>
                  <a:pt x="818966" y="123986"/>
                </a:cubicBezTo>
                <a:cubicBezTo>
                  <a:pt x="812037" y="123986"/>
                  <a:pt x="805667" y="122076"/>
                  <a:pt x="799857" y="118257"/>
                </a:cubicBezTo>
                <a:cubicBezTo>
                  <a:pt x="794046" y="114438"/>
                  <a:pt x="789545" y="109105"/>
                  <a:pt x="786353" y="102258"/>
                </a:cubicBezTo>
                <a:cubicBezTo>
                  <a:pt x="783161" y="95410"/>
                  <a:pt x="781566" y="87540"/>
                  <a:pt x="781566" y="78647"/>
                </a:cubicBezTo>
                <a:cubicBezTo>
                  <a:pt x="781566" y="69972"/>
                  <a:pt x="783011" y="62102"/>
                  <a:pt x="785903" y="55037"/>
                </a:cubicBezTo>
                <a:cubicBezTo>
                  <a:pt x="788795" y="47971"/>
                  <a:pt x="793132" y="42556"/>
                  <a:pt x="798915" y="38792"/>
                </a:cubicBezTo>
                <a:cubicBezTo>
                  <a:pt x="804699" y="35027"/>
                  <a:pt x="811164" y="33145"/>
                  <a:pt x="818311" y="33145"/>
                </a:cubicBezTo>
                <a:cubicBezTo>
                  <a:pt x="823549" y="33145"/>
                  <a:pt x="828214" y="34250"/>
                  <a:pt x="832306" y="36459"/>
                </a:cubicBezTo>
                <a:cubicBezTo>
                  <a:pt x="836398" y="38669"/>
                  <a:pt x="839726" y="41547"/>
                  <a:pt x="842290" y="45093"/>
                </a:cubicBezTo>
                <a:lnTo>
                  <a:pt x="842290" y="2046"/>
                </a:lnTo>
                <a:lnTo>
                  <a:pt x="856939" y="2046"/>
                </a:lnTo>
                <a:lnTo>
                  <a:pt x="856939" y="122022"/>
                </a:lnTo>
                <a:lnTo>
                  <a:pt x="843272" y="122022"/>
                </a:lnTo>
                <a:moveTo>
                  <a:pt x="796706" y="78647"/>
                </a:moveTo>
                <a:cubicBezTo>
                  <a:pt x="796706" y="89777"/>
                  <a:pt x="799052" y="98097"/>
                  <a:pt x="803744" y="103608"/>
                </a:cubicBezTo>
                <a:cubicBezTo>
                  <a:pt x="808436" y="109118"/>
                  <a:pt x="813974" y="111874"/>
                  <a:pt x="820357" y="111874"/>
                </a:cubicBezTo>
                <a:cubicBezTo>
                  <a:pt x="826795" y="111874"/>
                  <a:pt x="832265" y="109241"/>
                  <a:pt x="836766" y="103976"/>
                </a:cubicBezTo>
                <a:cubicBezTo>
                  <a:pt x="841267" y="98711"/>
                  <a:pt x="843518" y="90677"/>
                  <a:pt x="843518" y="79875"/>
                </a:cubicBezTo>
                <a:cubicBezTo>
                  <a:pt x="843518" y="67981"/>
                  <a:pt x="841226" y="59251"/>
                  <a:pt x="836643" y="53686"/>
                </a:cubicBezTo>
                <a:cubicBezTo>
                  <a:pt x="832060" y="48121"/>
                  <a:pt x="826413" y="45339"/>
                  <a:pt x="819702" y="45339"/>
                </a:cubicBezTo>
                <a:cubicBezTo>
                  <a:pt x="813155" y="45339"/>
                  <a:pt x="807686" y="48012"/>
                  <a:pt x="803294" y="53359"/>
                </a:cubicBezTo>
                <a:cubicBezTo>
                  <a:pt x="798902" y="58706"/>
                  <a:pt x="796706" y="67135"/>
                  <a:pt x="796706" y="78647"/>
                </a:cubicBezTo>
                <a:close/>
                <a:moveTo>
                  <a:pt x="880195" y="122022"/>
                </a:moveTo>
                <a:lnTo>
                  <a:pt x="880195" y="35109"/>
                </a:lnTo>
                <a:lnTo>
                  <a:pt x="893453" y="35109"/>
                </a:lnTo>
                <a:lnTo>
                  <a:pt x="893453" y="48285"/>
                </a:lnTo>
                <a:cubicBezTo>
                  <a:pt x="896836" y="42120"/>
                  <a:pt x="899959" y="38055"/>
                  <a:pt x="902824" y="36091"/>
                </a:cubicBezTo>
                <a:cubicBezTo>
                  <a:pt x="905688" y="34127"/>
                  <a:pt x="908839" y="33145"/>
                  <a:pt x="912276" y="33145"/>
                </a:cubicBezTo>
                <a:cubicBezTo>
                  <a:pt x="917241" y="33145"/>
                  <a:pt x="922288" y="34727"/>
                  <a:pt x="927416" y="37891"/>
                </a:cubicBezTo>
                <a:lnTo>
                  <a:pt x="922342" y="51558"/>
                </a:lnTo>
                <a:cubicBezTo>
                  <a:pt x="918741" y="49431"/>
                  <a:pt x="915141" y="48367"/>
                  <a:pt x="911540" y="48367"/>
                </a:cubicBezTo>
                <a:cubicBezTo>
                  <a:pt x="908321" y="48367"/>
                  <a:pt x="905429" y="49335"/>
                  <a:pt x="902865" y="51272"/>
                </a:cubicBezTo>
                <a:cubicBezTo>
                  <a:pt x="900300" y="53209"/>
                  <a:pt x="898473" y="55896"/>
                  <a:pt x="897382" y="59333"/>
                </a:cubicBezTo>
                <a:cubicBezTo>
                  <a:pt x="895745" y="64571"/>
                  <a:pt x="894926" y="70300"/>
                  <a:pt x="894926" y="76519"/>
                </a:cubicBezTo>
                <a:lnTo>
                  <a:pt x="894926" y="122022"/>
                </a:lnTo>
                <a:lnTo>
                  <a:pt x="880195" y="122022"/>
                </a:lnTo>
                <a:close/>
                <a:moveTo>
                  <a:pt x="996255" y="94033"/>
                </a:moveTo>
                <a:lnTo>
                  <a:pt x="1011477" y="95915"/>
                </a:lnTo>
                <a:cubicBezTo>
                  <a:pt x="1009076" y="104808"/>
                  <a:pt x="1004630" y="111710"/>
                  <a:pt x="998137" y="116620"/>
                </a:cubicBezTo>
                <a:cubicBezTo>
                  <a:pt x="991645" y="121531"/>
                  <a:pt x="983352" y="123986"/>
                  <a:pt x="973258" y="123986"/>
                </a:cubicBezTo>
                <a:cubicBezTo>
                  <a:pt x="960546" y="123986"/>
                  <a:pt x="950466" y="120071"/>
                  <a:pt x="943019" y="112242"/>
                </a:cubicBezTo>
                <a:cubicBezTo>
                  <a:pt x="935571" y="104413"/>
                  <a:pt x="931848" y="93433"/>
                  <a:pt x="931848" y="79302"/>
                </a:cubicBezTo>
                <a:cubicBezTo>
                  <a:pt x="931848" y="64680"/>
                  <a:pt x="935612" y="53332"/>
                  <a:pt x="943142" y="45257"/>
                </a:cubicBezTo>
                <a:cubicBezTo>
                  <a:pt x="950671" y="37182"/>
                  <a:pt x="960437" y="33145"/>
                  <a:pt x="972440" y="33145"/>
                </a:cubicBezTo>
                <a:cubicBezTo>
                  <a:pt x="984061" y="33145"/>
                  <a:pt x="993554" y="37100"/>
                  <a:pt x="1000920" y="45011"/>
                </a:cubicBezTo>
                <a:cubicBezTo>
                  <a:pt x="1008285" y="52922"/>
                  <a:pt x="1011968" y="64052"/>
                  <a:pt x="1011968" y="78402"/>
                </a:cubicBezTo>
                <a:cubicBezTo>
                  <a:pt x="1011968" y="79274"/>
                  <a:pt x="1011941" y="80584"/>
                  <a:pt x="1011886" y="82330"/>
                </a:cubicBezTo>
                <a:lnTo>
                  <a:pt x="947070" y="82330"/>
                </a:lnTo>
                <a:cubicBezTo>
                  <a:pt x="947615" y="91878"/>
                  <a:pt x="950316" y="99189"/>
                  <a:pt x="955172" y="104263"/>
                </a:cubicBezTo>
                <a:cubicBezTo>
                  <a:pt x="960028" y="109337"/>
                  <a:pt x="966084" y="111874"/>
                  <a:pt x="973340" y="111874"/>
                </a:cubicBezTo>
                <a:cubicBezTo>
                  <a:pt x="978741" y="111874"/>
                  <a:pt x="983352" y="110455"/>
                  <a:pt x="987171" y="107618"/>
                </a:cubicBezTo>
                <a:cubicBezTo>
                  <a:pt x="990990" y="104781"/>
                  <a:pt x="994018" y="100252"/>
                  <a:pt x="996255" y="94033"/>
                </a:cubicBezTo>
                <a:moveTo>
                  <a:pt x="947888" y="70218"/>
                </a:moveTo>
                <a:lnTo>
                  <a:pt x="996419" y="70218"/>
                </a:lnTo>
                <a:cubicBezTo>
                  <a:pt x="995764" y="62907"/>
                  <a:pt x="993909" y="57424"/>
                  <a:pt x="990854" y="53768"/>
                </a:cubicBezTo>
                <a:cubicBezTo>
                  <a:pt x="986161" y="48094"/>
                  <a:pt x="980078" y="45257"/>
                  <a:pt x="972603" y="45257"/>
                </a:cubicBezTo>
                <a:cubicBezTo>
                  <a:pt x="965838" y="45257"/>
                  <a:pt x="960150" y="47521"/>
                  <a:pt x="955540" y="52049"/>
                </a:cubicBezTo>
                <a:cubicBezTo>
                  <a:pt x="950930" y="56578"/>
                  <a:pt x="948379" y="62634"/>
                  <a:pt x="947888" y="70218"/>
                </a:cubicBezTo>
                <a:close/>
                <a:moveTo>
                  <a:pt x="1024339" y="96079"/>
                </a:moveTo>
                <a:lnTo>
                  <a:pt x="1038906" y="93787"/>
                </a:lnTo>
                <a:cubicBezTo>
                  <a:pt x="1039725" y="99625"/>
                  <a:pt x="1042003" y="104099"/>
                  <a:pt x="1045740" y="107209"/>
                </a:cubicBezTo>
                <a:cubicBezTo>
                  <a:pt x="1049477" y="110319"/>
                  <a:pt x="1054701" y="111874"/>
                  <a:pt x="1061412" y="111874"/>
                </a:cubicBezTo>
                <a:cubicBezTo>
                  <a:pt x="1068177" y="111874"/>
                  <a:pt x="1073197" y="110496"/>
                  <a:pt x="1076470" y="107741"/>
                </a:cubicBezTo>
                <a:cubicBezTo>
                  <a:pt x="1079744" y="104986"/>
                  <a:pt x="1081381" y="101753"/>
                  <a:pt x="1081381" y="98043"/>
                </a:cubicBezTo>
                <a:cubicBezTo>
                  <a:pt x="1081381" y="94715"/>
                  <a:pt x="1079935" y="92096"/>
                  <a:pt x="1077043" y="90186"/>
                </a:cubicBezTo>
                <a:cubicBezTo>
                  <a:pt x="1075025" y="88877"/>
                  <a:pt x="1070005" y="87213"/>
                  <a:pt x="1061985" y="85194"/>
                </a:cubicBezTo>
                <a:cubicBezTo>
                  <a:pt x="1051182" y="82466"/>
                  <a:pt x="1043694" y="80107"/>
                  <a:pt x="1039520" y="78115"/>
                </a:cubicBezTo>
                <a:cubicBezTo>
                  <a:pt x="1035346" y="76124"/>
                  <a:pt x="1032182" y="73368"/>
                  <a:pt x="1030027" y="69849"/>
                </a:cubicBezTo>
                <a:cubicBezTo>
                  <a:pt x="1027872" y="66330"/>
                  <a:pt x="1026794" y="62443"/>
                  <a:pt x="1026794" y="58187"/>
                </a:cubicBezTo>
                <a:cubicBezTo>
                  <a:pt x="1026794" y="54314"/>
                  <a:pt x="1027681" y="50726"/>
                  <a:pt x="1029454" y="47426"/>
                </a:cubicBezTo>
                <a:cubicBezTo>
                  <a:pt x="1031227" y="44125"/>
                  <a:pt x="1033641" y="41383"/>
                  <a:pt x="1036697" y="39201"/>
                </a:cubicBezTo>
                <a:cubicBezTo>
                  <a:pt x="1038988" y="37509"/>
                  <a:pt x="1042112" y="36077"/>
                  <a:pt x="1046067" y="34904"/>
                </a:cubicBezTo>
                <a:cubicBezTo>
                  <a:pt x="1050023" y="33731"/>
                  <a:pt x="1054265" y="33145"/>
                  <a:pt x="1058793" y="33145"/>
                </a:cubicBezTo>
                <a:cubicBezTo>
                  <a:pt x="1065613" y="33145"/>
                  <a:pt x="1071601" y="34127"/>
                  <a:pt x="1076757" y="36091"/>
                </a:cubicBezTo>
                <a:cubicBezTo>
                  <a:pt x="1081913" y="38055"/>
                  <a:pt x="1085718" y="40715"/>
                  <a:pt x="1088173" y="44070"/>
                </a:cubicBezTo>
                <a:cubicBezTo>
                  <a:pt x="1090629" y="47426"/>
                  <a:pt x="1092320" y="51913"/>
                  <a:pt x="1093247" y="57533"/>
                </a:cubicBezTo>
                <a:lnTo>
                  <a:pt x="1078844" y="59497"/>
                </a:lnTo>
                <a:cubicBezTo>
                  <a:pt x="1078189" y="55023"/>
                  <a:pt x="1076293" y="51531"/>
                  <a:pt x="1073156" y="49021"/>
                </a:cubicBezTo>
                <a:cubicBezTo>
                  <a:pt x="1070019" y="46512"/>
                  <a:pt x="1065586" y="45257"/>
                  <a:pt x="1059857" y="45257"/>
                </a:cubicBezTo>
                <a:cubicBezTo>
                  <a:pt x="1053092" y="45257"/>
                  <a:pt x="1048263" y="46375"/>
                  <a:pt x="1045372" y="48612"/>
                </a:cubicBezTo>
                <a:cubicBezTo>
                  <a:pt x="1042480" y="50849"/>
                  <a:pt x="1041034" y="53468"/>
                  <a:pt x="1041034" y="56469"/>
                </a:cubicBezTo>
                <a:cubicBezTo>
                  <a:pt x="1041034" y="58378"/>
                  <a:pt x="1041634" y="60097"/>
                  <a:pt x="1042835" y="61625"/>
                </a:cubicBezTo>
                <a:cubicBezTo>
                  <a:pt x="1044035" y="63207"/>
                  <a:pt x="1045917" y="64516"/>
                  <a:pt x="1048482" y="65553"/>
                </a:cubicBezTo>
                <a:cubicBezTo>
                  <a:pt x="1049955" y="66098"/>
                  <a:pt x="1054292" y="67353"/>
                  <a:pt x="1061494" y="69317"/>
                </a:cubicBezTo>
                <a:cubicBezTo>
                  <a:pt x="1071915" y="72100"/>
                  <a:pt x="1079185" y="74378"/>
                  <a:pt x="1083304" y="76151"/>
                </a:cubicBezTo>
                <a:cubicBezTo>
                  <a:pt x="1087423" y="77924"/>
                  <a:pt x="1090656" y="80502"/>
                  <a:pt x="1093002" y="83885"/>
                </a:cubicBezTo>
                <a:cubicBezTo>
                  <a:pt x="1095348" y="87267"/>
                  <a:pt x="1096521" y="91468"/>
                  <a:pt x="1096521" y="96488"/>
                </a:cubicBezTo>
                <a:cubicBezTo>
                  <a:pt x="1096521" y="101398"/>
                  <a:pt x="1095089" y="106022"/>
                  <a:pt x="1092224" y="110360"/>
                </a:cubicBezTo>
                <a:cubicBezTo>
                  <a:pt x="1089360" y="114697"/>
                  <a:pt x="1085227" y="118052"/>
                  <a:pt x="1079826" y="120426"/>
                </a:cubicBezTo>
                <a:cubicBezTo>
                  <a:pt x="1074424" y="122799"/>
                  <a:pt x="1068314" y="123986"/>
                  <a:pt x="1061494" y="123986"/>
                </a:cubicBezTo>
                <a:cubicBezTo>
                  <a:pt x="1050200" y="123986"/>
                  <a:pt x="1041593" y="121640"/>
                  <a:pt x="1035674" y="116948"/>
                </a:cubicBezTo>
                <a:cubicBezTo>
                  <a:pt x="1029754" y="112256"/>
                  <a:pt x="1025976" y="105299"/>
                  <a:pt x="1024339" y="96079"/>
                </a:cubicBezTo>
                <a:close/>
                <a:moveTo>
                  <a:pt x="1108142" y="96079"/>
                </a:moveTo>
                <a:lnTo>
                  <a:pt x="1122709" y="93787"/>
                </a:lnTo>
                <a:cubicBezTo>
                  <a:pt x="1123528" y="99625"/>
                  <a:pt x="1125806" y="104099"/>
                  <a:pt x="1129543" y="107209"/>
                </a:cubicBezTo>
                <a:cubicBezTo>
                  <a:pt x="1133280" y="110319"/>
                  <a:pt x="1138504" y="111874"/>
                  <a:pt x="1145215" y="111874"/>
                </a:cubicBezTo>
                <a:cubicBezTo>
                  <a:pt x="1151980" y="111874"/>
                  <a:pt x="1157000" y="110496"/>
                  <a:pt x="1160273" y="107741"/>
                </a:cubicBezTo>
                <a:cubicBezTo>
                  <a:pt x="1163547" y="104986"/>
                  <a:pt x="1165184" y="101753"/>
                  <a:pt x="1165184" y="98043"/>
                </a:cubicBezTo>
                <a:cubicBezTo>
                  <a:pt x="1165184" y="94715"/>
                  <a:pt x="1163738" y="92096"/>
                  <a:pt x="1160846" y="90186"/>
                </a:cubicBezTo>
                <a:cubicBezTo>
                  <a:pt x="1158828" y="88877"/>
                  <a:pt x="1153808" y="87213"/>
                  <a:pt x="1145788" y="85194"/>
                </a:cubicBezTo>
                <a:cubicBezTo>
                  <a:pt x="1134985" y="82466"/>
                  <a:pt x="1127497" y="80107"/>
                  <a:pt x="1123323" y="78115"/>
                </a:cubicBezTo>
                <a:cubicBezTo>
                  <a:pt x="1119149" y="76124"/>
                  <a:pt x="1115985" y="73368"/>
                  <a:pt x="1113830" y="69849"/>
                </a:cubicBezTo>
                <a:cubicBezTo>
                  <a:pt x="1111675" y="66330"/>
                  <a:pt x="1110597" y="62443"/>
                  <a:pt x="1110597" y="58187"/>
                </a:cubicBezTo>
                <a:cubicBezTo>
                  <a:pt x="1110597" y="54314"/>
                  <a:pt x="1111484" y="50726"/>
                  <a:pt x="1113257" y="47426"/>
                </a:cubicBezTo>
                <a:cubicBezTo>
                  <a:pt x="1115030" y="44125"/>
                  <a:pt x="1117445" y="41383"/>
                  <a:pt x="1120500" y="39201"/>
                </a:cubicBezTo>
                <a:cubicBezTo>
                  <a:pt x="1122791" y="37509"/>
                  <a:pt x="1125915" y="36077"/>
                  <a:pt x="1129870" y="34904"/>
                </a:cubicBezTo>
                <a:cubicBezTo>
                  <a:pt x="1133826" y="33731"/>
                  <a:pt x="1138068" y="33145"/>
                  <a:pt x="1142596" y="33145"/>
                </a:cubicBezTo>
                <a:cubicBezTo>
                  <a:pt x="1149416" y="33145"/>
                  <a:pt x="1155404" y="34127"/>
                  <a:pt x="1160560" y="36091"/>
                </a:cubicBezTo>
                <a:cubicBezTo>
                  <a:pt x="1165716" y="38055"/>
                  <a:pt x="1169521" y="40715"/>
                  <a:pt x="1171976" y="44070"/>
                </a:cubicBezTo>
                <a:cubicBezTo>
                  <a:pt x="1174432" y="47426"/>
                  <a:pt x="1176123" y="51913"/>
                  <a:pt x="1177050" y="57533"/>
                </a:cubicBezTo>
                <a:lnTo>
                  <a:pt x="1162647" y="59497"/>
                </a:lnTo>
                <a:cubicBezTo>
                  <a:pt x="1161992" y="55023"/>
                  <a:pt x="1160096" y="51531"/>
                  <a:pt x="1156959" y="49021"/>
                </a:cubicBezTo>
                <a:cubicBezTo>
                  <a:pt x="1153822" y="46512"/>
                  <a:pt x="1149389" y="45257"/>
                  <a:pt x="1143660" y="45257"/>
                </a:cubicBezTo>
                <a:cubicBezTo>
                  <a:pt x="1136895" y="45257"/>
                  <a:pt x="1132066" y="46375"/>
                  <a:pt x="1129175" y="48612"/>
                </a:cubicBezTo>
                <a:cubicBezTo>
                  <a:pt x="1126283" y="50849"/>
                  <a:pt x="1124837" y="53468"/>
                  <a:pt x="1124837" y="56469"/>
                </a:cubicBezTo>
                <a:cubicBezTo>
                  <a:pt x="1124837" y="58378"/>
                  <a:pt x="1125437" y="60097"/>
                  <a:pt x="1126638" y="61625"/>
                </a:cubicBezTo>
                <a:cubicBezTo>
                  <a:pt x="1127838" y="63207"/>
                  <a:pt x="1129720" y="64516"/>
                  <a:pt x="1132285" y="65553"/>
                </a:cubicBezTo>
                <a:cubicBezTo>
                  <a:pt x="1133758" y="66098"/>
                  <a:pt x="1138095" y="67353"/>
                  <a:pt x="1145297" y="69317"/>
                </a:cubicBezTo>
                <a:cubicBezTo>
                  <a:pt x="1155718" y="72100"/>
                  <a:pt x="1162988" y="74378"/>
                  <a:pt x="1167107" y="76151"/>
                </a:cubicBezTo>
                <a:cubicBezTo>
                  <a:pt x="1171226" y="77924"/>
                  <a:pt x="1174459" y="80502"/>
                  <a:pt x="1176805" y="83885"/>
                </a:cubicBezTo>
                <a:cubicBezTo>
                  <a:pt x="1179151" y="87267"/>
                  <a:pt x="1180324" y="91468"/>
                  <a:pt x="1180324" y="96488"/>
                </a:cubicBezTo>
                <a:cubicBezTo>
                  <a:pt x="1180324" y="101398"/>
                  <a:pt x="1178892" y="106022"/>
                  <a:pt x="1176027" y="110360"/>
                </a:cubicBezTo>
                <a:cubicBezTo>
                  <a:pt x="1173163" y="114697"/>
                  <a:pt x="1169030" y="118052"/>
                  <a:pt x="1163629" y="120426"/>
                </a:cubicBezTo>
                <a:cubicBezTo>
                  <a:pt x="1158227" y="122799"/>
                  <a:pt x="1152117" y="123986"/>
                  <a:pt x="1145297" y="123986"/>
                </a:cubicBezTo>
                <a:cubicBezTo>
                  <a:pt x="1134003" y="123986"/>
                  <a:pt x="1125397" y="121640"/>
                  <a:pt x="1119477" y="116948"/>
                </a:cubicBezTo>
                <a:cubicBezTo>
                  <a:pt x="1113557" y="112256"/>
                  <a:pt x="1109779" y="105299"/>
                  <a:pt x="1108142" y="96079"/>
                </a:cubicBezTo>
                <a:close/>
                <a:moveTo>
                  <a:pt x="1272749" y="157294"/>
                </a:moveTo>
                <a:cubicBezTo>
                  <a:pt x="1264620" y="147037"/>
                  <a:pt x="1257745" y="135034"/>
                  <a:pt x="1252126" y="121285"/>
                </a:cubicBezTo>
                <a:cubicBezTo>
                  <a:pt x="1246506" y="107536"/>
                  <a:pt x="1243696" y="93296"/>
                  <a:pt x="1243696" y="78565"/>
                </a:cubicBezTo>
                <a:cubicBezTo>
                  <a:pt x="1243696" y="65580"/>
                  <a:pt x="1245797" y="53141"/>
                  <a:pt x="1249998" y="41247"/>
                </a:cubicBezTo>
                <a:cubicBezTo>
                  <a:pt x="1254908" y="27443"/>
                  <a:pt x="1262492" y="13694"/>
                  <a:pt x="1272749" y="0"/>
                </a:cubicBezTo>
                <a:lnTo>
                  <a:pt x="1283306" y="0"/>
                </a:lnTo>
                <a:cubicBezTo>
                  <a:pt x="1276705" y="11348"/>
                  <a:pt x="1272340" y="19450"/>
                  <a:pt x="1270212" y="24306"/>
                </a:cubicBezTo>
                <a:cubicBezTo>
                  <a:pt x="1266884" y="31835"/>
                  <a:pt x="1264265" y="39692"/>
                  <a:pt x="1262356" y="47876"/>
                </a:cubicBezTo>
                <a:cubicBezTo>
                  <a:pt x="1260010" y="58078"/>
                  <a:pt x="1258837" y="68335"/>
                  <a:pt x="1258837" y="78647"/>
                </a:cubicBezTo>
                <a:cubicBezTo>
                  <a:pt x="1258837" y="104890"/>
                  <a:pt x="1266993" y="131106"/>
                  <a:pt x="1283306" y="157294"/>
                </a:cubicBezTo>
                <a:lnTo>
                  <a:pt x="1272749" y="157294"/>
                </a:lnTo>
                <a:close/>
                <a:moveTo>
                  <a:pt x="1295028" y="129387"/>
                </a:moveTo>
                <a:lnTo>
                  <a:pt x="1308613" y="125950"/>
                </a:lnTo>
                <a:cubicBezTo>
                  <a:pt x="1309923" y="132497"/>
                  <a:pt x="1312637" y="137516"/>
                  <a:pt x="1316756" y="141008"/>
                </a:cubicBezTo>
                <a:cubicBezTo>
                  <a:pt x="1320876" y="144500"/>
                  <a:pt x="1325718" y="146246"/>
                  <a:pt x="1331283" y="146246"/>
                </a:cubicBezTo>
                <a:cubicBezTo>
                  <a:pt x="1336684" y="146246"/>
                  <a:pt x="1341117" y="144664"/>
                  <a:pt x="1344582" y="141499"/>
                </a:cubicBezTo>
                <a:cubicBezTo>
                  <a:pt x="1348046" y="138335"/>
                  <a:pt x="1349778" y="134734"/>
                  <a:pt x="1349778" y="130697"/>
                </a:cubicBezTo>
                <a:cubicBezTo>
                  <a:pt x="1349778" y="129005"/>
                  <a:pt x="1349424" y="127327"/>
                  <a:pt x="1348714" y="125663"/>
                </a:cubicBezTo>
                <a:cubicBezTo>
                  <a:pt x="1348005" y="123999"/>
                  <a:pt x="1346941" y="122322"/>
                  <a:pt x="1345523" y="120630"/>
                </a:cubicBezTo>
                <a:cubicBezTo>
                  <a:pt x="1343504" y="118175"/>
                  <a:pt x="1335538" y="111383"/>
                  <a:pt x="1321626" y="100252"/>
                </a:cubicBezTo>
                <a:cubicBezTo>
                  <a:pt x="1316115" y="95888"/>
                  <a:pt x="1312405" y="92641"/>
                  <a:pt x="1310496" y="90514"/>
                </a:cubicBezTo>
                <a:cubicBezTo>
                  <a:pt x="1307604" y="87349"/>
                  <a:pt x="1305558" y="84389"/>
                  <a:pt x="1304358" y="81634"/>
                </a:cubicBezTo>
                <a:cubicBezTo>
                  <a:pt x="1303158" y="78879"/>
                  <a:pt x="1302557" y="75755"/>
                  <a:pt x="1302557" y="72264"/>
                </a:cubicBezTo>
                <a:cubicBezTo>
                  <a:pt x="1302557" y="66317"/>
                  <a:pt x="1304303" y="61093"/>
                  <a:pt x="1307795" y="56592"/>
                </a:cubicBezTo>
                <a:cubicBezTo>
                  <a:pt x="1311287" y="52090"/>
                  <a:pt x="1317288" y="47712"/>
                  <a:pt x="1325800" y="43456"/>
                </a:cubicBezTo>
                <a:cubicBezTo>
                  <a:pt x="1321489" y="38219"/>
                  <a:pt x="1319334" y="32708"/>
                  <a:pt x="1319334" y="26925"/>
                </a:cubicBezTo>
                <a:cubicBezTo>
                  <a:pt x="1319334" y="19287"/>
                  <a:pt x="1322131" y="12890"/>
                  <a:pt x="1327723" y="7734"/>
                </a:cubicBezTo>
                <a:cubicBezTo>
                  <a:pt x="1333315" y="2578"/>
                  <a:pt x="1341131" y="0"/>
                  <a:pt x="1351170" y="0"/>
                </a:cubicBezTo>
                <a:cubicBezTo>
                  <a:pt x="1360663" y="0"/>
                  <a:pt x="1367960" y="2182"/>
                  <a:pt x="1373062" y="6547"/>
                </a:cubicBezTo>
                <a:cubicBezTo>
                  <a:pt x="1378163" y="10912"/>
                  <a:pt x="1381477" y="17977"/>
                  <a:pt x="1383005" y="27743"/>
                </a:cubicBezTo>
                <a:lnTo>
                  <a:pt x="1368192" y="29462"/>
                </a:lnTo>
                <a:cubicBezTo>
                  <a:pt x="1368138" y="23897"/>
                  <a:pt x="1366528" y="19573"/>
                  <a:pt x="1363364" y="16491"/>
                </a:cubicBezTo>
                <a:cubicBezTo>
                  <a:pt x="1360199" y="13408"/>
                  <a:pt x="1355862" y="11867"/>
                  <a:pt x="1350351" y="11867"/>
                </a:cubicBezTo>
                <a:cubicBezTo>
                  <a:pt x="1345332" y="11867"/>
                  <a:pt x="1341240" y="13312"/>
                  <a:pt x="1338075" y="16204"/>
                </a:cubicBezTo>
                <a:cubicBezTo>
                  <a:pt x="1334911" y="19096"/>
                  <a:pt x="1333329" y="22506"/>
                  <a:pt x="1333329" y="26434"/>
                </a:cubicBezTo>
                <a:cubicBezTo>
                  <a:pt x="1333329" y="29271"/>
                  <a:pt x="1334379" y="32381"/>
                  <a:pt x="1336480" y="35764"/>
                </a:cubicBezTo>
                <a:cubicBezTo>
                  <a:pt x="1338580" y="39146"/>
                  <a:pt x="1343640" y="44084"/>
                  <a:pt x="1351661" y="50576"/>
                </a:cubicBezTo>
                <a:cubicBezTo>
                  <a:pt x="1363336" y="60015"/>
                  <a:pt x="1370743" y="66699"/>
                  <a:pt x="1373880" y="70627"/>
                </a:cubicBezTo>
                <a:cubicBezTo>
                  <a:pt x="1377017" y="74555"/>
                  <a:pt x="1378586" y="79029"/>
                  <a:pt x="1378586" y="84048"/>
                </a:cubicBezTo>
                <a:cubicBezTo>
                  <a:pt x="1378586" y="89232"/>
                  <a:pt x="1376717" y="94278"/>
                  <a:pt x="1372980" y="99189"/>
                </a:cubicBezTo>
                <a:cubicBezTo>
                  <a:pt x="1369242" y="104099"/>
                  <a:pt x="1363500" y="108382"/>
                  <a:pt x="1355753" y="112037"/>
                </a:cubicBezTo>
                <a:cubicBezTo>
                  <a:pt x="1358481" y="115038"/>
                  <a:pt x="1360527" y="118093"/>
                  <a:pt x="1361891" y="121203"/>
                </a:cubicBezTo>
                <a:cubicBezTo>
                  <a:pt x="1363255" y="124313"/>
                  <a:pt x="1363937" y="127478"/>
                  <a:pt x="1363937" y="130697"/>
                </a:cubicBezTo>
                <a:cubicBezTo>
                  <a:pt x="1363937" y="137789"/>
                  <a:pt x="1361004" y="143995"/>
                  <a:pt x="1355139" y="149315"/>
                </a:cubicBezTo>
                <a:cubicBezTo>
                  <a:pt x="1349274" y="154634"/>
                  <a:pt x="1341294" y="157294"/>
                  <a:pt x="1331201" y="157294"/>
                </a:cubicBezTo>
                <a:cubicBezTo>
                  <a:pt x="1321653" y="157294"/>
                  <a:pt x="1313701" y="154798"/>
                  <a:pt x="1307345" y="149806"/>
                </a:cubicBezTo>
                <a:cubicBezTo>
                  <a:pt x="1300989" y="144814"/>
                  <a:pt x="1296883" y="138007"/>
                  <a:pt x="1295028" y="129387"/>
                </a:cubicBezTo>
                <a:moveTo>
                  <a:pt x="1348387" y="104263"/>
                </a:moveTo>
                <a:cubicBezTo>
                  <a:pt x="1354280" y="101535"/>
                  <a:pt x="1358481" y="98520"/>
                  <a:pt x="1360990" y="95219"/>
                </a:cubicBezTo>
                <a:cubicBezTo>
                  <a:pt x="1363500" y="91919"/>
                  <a:pt x="1364755" y="88795"/>
                  <a:pt x="1364755" y="85849"/>
                </a:cubicBezTo>
                <a:cubicBezTo>
                  <a:pt x="1364755" y="83503"/>
                  <a:pt x="1364168" y="81361"/>
                  <a:pt x="1362995" y="79425"/>
                </a:cubicBezTo>
                <a:cubicBezTo>
                  <a:pt x="1361822" y="77488"/>
                  <a:pt x="1357880" y="73764"/>
                  <a:pt x="1351170" y="68254"/>
                </a:cubicBezTo>
                <a:cubicBezTo>
                  <a:pt x="1342004" y="60670"/>
                  <a:pt x="1335538" y="54777"/>
                  <a:pt x="1331774" y="50576"/>
                </a:cubicBezTo>
                <a:cubicBezTo>
                  <a:pt x="1321189" y="56578"/>
                  <a:pt x="1315897" y="63261"/>
                  <a:pt x="1315897" y="70627"/>
                </a:cubicBezTo>
                <a:cubicBezTo>
                  <a:pt x="1315897" y="72864"/>
                  <a:pt x="1316470" y="75019"/>
                  <a:pt x="1317616" y="77092"/>
                </a:cubicBezTo>
                <a:cubicBezTo>
                  <a:pt x="1319307" y="79984"/>
                  <a:pt x="1323290" y="83967"/>
                  <a:pt x="1329564" y="89041"/>
                </a:cubicBezTo>
                <a:lnTo>
                  <a:pt x="1348387" y="104263"/>
                </a:lnTo>
                <a:close/>
                <a:moveTo>
                  <a:pt x="1393002" y="122022"/>
                </a:moveTo>
                <a:lnTo>
                  <a:pt x="1418126" y="2046"/>
                </a:lnTo>
                <a:lnTo>
                  <a:pt x="1434085" y="2046"/>
                </a:lnTo>
                <a:lnTo>
                  <a:pt x="1409042" y="122022"/>
                </a:lnTo>
                <a:lnTo>
                  <a:pt x="1393002" y="122022"/>
                </a:lnTo>
                <a:close/>
                <a:moveTo>
                  <a:pt x="1474021" y="122022"/>
                </a:moveTo>
                <a:lnTo>
                  <a:pt x="1450942" y="2046"/>
                </a:lnTo>
                <a:lnTo>
                  <a:pt x="1466410" y="2046"/>
                </a:lnTo>
                <a:lnTo>
                  <a:pt x="1480322" y="73573"/>
                </a:lnTo>
                <a:cubicBezTo>
                  <a:pt x="1482887" y="86558"/>
                  <a:pt x="1484551" y="97034"/>
                  <a:pt x="1485315" y="104999"/>
                </a:cubicBezTo>
                <a:cubicBezTo>
                  <a:pt x="1490334" y="94742"/>
                  <a:pt x="1494453" y="86613"/>
                  <a:pt x="1497672" y="80611"/>
                </a:cubicBezTo>
                <a:lnTo>
                  <a:pt x="1540474" y="2046"/>
                </a:lnTo>
                <a:lnTo>
                  <a:pt x="1557005" y="2046"/>
                </a:lnTo>
                <a:lnTo>
                  <a:pt x="1491207" y="122022"/>
                </a:lnTo>
                <a:lnTo>
                  <a:pt x="1474021" y="1220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-C">
            <a:extLst xmlns:a="http://schemas.openxmlformats.org/drawingml/2006/main">
              <a:ext uri="{FF2B5EF4-FFF2-40B4-BE49-F238E27FC236}">
                <a16:creationId xmlns:a16="http://schemas.microsoft.com/office/drawing/2014/main" id="{7230071A-01DD-4DE8-B778-A9773A7B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100" y="4208904"/>
            <a:ext cx="171061" cy="124068"/>
          </a:xfrm>
          <a:custGeom xmlns:a="http://schemas.openxmlformats.org/drawingml/2006/main">
            <a:pathLst>
              <a:path w="171061" h="124068">
                <a:moveTo>
                  <a:pt x="0" y="86013"/>
                </a:moveTo>
                <a:lnTo>
                  <a:pt x="3110" y="71200"/>
                </a:lnTo>
                <a:lnTo>
                  <a:pt x="48285" y="71200"/>
                </a:lnTo>
                <a:lnTo>
                  <a:pt x="45257" y="86013"/>
                </a:lnTo>
                <a:lnTo>
                  <a:pt x="0" y="86013"/>
                </a:lnTo>
                <a:close/>
                <a:moveTo>
                  <a:pt x="149701" y="79793"/>
                </a:moveTo>
                <a:lnTo>
                  <a:pt x="165577" y="82002"/>
                </a:lnTo>
                <a:cubicBezTo>
                  <a:pt x="160558" y="95860"/>
                  <a:pt x="153247" y="106336"/>
                  <a:pt x="143645" y="113429"/>
                </a:cubicBezTo>
                <a:cubicBezTo>
                  <a:pt x="134042" y="120521"/>
                  <a:pt x="123267" y="124068"/>
                  <a:pt x="111318" y="124068"/>
                </a:cubicBezTo>
                <a:cubicBezTo>
                  <a:pt x="96751" y="124068"/>
                  <a:pt x="85198" y="119621"/>
                  <a:pt x="76660" y="110728"/>
                </a:cubicBezTo>
                <a:cubicBezTo>
                  <a:pt x="68121" y="101835"/>
                  <a:pt x="63852" y="89095"/>
                  <a:pt x="63852" y="72509"/>
                </a:cubicBezTo>
                <a:cubicBezTo>
                  <a:pt x="63852" y="50904"/>
                  <a:pt x="70344" y="33036"/>
                  <a:pt x="83329" y="18905"/>
                </a:cubicBezTo>
                <a:cubicBezTo>
                  <a:pt x="94896" y="6302"/>
                  <a:pt x="109272" y="0"/>
                  <a:pt x="126458" y="0"/>
                </a:cubicBezTo>
                <a:cubicBezTo>
                  <a:pt x="139171" y="0"/>
                  <a:pt x="149469" y="3410"/>
                  <a:pt x="157353" y="10230"/>
                </a:cubicBezTo>
                <a:cubicBezTo>
                  <a:pt x="165236" y="17050"/>
                  <a:pt x="169806" y="26216"/>
                  <a:pt x="171061" y="37728"/>
                </a:cubicBezTo>
                <a:lnTo>
                  <a:pt x="156084" y="39119"/>
                </a:lnTo>
                <a:cubicBezTo>
                  <a:pt x="154502" y="30444"/>
                  <a:pt x="151242" y="23965"/>
                  <a:pt x="146304" y="19682"/>
                </a:cubicBezTo>
                <a:cubicBezTo>
                  <a:pt x="141367" y="15399"/>
                  <a:pt x="134997" y="13258"/>
                  <a:pt x="127195" y="13258"/>
                </a:cubicBezTo>
                <a:cubicBezTo>
                  <a:pt x="112519" y="13258"/>
                  <a:pt x="100652" y="19778"/>
                  <a:pt x="91595" y="32817"/>
                </a:cubicBezTo>
                <a:cubicBezTo>
                  <a:pt x="83739" y="44057"/>
                  <a:pt x="79810" y="57396"/>
                  <a:pt x="79810" y="72837"/>
                </a:cubicBezTo>
                <a:cubicBezTo>
                  <a:pt x="79810" y="85167"/>
                  <a:pt x="82838" y="94578"/>
                  <a:pt x="88894" y="101071"/>
                </a:cubicBezTo>
                <a:cubicBezTo>
                  <a:pt x="94951" y="107563"/>
                  <a:pt x="102834" y="110810"/>
                  <a:pt x="112546" y="110810"/>
                </a:cubicBezTo>
                <a:cubicBezTo>
                  <a:pt x="120839" y="110810"/>
                  <a:pt x="128341" y="108109"/>
                  <a:pt x="135052" y="102708"/>
                </a:cubicBezTo>
                <a:cubicBezTo>
                  <a:pt x="141762" y="97306"/>
                  <a:pt x="146645" y="89668"/>
                  <a:pt x="149701" y="797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)">
            <a:extLst xmlns:a="http://schemas.openxmlformats.org/drawingml/2006/main">
              <a:ext uri="{FF2B5EF4-FFF2-40B4-BE49-F238E27FC236}">
                <a16:creationId xmlns:a16="http://schemas.microsoft.com/office/drawing/2014/main" id="{D5E9E371-5707-4417-BCC9-35C09869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687" y="4208904"/>
            <a:ext cx="55077" cy="157294"/>
          </a:xfrm>
          <a:custGeom xmlns:a="http://schemas.openxmlformats.org/drawingml/2006/main">
            <a:pathLst>
              <a:path w="55077" h="157294">
                <a:moveTo>
                  <a:pt x="42147" y="0"/>
                </a:moveTo>
                <a:cubicBezTo>
                  <a:pt x="50767" y="18768"/>
                  <a:pt x="55077" y="38028"/>
                  <a:pt x="55077" y="57778"/>
                </a:cubicBezTo>
                <a:cubicBezTo>
                  <a:pt x="55077" y="71036"/>
                  <a:pt x="53345" y="83339"/>
                  <a:pt x="49881" y="94687"/>
                </a:cubicBezTo>
                <a:cubicBezTo>
                  <a:pt x="46416" y="106036"/>
                  <a:pt x="41138" y="117302"/>
                  <a:pt x="34045" y="128487"/>
                </a:cubicBezTo>
                <a:cubicBezTo>
                  <a:pt x="29298" y="135907"/>
                  <a:pt x="21796" y="145509"/>
                  <a:pt x="11539" y="157294"/>
                </a:cubicBezTo>
                <a:lnTo>
                  <a:pt x="0" y="157294"/>
                </a:lnTo>
                <a:cubicBezTo>
                  <a:pt x="6329" y="150420"/>
                  <a:pt x="13067" y="140790"/>
                  <a:pt x="20214" y="128405"/>
                </a:cubicBezTo>
                <a:cubicBezTo>
                  <a:pt x="27361" y="116020"/>
                  <a:pt x="32531" y="103867"/>
                  <a:pt x="35723" y="91946"/>
                </a:cubicBezTo>
                <a:cubicBezTo>
                  <a:pt x="38914" y="80025"/>
                  <a:pt x="40510" y="68008"/>
                  <a:pt x="40510" y="55896"/>
                </a:cubicBezTo>
                <a:cubicBezTo>
                  <a:pt x="40510" y="37891"/>
                  <a:pt x="37373" y="19259"/>
                  <a:pt x="31099" y="0"/>
                </a:cubicBezTo>
                <a:lnTo>
                  <a:pt x="4214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Guardian">
            <a:extLst xmlns:a="http://schemas.openxmlformats.org/drawingml/2006/main">
              <a:ext uri="{FF2B5EF4-FFF2-40B4-BE49-F238E27FC236}">
                <a16:creationId xmlns:a16="http://schemas.microsoft.com/office/drawing/2014/main" id="{50471DF6-4CAA-46D0-9A07-8DD85D56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925" y="3286505"/>
            <a:ext cx="882010" cy="152699"/>
          </a:xfrm>
          <a:custGeom xmlns:a="http://schemas.openxmlformats.org/drawingml/2006/main">
            <a:pathLst>
              <a:path w="882010" h="152699">
                <a:moveTo>
                  <a:pt x="73831" y="95890"/>
                </a:moveTo>
                <a:lnTo>
                  <a:pt x="73831" y="71011"/>
                </a:lnTo>
                <a:lnTo>
                  <a:pt x="138093" y="71011"/>
                </a:lnTo>
                <a:lnTo>
                  <a:pt x="138093" y="129834"/>
                </a:lnTo>
                <a:cubicBezTo>
                  <a:pt x="131849" y="135878"/>
                  <a:pt x="122800" y="141199"/>
                  <a:pt x="110948" y="145799"/>
                </a:cubicBezTo>
                <a:cubicBezTo>
                  <a:pt x="99096" y="150399"/>
                  <a:pt x="87093" y="152699"/>
                  <a:pt x="74939" y="152699"/>
                </a:cubicBezTo>
                <a:cubicBezTo>
                  <a:pt x="59495" y="152699"/>
                  <a:pt x="46031" y="149459"/>
                  <a:pt x="34549" y="142979"/>
                </a:cubicBezTo>
                <a:cubicBezTo>
                  <a:pt x="23066" y="136499"/>
                  <a:pt x="14437" y="127232"/>
                  <a:pt x="8662" y="115179"/>
                </a:cubicBezTo>
                <a:cubicBezTo>
                  <a:pt x="2887" y="103125"/>
                  <a:pt x="0" y="90014"/>
                  <a:pt x="0" y="75846"/>
                </a:cubicBezTo>
                <a:cubicBezTo>
                  <a:pt x="0" y="60468"/>
                  <a:pt x="3223" y="46803"/>
                  <a:pt x="9670" y="34851"/>
                </a:cubicBezTo>
                <a:cubicBezTo>
                  <a:pt x="16116" y="22898"/>
                  <a:pt x="25550" y="13732"/>
                  <a:pt x="37973" y="7353"/>
                </a:cubicBezTo>
                <a:cubicBezTo>
                  <a:pt x="47441" y="2451"/>
                  <a:pt x="59226" y="0"/>
                  <a:pt x="73328" y="0"/>
                </a:cubicBezTo>
                <a:cubicBezTo>
                  <a:pt x="91659" y="0"/>
                  <a:pt x="105979" y="3844"/>
                  <a:pt x="116287" y="11533"/>
                </a:cubicBezTo>
                <a:cubicBezTo>
                  <a:pt x="126594" y="19222"/>
                  <a:pt x="133225" y="29848"/>
                  <a:pt x="136180" y="43412"/>
                </a:cubicBezTo>
                <a:lnTo>
                  <a:pt x="106567" y="48952"/>
                </a:lnTo>
                <a:cubicBezTo>
                  <a:pt x="104485" y="41700"/>
                  <a:pt x="100574" y="35975"/>
                  <a:pt x="94832" y="31779"/>
                </a:cubicBezTo>
                <a:cubicBezTo>
                  <a:pt x="89091" y="27582"/>
                  <a:pt x="81923" y="25483"/>
                  <a:pt x="73328" y="25483"/>
                </a:cubicBezTo>
                <a:cubicBezTo>
                  <a:pt x="60300" y="25483"/>
                  <a:pt x="49943" y="29613"/>
                  <a:pt x="42254" y="37872"/>
                </a:cubicBezTo>
                <a:cubicBezTo>
                  <a:pt x="34565" y="46132"/>
                  <a:pt x="30721" y="58387"/>
                  <a:pt x="30721" y="74637"/>
                </a:cubicBezTo>
                <a:cubicBezTo>
                  <a:pt x="30721" y="92163"/>
                  <a:pt x="34616" y="105308"/>
                  <a:pt x="42405" y="114071"/>
                </a:cubicBezTo>
                <a:cubicBezTo>
                  <a:pt x="50194" y="122834"/>
                  <a:pt x="60401" y="127215"/>
                  <a:pt x="73025" y="127215"/>
                </a:cubicBezTo>
                <a:cubicBezTo>
                  <a:pt x="79270" y="127215"/>
                  <a:pt x="85532" y="125990"/>
                  <a:pt x="91811" y="123539"/>
                </a:cubicBezTo>
                <a:cubicBezTo>
                  <a:pt x="98089" y="121088"/>
                  <a:pt x="103478" y="118116"/>
                  <a:pt x="107977" y="114625"/>
                </a:cubicBezTo>
                <a:lnTo>
                  <a:pt x="107977" y="95890"/>
                </a:lnTo>
                <a:lnTo>
                  <a:pt x="73831" y="95890"/>
                </a:lnTo>
                <a:close/>
                <a:moveTo>
                  <a:pt x="236512" y="150180"/>
                </a:moveTo>
                <a:lnTo>
                  <a:pt x="236512" y="134165"/>
                </a:lnTo>
                <a:cubicBezTo>
                  <a:pt x="232617" y="139873"/>
                  <a:pt x="227497" y="144372"/>
                  <a:pt x="221151" y="147662"/>
                </a:cubicBezTo>
                <a:cubicBezTo>
                  <a:pt x="214805" y="150953"/>
                  <a:pt x="208107" y="152598"/>
                  <a:pt x="201057" y="152598"/>
                </a:cubicBezTo>
                <a:cubicBezTo>
                  <a:pt x="193872" y="152598"/>
                  <a:pt x="187425" y="151020"/>
                  <a:pt x="181717" y="147864"/>
                </a:cubicBezTo>
                <a:cubicBezTo>
                  <a:pt x="176010" y="144708"/>
                  <a:pt x="171880" y="140276"/>
                  <a:pt x="169328" y="134568"/>
                </a:cubicBezTo>
                <a:cubicBezTo>
                  <a:pt x="166777" y="128860"/>
                  <a:pt x="165501" y="120970"/>
                  <a:pt x="165501" y="110898"/>
                </a:cubicBezTo>
                <a:lnTo>
                  <a:pt x="165501" y="43211"/>
                </a:lnTo>
                <a:lnTo>
                  <a:pt x="193804" y="43211"/>
                </a:lnTo>
                <a:lnTo>
                  <a:pt x="193804" y="92364"/>
                </a:lnTo>
                <a:cubicBezTo>
                  <a:pt x="193804" y="107406"/>
                  <a:pt x="194325" y="116622"/>
                  <a:pt x="195366" y="120013"/>
                </a:cubicBezTo>
                <a:cubicBezTo>
                  <a:pt x="196406" y="123404"/>
                  <a:pt x="198303" y="126090"/>
                  <a:pt x="201057" y="128071"/>
                </a:cubicBezTo>
                <a:cubicBezTo>
                  <a:pt x="203810" y="130052"/>
                  <a:pt x="207301" y="131043"/>
                  <a:pt x="211532" y="131043"/>
                </a:cubicBezTo>
                <a:cubicBezTo>
                  <a:pt x="216367" y="131043"/>
                  <a:pt x="220698" y="129717"/>
                  <a:pt x="224525" y="127064"/>
                </a:cubicBezTo>
                <a:cubicBezTo>
                  <a:pt x="228353" y="124412"/>
                  <a:pt x="230972" y="121121"/>
                  <a:pt x="232382" y="117193"/>
                </a:cubicBezTo>
                <a:cubicBezTo>
                  <a:pt x="233792" y="113265"/>
                  <a:pt x="234497" y="103646"/>
                  <a:pt x="234497" y="88336"/>
                </a:cubicBezTo>
                <a:lnTo>
                  <a:pt x="234497" y="43211"/>
                </a:lnTo>
                <a:lnTo>
                  <a:pt x="262801" y="43211"/>
                </a:lnTo>
                <a:lnTo>
                  <a:pt x="262801" y="150180"/>
                </a:lnTo>
                <a:lnTo>
                  <a:pt x="236512" y="150180"/>
                </a:lnTo>
                <a:close/>
                <a:moveTo>
                  <a:pt x="312946" y="75846"/>
                </a:moveTo>
                <a:lnTo>
                  <a:pt x="287261" y="71212"/>
                </a:lnTo>
                <a:cubicBezTo>
                  <a:pt x="290149" y="60871"/>
                  <a:pt x="295118" y="53216"/>
                  <a:pt x="302169" y="48247"/>
                </a:cubicBezTo>
                <a:cubicBezTo>
                  <a:pt x="309219" y="43278"/>
                  <a:pt x="319695" y="40793"/>
                  <a:pt x="333595" y="40793"/>
                </a:cubicBezTo>
                <a:cubicBezTo>
                  <a:pt x="346219" y="40793"/>
                  <a:pt x="355620" y="42288"/>
                  <a:pt x="361798" y="45276"/>
                </a:cubicBezTo>
                <a:cubicBezTo>
                  <a:pt x="367975" y="48264"/>
                  <a:pt x="372323" y="52058"/>
                  <a:pt x="374841" y="56658"/>
                </a:cubicBezTo>
                <a:cubicBezTo>
                  <a:pt x="377360" y="61257"/>
                  <a:pt x="378619" y="69701"/>
                  <a:pt x="378619" y="81990"/>
                </a:cubicBezTo>
                <a:lnTo>
                  <a:pt x="378316" y="115028"/>
                </a:lnTo>
                <a:cubicBezTo>
                  <a:pt x="378316" y="124428"/>
                  <a:pt x="378770" y="131362"/>
                  <a:pt x="379676" y="135827"/>
                </a:cubicBezTo>
                <a:cubicBezTo>
                  <a:pt x="380583" y="140293"/>
                  <a:pt x="382278" y="145077"/>
                  <a:pt x="384763" y="150180"/>
                </a:cubicBezTo>
                <a:lnTo>
                  <a:pt x="356761" y="150180"/>
                </a:lnTo>
                <a:cubicBezTo>
                  <a:pt x="356023" y="148300"/>
                  <a:pt x="355116" y="145514"/>
                  <a:pt x="354042" y="141820"/>
                </a:cubicBezTo>
                <a:cubicBezTo>
                  <a:pt x="353572" y="140142"/>
                  <a:pt x="353236" y="139034"/>
                  <a:pt x="353035" y="138496"/>
                </a:cubicBezTo>
                <a:cubicBezTo>
                  <a:pt x="348200" y="143197"/>
                  <a:pt x="343029" y="146722"/>
                  <a:pt x="337523" y="149072"/>
                </a:cubicBezTo>
                <a:cubicBezTo>
                  <a:pt x="332017" y="151423"/>
                  <a:pt x="326141" y="152598"/>
                  <a:pt x="319896" y="152598"/>
                </a:cubicBezTo>
                <a:cubicBezTo>
                  <a:pt x="308884" y="152598"/>
                  <a:pt x="300204" y="149610"/>
                  <a:pt x="293859" y="143633"/>
                </a:cubicBezTo>
                <a:cubicBezTo>
                  <a:pt x="287513" y="137657"/>
                  <a:pt x="284340" y="130103"/>
                  <a:pt x="284340" y="120970"/>
                </a:cubicBezTo>
                <a:cubicBezTo>
                  <a:pt x="284340" y="114927"/>
                  <a:pt x="285784" y="109538"/>
                  <a:pt x="288671" y="104804"/>
                </a:cubicBezTo>
                <a:cubicBezTo>
                  <a:pt x="291559" y="100070"/>
                  <a:pt x="295605" y="96444"/>
                  <a:pt x="300809" y="93926"/>
                </a:cubicBezTo>
                <a:cubicBezTo>
                  <a:pt x="306013" y="91408"/>
                  <a:pt x="313517" y="89208"/>
                  <a:pt x="323321" y="87328"/>
                </a:cubicBezTo>
                <a:cubicBezTo>
                  <a:pt x="336549" y="84844"/>
                  <a:pt x="345715" y="82527"/>
                  <a:pt x="350819" y="80378"/>
                </a:cubicBezTo>
                <a:lnTo>
                  <a:pt x="350819" y="77558"/>
                </a:lnTo>
                <a:cubicBezTo>
                  <a:pt x="350819" y="72119"/>
                  <a:pt x="349476" y="68241"/>
                  <a:pt x="346790" y="65924"/>
                </a:cubicBezTo>
                <a:cubicBezTo>
                  <a:pt x="344104" y="63608"/>
                  <a:pt x="339034" y="62449"/>
                  <a:pt x="331580" y="62449"/>
                </a:cubicBezTo>
                <a:cubicBezTo>
                  <a:pt x="326544" y="62449"/>
                  <a:pt x="322616" y="63440"/>
                  <a:pt x="319795" y="65421"/>
                </a:cubicBezTo>
                <a:cubicBezTo>
                  <a:pt x="316975" y="67402"/>
                  <a:pt x="314692" y="70877"/>
                  <a:pt x="312946" y="75846"/>
                </a:cubicBezTo>
                <a:moveTo>
                  <a:pt x="350819" y="98811"/>
                </a:moveTo>
                <a:cubicBezTo>
                  <a:pt x="347193" y="100020"/>
                  <a:pt x="341451" y="101463"/>
                  <a:pt x="333595" y="103142"/>
                </a:cubicBezTo>
                <a:cubicBezTo>
                  <a:pt x="325738" y="104821"/>
                  <a:pt x="320601" y="106466"/>
                  <a:pt x="318184" y="108078"/>
                </a:cubicBezTo>
                <a:cubicBezTo>
                  <a:pt x="314491" y="110696"/>
                  <a:pt x="312644" y="114020"/>
                  <a:pt x="312644" y="118049"/>
                </a:cubicBezTo>
                <a:cubicBezTo>
                  <a:pt x="312644" y="122011"/>
                  <a:pt x="314121" y="125436"/>
                  <a:pt x="317076" y="128323"/>
                </a:cubicBezTo>
                <a:cubicBezTo>
                  <a:pt x="320030" y="131211"/>
                  <a:pt x="323791" y="132654"/>
                  <a:pt x="328357" y="132654"/>
                </a:cubicBezTo>
                <a:cubicBezTo>
                  <a:pt x="333460" y="132654"/>
                  <a:pt x="338329" y="130976"/>
                  <a:pt x="342962" y="127618"/>
                </a:cubicBezTo>
                <a:cubicBezTo>
                  <a:pt x="346387" y="125066"/>
                  <a:pt x="348636" y="121944"/>
                  <a:pt x="349711" y="118251"/>
                </a:cubicBezTo>
                <a:cubicBezTo>
                  <a:pt x="350449" y="115833"/>
                  <a:pt x="350819" y="111234"/>
                  <a:pt x="350819" y="104451"/>
                </a:cubicBezTo>
                <a:lnTo>
                  <a:pt x="350819" y="98811"/>
                </a:lnTo>
                <a:close/>
                <a:moveTo>
                  <a:pt x="433232" y="150180"/>
                </a:moveTo>
                <a:lnTo>
                  <a:pt x="404928" y="150180"/>
                </a:lnTo>
                <a:lnTo>
                  <a:pt x="404928" y="43211"/>
                </a:lnTo>
                <a:lnTo>
                  <a:pt x="431218" y="43211"/>
                </a:lnTo>
                <a:lnTo>
                  <a:pt x="431218" y="58420"/>
                </a:lnTo>
                <a:cubicBezTo>
                  <a:pt x="435717" y="51235"/>
                  <a:pt x="439762" y="46501"/>
                  <a:pt x="443355" y="44218"/>
                </a:cubicBezTo>
                <a:cubicBezTo>
                  <a:pt x="446947" y="41935"/>
                  <a:pt x="451027" y="40793"/>
                  <a:pt x="455593" y="40793"/>
                </a:cubicBezTo>
                <a:cubicBezTo>
                  <a:pt x="462039" y="40793"/>
                  <a:pt x="468251" y="42573"/>
                  <a:pt x="474227" y="46132"/>
                </a:cubicBezTo>
                <a:lnTo>
                  <a:pt x="465464" y="70809"/>
                </a:lnTo>
                <a:cubicBezTo>
                  <a:pt x="460696" y="67721"/>
                  <a:pt x="456264" y="66176"/>
                  <a:pt x="452168" y="66176"/>
                </a:cubicBezTo>
                <a:cubicBezTo>
                  <a:pt x="448206" y="66176"/>
                  <a:pt x="444849" y="67267"/>
                  <a:pt x="442096" y="69450"/>
                </a:cubicBezTo>
                <a:cubicBezTo>
                  <a:pt x="439343" y="71632"/>
                  <a:pt x="437177" y="75577"/>
                  <a:pt x="435599" y="81285"/>
                </a:cubicBezTo>
                <a:cubicBezTo>
                  <a:pt x="434021" y="86993"/>
                  <a:pt x="433232" y="98945"/>
                  <a:pt x="433232" y="117143"/>
                </a:cubicBezTo>
                <a:lnTo>
                  <a:pt x="433232" y="150180"/>
                </a:lnTo>
                <a:close/>
                <a:moveTo>
                  <a:pt x="584756" y="150180"/>
                </a:moveTo>
                <a:lnTo>
                  <a:pt x="558467" y="150180"/>
                </a:lnTo>
                <a:lnTo>
                  <a:pt x="558467" y="134467"/>
                </a:lnTo>
                <a:cubicBezTo>
                  <a:pt x="554102" y="140578"/>
                  <a:pt x="548948" y="145127"/>
                  <a:pt x="543005" y="148116"/>
                </a:cubicBezTo>
                <a:cubicBezTo>
                  <a:pt x="537063" y="151104"/>
                  <a:pt x="531070" y="152598"/>
                  <a:pt x="525026" y="152598"/>
                </a:cubicBezTo>
                <a:cubicBezTo>
                  <a:pt x="512738" y="152598"/>
                  <a:pt x="502212" y="147646"/>
                  <a:pt x="493449" y="137741"/>
                </a:cubicBezTo>
                <a:cubicBezTo>
                  <a:pt x="484686" y="127836"/>
                  <a:pt x="480304" y="114020"/>
                  <a:pt x="480304" y="96293"/>
                </a:cubicBezTo>
                <a:cubicBezTo>
                  <a:pt x="480304" y="78162"/>
                  <a:pt x="484568" y="64380"/>
                  <a:pt x="493096" y="54945"/>
                </a:cubicBezTo>
                <a:cubicBezTo>
                  <a:pt x="501624" y="45511"/>
                  <a:pt x="512402" y="40793"/>
                  <a:pt x="525429" y="40793"/>
                </a:cubicBezTo>
                <a:cubicBezTo>
                  <a:pt x="537382" y="40793"/>
                  <a:pt x="547723" y="45763"/>
                  <a:pt x="556452" y="55701"/>
                </a:cubicBezTo>
                <a:lnTo>
                  <a:pt x="556452" y="2518"/>
                </a:lnTo>
                <a:lnTo>
                  <a:pt x="584756" y="2518"/>
                </a:lnTo>
                <a:lnTo>
                  <a:pt x="584756" y="150180"/>
                </a:lnTo>
                <a:moveTo>
                  <a:pt x="509212" y="94379"/>
                </a:moveTo>
                <a:cubicBezTo>
                  <a:pt x="509212" y="105794"/>
                  <a:pt x="510790" y="114054"/>
                  <a:pt x="513946" y="119157"/>
                </a:cubicBezTo>
                <a:cubicBezTo>
                  <a:pt x="518513" y="126544"/>
                  <a:pt x="524892" y="130237"/>
                  <a:pt x="533084" y="130237"/>
                </a:cubicBezTo>
                <a:cubicBezTo>
                  <a:pt x="539598" y="130237"/>
                  <a:pt x="545137" y="127467"/>
                  <a:pt x="549704" y="121927"/>
                </a:cubicBezTo>
                <a:cubicBezTo>
                  <a:pt x="554270" y="116387"/>
                  <a:pt x="556553" y="108111"/>
                  <a:pt x="556553" y="97099"/>
                </a:cubicBezTo>
                <a:cubicBezTo>
                  <a:pt x="556553" y="84810"/>
                  <a:pt x="554337" y="75963"/>
                  <a:pt x="549905" y="70558"/>
                </a:cubicBezTo>
                <a:cubicBezTo>
                  <a:pt x="545473" y="65152"/>
                  <a:pt x="539799" y="62449"/>
                  <a:pt x="532883" y="62449"/>
                </a:cubicBezTo>
                <a:cubicBezTo>
                  <a:pt x="526168" y="62449"/>
                  <a:pt x="520544" y="65118"/>
                  <a:pt x="516011" y="70457"/>
                </a:cubicBezTo>
                <a:cubicBezTo>
                  <a:pt x="511479" y="75795"/>
                  <a:pt x="509212" y="83769"/>
                  <a:pt x="509212" y="94379"/>
                </a:cubicBezTo>
                <a:close/>
                <a:moveTo>
                  <a:pt x="612339" y="28707"/>
                </a:moveTo>
                <a:lnTo>
                  <a:pt x="612339" y="2518"/>
                </a:lnTo>
                <a:lnTo>
                  <a:pt x="640643" y="2518"/>
                </a:lnTo>
                <a:lnTo>
                  <a:pt x="640643" y="28707"/>
                </a:lnTo>
                <a:lnTo>
                  <a:pt x="612339" y="28707"/>
                </a:lnTo>
                <a:moveTo>
                  <a:pt x="612339" y="150180"/>
                </a:moveTo>
                <a:lnTo>
                  <a:pt x="612339" y="43211"/>
                </a:lnTo>
                <a:lnTo>
                  <a:pt x="640643" y="43211"/>
                </a:lnTo>
                <a:lnTo>
                  <a:pt x="640643" y="150180"/>
                </a:lnTo>
                <a:lnTo>
                  <a:pt x="612339" y="150180"/>
                </a:lnTo>
                <a:close/>
                <a:moveTo>
                  <a:pt x="691519" y="75846"/>
                </a:moveTo>
                <a:lnTo>
                  <a:pt x="665834" y="71212"/>
                </a:lnTo>
                <a:cubicBezTo>
                  <a:pt x="668721" y="60871"/>
                  <a:pt x="673690" y="53216"/>
                  <a:pt x="680741" y="48247"/>
                </a:cubicBezTo>
                <a:cubicBezTo>
                  <a:pt x="687792" y="43278"/>
                  <a:pt x="698267" y="40793"/>
                  <a:pt x="712167" y="40793"/>
                </a:cubicBezTo>
                <a:cubicBezTo>
                  <a:pt x="724791" y="40793"/>
                  <a:pt x="734192" y="42288"/>
                  <a:pt x="740370" y="45276"/>
                </a:cubicBezTo>
                <a:cubicBezTo>
                  <a:pt x="746548" y="48264"/>
                  <a:pt x="750896" y="52058"/>
                  <a:pt x="753414" y="56658"/>
                </a:cubicBezTo>
                <a:cubicBezTo>
                  <a:pt x="755932" y="61257"/>
                  <a:pt x="757191" y="69701"/>
                  <a:pt x="757191" y="81990"/>
                </a:cubicBezTo>
                <a:lnTo>
                  <a:pt x="756889" y="115028"/>
                </a:lnTo>
                <a:cubicBezTo>
                  <a:pt x="756889" y="124428"/>
                  <a:pt x="757342" y="131362"/>
                  <a:pt x="758249" y="135827"/>
                </a:cubicBezTo>
                <a:cubicBezTo>
                  <a:pt x="759155" y="140293"/>
                  <a:pt x="760851" y="145077"/>
                  <a:pt x="763335" y="150180"/>
                </a:cubicBezTo>
                <a:lnTo>
                  <a:pt x="735334" y="150180"/>
                </a:lnTo>
                <a:cubicBezTo>
                  <a:pt x="734595" y="148300"/>
                  <a:pt x="733689" y="145514"/>
                  <a:pt x="732614" y="141820"/>
                </a:cubicBezTo>
                <a:cubicBezTo>
                  <a:pt x="732144" y="140142"/>
                  <a:pt x="731808" y="139034"/>
                  <a:pt x="731607" y="138496"/>
                </a:cubicBezTo>
                <a:cubicBezTo>
                  <a:pt x="726772" y="143197"/>
                  <a:pt x="721602" y="146722"/>
                  <a:pt x="716095" y="149072"/>
                </a:cubicBezTo>
                <a:cubicBezTo>
                  <a:pt x="710589" y="151423"/>
                  <a:pt x="704714" y="152598"/>
                  <a:pt x="698469" y="152598"/>
                </a:cubicBezTo>
                <a:cubicBezTo>
                  <a:pt x="687456" y="152598"/>
                  <a:pt x="678777" y="149610"/>
                  <a:pt x="672431" y="143633"/>
                </a:cubicBezTo>
                <a:cubicBezTo>
                  <a:pt x="666086" y="137657"/>
                  <a:pt x="662913" y="130103"/>
                  <a:pt x="662913" y="120970"/>
                </a:cubicBezTo>
                <a:cubicBezTo>
                  <a:pt x="662913" y="114927"/>
                  <a:pt x="664357" y="109538"/>
                  <a:pt x="667244" y="104804"/>
                </a:cubicBezTo>
                <a:cubicBezTo>
                  <a:pt x="670131" y="100070"/>
                  <a:pt x="674177" y="96444"/>
                  <a:pt x="679381" y="93926"/>
                </a:cubicBezTo>
                <a:cubicBezTo>
                  <a:pt x="684585" y="91408"/>
                  <a:pt x="692089" y="89208"/>
                  <a:pt x="701893" y="87328"/>
                </a:cubicBezTo>
                <a:cubicBezTo>
                  <a:pt x="715122" y="84844"/>
                  <a:pt x="724288" y="82527"/>
                  <a:pt x="729391" y="80378"/>
                </a:cubicBezTo>
                <a:lnTo>
                  <a:pt x="729391" y="77558"/>
                </a:lnTo>
                <a:cubicBezTo>
                  <a:pt x="729391" y="72119"/>
                  <a:pt x="728048" y="68241"/>
                  <a:pt x="725362" y="65924"/>
                </a:cubicBezTo>
                <a:cubicBezTo>
                  <a:pt x="722676" y="63608"/>
                  <a:pt x="717606" y="62449"/>
                  <a:pt x="710153" y="62449"/>
                </a:cubicBezTo>
                <a:cubicBezTo>
                  <a:pt x="705116" y="62449"/>
                  <a:pt x="701188" y="63440"/>
                  <a:pt x="698368" y="65421"/>
                </a:cubicBezTo>
                <a:cubicBezTo>
                  <a:pt x="695548" y="67402"/>
                  <a:pt x="693264" y="70877"/>
                  <a:pt x="691519" y="75846"/>
                </a:cubicBezTo>
                <a:moveTo>
                  <a:pt x="729391" y="98811"/>
                </a:moveTo>
                <a:cubicBezTo>
                  <a:pt x="725765" y="100020"/>
                  <a:pt x="720024" y="101463"/>
                  <a:pt x="712167" y="103142"/>
                </a:cubicBezTo>
                <a:cubicBezTo>
                  <a:pt x="704311" y="104821"/>
                  <a:pt x="699174" y="106466"/>
                  <a:pt x="696756" y="108078"/>
                </a:cubicBezTo>
                <a:cubicBezTo>
                  <a:pt x="693063" y="110696"/>
                  <a:pt x="691216" y="114020"/>
                  <a:pt x="691216" y="118049"/>
                </a:cubicBezTo>
                <a:cubicBezTo>
                  <a:pt x="691216" y="122011"/>
                  <a:pt x="692694" y="125436"/>
                  <a:pt x="695648" y="128323"/>
                </a:cubicBezTo>
                <a:cubicBezTo>
                  <a:pt x="698603" y="131211"/>
                  <a:pt x="702363" y="132654"/>
                  <a:pt x="706929" y="132654"/>
                </a:cubicBezTo>
                <a:cubicBezTo>
                  <a:pt x="712033" y="132654"/>
                  <a:pt x="716901" y="130976"/>
                  <a:pt x="721535" y="127618"/>
                </a:cubicBezTo>
                <a:cubicBezTo>
                  <a:pt x="724959" y="125066"/>
                  <a:pt x="727209" y="121944"/>
                  <a:pt x="728283" y="118251"/>
                </a:cubicBezTo>
                <a:cubicBezTo>
                  <a:pt x="729022" y="115833"/>
                  <a:pt x="729391" y="111234"/>
                  <a:pt x="729391" y="104451"/>
                </a:cubicBezTo>
                <a:lnTo>
                  <a:pt x="729391" y="98811"/>
                </a:lnTo>
                <a:close/>
                <a:moveTo>
                  <a:pt x="882010" y="150180"/>
                </a:moveTo>
                <a:lnTo>
                  <a:pt x="853706" y="150180"/>
                </a:lnTo>
                <a:lnTo>
                  <a:pt x="853706" y="95588"/>
                </a:lnTo>
                <a:cubicBezTo>
                  <a:pt x="853706" y="84038"/>
                  <a:pt x="853102" y="76568"/>
                  <a:pt x="851893" y="73176"/>
                </a:cubicBezTo>
                <a:cubicBezTo>
                  <a:pt x="850684" y="69785"/>
                  <a:pt x="848720" y="67150"/>
                  <a:pt x="846001" y="65270"/>
                </a:cubicBezTo>
                <a:cubicBezTo>
                  <a:pt x="843281" y="63389"/>
                  <a:pt x="840008" y="62449"/>
                  <a:pt x="836180" y="62449"/>
                </a:cubicBezTo>
                <a:cubicBezTo>
                  <a:pt x="831278" y="62449"/>
                  <a:pt x="826880" y="63792"/>
                  <a:pt x="822985" y="66478"/>
                </a:cubicBezTo>
                <a:cubicBezTo>
                  <a:pt x="819090" y="69164"/>
                  <a:pt x="816421" y="72723"/>
                  <a:pt x="814978" y="77155"/>
                </a:cubicBezTo>
                <a:cubicBezTo>
                  <a:pt x="813534" y="81587"/>
                  <a:pt x="812812" y="89779"/>
                  <a:pt x="812812" y="101732"/>
                </a:cubicBezTo>
                <a:lnTo>
                  <a:pt x="812812" y="150180"/>
                </a:lnTo>
                <a:lnTo>
                  <a:pt x="784508" y="150180"/>
                </a:lnTo>
                <a:lnTo>
                  <a:pt x="784508" y="43211"/>
                </a:lnTo>
                <a:lnTo>
                  <a:pt x="810797" y="43211"/>
                </a:lnTo>
                <a:lnTo>
                  <a:pt x="810797" y="58924"/>
                </a:lnTo>
                <a:cubicBezTo>
                  <a:pt x="820131" y="46837"/>
                  <a:pt x="831882" y="40793"/>
                  <a:pt x="846051" y="40793"/>
                </a:cubicBezTo>
                <a:cubicBezTo>
                  <a:pt x="852296" y="40793"/>
                  <a:pt x="858004" y="41918"/>
                  <a:pt x="863174" y="44168"/>
                </a:cubicBezTo>
                <a:cubicBezTo>
                  <a:pt x="868345" y="46417"/>
                  <a:pt x="872256" y="49288"/>
                  <a:pt x="874909" y="52780"/>
                </a:cubicBezTo>
                <a:cubicBezTo>
                  <a:pt x="877561" y="56271"/>
                  <a:pt x="879408" y="60233"/>
                  <a:pt x="880449" y="64665"/>
                </a:cubicBezTo>
                <a:cubicBezTo>
                  <a:pt x="881489" y="69097"/>
                  <a:pt x="882010" y="75443"/>
                  <a:pt x="882010" y="83702"/>
                </a:cubicBezTo>
                <a:lnTo>
                  <a:pt x="882010" y="1501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(">
            <a:extLst xmlns:a="http://schemas.openxmlformats.org/drawingml/2006/main">
              <a:ext uri="{FF2B5EF4-FFF2-40B4-BE49-F238E27FC236}">
                <a16:creationId xmlns:a16="http://schemas.microsoft.com/office/drawing/2014/main" id="{6DFA94AD-D7CC-4833-A288-35E64142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910" y="1968763"/>
            <a:ext cx="50841" cy="145195"/>
          </a:xfrm>
          <a:custGeom xmlns:a="http://schemas.openxmlformats.org/drawingml/2006/main">
            <a:pathLst>
              <a:path w="50841" h="145195">
                <a:moveTo>
                  <a:pt x="11860" y="145195"/>
                </a:moveTo>
                <a:cubicBezTo>
                  <a:pt x="3953" y="127870"/>
                  <a:pt x="0" y="110067"/>
                  <a:pt x="0" y="91785"/>
                </a:cubicBezTo>
                <a:cubicBezTo>
                  <a:pt x="0" y="79598"/>
                  <a:pt x="1599" y="68254"/>
                  <a:pt x="4797" y="57753"/>
                </a:cubicBezTo>
                <a:cubicBezTo>
                  <a:pt x="7995" y="47252"/>
                  <a:pt x="12868" y="36865"/>
                  <a:pt x="19415" y="26591"/>
                </a:cubicBezTo>
                <a:cubicBezTo>
                  <a:pt x="23746" y="19742"/>
                  <a:pt x="30671" y="10878"/>
                  <a:pt x="40189" y="0"/>
                </a:cubicBezTo>
                <a:lnTo>
                  <a:pt x="50841" y="0"/>
                </a:lnTo>
                <a:cubicBezTo>
                  <a:pt x="44948" y="6295"/>
                  <a:pt x="38716" y="15159"/>
                  <a:pt x="32144" y="26591"/>
                </a:cubicBezTo>
                <a:cubicBezTo>
                  <a:pt x="25571" y="38024"/>
                  <a:pt x="20800" y="49254"/>
                  <a:pt x="17828" y="60284"/>
                </a:cubicBezTo>
                <a:cubicBezTo>
                  <a:pt x="14857" y="71313"/>
                  <a:pt x="13371" y="82393"/>
                  <a:pt x="13371" y="93523"/>
                </a:cubicBezTo>
                <a:cubicBezTo>
                  <a:pt x="13371" y="110142"/>
                  <a:pt x="16267" y="127366"/>
                  <a:pt x="22059" y="145195"/>
                </a:cubicBezTo>
                <a:lnTo>
                  <a:pt x="11860" y="1451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§V">
            <a:extLst xmlns:a="http://schemas.openxmlformats.org/drawingml/2006/main">
              <a:ext uri="{FF2B5EF4-FFF2-40B4-BE49-F238E27FC236}">
                <a16:creationId xmlns:a16="http://schemas.microsoft.com/office/drawing/2014/main" id="{318FF8FF-C6DA-4014-A3BC-BA56E807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095" y="1968763"/>
            <a:ext cx="197823" cy="145195"/>
          </a:xfrm>
          <a:custGeom xmlns:a="http://schemas.openxmlformats.org/drawingml/2006/main">
            <a:pathLst>
              <a:path w="197823" h="145195">
                <a:moveTo>
                  <a:pt x="0" y="119434"/>
                </a:moveTo>
                <a:lnTo>
                  <a:pt x="12540" y="116261"/>
                </a:lnTo>
                <a:cubicBezTo>
                  <a:pt x="13749" y="122305"/>
                  <a:pt x="16254" y="126938"/>
                  <a:pt x="20057" y="130161"/>
                </a:cubicBezTo>
                <a:cubicBezTo>
                  <a:pt x="23859" y="133385"/>
                  <a:pt x="28329" y="134996"/>
                  <a:pt x="33466" y="134996"/>
                </a:cubicBezTo>
                <a:cubicBezTo>
                  <a:pt x="38452" y="134996"/>
                  <a:pt x="42544" y="133536"/>
                  <a:pt x="45742" y="130615"/>
                </a:cubicBezTo>
                <a:cubicBezTo>
                  <a:pt x="48940" y="127694"/>
                  <a:pt x="50539" y="124370"/>
                  <a:pt x="50539" y="120643"/>
                </a:cubicBezTo>
                <a:cubicBezTo>
                  <a:pt x="50539" y="119082"/>
                  <a:pt x="50211" y="117533"/>
                  <a:pt x="49557" y="115997"/>
                </a:cubicBezTo>
                <a:cubicBezTo>
                  <a:pt x="48902" y="114461"/>
                  <a:pt x="47920" y="112912"/>
                  <a:pt x="46610" y="111351"/>
                </a:cubicBezTo>
                <a:cubicBezTo>
                  <a:pt x="44747" y="109085"/>
                  <a:pt x="37394" y="102815"/>
                  <a:pt x="24552" y="92541"/>
                </a:cubicBezTo>
                <a:cubicBezTo>
                  <a:pt x="19465" y="88512"/>
                  <a:pt x="16040" y="85515"/>
                  <a:pt x="14278" y="83551"/>
                </a:cubicBezTo>
                <a:cubicBezTo>
                  <a:pt x="11609" y="80630"/>
                  <a:pt x="9720" y="77898"/>
                  <a:pt x="8612" y="75355"/>
                </a:cubicBezTo>
                <a:cubicBezTo>
                  <a:pt x="7504" y="72811"/>
                  <a:pt x="6950" y="69928"/>
                  <a:pt x="6950" y="66705"/>
                </a:cubicBezTo>
                <a:cubicBezTo>
                  <a:pt x="6950" y="61215"/>
                  <a:pt x="8562" y="56393"/>
                  <a:pt x="11785" y="52238"/>
                </a:cubicBezTo>
                <a:cubicBezTo>
                  <a:pt x="15008" y="48083"/>
                  <a:pt x="20548" y="44042"/>
                  <a:pt x="28404" y="40114"/>
                </a:cubicBezTo>
                <a:cubicBezTo>
                  <a:pt x="24426" y="35279"/>
                  <a:pt x="22436" y="30192"/>
                  <a:pt x="22436" y="24854"/>
                </a:cubicBezTo>
                <a:cubicBezTo>
                  <a:pt x="22436" y="17803"/>
                  <a:pt x="25017" y="11898"/>
                  <a:pt x="30180" y="7139"/>
                </a:cubicBezTo>
                <a:cubicBezTo>
                  <a:pt x="35342" y="2380"/>
                  <a:pt x="42556" y="0"/>
                  <a:pt x="51823" y="0"/>
                </a:cubicBezTo>
                <a:cubicBezTo>
                  <a:pt x="60586" y="0"/>
                  <a:pt x="67322" y="2014"/>
                  <a:pt x="72031" y="6043"/>
                </a:cubicBezTo>
                <a:cubicBezTo>
                  <a:pt x="76740" y="10072"/>
                  <a:pt x="79799" y="16594"/>
                  <a:pt x="81209" y="25609"/>
                </a:cubicBezTo>
                <a:lnTo>
                  <a:pt x="67536" y="27196"/>
                </a:lnTo>
                <a:cubicBezTo>
                  <a:pt x="67486" y="22059"/>
                  <a:pt x="66000" y="18067"/>
                  <a:pt x="63079" y="15222"/>
                </a:cubicBezTo>
                <a:cubicBezTo>
                  <a:pt x="60158" y="12377"/>
                  <a:pt x="56154" y="10954"/>
                  <a:pt x="51067" y="10954"/>
                </a:cubicBezTo>
                <a:cubicBezTo>
                  <a:pt x="46434" y="10954"/>
                  <a:pt x="42657" y="12288"/>
                  <a:pt x="39736" y="14958"/>
                </a:cubicBezTo>
                <a:cubicBezTo>
                  <a:pt x="36815" y="17627"/>
                  <a:pt x="35354" y="20774"/>
                  <a:pt x="35354" y="24401"/>
                </a:cubicBezTo>
                <a:cubicBezTo>
                  <a:pt x="35354" y="27019"/>
                  <a:pt x="36324" y="29890"/>
                  <a:pt x="38263" y="33013"/>
                </a:cubicBezTo>
                <a:cubicBezTo>
                  <a:pt x="40202" y="36135"/>
                  <a:pt x="44873" y="40693"/>
                  <a:pt x="52276" y="46686"/>
                </a:cubicBezTo>
                <a:cubicBezTo>
                  <a:pt x="63054" y="55399"/>
                  <a:pt x="69890" y="61568"/>
                  <a:pt x="72786" y="65194"/>
                </a:cubicBezTo>
                <a:cubicBezTo>
                  <a:pt x="75682" y="68820"/>
                  <a:pt x="77130" y="72950"/>
                  <a:pt x="77130" y="77583"/>
                </a:cubicBezTo>
                <a:cubicBezTo>
                  <a:pt x="77130" y="82368"/>
                  <a:pt x="75405" y="87026"/>
                  <a:pt x="71955" y="91559"/>
                </a:cubicBezTo>
                <a:cubicBezTo>
                  <a:pt x="68505" y="96091"/>
                  <a:pt x="63205" y="100045"/>
                  <a:pt x="56053" y="103419"/>
                </a:cubicBezTo>
                <a:cubicBezTo>
                  <a:pt x="58571" y="106189"/>
                  <a:pt x="60460" y="109009"/>
                  <a:pt x="61719" y="111880"/>
                </a:cubicBezTo>
                <a:cubicBezTo>
                  <a:pt x="62978" y="114751"/>
                  <a:pt x="63608" y="117672"/>
                  <a:pt x="63608" y="120643"/>
                </a:cubicBezTo>
                <a:cubicBezTo>
                  <a:pt x="63608" y="127190"/>
                  <a:pt x="60901" y="132919"/>
                  <a:pt x="55487" y="137829"/>
                </a:cubicBezTo>
                <a:cubicBezTo>
                  <a:pt x="50073" y="142739"/>
                  <a:pt x="42707" y="145195"/>
                  <a:pt x="33390" y="145195"/>
                </a:cubicBezTo>
                <a:cubicBezTo>
                  <a:pt x="24577" y="145195"/>
                  <a:pt x="17237" y="142891"/>
                  <a:pt x="11369" y="138282"/>
                </a:cubicBezTo>
                <a:cubicBezTo>
                  <a:pt x="5502" y="133674"/>
                  <a:pt x="1712" y="127391"/>
                  <a:pt x="0" y="119434"/>
                </a:cubicBezTo>
                <a:moveTo>
                  <a:pt x="49254" y="96242"/>
                </a:moveTo>
                <a:cubicBezTo>
                  <a:pt x="54693" y="93724"/>
                  <a:pt x="58571" y="90942"/>
                  <a:pt x="60888" y="87895"/>
                </a:cubicBezTo>
                <a:cubicBezTo>
                  <a:pt x="63205" y="84848"/>
                  <a:pt x="64363" y="81965"/>
                  <a:pt x="64363" y="79245"/>
                </a:cubicBezTo>
                <a:cubicBezTo>
                  <a:pt x="64363" y="77080"/>
                  <a:pt x="63822" y="75103"/>
                  <a:pt x="62739" y="73315"/>
                </a:cubicBezTo>
                <a:cubicBezTo>
                  <a:pt x="61656" y="71527"/>
                  <a:pt x="58017" y="68090"/>
                  <a:pt x="51823" y="63003"/>
                </a:cubicBezTo>
                <a:cubicBezTo>
                  <a:pt x="43362" y="56003"/>
                  <a:pt x="37394" y="50564"/>
                  <a:pt x="33919" y="46686"/>
                </a:cubicBezTo>
                <a:cubicBezTo>
                  <a:pt x="24149" y="52226"/>
                  <a:pt x="19264" y="58395"/>
                  <a:pt x="19264" y="65194"/>
                </a:cubicBezTo>
                <a:cubicBezTo>
                  <a:pt x="19264" y="67259"/>
                  <a:pt x="19792" y="69248"/>
                  <a:pt x="20850" y="71162"/>
                </a:cubicBezTo>
                <a:cubicBezTo>
                  <a:pt x="22411" y="73831"/>
                  <a:pt x="26088" y="77508"/>
                  <a:pt x="31879" y="82191"/>
                </a:cubicBezTo>
                <a:lnTo>
                  <a:pt x="49254" y="96242"/>
                </a:lnTo>
                <a:close/>
                <a:moveTo>
                  <a:pt x="121222" y="112635"/>
                </a:moveTo>
                <a:lnTo>
                  <a:pt x="99919" y="1889"/>
                </a:lnTo>
                <a:lnTo>
                  <a:pt x="114196" y="1889"/>
                </a:lnTo>
                <a:lnTo>
                  <a:pt x="127039" y="67914"/>
                </a:lnTo>
                <a:cubicBezTo>
                  <a:pt x="129406" y="79900"/>
                  <a:pt x="130942" y="89569"/>
                  <a:pt x="131647" y="96922"/>
                </a:cubicBezTo>
                <a:cubicBezTo>
                  <a:pt x="136280" y="87454"/>
                  <a:pt x="140083" y="79950"/>
                  <a:pt x="143054" y="74410"/>
                </a:cubicBezTo>
                <a:lnTo>
                  <a:pt x="182563" y="1889"/>
                </a:lnTo>
                <a:lnTo>
                  <a:pt x="197823" y="1889"/>
                </a:lnTo>
                <a:lnTo>
                  <a:pt x="137086" y="112635"/>
                </a:lnTo>
                <a:lnTo>
                  <a:pt x="121222" y="1126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-A)">
            <a:extLst xmlns:a="http://schemas.openxmlformats.org/drawingml/2006/main">
              <a:ext uri="{FF2B5EF4-FFF2-40B4-BE49-F238E27FC236}">
                <a16:creationId xmlns:a16="http://schemas.microsoft.com/office/drawing/2014/main" id="{B6C17413-8502-4645-A382-35E72597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8408" y="1968763"/>
            <a:ext cx="190148" cy="145195"/>
          </a:xfrm>
          <a:custGeom xmlns:a="http://schemas.openxmlformats.org/drawingml/2006/main">
            <a:pathLst>
              <a:path w="190148" h="145195">
                <a:moveTo>
                  <a:pt x="0" y="79396"/>
                </a:moveTo>
                <a:lnTo>
                  <a:pt x="2871" y="65723"/>
                </a:lnTo>
                <a:lnTo>
                  <a:pt x="44571" y="65723"/>
                </a:lnTo>
                <a:lnTo>
                  <a:pt x="41776" y="79396"/>
                </a:lnTo>
                <a:lnTo>
                  <a:pt x="0" y="79396"/>
                </a:lnTo>
                <a:close/>
                <a:moveTo>
                  <a:pt x="41297" y="112635"/>
                </a:moveTo>
                <a:lnTo>
                  <a:pt x="104073" y="1889"/>
                </a:lnTo>
                <a:lnTo>
                  <a:pt x="121524" y="1889"/>
                </a:lnTo>
                <a:lnTo>
                  <a:pt x="139806" y="112635"/>
                </a:lnTo>
                <a:lnTo>
                  <a:pt x="125452" y="112635"/>
                </a:lnTo>
                <a:lnTo>
                  <a:pt x="120089" y="80756"/>
                </a:lnTo>
                <a:lnTo>
                  <a:pt x="75291" y="80756"/>
                </a:lnTo>
                <a:lnTo>
                  <a:pt x="57539" y="112635"/>
                </a:lnTo>
                <a:lnTo>
                  <a:pt x="41297" y="112635"/>
                </a:lnTo>
                <a:moveTo>
                  <a:pt x="81637" y="69349"/>
                </a:moveTo>
                <a:lnTo>
                  <a:pt x="118276" y="69349"/>
                </a:lnTo>
                <a:lnTo>
                  <a:pt x="113970" y="41549"/>
                </a:lnTo>
                <a:cubicBezTo>
                  <a:pt x="112308" y="30520"/>
                  <a:pt x="111275" y="21328"/>
                  <a:pt x="110872" y="13976"/>
                </a:cubicBezTo>
                <a:cubicBezTo>
                  <a:pt x="108354" y="20321"/>
                  <a:pt x="104678" y="27850"/>
                  <a:pt x="99843" y="36563"/>
                </a:cubicBezTo>
                <a:lnTo>
                  <a:pt x="81637" y="69349"/>
                </a:lnTo>
                <a:close/>
                <a:moveTo>
                  <a:pt x="178212" y="0"/>
                </a:moveTo>
                <a:cubicBezTo>
                  <a:pt x="186169" y="17325"/>
                  <a:pt x="190148" y="35103"/>
                  <a:pt x="190148" y="53334"/>
                </a:cubicBezTo>
                <a:cubicBezTo>
                  <a:pt x="190148" y="65572"/>
                  <a:pt x="188549" y="76928"/>
                  <a:pt x="185351" y="87404"/>
                </a:cubicBezTo>
                <a:cubicBezTo>
                  <a:pt x="182152" y="97879"/>
                  <a:pt x="177280" y="108279"/>
                  <a:pt x="170733" y="118603"/>
                </a:cubicBezTo>
                <a:cubicBezTo>
                  <a:pt x="166351" y="125453"/>
                  <a:pt x="159426" y="134316"/>
                  <a:pt x="149958" y="145195"/>
                </a:cubicBezTo>
                <a:lnTo>
                  <a:pt x="139307" y="145195"/>
                </a:lnTo>
                <a:cubicBezTo>
                  <a:pt x="145149" y="138849"/>
                  <a:pt x="151369" y="129960"/>
                  <a:pt x="157966" y="118528"/>
                </a:cubicBezTo>
                <a:cubicBezTo>
                  <a:pt x="164563" y="107095"/>
                  <a:pt x="169335" y="95877"/>
                  <a:pt x="172281" y="84873"/>
                </a:cubicBezTo>
                <a:cubicBezTo>
                  <a:pt x="175228" y="73869"/>
                  <a:pt x="176701" y="62777"/>
                  <a:pt x="176701" y="51596"/>
                </a:cubicBezTo>
                <a:cubicBezTo>
                  <a:pt x="176701" y="34977"/>
                  <a:pt x="173805" y="17778"/>
                  <a:pt x="168013" y="0"/>
                </a:cubicBezTo>
                <a:lnTo>
                  <a:pt x="17821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(">
            <a:extLst xmlns:a="http://schemas.openxmlformats.org/drawingml/2006/main">
              <a:ext uri="{FF2B5EF4-FFF2-40B4-BE49-F238E27FC236}">
                <a16:creationId xmlns:a16="http://schemas.microsoft.com/office/drawing/2014/main" id="{A52CFD95-0EDC-4E0A-8DC9-31904B03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35" y="3503414"/>
            <a:ext cx="55077" cy="157294"/>
          </a:xfrm>
          <a:custGeom xmlns:a="http://schemas.openxmlformats.org/drawingml/2006/main">
            <a:pathLst>
              <a:path w="55077" h="157294">
                <a:moveTo>
                  <a:pt x="12849" y="157294"/>
                </a:moveTo>
                <a:cubicBezTo>
                  <a:pt x="4283" y="138526"/>
                  <a:pt x="0" y="119239"/>
                  <a:pt x="0" y="99434"/>
                </a:cubicBezTo>
                <a:cubicBezTo>
                  <a:pt x="0" y="86231"/>
                  <a:pt x="1732" y="73941"/>
                  <a:pt x="5197" y="62566"/>
                </a:cubicBezTo>
                <a:cubicBezTo>
                  <a:pt x="8661" y="51190"/>
                  <a:pt x="13940" y="39937"/>
                  <a:pt x="21033" y="28807"/>
                </a:cubicBezTo>
                <a:cubicBezTo>
                  <a:pt x="25725" y="21387"/>
                  <a:pt x="33227" y="11785"/>
                  <a:pt x="43538" y="0"/>
                </a:cubicBezTo>
                <a:lnTo>
                  <a:pt x="55077" y="0"/>
                </a:lnTo>
                <a:cubicBezTo>
                  <a:pt x="48694" y="6820"/>
                  <a:pt x="41942" y="16422"/>
                  <a:pt x="34822" y="28807"/>
                </a:cubicBezTo>
                <a:cubicBezTo>
                  <a:pt x="27702" y="41192"/>
                  <a:pt x="22533" y="53359"/>
                  <a:pt x="19314" y="65307"/>
                </a:cubicBezTo>
                <a:cubicBezTo>
                  <a:pt x="16095" y="77256"/>
                  <a:pt x="14485" y="89259"/>
                  <a:pt x="14485" y="101316"/>
                </a:cubicBezTo>
                <a:cubicBezTo>
                  <a:pt x="14485" y="119321"/>
                  <a:pt x="17623" y="137980"/>
                  <a:pt x="23897" y="157294"/>
                </a:cubicBezTo>
                <a:lnTo>
                  <a:pt x="12849" y="157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§IV">
            <a:extLst xmlns:a="http://schemas.openxmlformats.org/drawingml/2006/main">
              <a:ext uri="{FF2B5EF4-FFF2-40B4-BE49-F238E27FC236}">
                <a16:creationId xmlns:a16="http://schemas.microsoft.com/office/drawing/2014/main" id="{0054D99F-0D04-4DB8-AD2F-8C4BBD54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3503414"/>
            <a:ext cx="261977" cy="157294"/>
          </a:xfrm>
          <a:custGeom xmlns:a="http://schemas.openxmlformats.org/drawingml/2006/main">
            <a:pathLst>
              <a:path w="261977" h="157294">
                <a:moveTo>
                  <a:pt x="0" y="129387"/>
                </a:moveTo>
                <a:lnTo>
                  <a:pt x="13585" y="125950"/>
                </a:lnTo>
                <a:cubicBezTo>
                  <a:pt x="14895" y="132497"/>
                  <a:pt x="17609" y="137516"/>
                  <a:pt x="21728" y="141008"/>
                </a:cubicBezTo>
                <a:cubicBezTo>
                  <a:pt x="25847" y="144500"/>
                  <a:pt x="30690" y="146246"/>
                  <a:pt x="36255" y="146246"/>
                </a:cubicBezTo>
                <a:cubicBezTo>
                  <a:pt x="41656" y="146246"/>
                  <a:pt x="46089" y="144664"/>
                  <a:pt x="49553" y="141499"/>
                </a:cubicBezTo>
                <a:cubicBezTo>
                  <a:pt x="53018" y="138335"/>
                  <a:pt x="54750" y="134734"/>
                  <a:pt x="54750" y="130697"/>
                </a:cubicBezTo>
                <a:cubicBezTo>
                  <a:pt x="54750" y="129005"/>
                  <a:pt x="54396" y="127327"/>
                  <a:pt x="53686" y="125663"/>
                </a:cubicBezTo>
                <a:cubicBezTo>
                  <a:pt x="52977" y="123999"/>
                  <a:pt x="51913" y="122322"/>
                  <a:pt x="50495" y="120630"/>
                </a:cubicBezTo>
                <a:cubicBezTo>
                  <a:pt x="48476" y="118175"/>
                  <a:pt x="40510" y="111383"/>
                  <a:pt x="26598" y="100252"/>
                </a:cubicBezTo>
                <a:cubicBezTo>
                  <a:pt x="21087" y="95888"/>
                  <a:pt x="17377" y="92641"/>
                  <a:pt x="15468" y="90514"/>
                </a:cubicBezTo>
                <a:cubicBezTo>
                  <a:pt x="12576" y="87349"/>
                  <a:pt x="10530" y="84389"/>
                  <a:pt x="9330" y="81634"/>
                </a:cubicBezTo>
                <a:cubicBezTo>
                  <a:pt x="8129" y="78879"/>
                  <a:pt x="7529" y="75755"/>
                  <a:pt x="7529" y="72264"/>
                </a:cubicBezTo>
                <a:cubicBezTo>
                  <a:pt x="7529" y="66317"/>
                  <a:pt x="9275" y="61093"/>
                  <a:pt x="12767" y="56592"/>
                </a:cubicBezTo>
                <a:cubicBezTo>
                  <a:pt x="16259" y="52090"/>
                  <a:pt x="22260" y="47712"/>
                  <a:pt x="30771" y="43456"/>
                </a:cubicBezTo>
                <a:cubicBezTo>
                  <a:pt x="26461" y="38219"/>
                  <a:pt x="24306" y="32708"/>
                  <a:pt x="24306" y="26925"/>
                </a:cubicBezTo>
                <a:cubicBezTo>
                  <a:pt x="24306" y="19287"/>
                  <a:pt x="27102" y="12890"/>
                  <a:pt x="32695" y="7734"/>
                </a:cubicBezTo>
                <a:cubicBezTo>
                  <a:pt x="38287" y="2578"/>
                  <a:pt x="46103" y="0"/>
                  <a:pt x="56141" y="0"/>
                </a:cubicBezTo>
                <a:cubicBezTo>
                  <a:pt x="65635" y="0"/>
                  <a:pt x="72932" y="2182"/>
                  <a:pt x="78033" y="6547"/>
                </a:cubicBezTo>
                <a:cubicBezTo>
                  <a:pt x="83135" y="10912"/>
                  <a:pt x="86449" y="17977"/>
                  <a:pt x="87977" y="27743"/>
                </a:cubicBezTo>
                <a:lnTo>
                  <a:pt x="73164" y="29462"/>
                </a:lnTo>
                <a:cubicBezTo>
                  <a:pt x="73109" y="23897"/>
                  <a:pt x="71500" y="19573"/>
                  <a:pt x="68335" y="16491"/>
                </a:cubicBezTo>
                <a:cubicBezTo>
                  <a:pt x="65171" y="13408"/>
                  <a:pt x="60833" y="11867"/>
                  <a:pt x="55323" y="11867"/>
                </a:cubicBezTo>
                <a:cubicBezTo>
                  <a:pt x="50304" y="11867"/>
                  <a:pt x="46212" y="13312"/>
                  <a:pt x="43047" y="16204"/>
                </a:cubicBezTo>
                <a:cubicBezTo>
                  <a:pt x="39883" y="19096"/>
                  <a:pt x="38301" y="22506"/>
                  <a:pt x="38301" y="26434"/>
                </a:cubicBezTo>
                <a:cubicBezTo>
                  <a:pt x="38301" y="29271"/>
                  <a:pt x="39351" y="32381"/>
                  <a:pt x="41451" y="35764"/>
                </a:cubicBezTo>
                <a:cubicBezTo>
                  <a:pt x="43552" y="39146"/>
                  <a:pt x="48612" y="44084"/>
                  <a:pt x="56632" y="50576"/>
                </a:cubicBezTo>
                <a:cubicBezTo>
                  <a:pt x="68308" y="60015"/>
                  <a:pt x="75715" y="66699"/>
                  <a:pt x="78852" y="70627"/>
                </a:cubicBezTo>
                <a:cubicBezTo>
                  <a:pt x="81989" y="74555"/>
                  <a:pt x="83557" y="79029"/>
                  <a:pt x="83557" y="84048"/>
                </a:cubicBezTo>
                <a:cubicBezTo>
                  <a:pt x="83557" y="89232"/>
                  <a:pt x="81689" y="94278"/>
                  <a:pt x="77951" y="99189"/>
                </a:cubicBezTo>
                <a:cubicBezTo>
                  <a:pt x="74214" y="104099"/>
                  <a:pt x="68472" y="108382"/>
                  <a:pt x="60724" y="112037"/>
                </a:cubicBezTo>
                <a:cubicBezTo>
                  <a:pt x="63452" y="115038"/>
                  <a:pt x="65498" y="118093"/>
                  <a:pt x="66862" y="121203"/>
                </a:cubicBezTo>
                <a:cubicBezTo>
                  <a:pt x="68226" y="124313"/>
                  <a:pt x="68908" y="127478"/>
                  <a:pt x="68908" y="130697"/>
                </a:cubicBezTo>
                <a:cubicBezTo>
                  <a:pt x="68908" y="137789"/>
                  <a:pt x="65976" y="143995"/>
                  <a:pt x="60111" y="149315"/>
                </a:cubicBezTo>
                <a:cubicBezTo>
                  <a:pt x="54245" y="154634"/>
                  <a:pt x="46266" y="157294"/>
                  <a:pt x="36173" y="157294"/>
                </a:cubicBezTo>
                <a:cubicBezTo>
                  <a:pt x="26625" y="157294"/>
                  <a:pt x="18673" y="154798"/>
                  <a:pt x="12317" y="149806"/>
                </a:cubicBezTo>
                <a:cubicBezTo>
                  <a:pt x="5961" y="144814"/>
                  <a:pt x="1855" y="138007"/>
                  <a:pt x="0" y="129387"/>
                </a:cubicBezTo>
                <a:moveTo>
                  <a:pt x="53359" y="104263"/>
                </a:moveTo>
                <a:cubicBezTo>
                  <a:pt x="59251" y="101535"/>
                  <a:pt x="63452" y="98520"/>
                  <a:pt x="65962" y="95219"/>
                </a:cubicBezTo>
                <a:cubicBezTo>
                  <a:pt x="68472" y="91919"/>
                  <a:pt x="69727" y="88795"/>
                  <a:pt x="69727" y="85849"/>
                </a:cubicBezTo>
                <a:cubicBezTo>
                  <a:pt x="69727" y="83503"/>
                  <a:pt x="69140" y="81361"/>
                  <a:pt x="67967" y="79425"/>
                </a:cubicBezTo>
                <a:cubicBezTo>
                  <a:pt x="66794" y="77488"/>
                  <a:pt x="62852" y="73764"/>
                  <a:pt x="56141" y="68254"/>
                </a:cubicBezTo>
                <a:cubicBezTo>
                  <a:pt x="46975" y="60670"/>
                  <a:pt x="40510" y="54777"/>
                  <a:pt x="36746" y="50576"/>
                </a:cubicBezTo>
                <a:cubicBezTo>
                  <a:pt x="26161" y="56578"/>
                  <a:pt x="20869" y="63261"/>
                  <a:pt x="20869" y="70627"/>
                </a:cubicBezTo>
                <a:cubicBezTo>
                  <a:pt x="20869" y="72864"/>
                  <a:pt x="21442" y="75019"/>
                  <a:pt x="22587" y="77092"/>
                </a:cubicBezTo>
                <a:cubicBezTo>
                  <a:pt x="24279" y="79984"/>
                  <a:pt x="28262" y="83967"/>
                  <a:pt x="34536" y="89041"/>
                </a:cubicBezTo>
                <a:lnTo>
                  <a:pt x="53359" y="104263"/>
                </a:lnTo>
                <a:close/>
                <a:moveTo>
                  <a:pt x="97973" y="122022"/>
                </a:moveTo>
                <a:lnTo>
                  <a:pt x="123098" y="2046"/>
                </a:lnTo>
                <a:lnTo>
                  <a:pt x="139056" y="2046"/>
                </a:lnTo>
                <a:lnTo>
                  <a:pt x="114014" y="122022"/>
                </a:lnTo>
                <a:lnTo>
                  <a:pt x="97973" y="122022"/>
                </a:lnTo>
                <a:close/>
                <a:moveTo>
                  <a:pt x="178992" y="122022"/>
                </a:moveTo>
                <a:lnTo>
                  <a:pt x="155914" y="2046"/>
                </a:lnTo>
                <a:lnTo>
                  <a:pt x="171381" y="2046"/>
                </a:lnTo>
                <a:lnTo>
                  <a:pt x="185294" y="73573"/>
                </a:lnTo>
                <a:cubicBezTo>
                  <a:pt x="187858" y="86558"/>
                  <a:pt x="189522" y="97034"/>
                  <a:pt x="190286" y="104999"/>
                </a:cubicBezTo>
                <a:cubicBezTo>
                  <a:pt x="195305" y="94742"/>
                  <a:pt x="199425" y="86613"/>
                  <a:pt x="202644" y="80611"/>
                </a:cubicBezTo>
                <a:lnTo>
                  <a:pt x="245445" y="2046"/>
                </a:lnTo>
                <a:lnTo>
                  <a:pt x="261977" y="2046"/>
                </a:lnTo>
                <a:lnTo>
                  <a:pt x="196178" y="122022"/>
                </a:lnTo>
                <a:lnTo>
                  <a:pt x="178992" y="1220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-D,§V">
            <a:extLst xmlns:a="http://schemas.openxmlformats.org/drawingml/2006/main">
              <a:ext uri="{FF2B5EF4-FFF2-40B4-BE49-F238E27FC236}">
                <a16:creationId xmlns:a16="http://schemas.microsoft.com/office/drawing/2014/main" id="{51C07DB4-8215-4B7E-95BA-37A421C3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377" y="3503414"/>
            <a:ext cx="483296" cy="157294"/>
          </a:xfrm>
          <a:custGeom xmlns:a="http://schemas.openxmlformats.org/drawingml/2006/main">
            <a:pathLst>
              <a:path w="483296" h="157294">
                <a:moveTo>
                  <a:pt x="0" y="86013"/>
                </a:moveTo>
                <a:lnTo>
                  <a:pt x="3110" y="71200"/>
                </a:lnTo>
                <a:lnTo>
                  <a:pt x="48285" y="71200"/>
                </a:lnTo>
                <a:lnTo>
                  <a:pt x="45257" y="86013"/>
                </a:lnTo>
                <a:lnTo>
                  <a:pt x="0" y="86013"/>
                </a:lnTo>
                <a:close/>
                <a:moveTo>
                  <a:pt x="56079" y="122022"/>
                </a:moveTo>
                <a:lnTo>
                  <a:pt x="81122" y="2046"/>
                </a:lnTo>
                <a:lnTo>
                  <a:pt x="117294" y="2046"/>
                </a:lnTo>
                <a:cubicBezTo>
                  <a:pt x="125969" y="2046"/>
                  <a:pt x="132598" y="2673"/>
                  <a:pt x="137181" y="3928"/>
                </a:cubicBezTo>
                <a:cubicBezTo>
                  <a:pt x="143728" y="5620"/>
                  <a:pt x="149320" y="8634"/>
                  <a:pt x="153958" y="12971"/>
                </a:cubicBezTo>
                <a:cubicBezTo>
                  <a:pt x="158596" y="17309"/>
                  <a:pt x="162087" y="22724"/>
                  <a:pt x="164433" y="29216"/>
                </a:cubicBezTo>
                <a:cubicBezTo>
                  <a:pt x="166779" y="35709"/>
                  <a:pt x="167952" y="42993"/>
                  <a:pt x="167952" y="51067"/>
                </a:cubicBezTo>
                <a:cubicBezTo>
                  <a:pt x="167952" y="60724"/>
                  <a:pt x="166493" y="69522"/>
                  <a:pt x="163574" y="77460"/>
                </a:cubicBezTo>
                <a:cubicBezTo>
                  <a:pt x="160655" y="85399"/>
                  <a:pt x="156836" y="92382"/>
                  <a:pt x="152117" y="98411"/>
                </a:cubicBezTo>
                <a:cubicBezTo>
                  <a:pt x="147397" y="104440"/>
                  <a:pt x="142460" y="109159"/>
                  <a:pt x="137304" y="112569"/>
                </a:cubicBezTo>
                <a:cubicBezTo>
                  <a:pt x="132148" y="115979"/>
                  <a:pt x="126051" y="118503"/>
                  <a:pt x="119013" y="120139"/>
                </a:cubicBezTo>
                <a:cubicBezTo>
                  <a:pt x="113666" y="121394"/>
                  <a:pt x="107092" y="122022"/>
                  <a:pt x="99290" y="122022"/>
                </a:cubicBezTo>
                <a:lnTo>
                  <a:pt x="56079" y="122022"/>
                </a:lnTo>
                <a:moveTo>
                  <a:pt x="74984" y="108436"/>
                </a:moveTo>
                <a:lnTo>
                  <a:pt x="93970" y="108436"/>
                </a:lnTo>
                <a:cubicBezTo>
                  <a:pt x="102536" y="108436"/>
                  <a:pt x="110147" y="107645"/>
                  <a:pt x="116803" y="106063"/>
                </a:cubicBezTo>
                <a:cubicBezTo>
                  <a:pt x="120950" y="105081"/>
                  <a:pt x="124496" y="103635"/>
                  <a:pt x="127442" y="101726"/>
                </a:cubicBezTo>
                <a:cubicBezTo>
                  <a:pt x="131316" y="99270"/>
                  <a:pt x="134835" y="96024"/>
                  <a:pt x="137999" y="91987"/>
                </a:cubicBezTo>
                <a:cubicBezTo>
                  <a:pt x="142146" y="86640"/>
                  <a:pt x="145460" y="80543"/>
                  <a:pt x="147943" y="73696"/>
                </a:cubicBezTo>
                <a:cubicBezTo>
                  <a:pt x="150425" y="66849"/>
                  <a:pt x="151667" y="59060"/>
                  <a:pt x="151667" y="50331"/>
                </a:cubicBezTo>
                <a:cubicBezTo>
                  <a:pt x="151667" y="40619"/>
                  <a:pt x="149975" y="33158"/>
                  <a:pt x="146593" y="27948"/>
                </a:cubicBezTo>
                <a:cubicBezTo>
                  <a:pt x="143210" y="22738"/>
                  <a:pt x="138900" y="19287"/>
                  <a:pt x="133662" y="17595"/>
                </a:cubicBezTo>
                <a:cubicBezTo>
                  <a:pt x="129788" y="16340"/>
                  <a:pt x="123759" y="15713"/>
                  <a:pt x="115576" y="15713"/>
                </a:cubicBezTo>
                <a:lnTo>
                  <a:pt x="94379" y="15713"/>
                </a:lnTo>
                <a:lnTo>
                  <a:pt x="74984" y="108436"/>
                </a:lnTo>
                <a:close/>
                <a:moveTo>
                  <a:pt x="178593" y="122022"/>
                </a:moveTo>
                <a:lnTo>
                  <a:pt x="182112" y="105245"/>
                </a:lnTo>
                <a:lnTo>
                  <a:pt x="198971" y="105245"/>
                </a:lnTo>
                <a:lnTo>
                  <a:pt x="195943" y="119894"/>
                </a:lnTo>
                <a:cubicBezTo>
                  <a:pt x="194088" y="128678"/>
                  <a:pt x="191210" y="135116"/>
                  <a:pt x="187309" y="139208"/>
                </a:cubicBezTo>
                <a:cubicBezTo>
                  <a:pt x="183408" y="143300"/>
                  <a:pt x="178811" y="145646"/>
                  <a:pt x="173519" y="146246"/>
                </a:cubicBezTo>
                <a:lnTo>
                  <a:pt x="174910" y="139781"/>
                </a:lnTo>
                <a:cubicBezTo>
                  <a:pt x="181403" y="137980"/>
                  <a:pt x="185686" y="132060"/>
                  <a:pt x="187759" y="122022"/>
                </a:cubicBezTo>
                <a:lnTo>
                  <a:pt x="178593" y="122022"/>
                </a:lnTo>
                <a:close/>
                <a:moveTo>
                  <a:pt x="268047" y="129387"/>
                </a:moveTo>
                <a:lnTo>
                  <a:pt x="281632" y="125950"/>
                </a:lnTo>
                <a:cubicBezTo>
                  <a:pt x="282942" y="132497"/>
                  <a:pt x="285656" y="137516"/>
                  <a:pt x="289775" y="141008"/>
                </a:cubicBezTo>
                <a:cubicBezTo>
                  <a:pt x="293895" y="144500"/>
                  <a:pt x="298737" y="146246"/>
                  <a:pt x="304302" y="146246"/>
                </a:cubicBezTo>
                <a:cubicBezTo>
                  <a:pt x="309703" y="146246"/>
                  <a:pt x="314136" y="144664"/>
                  <a:pt x="317601" y="141499"/>
                </a:cubicBezTo>
                <a:cubicBezTo>
                  <a:pt x="321065" y="138335"/>
                  <a:pt x="322797" y="134734"/>
                  <a:pt x="322797" y="130697"/>
                </a:cubicBezTo>
                <a:cubicBezTo>
                  <a:pt x="322797" y="129005"/>
                  <a:pt x="322443" y="127327"/>
                  <a:pt x="321733" y="125663"/>
                </a:cubicBezTo>
                <a:cubicBezTo>
                  <a:pt x="321024" y="123999"/>
                  <a:pt x="319960" y="122322"/>
                  <a:pt x="318542" y="120630"/>
                </a:cubicBezTo>
                <a:cubicBezTo>
                  <a:pt x="316523" y="118175"/>
                  <a:pt x="308557" y="111383"/>
                  <a:pt x="294645" y="100252"/>
                </a:cubicBezTo>
                <a:cubicBezTo>
                  <a:pt x="289134" y="95888"/>
                  <a:pt x="285424" y="92641"/>
                  <a:pt x="283515" y="90514"/>
                </a:cubicBezTo>
                <a:cubicBezTo>
                  <a:pt x="280623" y="87349"/>
                  <a:pt x="278577" y="84389"/>
                  <a:pt x="277377" y="81634"/>
                </a:cubicBezTo>
                <a:cubicBezTo>
                  <a:pt x="276176" y="78879"/>
                  <a:pt x="275576" y="75755"/>
                  <a:pt x="275576" y="72264"/>
                </a:cubicBezTo>
                <a:cubicBezTo>
                  <a:pt x="275576" y="66317"/>
                  <a:pt x="277322" y="61093"/>
                  <a:pt x="280814" y="56592"/>
                </a:cubicBezTo>
                <a:cubicBezTo>
                  <a:pt x="284306" y="52090"/>
                  <a:pt x="290307" y="47712"/>
                  <a:pt x="298819" y="43456"/>
                </a:cubicBezTo>
                <a:cubicBezTo>
                  <a:pt x="294508" y="38219"/>
                  <a:pt x="292353" y="32708"/>
                  <a:pt x="292353" y="26925"/>
                </a:cubicBezTo>
                <a:cubicBezTo>
                  <a:pt x="292353" y="19287"/>
                  <a:pt x="295149" y="12890"/>
                  <a:pt x="300742" y="7734"/>
                </a:cubicBezTo>
                <a:cubicBezTo>
                  <a:pt x="306334" y="2578"/>
                  <a:pt x="314150" y="0"/>
                  <a:pt x="324189" y="0"/>
                </a:cubicBezTo>
                <a:cubicBezTo>
                  <a:pt x="333682" y="0"/>
                  <a:pt x="340979" y="2182"/>
                  <a:pt x="346080" y="6547"/>
                </a:cubicBezTo>
                <a:cubicBezTo>
                  <a:pt x="351182" y="10912"/>
                  <a:pt x="354496" y="17977"/>
                  <a:pt x="356024" y="27743"/>
                </a:cubicBezTo>
                <a:lnTo>
                  <a:pt x="341211" y="29462"/>
                </a:lnTo>
                <a:cubicBezTo>
                  <a:pt x="341156" y="23897"/>
                  <a:pt x="339547" y="19573"/>
                  <a:pt x="336383" y="16491"/>
                </a:cubicBezTo>
                <a:cubicBezTo>
                  <a:pt x="333218" y="13408"/>
                  <a:pt x="328881" y="11867"/>
                  <a:pt x="323370" y="11867"/>
                </a:cubicBezTo>
                <a:cubicBezTo>
                  <a:pt x="318351" y="11867"/>
                  <a:pt x="314259" y="13312"/>
                  <a:pt x="311094" y="16204"/>
                </a:cubicBezTo>
                <a:cubicBezTo>
                  <a:pt x="307930" y="19096"/>
                  <a:pt x="306348" y="22506"/>
                  <a:pt x="306348" y="26434"/>
                </a:cubicBezTo>
                <a:cubicBezTo>
                  <a:pt x="306348" y="29271"/>
                  <a:pt x="307398" y="32381"/>
                  <a:pt x="309498" y="35764"/>
                </a:cubicBezTo>
                <a:cubicBezTo>
                  <a:pt x="311599" y="39146"/>
                  <a:pt x="316659" y="44084"/>
                  <a:pt x="324680" y="50576"/>
                </a:cubicBezTo>
                <a:cubicBezTo>
                  <a:pt x="336355" y="60015"/>
                  <a:pt x="343762" y="66699"/>
                  <a:pt x="346899" y="70627"/>
                </a:cubicBezTo>
                <a:cubicBezTo>
                  <a:pt x="350036" y="74555"/>
                  <a:pt x="351605" y="79029"/>
                  <a:pt x="351605" y="84048"/>
                </a:cubicBezTo>
                <a:cubicBezTo>
                  <a:pt x="351605" y="89232"/>
                  <a:pt x="349736" y="94278"/>
                  <a:pt x="345999" y="99189"/>
                </a:cubicBezTo>
                <a:cubicBezTo>
                  <a:pt x="342261" y="104099"/>
                  <a:pt x="336519" y="108382"/>
                  <a:pt x="328772" y="112037"/>
                </a:cubicBezTo>
                <a:cubicBezTo>
                  <a:pt x="331499" y="115038"/>
                  <a:pt x="333545" y="118093"/>
                  <a:pt x="334909" y="121203"/>
                </a:cubicBezTo>
                <a:cubicBezTo>
                  <a:pt x="336273" y="124313"/>
                  <a:pt x="336955" y="127478"/>
                  <a:pt x="336955" y="130697"/>
                </a:cubicBezTo>
                <a:cubicBezTo>
                  <a:pt x="336955" y="137789"/>
                  <a:pt x="334023" y="143995"/>
                  <a:pt x="328158" y="149315"/>
                </a:cubicBezTo>
                <a:cubicBezTo>
                  <a:pt x="322293" y="154634"/>
                  <a:pt x="314313" y="157294"/>
                  <a:pt x="304220" y="157294"/>
                </a:cubicBezTo>
                <a:cubicBezTo>
                  <a:pt x="294672" y="157294"/>
                  <a:pt x="286720" y="154798"/>
                  <a:pt x="280364" y="149806"/>
                </a:cubicBezTo>
                <a:cubicBezTo>
                  <a:pt x="274008" y="144814"/>
                  <a:pt x="269902" y="138007"/>
                  <a:pt x="268047" y="129387"/>
                </a:cubicBezTo>
                <a:moveTo>
                  <a:pt x="321406" y="104263"/>
                </a:moveTo>
                <a:cubicBezTo>
                  <a:pt x="327298" y="101535"/>
                  <a:pt x="331499" y="98520"/>
                  <a:pt x="334009" y="95219"/>
                </a:cubicBezTo>
                <a:cubicBezTo>
                  <a:pt x="336519" y="91919"/>
                  <a:pt x="337774" y="88795"/>
                  <a:pt x="337774" y="85849"/>
                </a:cubicBezTo>
                <a:cubicBezTo>
                  <a:pt x="337774" y="83503"/>
                  <a:pt x="337187" y="81361"/>
                  <a:pt x="336014" y="79425"/>
                </a:cubicBezTo>
                <a:cubicBezTo>
                  <a:pt x="334841" y="77488"/>
                  <a:pt x="330899" y="73764"/>
                  <a:pt x="324189" y="68254"/>
                </a:cubicBezTo>
                <a:cubicBezTo>
                  <a:pt x="315023" y="60670"/>
                  <a:pt x="308557" y="54777"/>
                  <a:pt x="304793" y="50576"/>
                </a:cubicBezTo>
                <a:cubicBezTo>
                  <a:pt x="294208" y="56578"/>
                  <a:pt x="288916" y="63261"/>
                  <a:pt x="288916" y="70627"/>
                </a:cubicBezTo>
                <a:cubicBezTo>
                  <a:pt x="288916" y="72864"/>
                  <a:pt x="289489" y="75019"/>
                  <a:pt x="290635" y="77092"/>
                </a:cubicBezTo>
                <a:cubicBezTo>
                  <a:pt x="292326" y="79984"/>
                  <a:pt x="296309" y="83967"/>
                  <a:pt x="302583" y="89041"/>
                </a:cubicBezTo>
                <a:lnTo>
                  <a:pt x="321406" y="104263"/>
                </a:lnTo>
                <a:close/>
                <a:moveTo>
                  <a:pt x="400312" y="122022"/>
                </a:moveTo>
                <a:lnTo>
                  <a:pt x="377233" y="2046"/>
                </a:lnTo>
                <a:lnTo>
                  <a:pt x="392701" y="2046"/>
                </a:lnTo>
                <a:lnTo>
                  <a:pt x="406613" y="73573"/>
                </a:lnTo>
                <a:cubicBezTo>
                  <a:pt x="409177" y="86558"/>
                  <a:pt x="410841" y="97034"/>
                  <a:pt x="411605" y="104999"/>
                </a:cubicBezTo>
                <a:cubicBezTo>
                  <a:pt x="416625" y="94742"/>
                  <a:pt x="420744" y="86613"/>
                  <a:pt x="423963" y="80611"/>
                </a:cubicBezTo>
                <a:lnTo>
                  <a:pt x="466765" y="2046"/>
                </a:lnTo>
                <a:lnTo>
                  <a:pt x="483296" y="2046"/>
                </a:lnTo>
                <a:lnTo>
                  <a:pt x="417498" y="122022"/>
                </a:lnTo>
                <a:lnTo>
                  <a:pt x="400312" y="1220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-B">
            <a:extLst xmlns:a="http://schemas.openxmlformats.org/drawingml/2006/main">
              <a:ext uri="{FF2B5EF4-FFF2-40B4-BE49-F238E27FC236}">
                <a16:creationId xmlns:a16="http://schemas.microsoft.com/office/drawing/2014/main" id="{472371CB-05CB-460D-B263-821F4651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609" y="3505460"/>
            <a:ext cx="158377" cy="119976"/>
          </a:xfrm>
          <a:custGeom xmlns:a="http://schemas.openxmlformats.org/drawingml/2006/main">
            <a:pathLst>
              <a:path w="158377" h="119976">
                <a:moveTo>
                  <a:pt x="0" y="83967"/>
                </a:moveTo>
                <a:lnTo>
                  <a:pt x="3110" y="69154"/>
                </a:lnTo>
                <a:lnTo>
                  <a:pt x="48285" y="69154"/>
                </a:lnTo>
                <a:lnTo>
                  <a:pt x="45257" y="83967"/>
                </a:lnTo>
                <a:lnTo>
                  <a:pt x="0" y="83967"/>
                </a:lnTo>
                <a:close/>
                <a:moveTo>
                  <a:pt x="55915" y="119976"/>
                </a:moveTo>
                <a:lnTo>
                  <a:pt x="81039" y="0"/>
                </a:lnTo>
                <a:lnTo>
                  <a:pt x="118194" y="0"/>
                </a:lnTo>
                <a:cubicBezTo>
                  <a:pt x="124959" y="0"/>
                  <a:pt x="129979" y="273"/>
                  <a:pt x="133252" y="818"/>
                </a:cubicBezTo>
                <a:cubicBezTo>
                  <a:pt x="138599" y="1746"/>
                  <a:pt x="143114" y="3369"/>
                  <a:pt x="146797" y="5688"/>
                </a:cubicBezTo>
                <a:cubicBezTo>
                  <a:pt x="150479" y="8007"/>
                  <a:pt x="153330" y="11171"/>
                  <a:pt x="155349" y="15181"/>
                </a:cubicBezTo>
                <a:cubicBezTo>
                  <a:pt x="157367" y="19191"/>
                  <a:pt x="158377" y="23624"/>
                  <a:pt x="158377" y="28480"/>
                </a:cubicBezTo>
                <a:cubicBezTo>
                  <a:pt x="158377" y="35082"/>
                  <a:pt x="156563" y="40892"/>
                  <a:pt x="152934" y="45912"/>
                </a:cubicBezTo>
                <a:cubicBezTo>
                  <a:pt x="149306" y="50931"/>
                  <a:pt x="143755" y="54750"/>
                  <a:pt x="136280" y="57369"/>
                </a:cubicBezTo>
                <a:cubicBezTo>
                  <a:pt x="142773" y="59497"/>
                  <a:pt x="147629" y="62702"/>
                  <a:pt x="150848" y="66985"/>
                </a:cubicBezTo>
                <a:cubicBezTo>
                  <a:pt x="154067" y="71268"/>
                  <a:pt x="155676" y="76274"/>
                  <a:pt x="155676" y="82002"/>
                </a:cubicBezTo>
                <a:cubicBezTo>
                  <a:pt x="155676" y="88604"/>
                  <a:pt x="153780" y="94933"/>
                  <a:pt x="149988" y="100989"/>
                </a:cubicBezTo>
                <a:cubicBezTo>
                  <a:pt x="146196" y="107045"/>
                  <a:pt x="141177" y="111724"/>
                  <a:pt x="134930" y="115024"/>
                </a:cubicBezTo>
                <a:cubicBezTo>
                  <a:pt x="128683" y="118325"/>
                  <a:pt x="121713" y="119976"/>
                  <a:pt x="114020" y="119976"/>
                </a:cubicBezTo>
                <a:lnTo>
                  <a:pt x="55915" y="119976"/>
                </a:lnTo>
                <a:moveTo>
                  <a:pt x="86359" y="51231"/>
                </a:moveTo>
                <a:lnTo>
                  <a:pt x="110665" y="51231"/>
                </a:lnTo>
                <a:cubicBezTo>
                  <a:pt x="122286" y="51231"/>
                  <a:pt x="130647" y="49376"/>
                  <a:pt x="135748" y="45666"/>
                </a:cubicBezTo>
                <a:cubicBezTo>
                  <a:pt x="140850" y="41956"/>
                  <a:pt x="143400" y="36555"/>
                  <a:pt x="143400" y="29462"/>
                </a:cubicBezTo>
                <a:cubicBezTo>
                  <a:pt x="143400" y="26079"/>
                  <a:pt x="142609" y="23160"/>
                  <a:pt x="141027" y="20705"/>
                </a:cubicBezTo>
                <a:cubicBezTo>
                  <a:pt x="139445" y="18250"/>
                  <a:pt x="137331" y="16463"/>
                  <a:pt x="134684" y="15345"/>
                </a:cubicBezTo>
                <a:cubicBezTo>
                  <a:pt x="132038" y="14226"/>
                  <a:pt x="127060" y="13667"/>
                  <a:pt x="119749" y="13667"/>
                </a:cubicBezTo>
                <a:lnTo>
                  <a:pt x="94215" y="13667"/>
                </a:lnTo>
                <a:lnTo>
                  <a:pt x="86359" y="51231"/>
                </a:lnTo>
                <a:moveTo>
                  <a:pt x="74819" y="106390"/>
                </a:moveTo>
                <a:lnTo>
                  <a:pt x="102153" y="106390"/>
                </a:lnTo>
                <a:cubicBezTo>
                  <a:pt x="109410" y="106390"/>
                  <a:pt x="114293" y="106145"/>
                  <a:pt x="116803" y="105654"/>
                </a:cubicBezTo>
                <a:cubicBezTo>
                  <a:pt x="121877" y="104781"/>
                  <a:pt x="125996" y="103294"/>
                  <a:pt x="129160" y="101194"/>
                </a:cubicBezTo>
                <a:cubicBezTo>
                  <a:pt x="132325" y="99093"/>
                  <a:pt x="134807" y="96324"/>
                  <a:pt x="136608" y="92887"/>
                </a:cubicBezTo>
                <a:cubicBezTo>
                  <a:pt x="138408" y="89450"/>
                  <a:pt x="139308" y="85849"/>
                  <a:pt x="139308" y="82084"/>
                </a:cubicBezTo>
                <a:cubicBezTo>
                  <a:pt x="139308" y="76465"/>
                  <a:pt x="137549" y="72195"/>
                  <a:pt x="134030" y="69277"/>
                </a:cubicBezTo>
                <a:cubicBezTo>
                  <a:pt x="130511" y="66358"/>
                  <a:pt x="123813" y="64898"/>
                  <a:pt x="113938" y="64898"/>
                </a:cubicBezTo>
                <a:lnTo>
                  <a:pt x="83494" y="64898"/>
                </a:lnTo>
                <a:lnTo>
                  <a:pt x="74819" y="106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)">
            <a:extLst xmlns:a="http://schemas.openxmlformats.org/drawingml/2006/main">
              <a:ext uri="{FF2B5EF4-FFF2-40B4-BE49-F238E27FC236}">
                <a16:creationId xmlns:a16="http://schemas.microsoft.com/office/drawing/2014/main" id="{9FE75F17-81C1-45DF-8DD2-37898C25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526" y="3503414"/>
            <a:ext cx="55077" cy="157294"/>
          </a:xfrm>
          <a:custGeom xmlns:a="http://schemas.openxmlformats.org/drawingml/2006/main">
            <a:pathLst>
              <a:path w="55077" h="157294">
                <a:moveTo>
                  <a:pt x="42147" y="0"/>
                </a:moveTo>
                <a:cubicBezTo>
                  <a:pt x="50767" y="18768"/>
                  <a:pt x="55077" y="38028"/>
                  <a:pt x="55077" y="57778"/>
                </a:cubicBezTo>
                <a:cubicBezTo>
                  <a:pt x="55077" y="71036"/>
                  <a:pt x="53345" y="83339"/>
                  <a:pt x="49881" y="94687"/>
                </a:cubicBezTo>
                <a:cubicBezTo>
                  <a:pt x="46416" y="106036"/>
                  <a:pt x="41138" y="117302"/>
                  <a:pt x="34045" y="128487"/>
                </a:cubicBezTo>
                <a:cubicBezTo>
                  <a:pt x="29298" y="135907"/>
                  <a:pt x="21796" y="145509"/>
                  <a:pt x="11539" y="157294"/>
                </a:cubicBezTo>
                <a:lnTo>
                  <a:pt x="0" y="157294"/>
                </a:lnTo>
                <a:cubicBezTo>
                  <a:pt x="6329" y="150420"/>
                  <a:pt x="13067" y="140790"/>
                  <a:pt x="20214" y="128405"/>
                </a:cubicBezTo>
                <a:cubicBezTo>
                  <a:pt x="27361" y="116020"/>
                  <a:pt x="32531" y="103867"/>
                  <a:pt x="35723" y="91946"/>
                </a:cubicBezTo>
                <a:cubicBezTo>
                  <a:pt x="38914" y="80025"/>
                  <a:pt x="40510" y="68008"/>
                  <a:pt x="40510" y="55896"/>
                </a:cubicBezTo>
                <a:cubicBezTo>
                  <a:pt x="40510" y="37891"/>
                  <a:pt x="37373" y="19259"/>
                  <a:pt x="31099" y="0"/>
                </a:cubicBezTo>
                <a:lnTo>
                  <a:pt x="4214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Operatingsystem">
            <a:extLst xmlns:a="http://schemas.openxmlformats.org/drawingml/2006/main">
              <a:ext uri="{FF2B5EF4-FFF2-40B4-BE49-F238E27FC236}">
                <a16:creationId xmlns:a16="http://schemas.microsoft.com/office/drawing/2014/main" id="{6B99C2C7-AB20-4517-B9DD-9A23FC13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561" y="1956092"/>
            <a:ext cx="1390310" cy="169482"/>
          </a:xfrm>
          <a:custGeom xmlns:a="http://schemas.openxmlformats.org/drawingml/2006/main">
            <a:pathLst>
              <a:path w="1390310" h="169482">
                <a:moveTo>
                  <a:pt x="0" y="68568"/>
                </a:moveTo>
                <a:cubicBezTo>
                  <a:pt x="0" y="47122"/>
                  <a:pt x="5758" y="30333"/>
                  <a:pt x="17274" y="18200"/>
                </a:cubicBezTo>
                <a:cubicBezTo>
                  <a:pt x="28790" y="6067"/>
                  <a:pt x="43656" y="0"/>
                  <a:pt x="61870" y="0"/>
                </a:cubicBezTo>
                <a:cubicBezTo>
                  <a:pt x="73798" y="0"/>
                  <a:pt x="84550" y="2850"/>
                  <a:pt x="94127" y="8549"/>
                </a:cubicBezTo>
                <a:cubicBezTo>
                  <a:pt x="103704" y="14248"/>
                  <a:pt x="111005" y="22195"/>
                  <a:pt x="116028" y="32389"/>
                </a:cubicBezTo>
                <a:cubicBezTo>
                  <a:pt x="121052" y="42583"/>
                  <a:pt x="123564" y="54144"/>
                  <a:pt x="123564" y="67070"/>
                </a:cubicBezTo>
                <a:cubicBezTo>
                  <a:pt x="123564" y="80173"/>
                  <a:pt x="120920" y="91894"/>
                  <a:pt x="115632" y="102236"/>
                </a:cubicBezTo>
                <a:cubicBezTo>
                  <a:pt x="110344" y="112577"/>
                  <a:pt x="102852" y="120406"/>
                  <a:pt x="93158" y="125723"/>
                </a:cubicBezTo>
                <a:cubicBezTo>
                  <a:pt x="83463" y="131041"/>
                  <a:pt x="73004" y="133699"/>
                  <a:pt x="61782" y="133699"/>
                </a:cubicBezTo>
                <a:cubicBezTo>
                  <a:pt x="49619" y="133699"/>
                  <a:pt x="38750" y="130762"/>
                  <a:pt x="29172" y="124886"/>
                </a:cubicBezTo>
                <a:cubicBezTo>
                  <a:pt x="19595" y="119010"/>
                  <a:pt x="12339" y="110990"/>
                  <a:pt x="7403" y="100825"/>
                </a:cubicBezTo>
                <a:cubicBezTo>
                  <a:pt x="2468" y="90661"/>
                  <a:pt x="0" y="79908"/>
                  <a:pt x="0" y="68568"/>
                </a:cubicBezTo>
                <a:moveTo>
                  <a:pt x="17627" y="68833"/>
                </a:moveTo>
                <a:cubicBezTo>
                  <a:pt x="17627" y="84403"/>
                  <a:pt x="21813" y="96668"/>
                  <a:pt x="30186" y="105629"/>
                </a:cubicBezTo>
                <a:cubicBezTo>
                  <a:pt x="38559" y="114589"/>
                  <a:pt x="49061" y="119069"/>
                  <a:pt x="61694" y="119069"/>
                </a:cubicBezTo>
                <a:cubicBezTo>
                  <a:pt x="74561" y="119069"/>
                  <a:pt x="85152" y="114545"/>
                  <a:pt x="93466" y="105496"/>
                </a:cubicBezTo>
                <a:cubicBezTo>
                  <a:pt x="101780" y="96448"/>
                  <a:pt x="105937" y="83610"/>
                  <a:pt x="105937" y="66982"/>
                </a:cubicBezTo>
                <a:cubicBezTo>
                  <a:pt x="105937" y="56465"/>
                  <a:pt x="104160" y="47284"/>
                  <a:pt x="100605" y="39440"/>
                </a:cubicBezTo>
                <a:cubicBezTo>
                  <a:pt x="97050" y="31596"/>
                  <a:pt x="91850" y="25515"/>
                  <a:pt x="85005" y="21196"/>
                </a:cubicBezTo>
                <a:cubicBezTo>
                  <a:pt x="78160" y="16878"/>
                  <a:pt x="70478" y="14718"/>
                  <a:pt x="61958" y="14718"/>
                </a:cubicBezTo>
                <a:cubicBezTo>
                  <a:pt x="49855" y="14718"/>
                  <a:pt x="39440" y="18875"/>
                  <a:pt x="30715" y="27189"/>
                </a:cubicBezTo>
                <a:cubicBezTo>
                  <a:pt x="21989" y="35503"/>
                  <a:pt x="17627" y="49384"/>
                  <a:pt x="17627" y="68833"/>
                </a:cubicBezTo>
                <a:close/>
                <a:moveTo>
                  <a:pt x="143384" y="167367"/>
                </a:moveTo>
                <a:lnTo>
                  <a:pt x="143384" y="37898"/>
                </a:lnTo>
                <a:lnTo>
                  <a:pt x="157838" y="37898"/>
                </a:lnTo>
                <a:lnTo>
                  <a:pt x="157838" y="50060"/>
                </a:lnTo>
                <a:cubicBezTo>
                  <a:pt x="161246" y="45301"/>
                  <a:pt x="165094" y="41731"/>
                  <a:pt x="169384" y="39352"/>
                </a:cubicBezTo>
                <a:cubicBezTo>
                  <a:pt x="173673" y="36972"/>
                  <a:pt x="178873" y="35782"/>
                  <a:pt x="184983" y="35782"/>
                </a:cubicBezTo>
                <a:cubicBezTo>
                  <a:pt x="192974" y="35782"/>
                  <a:pt x="200025" y="37839"/>
                  <a:pt x="206136" y="41952"/>
                </a:cubicBezTo>
                <a:cubicBezTo>
                  <a:pt x="212246" y="46065"/>
                  <a:pt x="216859" y="51867"/>
                  <a:pt x="219973" y="59358"/>
                </a:cubicBezTo>
                <a:cubicBezTo>
                  <a:pt x="223087" y="66850"/>
                  <a:pt x="224644" y="75061"/>
                  <a:pt x="224644" y="83992"/>
                </a:cubicBezTo>
                <a:cubicBezTo>
                  <a:pt x="224644" y="93569"/>
                  <a:pt x="222925" y="102191"/>
                  <a:pt x="219488" y="109859"/>
                </a:cubicBezTo>
                <a:cubicBezTo>
                  <a:pt x="216051" y="117527"/>
                  <a:pt x="211056" y="123402"/>
                  <a:pt x="204505" y="127486"/>
                </a:cubicBezTo>
                <a:cubicBezTo>
                  <a:pt x="197954" y="131569"/>
                  <a:pt x="191065" y="133611"/>
                  <a:pt x="183838" y="133611"/>
                </a:cubicBezTo>
                <a:cubicBezTo>
                  <a:pt x="178550" y="133611"/>
                  <a:pt x="173805" y="132495"/>
                  <a:pt x="169604" y="130262"/>
                </a:cubicBezTo>
                <a:cubicBezTo>
                  <a:pt x="165403" y="128029"/>
                  <a:pt x="161951" y="125209"/>
                  <a:pt x="159248" y="121801"/>
                </a:cubicBezTo>
                <a:lnTo>
                  <a:pt x="159248" y="167367"/>
                </a:lnTo>
                <a:lnTo>
                  <a:pt x="143384" y="167367"/>
                </a:lnTo>
                <a:moveTo>
                  <a:pt x="157750" y="85226"/>
                </a:moveTo>
                <a:cubicBezTo>
                  <a:pt x="157750" y="97271"/>
                  <a:pt x="160188" y="106172"/>
                  <a:pt x="165065" y="111930"/>
                </a:cubicBezTo>
                <a:cubicBezTo>
                  <a:pt x="169942" y="117688"/>
                  <a:pt x="175847" y="120567"/>
                  <a:pt x="182780" y="120567"/>
                </a:cubicBezTo>
                <a:cubicBezTo>
                  <a:pt x="189831" y="120567"/>
                  <a:pt x="195868" y="117586"/>
                  <a:pt x="200892" y="111622"/>
                </a:cubicBezTo>
                <a:cubicBezTo>
                  <a:pt x="205915" y="105658"/>
                  <a:pt x="208427" y="96419"/>
                  <a:pt x="208427" y="83904"/>
                </a:cubicBezTo>
                <a:cubicBezTo>
                  <a:pt x="208427" y="71976"/>
                  <a:pt x="205974" y="63045"/>
                  <a:pt x="201068" y="57111"/>
                </a:cubicBezTo>
                <a:cubicBezTo>
                  <a:pt x="196162" y="51177"/>
                  <a:pt x="190301" y="48209"/>
                  <a:pt x="183485" y="48209"/>
                </a:cubicBezTo>
                <a:cubicBezTo>
                  <a:pt x="176728" y="48209"/>
                  <a:pt x="170750" y="51367"/>
                  <a:pt x="165550" y="57684"/>
                </a:cubicBezTo>
                <a:cubicBezTo>
                  <a:pt x="160350" y="64000"/>
                  <a:pt x="157750" y="73181"/>
                  <a:pt x="157750" y="85226"/>
                </a:cubicBezTo>
                <a:close/>
                <a:moveTo>
                  <a:pt x="307382" y="101354"/>
                </a:moveTo>
                <a:lnTo>
                  <a:pt x="323774" y="103381"/>
                </a:lnTo>
                <a:cubicBezTo>
                  <a:pt x="321189" y="112958"/>
                  <a:pt x="316401" y="120391"/>
                  <a:pt x="309409" y="125679"/>
                </a:cubicBezTo>
                <a:cubicBezTo>
                  <a:pt x="302417" y="130967"/>
                  <a:pt x="293486" y="133611"/>
                  <a:pt x="282616" y="133611"/>
                </a:cubicBezTo>
                <a:cubicBezTo>
                  <a:pt x="268926" y="133611"/>
                  <a:pt x="258070" y="129395"/>
                  <a:pt x="250050" y="120964"/>
                </a:cubicBezTo>
                <a:cubicBezTo>
                  <a:pt x="242030" y="112532"/>
                  <a:pt x="238020" y="100708"/>
                  <a:pt x="238020" y="85490"/>
                </a:cubicBezTo>
                <a:cubicBezTo>
                  <a:pt x="238020" y="69743"/>
                  <a:pt x="242074" y="57522"/>
                  <a:pt x="250182" y="48826"/>
                </a:cubicBezTo>
                <a:cubicBezTo>
                  <a:pt x="258291" y="40130"/>
                  <a:pt x="268808" y="35782"/>
                  <a:pt x="281734" y="35782"/>
                </a:cubicBezTo>
                <a:cubicBezTo>
                  <a:pt x="294250" y="35782"/>
                  <a:pt x="304473" y="40042"/>
                  <a:pt x="312405" y="48562"/>
                </a:cubicBezTo>
                <a:cubicBezTo>
                  <a:pt x="320337" y="57081"/>
                  <a:pt x="324303" y="69068"/>
                  <a:pt x="324303" y="84521"/>
                </a:cubicBezTo>
                <a:cubicBezTo>
                  <a:pt x="324303" y="85461"/>
                  <a:pt x="324274" y="86871"/>
                  <a:pt x="324215" y="88751"/>
                </a:cubicBezTo>
                <a:lnTo>
                  <a:pt x="254413" y="88751"/>
                </a:lnTo>
                <a:cubicBezTo>
                  <a:pt x="255000" y="99033"/>
                  <a:pt x="257909" y="106907"/>
                  <a:pt x="263138" y="112371"/>
                </a:cubicBezTo>
                <a:cubicBezTo>
                  <a:pt x="268367" y="117835"/>
                  <a:pt x="274889" y="120567"/>
                  <a:pt x="282704" y="120567"/>
                </a:cubicBezTo>
                <a:cubicBezTo>
                  <a:pt x="288521" y="120567"/>
                  <a:pt x="293486" y="119040"/>
                  <a:pt x="297599" y="115984"/>
                </a:cubicBezTo>
                <a:cubicBezTo>
                  <a:pt x="301712" y="112929"/>
                  <a:pt x="304973" y="108052"/>
                  <a:pt x="307382" y="101354"/>
                </a:cubicBezTo>
                <a:moveTo>
                  <a:pt x="255294" y="75707"/>
                </a:moveTo>
                <a:lnTo>
                  <a:pt x="307558" y="75707"/>
                </a:lnTo>
                <a:cubicBezTo>
                  <a:pt x="306853" y="67834"/>
                  <a:pt x="304855" y="61929"/>
                  <a:pt x="301565" y="57992"/>
                </a:cubicBezTo>
                <a:cubicBezTo>
                  <a:pt x="296512" y="51882"/>
                  <a:pt x="289960" y="48826"/>
                  <a:pt x="281911" y="48826"/>
                </a:cubicBezTo>
                <a:cubicBezTo>
                  <a:pt x="274625" y="48826"/>
                  <a:pt x="268500" y="51265"/>
                  <a:pt x="263535" y="56141"/>
                </a:cubicBezTo>
                <a:cubicBezTo>
                  <a:pt x="258570" y="61018"/>
                  <a:pt x="255823" y="67540"/>
                  <a:pt x="255294" y="75707"/>
                </a:cubicBezTo>
                <a:close/>
                <a:moveTo>
                  <a:pt x="343056" y="131496"/>
                </a:moveTo>
                <a:lnTo>
                  <a:pt x="343056" y="37898"/>
                </a:lnTo>
                <a:lnTo>
                  <a:pt x="357333" y="37898"/>
                </a:lnTo>
                <a:lnTo>
                  <a:pt x="357333" y="52087"/>
                </a:lnTo>
                <a:cubicBezTo>
                  <a:pt x="360976" y="45448"/>
                  <a:pt x="364340" y="41070"/>
                  <a:pt x="367425" y="38955"/>
                </a:cubicBezTo>
                <a:cubicBezTo>
                  <a:pt x="370509" y="36840"/>
                  <a:pt x="373903" y="35782"/>
                  <a:pt x="377604" y="35782"/>
                </a:cubicBezTo>
                <a:cubicBezTo>
                  <a:pt x="382951" y="35782"/>
                  <a:pt x="388386" y="37486"/>
                  <a:pt x="393909" y="40894"/>
                </a:cubicBezTo>
                <a:lnTo>
                  <a:pt x="388445" y="55613"/>
                </a:lnTo>
                <a:cubicBezTo>
                  <a:pt x="384567" y="53321"/>
                  <a:pt x="380689" y="52175"/>
                  <a:pt x="376811" y="52175"/>
                </a:cubicBezTo>
                <a:cubicBezTo>
                  <a:pt x="373344" y="52175"/>
                  <a:pt x="370230" y="53218"/>
                  <a:pt x="367469" y="55304"/>
                </a:cubicBezTo>
                <a:cubicBezTo>
                  <a:pt x="364707" y="57390"/>
                  <a:pt x="362739" y="60284"/>
                  <a:pt x="361564" y="63985"/>
                </a:cubicBezTo>
                <a:cubicBezTo>
                  <a:pt x="359801" y="69626"/>
                  <a:pt x="358920" y="75795"/>
                  <a:pt x="358920" y="82493"/>
                </a:cubicBezTo>
                <a:lnTo>
                  <a:pt x="358920" y="131496"/>
                </a:lnTo>
                <a:lnTo>
                  <a:pt x="343056" y="131496"/>
                </a:lnTo>
                <a:close/>
                <a:moveTo>
                  <a:pt x="463946" y="119950"/>
                </a:moveTo>
                <a:cubicBezTo>
                  <a:pt x="458070" y="124945"/>
                  <a:pt x="452415" y="128470"/>
                  <a:pt x="446980" y="130527"/>
                </a:cubicBezTo>
                <a:cubicBezTo>
                  <a:pt x="441545" y="132583"/>
                  <a:pt x="435713" y="133611"/>
                  <a:pt x="429485" y="133611"/>
                </a:cubicBezTo>
                <a:cubicBezTo>
                  <a:pt x="419203" y="133611"/>
                  <a:pt x="411300" y="131099"/>
                  <a:pt x="405777" y="126076"/>
                </a:cubicBezTo>
                <a:cubicBezTo>
                  <a:pt x="400254" y="121052"/>
                  <a:pt x="397493" y="114633"/>
                  <a:pt x="397493" y="106818"/>
                </a:cubicBezTo>
                <a:cubicBezTo>
                  <a:pt x="397493" y="102236"/>
                  <a:pt x="398536" y="98049"/>
                  <a:pt x="400621" y="94259"/>
                </a:cubicBezTo>
                <a:cubicBezTo>
                  <a:pt x="402707" y="90470"/>
                  <a:pt x="405439" y="87429"/>
                  <a:pt x="408818" y="85137"/>
                </a:cubicBezTo>
                <a:cubicBezTo>
                  <a:pt x="412196" y="82846"/>
                  <a:pt x="416001" y="81113"/>
                  <a:pt x="420231" y="79938"/>
                </a:cubicBezTo>
                <a:cubicBezTo>
                  <a:pt x="423345" y="79115"/>
                  <a:pt x="428046" y="78322"/>
                  <a:pt x="434333" y="77558"/>
                </a:cubicBezTo>
                <a:cubicBezTo>
                  <a:pt x="447141" y="76030"/>
                  <a:pt x="456572" y="74209"/>
                  <a:pt x="462624" y="72094"/>
                </a:cubicBezTo>
                <a:cubicBezTo>
                  <a:pt x="462682" y="69920"/>
                  <a:pt x="462712" y="68539"/>
                  <a:pt x="462712" y="67951"/>
                </a:cubicBezTo>
                <a:cubicBezTo>
                  <a:pt x="462712" y="61488"/>
                  <a:pt x="461214" y="56935"/>
                  <a:pt x="458217" y="54291"/>
                </a:cubicBezTo>
                <a:cubicBezTo>
                  <a:pt x="454163" y="50706"/>
                  <a:pt x="448140" y="48914"/>
                  <a:pt x="440149" y="48914"/>
                </a:cubicBezTo>
                <a:cubicBezTo>
                  <a:pt x="432687" y="48914"/>
                  <a:pt x="427179" y="50222"/>
                  <a:pt x="423624" y="52836"/>
                </a:cubicBezTo>
                <a:cubicBezTo>
                  <a:pt x="420070" y="55451"/>
                  <a:pt x="417440" y="60078"/>
                  <a:pt x="415736" y="66717"/>
                </a:cubicBezTo>
                <a:lnTo>
                  <a:pt x="400225" y="64602"/>
                </a:lnTo>
                <a:cubicBezTo>
                  <a:pt x="401635" y="57963"/>
                  <a:pt x="403956" y="52601"/>
                  <a:pt x="407187" y="48518"/>
                </a:cubicBezTo>
                <a:cubicBezTo>
                  <a:pt x="410419" y="44434"/>
                  <a:pt x="415090" y="41291"/>
                  <a:pt x="421201" y="39087"/>
                </a:cubicBezTo>
                <a:cubicBezTo>
                  <a:pt x="427311" y="36884"/>
                  <a:pt x="434391" y="35782"/>
                  <a:pt x="442441" y="35782"/>
                </a:cubicBezTo>
                <a:cubicBezTo>
                  <a:pt x="450432" y="35782"/>
                  <a:pt x="456924" y="36723"/>
                  <a:pt x="461919" y="38603"/>
                </a:cubicBezTo>
                <a:cubicBezTo>
                  <a:pt x="466913" y="40483"/>
                  <a:pt x="470585" y="42848"/>
                  <a:pt x="472935" y="45698"/>
                </a:cubicBezTo>
                <a:cubicBezTo>
                  <a:pt x="475286" y="48547"/>
                  <a:pt x="476931" y="52146"/>
                  <a:pt x="477871" y="56494"/>
                </a:cubicBezTo>
                <a:cubicBezTo>
                  <a:pt x="478400" y="59197"/>
                  <a:pt x="478664" y="64073"/>
                  <a:pt x="478664" y="71124"/>
                </a:cubicBezTo>
                <a:lnTo>
                  <a:pt x="478664" y="92276"/>
                </a:lnTo>
                <a:cubicBezTo>
                  <a:pt x="478664" y="107024"/>
                  <a:pt x="479002" y="116352"/>
                  <a:pt x="479678" y="120259"/>
                </a:cubicBezTo>
                <a:cubicBezTo>
                  <a:pt x="480353" y="124166"/>
                  <a:pt x="481690" y="127912"/>
                  <a:pt x="483688" y="131496"/>
                </a:cubicBezTo>
                <a:lnTo>
                  <a:pt x="467119" y="131496"/>
                </a:lnTo>
                <a:cubicBezTo>
                  <a:pt x="465473" y="128206"/>
                  <a:pt x="464416" y="124357"/>
                  <a:pt x="463946" y="119950"/>
                </a:cubicBezTo>
                <a:moveTo>
                  <a:pt x="462624" y="84521"/>
                </a:moveTo>
                <a:cubicBezTo>
                  <a:pt x="456866" y="86871"/>
                  <a:pt x="448228" y="88869"/>
                  <a:pt x="436712" y="90514"/>
                </a:cubicBezTo>
                <a:cubicBezTo>
                  <a:pt x="430190" y="91454"/>
                  <a:pt x="425578" y="92511"/>
                  <a:pt x="422875" y="93686"/>
                </a:cubicBezTo>
                <a:cubicBezTo>
                  <a:pt x="420172" y="94862"/>
                  <a:pt x="418087" y="96580"/>
                  <a:pt x="416618" y="98842"/>
                </a:cubicBezTo>
                <a:cubicBezTo>
                  <a:pt x="415149" y="101104"/>
                  <a:pt x="414414" y="103616"/>
                  <a:pt x="414414" y="106378"/>
                </a:cubicBezTo>
                <a:cubicBezTo>
                  <a:pt x="414414" y="110608"/>
                  <a:pt x="416015" y="114134"/>
                  <a:pt x="419218" y="116954"/>
                </a:cubicBezTo>
                <a:cubicBezTo>
                  <a:pt x="422420" y="119774"/>
                  <a:pt x="427106" y="121184"/>
                  <a:pt x="433275" y="121184"/>
                </a:cubicBezTo>
                <a:cubicBezTo>
                  <a:pt x="439386" y="121184"/>
                  <a:pt x="444821" y="119848"/>
                  <a:pt x="449580" y="117174"/>
                </a:cubicBezTo>
                <a:cubicBezTo>
                  <a:pt x="454339" y="114501"/>
                  <a:pt x="457835" y="110843"/>
                  <a:pt x="460068" y="106202"/>
                </a:cubicBezTo>
                <a:cubicBezTo>
                  <a:pt x="461772" y="102617"/>
                  <a:pt x="462624" y="97329"/>
                  <a:pt x="462624" y="90337"/>
                </a:cubicBezTo>
                <a:lnTo>
                  <a:pt x="462624" y="84521"/>
                </a:lnTo>
                <a:close/>
                <a:moveTo>
                  <a:pt x="537429" y="117306"/>
                </a:moveTo>
                <a:lnTo>
                  <a:pt x="539721" y="131320"/>
                </a:lnTo>
                <a:cubicBezTo>
                  <a:pt x="535255" y="132260"/>
                  <a:pt x="531260" y="132730"/>
                  <a:pt x="527735" y="132730"/>
                </a:cubicBezTo>
                <a:cubicBezTo>
                  <a:pt x="521977" y="132730"/>
                  <a:pt x="517511" y="131819"/>
                  <a:pt x="514338" y="129998"/>
                </a:cubicBezTo>
                <a:cubicBezTo>
                  <a:pt x="511165" y="128176"/>
                  <a:pt x="508933" y="125782"/>
                  <a:pt x="507640" y="122815"/>
                </a:cubicBezTo>
                <a:cubicBezTo>
                  <a:pt x="506347" y="119848"/>
                  <a:pt x="505701" y="113605"/>
                  <a:pt x="505701" y="104086"/>
                </a:cubicBezTo>
                <a:lnTo>
                  <a:pt x="505701" y="50236"/>
                </a:lnTo>
                <a:lnTo>
                  <a:pt x="494067" y="50236"/>
                </a:lnTo>
                <a:lnTo>
                  <a:pt x="494067" y="37898"/>
                </a:lnTo>
                <a:lnTo>
                  <a:pt x="505701" y="37898"/>
                </a:lnTo>
                <a:lnTo>
                  <a:pt x="505701" y="14718"/>
                </a:lnTo>
                <a:lnTo>
                  <a:pt x="521477" y="5200"/>
                </a:lnTo>
                <a:lnTo>
                  <a:pt x="521477" y="37898"/>
                </a:lnTo>
                <a:lnTo>
                  <a:pt x="537429" y="37898"/>
                </a:lnTo>
                <a:lnTo>
                  <a:pt x="537429" y="50236"/>
                </a:lnTo>
                <a:lnTo>
                  <a:pt x="521477" y="50236"/>
                </a:lnTo>
                <a:lnTo>
                  <a:pt x="521477" y="104968"/>
                </a:lnTo>
                <a:cubicBezTo>
                  <a:pt x="521477" y="109492"/>
                  <a:pt x="521756" y="112400"/>
                  <a:pt x="522314" y="113693"/>
                </a:cubicBezTo>
                <a:cubicBezTo>
                  <a:pt x="522873" y="114986"/>
                  <a:pt x="523783" y="116014"/>
                  <a:pt x="525047" y="116778"/>
                </a:cubicBezTo>
                <a:cubicBezTo>
                  <a:pt x="526310" y="117541"/>
                  <a:pt x="528117" y="117923"/>
                  <a:pt x="530467" y="117923"/>
                </a:cubicBezTo>
                <a:cubicBezTo>
                  <a:pt x="532230" y="117923"/>
                  <a:pt x="534550" y="117718"/>
                  <a:pt x="537429" y="117306"/>
                </a:cubicBezTo>
                <a:close/>
                <a:moveTo>
                  <a:pt x="552843" y="20535"/>
                </a:moveTo>
                <a:lnTo>
                  <a:pt x="552843" y="2291"/>
                </a:lnTo>
                <a:lnTo>
                  <a:pt x="568707" y="2291"/>
                </a:lnTo>
                <a:lnTo>
                  <a:pt x="568707" y="20535"/>
                </a:lnTo>
                <a:lnTo>
                  <a:pt x="552843" y="20535"/>
                </a:lnTo>
                <a:moveTo>
                  <a:pt x="552843" y="131496"/>
                </a:moveTo>
                <a:lnTo>
                  <a:pt x="552843" y="37898"/>
                </a:lnTo>
                <a:lnTo>
                  <a:pt x="568707" y="37898"/>
                </a:lnTo>
                <a:lnTo>
                  <a:pt x="568707" y="131496"/>
                </a:lnTo>
                <a:lnTo>
                  <a:pt x="552843" y="131496"/>
                </a:lnTo>
                <a:close/>
                <a:moveTo>
                  <a:pt x="593042" y="131496"/>
                </a:moveTo>
                <a:lnTo>
                  <a:pt x="593042" y="37898"/>
                </a:lnTo>
                <a:lnTo>
                  <a:pt x="607320" y="37898"/>
                </a:lnTo>
                <a:lnTo>
                  <a:pt x="607320" y="51206"/>
                </a:lnTo>
                <a:cubicBezTo>
                  <a:pt x="614194" y="40924"/>
                  <a:pt x="624124" y="35782"/>
                  <a:pt x="637109" y="35782"/>
                </a:cubicBezTo>
                <a:cubicBezTo>
                  <a:pt x="642750" y="35782"/>
                  <a:pt x="647935" y="36796"/>
                  <a:pt x="652665" y="38823"/>
                </a:cubicBezTo>
                <a:cubicBezTo>
                  <a:pt x="657395" y="40850"/>
                  <a:pt x="660935" y="43509"/>
                  <a:pt x="663285" y="46799"/>
                </a:cubicBezTo>
                <a:cubicBezTo>
                  <a:pt x="665635" y="50090"/>
                  <a:pt x="667280" y="53997"/>
                  <a:pt x="668220" y="58521"/>
                </a:cubicBezTo>
                <a:cubicBezTo>
                  <a:pt x="668808" y="61459"/>
                  <a:pt x="669102" y="66600"/>
                  <a:pt x="669102" y="73944"/>
                </a:cubicBezTo>
                <a:lnTo>
                  <a:pt x="669102" y="131496"/>
                </a:lnTo>
                <a:lnTo>
                  <a:pt x="653238" y="131496"/>
                </a:lnTo>
                <a:lnTo>
                  <a:pt x="653238" y="74561"/>
                </a:lnTo>
                <a:cubicBezTo>
                  <a:pt x="653238" y="68098"/>
                  <a:pt x="652621" y="63266"/>
                  <a:pt x="651387" y="60063"/>
                </a:cubicBezTo>
                <a:cubicBezTo>
                  <a:pt x="650153" y="56861"/>
                  <a:pt x="647964" y="54305"/>
                  <a:pt x="644821" y="52396"/>
                </a:cubicBezTo>
                <a:cubicBezTo>
                  <a:pt x="641677" y="50486"/>
                  <a:pt x="637990" y="49531"/>
                  <a:pt x="633760" y="49531"/>
                </a:cubicBezTo>
                <a:cubicBezTo>
                  <a:pt x="627003" y="49531"/>
                  <a:pt x="621171" y="51676"/>
                  <a:pt x="616265" y="55965"/>
                </a:cubicBezTo>
                <a:cubicBezTo>
                  <a:pt x="611359" y="60254"/>
                  <a:pt x="608906" y="68392"/>
                  <a:pt x="608906" y="80378"/>
                </a:cubicBezTo>
                <a:lnTo>
                  <a:pt x="608906" y="131496"/>
                </a:lnTo>
                <a:lnTo>
                  <a:pt x="593042" y="131496"/>
                </a:lnTo>
                <a:close/>
                <a:moveTo>
                  <a:pt x="690058" y="139252"/>
                </a:moveTo>
                <a:lnTo>
                  <a:pt x="705481" y="141543"/>
                </a:lnTo>
                <a:cubicBezTo>
                  <a:pt x="706127" y="146303"/>
                  <a:pt x="707919" y="149769"/>
                  <a:pt x="710857" y="151943"/>
                </a:cubicBezTo>
                <a:cubicBezTo>
                  <a:pt x="714794" y="154881"/>
                  <a:pt x="720170" y="156350"/>
                  <a:pt x="726986" y="156350"/>
                </a:cubicBezTo>
                <a:cubicBezTo>
                  <a:pt x="734330" y="156350"/>
                  <a:pt x="740000" y="154881"/>
                  <a:pt x="743996" y="151943"/>
                </a:cubicBezTo>
                <a:cubicBezTo>
                  <a:pt x="747991" y="149005"/>
                  <a:pt x="750694" y="144892"/>
                  <a:pt x="752104" y="139604"/>
                </a:cubicBezTo>
                <a:cubicBezTo>
                  <a:pt x="752926" y="136373"/>
                  <a:pt x="753308" y="129586"/>
                  <a:pt x="753250" y="119245"/>
                </a:cubicBezTo>
                <a:cubicBezTo>
                  <a:pt x="746316" y="127412"/>
                  <a:pt x="737679" y="131496"/>
                  <a:pt x="727338" y="131496"/>
                </a:cubicBezTo>
                <a:cubicBezTo>
                  <a:pt x="714471" y="131496"/>
                  <a:pt x="704512" y="126854"/>
                  <a:pt x="697461" y="117571"/>
                </a:cubicBezTo>
                <a:cubicBezTo>
                  <a:pt x="690410" y="108287"/>
                  <a:pt x="686885" y="97153"/>
                  <a:pt x="686885" y="84168"/>
                </a:cubicBezTo>
                <a:cubicBezTo>
                  <a:pt x="686885" y="75237"/>
                  <a:pt x="688500" y="66997"/>
                  <a:pt x="691732" y="59446"/>
                </a:cubicBezTo>
                <a:cubicBezTo>
                  <a:pt x="694964" y="51896"/>
                  <a:pt x="699649" y="46065"/>
                  <a:pt x="705789" y="41952"/>
                </a:cubicBezTo>
                <a:cubicBezTo>
                  <a:pt x="711929" y="37839"/>
                  <a:pt x="719142" y="35782"/>
                  <a:pt x="727426" y="35782"/>
                </a:cubicBezTo>
                <a:cubicBezTo>
                  <a:pt x="738473" y="35782"/>
                  <a:pt x="747580" y="40248"/>
                  <a:pt x="754748" y="49179"/>
                </a:cubicBezTo>
                <a:lnTo>
                  <a:pt x="754748" y="37898"/>
                </a:lnTo>
                <a:lnTo>
                  <a:pt x="769378" y="37898"/>
                </a:lnTo>
                <a:lnTo>
                  <a:pt x="769378" y="118805"/>
                </a:lnTo>
                <a:cubicBezTo>
                  <a:pt x="769378" y="133376"/>
                  <a:pt x="767895" y="143703"/>
                  <a:pt x="764927" y="149784"/>
                </a:cubicBezTo>
                <a:cubicBezTo>
                  <a:pt x="761960" y="155865"/>
                  <a:pt x="757260" y="160668"/>
                  <a:pt x="750826" y="164194"/>
                </a:cubicBezTo>
                <a:cubicBezTo>
                  <a:pt x="744392" y="167719"/>
                  <a:pt x="736475" y="169482"/>
                  <a:pt x="727074" y="169482"/>
                </a:cubicBezTo>
                <a:cubicBezTo>
                  <a:pt x="715910" y="169482"/>
                  <a:pt x="706891" y="166970"/>
                  <a:pt x="700017" y="161946"/>
                </a:cubicBezTo>
                <a:cubicBezTo>
                  <a:pt x="693142" y="156923"/>
                  <a:pt x="689823" y="149358"/>
                  <a:pt x="690058" y="139252"/>
                </a:cubicBezTo>
                <a:moveTo>
                  <a:pt x="703190" y="83022"/>
                </a:moveTo>
                <a:cubicBezTo>
                  <a:pt x="703190" y="95302"/>
                  <a:pt x="705628" y="104263"/>
                  <a:pt x="710505" y="109903"/>
                </a:cubicBezTo>
                <a:cubicBezTo>
                  <a:pt x="715381" y="115544"/>
                  <a:pt x="721492" y="118364"/>
                  <a:pt x="728837" y="118364"/>
                </a:cubicBezTo>
                <a:cubicBezTo>
                  <a:pt x="736122" y="118364"/>
                  <a:pt x="742233" y="115558"/>
                  <a:pt x="747168" y="109947"/>
                </a:cubicBezTo>
                <a:cubicBezTo>
                  <a:pt x="752104" y="104336"/>
                  <a:pt x="754572" y="95537"/>
                  <a:pt x="754572" y="83551"/>
                </a:cubicBezTo>
                <a:cubicBezTo>
                  <a:pt x="754572" y="72094"/>
                  <a:pt x="752030" y="63457"/>
                  <a:pt x="746948" y="57640"/>
                </a:cubicBezTo>
                <a:cubicBezTo>
                  <a:pt x="741866" y="51823"/>
                  <a:pt x="735740" y="48914"/>
                  <a:pt x="728572" y="48914"/>
                </a:cubicBezTo>
                <a:cubicBezTo>
                  <a:pt x="721521" y="48914"/>
                  <a:pt x="715528" y="51779"/>
                  <a:pt x="710593" y="57507"/>
                </a:cubicBezTo>
                <a:cubicBezTo>
                  <a:pt x="705657" y="63236"/>
                  <a:pt x="703190" y="71741"/>
                  <a:pt x="703190" y="83022"/>
                </a:cubicBezTo>
                <a:close/>
                <a:moveTo>
                  <a:pt x="836506" y="103558"/>
                </a:moveTo>
                <a:lnTo>
                  <a:pt x="852194" y="101090"/>
                </a:lnTo>
                <a:cubicBezTo>
                  <a:pt x="853076" y="107377"/>
                  <a:pt x="855529" y="112195"/>
                  <a:pt x="859553" y="115544"/>
                </a:cubicBezTo>
                <a:cubicBezTo>
                  <a:pt x="863578" y="118893"/>
                  <a:pt x="869204" y="120567"/>
                  <a:pt x="876431" y="120567"/>
                </a:cubicBezTo>
                <a:cubicBezTo>
                  <a:pt x="883717" y="120567"/>
                  <a:pt x="889122" y="119084"/>
                  <a:pt x="892648" y="116117"/>
                </a:cubicBezTo>
                <a:cubicBezTo>
                  <a:pt x="896173" y="113149"/>
                  <a:pt x="897936" y="109668"/>
                  <a:pt x="897936" y="105673"/>
                </a:cubicBezTo>
                <a:cubicBezTo>
                  <a:pt x="897936" y="102089"/>
                  <a:pt x="896379" y="99268"/>
                  <a:pt x="893265" y="97212"/>
                </a:cubicBezTo>
                <a:cubicBezTo>
                  <a:pt x="891091" y="95802"/>
                  <a:pt x="885685" y="94010"/>
                  <a:pt x="877048" y="91836"/>
                </a:cubicBezTo>
                <a:cubicBezTo>
                  <a:pt x="865414" y="88898"/>
                  <a:pt x="857350" y="86357"/>
                  <a:pt x="852855" y="84212"/>
                </a:cubicBezTo>
                <a:cubicBezTo>
                  <a:pt x="848360" y="82067"/>
                  <a:pt x="844953" y="79100"/>
                  <a:pt x="842632" y="75311"/>
                </a:cubicBezTo>
                <a:cubicBezTo>
                  <a:pt x="840311" y="71521"/>
                  <a:pt x="839150" y="67334"/>
                  <a:pt x="839150" y="62751"/>
                </a:cubicBezTo>
                <a:cubicBezTo>
                  <a:pt x="839150" y="58580"/>
                  <a:pt x="840105" y="54717"/>
                  <a:pt x="842015" y="51162"/>
                </a:cubicBezTo>
                <a:cubicBezTo>
                  <a:pt x="843924" y="47607"/>
                  <a:pt x="846524" y="44655"/>
                  <a:pt x="849815" y="42304"/>
                </a:cubicBezTo>
                <a:cubicBezTo>
                  <a:pt x="852282" y="40483"/>
                  <a:pt x="855646" y="38941"/>
                  <a:pt x="859906" y="37677"/>
                </a:cubicBezTo>
                <a:cubicBezTo>
                  <a:pt x="864166" y="36414"/>
                  <a:pt x="868734" y="35782"/>
                  <a:pt x="873611" y="35782"/>
                </a:cubicBezTo>
                <a:cubicBezTo>
                  <a:pt x="880955" y="35782"/>
                  <a:pt x="887404" y="36840"/>
                  <a:pt x="892956" y="38955"/>
                </a:cubicBezTo>
                <a:cubicBezTo>
                  <a:pt x="898509" y="41070"/>
                  <a:pt x="902607" y="43935"/>
                  <a:pt x="905251" y="47548"/>
                </a:cubicBezTo>
                <a:cubicBezTo>
                  <a:pt x="907895" y="51162"/>
                  <a:pt x="909716" y="55994"/>
                  <a:pt x="910715" y="62046"/>
                </a:cubicBezTo>
                <a:lnTo>
                  <a:pt x="895204" y="64162"/>
                </a:lnTo>
                <a:cubicBezTo>
                  <a:pt x="894499" y="59344"/>
                  <a:pt x="892457" y="55583"/>
                  <a:pt x="889078" y="52880"/>
                </a:cubicBezTo>
                <a:cubicBezTo>
                  <a:pt x="885700" y="50178"/>
                  <a:pt x="880926" y="48826"/>
                  <a:pt x="874757" y="48826"/>
                </a:cubicBezTo>
                <a:cubicBezTo>
                  <a:pt x="867471" y="48826"/>
                  <a:pt x="862271" y="50031"/>
                  <a:pt x="859157" y="52440"/>
                </a:cubicBezTo>
                <a:cubicBezTo>
                  <a:pt x="856043" y="54849"/>
                  <a:pt x="854486" y="57669"/>
                  <a:pt x="854486" y="60901"/>
                </a:cubicBezTo>
                <a:cubicBezTo>
                  <a:pt x="854486" y="62957"/>
                  <a:pt x="855132" y="64808"/>
                  <a:pt x="856425" y="66453"/>
                </a:cubicBezTo>
                <a:cubicBezTo>
                  <a:pt x="857717" y="68157"/>
                  <a:pt x="859744" y="69567"/>
                  <a:pt x="862506" y="70684"/>
                </a:cubicBezTo>
                <a:cubicBezTo>
                  <a:pt x="864092" y="71271"/>
                  <a:pt x="868764" y="72622"/>
                  <a:pt x="876519" y="74738"/>
                </a:cubicBezTo>
                <a:cubicBezTo>
                  <a:pt x="887742" y="77734"/>
                  <a:pt x="895571" y="80187"/>
                  <a:pt x="900007" y="82097"/>
                </a:cubicBezTo>
                <a:cubicBezTo>
                  <a:pt x="904443" y="84006"/>
                  <a:pt x="907924" y="86783"/>
                  <a:pt x="910451" y="90426"/>
                </a:cubicBezTo>
                <a:cubicBezTo>
                  <a:pt x="912977" y="94068"/>
                  <a:pt x="914241" y="98593"/>
                  <a:pt x="914241" y="103998"/>
                </a:cubicBezTo>
                <a:cubicBezTo>
                  <a:pt x="914241" y="109286"/>
                  <a:pt x="912698" y="114266"/>
                  <a:pt x="909614" y="118937"/>
                </a:cubicBezTo>
                <a:cubicBezTo>
                  <a:pt x="906529" y="123608"/>
                  <a:pt x="902078" y="127222"/>
                  <a:pt x="896261" y="129777"/>
                </a:cubicBezTo>
                <a:cubicBezTo>
                  <a:pt x="890444" y="132333"/>
                  <a:pt x="883864" y="133611"/>
                  <a:pt x="876519" y="133611"/>
                </a:cubicBezTo>
                <a:cubicBezTo>
                  <a:pt x="864357" y="133611"/>
                  <a:pt x="855088" y="131085"/>
                  <a:pt x="848713" y="126032"/>
                </a:cubicBezTo>
                <a:cubicBezTo>
                  <a:pt x="842338" y="120979"/>
                  <a:pt x="838269" y="113487"/>
                  <a:pt x="836506" y="103558"/>
                </a:cubicBezTo>
                <a:close/>
                <a:moveTo>
                  <a:pt x="932396" y="167543"/>
                </a:moveTo>
                <a:lnTo>
                  <a:pt x="930633" y="152648"/>
                </a:lnTo>
                <a:cubicBezTo>
                  <a:pt x="934100" y="153588"/>
                  <a:pt x="937126" y="154058"/>
                  <a:pt x="939711" y="154058"/>
                </a:cubicBezTo>
                <a:cubicBezTo>
                  <a:pt x="943237" y="154058"/>
                  <a:pt x="946057" y="153471"/>
                  <a:pt x="948172" y="152296"/>
                </a:cubicBezTo>
                <a:cubicBezTo>
                  <a:pt x="950287" y="151121"/>
                  <a:pt x="952021" y="149475"/>
                  <a:pt x="953372" y="147360"/>
                </a:cubicBezTo>
                <a:cubicBezTo>
                  <a:pt x="954371" y="145774"/>
                  <a:pt x="955987" y="141837"/>
                  <a:pt x="958219" y="135550"/>
                </a:cubicBezTo>
                <a:cubicBezTo>
                  <a:pt x="958513" y="134669"/>
                  <a:pt x="958983" y="133376"/>
                  <a:pt x="959629" y="131672"/>
                </a:cubicBezTo>
                <a:lnTo>
                  <a:pt x="924111" y="37898"/>
                </a:lnTo>
                <a:lnTo>
                  <a:pt x="941209" y="37898"/>
                </a:lnTo>
                <a:lnTo>
                  <a:pt x="960687" y="92100"/>
                </a:lnTo>
                <a:cubicBezTo>
                  <a:pt x="963214" y="98975"/>
                  <a:pt x="965476" y="106202"/>
                  <a:pt x="967473" y="113781"/>
                </a:cubicBezTo>
                <a:cubicBezTo>
                  <a:pt x="969295" y="106495"/>
                  <a:pt x="971469" y="99386"/>
                  <a:pt x="973995" y="92453"/>
                </a:cubicBezTo>
                <a:lnTo>
                  <a:pt x="994002" y="37898"/>
                </a:lnTo>
                <a:lnTo>
                  <a:pt x="1009866" y="37898"/>
                </a:lnTo>
                <a:lnTo>
                  <a:pt x="974260" y="133082"/>
                </a:lnTo>
                <a:cubicBezTo>
                  <a:pt x="970441" y="143365"/>
                  <a:pt x="967473" y="150445"/>
                  <a:pt x="965358" y="154323"/>
                </a:cubicBezTo>
                <a:cubicBezTo>
                  <a:pt x="962538" y="159552"/>
                  <a:pt x="959306" y="163386"/>
                  <a:pt x="955663" y="165824"/>
                </a:cubicBezTo>
                <a:cubicBezTo>
                  <a:pt x="952021" y="168263"/>
                  <a:pt x="947673" y="169482"/>
                  <a:pt x="942620" y="169482"/>
                </a:cubicBezTo>
                <a:cubicBezTo>
                  <a:pt x="939564" y="169482"/>
                  <a:pt x="936156" y="168835"/>
                  <a:pt x="932396" y="167543"/>
                </a:cubicBezTo>
                <a:close/>
                <a:moveTo>
                  <a:pt x="1017005" y="103558"/>
                </a:moveTo>
                <a:lnTo>
                  <a:pt x="1032693" y="101090"/>
                </a:lnTo>
                <a:cubicBezTo>
                  <a:pt x="1033574" y="107377"/>
                  <a:pt x="1036027" y="112195"/>
                  <a:pt x="1040052" y="115544"/>
                </a:cubicBezTo>
                <a:cubicBezTo>
                  <a:pt x="1044077" y="118893"/>
                  <a:pt x="1049703" y="120567"/>
                  <a:pt x="1056930" y="120567"/>
                </a:cubicBezTo>
                <a:cubicBezTo>
                  <a:pt x="1064215" y="120567"/>
                  <a:pt x="1069621" y="119084"/>
                  <a:pt x="1073146" y="116117"/>
                </a:cubicBezTo>
                <a:cubicBezTo>
                  <a:pt x="1076672" y="113149"/>
                  <a:pt x="1078434" y="109668"/>
                  <a:pt x="1078434" y="105673"/>
                </a:cubicBezTo>
                <a:cubicBezTo>
                  <a:pt x="1078434" y="102089"/>
                  <a:pt x="1076877" y="99268"/>
                  <a:pt x="1073763" y="97212"/>
                </a:cubicBezTo>
                <a:cubicBezTo>
                  <a:pt x="1071589" y="95802"/>
                  <a:pt x="1066184" y="94010"/>
                  <a:pt x="1057547" y="91836"/>
                </a:cubicBezTo>
                <a:cubicBezTo>
                  <a:pt x="1045913" y="88898"/>
                  <a:pt x="1037849" y="86357"/>
                  <a:pt x="1033354" y="84212"/>
                </a:cubicBezTo>
                <a:cubicBezTo>
                  <a:pt x="1028859" y="82067"/>
                  <a:pt x="1025451" y="79100"/>
                  <a:pt x="1023130" y="75311"/>
                </a:cubicBezTo>
                <a:cubicBezTo>
                  <a:pt x="1020809" y="71521"/>
                  <a:pt x="1019649" y="67334"/>
                  <a:pt x="1019649" y="62751"/>
                </a:cubicBezTo>
                <a:cubicBezTo>
                  <a:pt x="1019649" y="58580"/>
                  <a:pt x="1020604" y="54717"/>
                  <a:pt x="1022513" y="51162"/>
                </a:cubicBezTo>
                <a:cubicBezTo>
                  <a:pt x="1024423" y="47607"/>
                  <a:pt x="1027023" y="44655"/>
                  <a:pt x="1030313" y="42304"/>
                </a:cubicBezTo>
                <a:cubicBezTo>
                  <a:pt x="1032781" y="40483"/>
                  <a:pt x="1036145" y="38941"/>
                  <a:pt x="1040405" y="37677"/>
                </a:cubicBezTo>
                <a:cubicBezTo>
                  <a:pt x="1044664" y="36414"/>
                  <a:pt x="1049233" y="35782"/>
                  <a:pt x="1054109" y="35782"/>
                </a:cubicBezTo>
                <a:cubicBezTo>
                  <a:pt x="1061454" y="35782"/>
                  <a:pt x="1067902" y="36840"/>
                  <a:pt x="1073455" y="38955"/>
                </a:cubicBezTo>
                <a:cubicBezTo>
                  <a:pt x="1079007" y="41070"/>
                  <a:pt x="1083105" y="43935"/>
                  <a:pt x="1085750" y="47548"/>
                </a:cubicBezTo>
                <a:cubicBezTo>
                  <a:pt x="1088394" y="51162"/>
                  <a:pt x="1090215" y="55994"/>
                  <a:pt x="1091214" y="62046"/>
                </a:cubicBezTo>
                <a:lnTo>
                  <a:pt x="1075702" y="64162"/>
                </a:lnTo>
                <a:cubicBezTo>
                  <a:pt x="1074997" y="59344"/>
                  <a:pt x="1072955" y="55583"/>
                  <a:pt x="1069577" y="52880"/>
                </a:cubicBezTo>
                <a:cubicBezTo>
                  <a:pt x="1066198" y="50178"/>
                  <a:pt x="1061425" y="48826"/>
                  <a:pt x="1055255" y="48826"/>
                </a:cubicBezTo>
                <a:cubicBezTo>
                  <a:pt x="1047969" y="48826"/>
                  <a:pt x="1042769" y="50031"/>
                  <a:pt x="1039655" y="52440"/>
                </a:cubicBezTo>
                <a:cubicBezTo>
                  <a:pt x="1036541" y="54849"/>
                  <a:pt x="1034984" y="57669"/>
                  <a:pt x="1034984" y="60901"/>
                </a:cubicBezTo>
                <a:cubicBezTo>
                  <a:pt x="1034984" y="62957"/>
                  <a:pt x="1035631" y="64808"/>
                  <a:pt x="1036923" y="66453"/>
                </a:cubicBezTo>
                <a:cubicBezTo>
                  <a:pt x="1038216" y="68157"/>
                  <a:pt x="1040243" y="69567"/>
                  <a:pt x="1043004" y="70684"/>
                </a:cubicBezTo>
                <a:cubicBezTo>
                  <a:pt x="1044591" y="71271"/>
                  <a:pt x="1049262" y="72622"/>
                  <a:pt x="1057018" y="74738"/>
                </a:cubicBezTo>
                <a:cubicBezTo>
                  <a:pt x="1068240" y="77734"/>
                  <a:pt x="1076069" y="80187"/>
                  <a:pt x="1080506" y="82097"/>
                </a:cubicBezTo>
                <a:cubicBezTo>
                  <a:pt x="1084942" y="84006"/>
                  <a:pt x="1088423" y="86783"/>
                  <a:pt x="1090949" y="90426"/>
                </a:cubicBezTo>
                <a:cubicBezTo>
                  <a:pt x="1093476" y="94068"/>
                  <a:pt x="1094739" y="98593"/>
                  <a:pt x="1094739" y="103998"/>
                </a:cubicBezTo>
                <a:cubicBezTo>
                  <a:pt x="1094739" y="109286"/>
                  <a:pt x="1093197" y="114266"/>
                  <a:pt x="1090112" y="118937"/>
                </a:cubicBezTo>
                <a:cubicBezTo>
                  <a:pt x="1087027" y="123608"/>
                  <a:pt x="1082577" y="127222"/>
                  <a:pt x="1076760" y="129777"/>
                </a:cubicBezTo>
                <a:cubicBezTo>
                  <a:pt x="1070943" y="132333"/>
                  <a:pt x="1064362" y="133611"/>
                  <a:pt x="1057018" y="133611"/>
                </a:cubicBezTo>
                <a:cubicBezTo>
                  <a:pt x="1044855" y="133611"/>
                  <a:pt x="1035587" y="131085"/>
                  <a:pt x="1029212" y="126032"/>
                </a:cubicBezTo>
                <a:cubicBezTo>
                  <a:pt x="1022836" y="120979"/>
                  <a:pt x="1018768" y="113487"/>
                  <a:pt x="1017005" y="103558"/>
                </a:cubicBezTo>
                <a:close/>
                <a:moveTo>
                  <a:pt x="1148236" y="117306"/>
                </a:moveTo>
                <a:lnTo>
                  <a:pt x="1150528" y="131320"/>
                </a:lnTo>
                <a:cubicBezTo>
                  <a:pt x="1146062" y="132260"/>
                  <a:pt x="1142067" y="132730"/>
                  <a:pt x="1138542" y="132730"/>
                </a:cubicBezTo>
                <a:cubicBezTo>
                  <a:pt x="1132784" y="132730"/>
                  <a:pt x="1128318" y="131819"/>
                  <a:pt x="1125145" y="129998"/>
                </a:cubicBezTo>
                <a:cubicBezTo>
                  <a:pt x="1121972" y="128176"/>
                  <a:pt x="1119740" y="125782"/>
                  <a:pt x="1118447" y="122815"/>
                </a:cubicBezTo>
                <a:cubicBezTo>
                  <a:pt x="1117154" y="119848"/>
                  <a:pt x="1116508" y="113605"/>
                  <a:pt x="1116508" y="104086"/>
                </a:cubicBezTo>
                <a:lnTo>
                  <a:pt x="1116508" y="50236"/>
                </a:lnTo>
                <a:lnTo>
                  <a:pt x="1104874" y="50236"/>
                </a:lnTo>
                <a:lnTo>
                  <a:pt x="1104874" y="37898"/>
                </a:lnTo>
                <a:lnTo>
                  <a:pt x="1116508" y="37898"/>
                </a:lnTo>
                <a:lnTo>
                  <a:pt x="1116508" y="14718"/>
                </a:lnTo>
                <a:lnTo>
                  <a:pt x="1132284" y="5200"/>
                </a:lnTo>
                <a:lnTo>
                  <a:pt x="1132284" y="37898"/>
                </a:lnTo>
                <a:lnTo>
                  <a:pt x="1148236" y="37898"/>
                </a:lnTo>
                <a:lnTo>
                  <a:pt x="1148236" y="50236"/>
                </a:lnTo>
                <a:lnTo>
                  <a:pt x="1132284" y="50236"/>
                </a:lnTo>
                <a:lnTo>
                  <a:pt x="1132284" y="104968"/>
                </a:lnTo>
                <a:cubicBezTo>
                  <a:pt x="1132284" y="109492"/>
                  <a:pt x="1132563" y="112400"/>
                  <a:pt x="1133121" y="113693"/>
                </a:cubicBezTo>
                <a:cubicBezTo>
                  <a:pt x="1133680" y="114986"/>
                  <a:pt x="1134590" y="116014"/>
                  <a:pt x="1135854" y="116778"/>
                </a:cubicBezTo>
                <a:cubicBezTo>
                  <a:pt x="1137117" y="117541"/>
                  <a:pt x="1138924" y="117923"/>
                  <a:pt x="1141274" y="117923"/>
                </a:cubicBezTo>
                <a:cubicBezTo>
                  <a:pt x="1143036" y="117923"/>
                  <a:pt x="1145357" y="117718"/>
                  <a:pt x="1148236" y="117306"/>
                </a:cubicBezTo>
                <a:close/>
                <a:moveTo>
                  <a:pt x="1227635" y="101354"/>
                </a:moveTo>
                <a:lnTo>
                  <a:pt x="1244028" y="103381"/>
                </a:lnTo>
                <a:cubicBezTo>
                  <a:pt x="1241443" y="112958"/>
                  <a:pt x="1236654" y="120391"/>
                  <a:pt x="1229662" y="125679"/>
                </a:cubicBezTo>
                <a:cubicBezTo>
                  <a:pt x="1222670" y="130967"/>
                  <a:pt x="1213739" y="133611"/>
                  <a:pt x="1202869" y="133611"/>
                </a:cubicBezTo>
                <a:cubicBezTo>
                  <a:pt x="1189179" y="133611"/>
                  <a:pt x="1178324" y="129395"/>
                  <a:pt x="1170304" y="120964"/>
                </a:cubicBezTo>
                <a:cubicBezTo>
                  <a:pt x="1162284" y="112532"/>
                  <a:pt x="1158274" y="100708"/>
                  <a:pt x="1158274" y="85490"/>
                </a:cubicBezTo>
                <a:cubicBezTo>
                  <a:pt x="1158274" y="69743"/>
                  <a:pt x="1162328" y="57522"/>
                  <a:pt x="1170436" y="48826"/>
                </a:cubicBezTo>
                <a:cubicBezTo>
                  <a:pt x="1178544" y="40130"/>
                  <a:pt x="1189062" y="35782"/>
                  <a:pt x="1201988" y="35782"/>
                </a:cubicBezTo>
                <a:cubicBezTo>
                  <a:pt x="1214503" y="35782"/>
                  <a:pt x="1224727" y="40042"/>
                  <a:pt x="1232659" y="48562"/>
                </a:cubicBezTo>
                <a:cubicBezTo>
                  <a:pt x="1240591" y="57081"/>
                  <a:pt x="1244557" y="69068"/>
                  <a:pt x="1244557" y="84521"/>
                </a:cubicBezTo>
                <a:cubicBezTo>
                  <a:pt x="1244557" y="85461"/>
                  <a:pt x="1244527" y="86871"/>
                  <a:pt x="1244469" y="88751"/>
                </a:cubicBezTo>
                <a:lnTo>
                  <a:pt x="1174667" y="88751"/>
                </a:lnTo>
                <a:cubicBezTo>
                  <a:pt x="1175254" y="99033"/>
                  <a:pt x="1178163" y="106907"/>
                  <a:pt x="1183392" y="112371"/>
                </a:cubicBezTo>
                <a:cubicBezTo>
                  <a:pt x="1188621" y="117835"/>
                  <a:pt x="1195143" y="120567"/>
                  <a:pt x="1202958" y="120567"/>
                </a:cubicBezTo>
                <a:cubicBezTo>
                  <a:pt x="1208774" y="120567"/>
                  <a:pt x="1213739" y="119040"/>
                  <a:pt x="1217852" y="115984"/>
                </a:cubicBezTo>
                <a:cubicBezTo>
                  <a:pt x="1221965" y="112929"/>
                  <a:pt x="1225226" y="108052"/>
                  <a:pt x="1227635" y="101354"/>
                </a:cubicBezTo>
                <a:moveTo>
                  <a:pt x="1175548" y="75707"/>
                </a:moveTo>
                <a:lnTo>
                  <a:pt x="1227811" y="75707"/>
                </a:lnTo>
                <a:cubicBezTo>
                  <a:pt x="1227106" y="67834"/>
                  <a:pt x="1225109" y="61929"/>
                  <a:pt x="1221818" y="57992"/>
                </a:cubicBezTo>
                <a:cubicBezTo>
                  <a:pt x="1216765" y="51882"/>
                  <a:pt x="1210214" y="48826"/>
                  <a:pt x="1202164" y="48826"/>
                </a:cubicBezTo>
                <a:cubicBezTo>
                  <a:pt x="1194879" y="48826"/>
                  <a:pt x="1188753" y="51265"/>
                  <a:pt x="1183788" y="56141"/>
                </a:cubicBezTo>
                <a:cubicBezTo>
                  <a:pt x="1178824" y="61018"/>
                  <a:pt x="1176077" y="67540"/>
                  <a:pt x="1175548" y="75707"/>
                </a:cubicBezTo>
                <a:close/>
                <a:moveTo>
                  <a:pt x="1263486" y="131496"/>
                </a:moveTo>
                <a:lnTo>
                  <a:pt x="1263486" y="37898"/>
                </a:lnTo>
                <a:lnTo>
                  <a:pt x="1277675" y="37898"/>
                </a:lnTo>
                <a:lnTo>
                  <a:pt x="1277675" y="51030"/>
                </a:lnTo>
                <a:cubicBezTo>
                  <a:pt x="1280613" y="46447"/>
                  <a:pt x="1284520" y="42760"/>
                  <a:pt x="1289397" y="39969"/>
                </a:cubicBezTo>
                <a:cubicBezTo>
                  <a:pt x="1294274" y="37178"/>
                  <a:pt x="1299826" y="35782"/>
                  <a:pt x="1306054" y="35782"/>
                </a:cubicBezTo>
                <a:cubicBezTo>
                  <a:pt x="1312988" y="35782"/>
                  <a:pt x="1318672" y="37222"/>
                  <a:pt x="1323108" y="40101"/>
                </a:cubicBezTo>
                <a:cubicBezTo>
                  <a:pt x="1327544" y="42980"/>
                  <a:pt x="1330673" y="47005"/>
                  <a:pt x="1332495" y="52175"/>
                </a:cubicBezTo>
                <a:cubicBezTo>
                  <a:pt x="1339898" y="41247"/>
                  <a:pt x="1349534" y="35782"/>
                  <a:pt x="1361402" y="35782"/>
                </a:cubicBezTo>
                <a:cubicBezTo>
                  <a:pt x="1370686" y="35782"/>
                  <a:pt x="1377825" y="38353"/>
                  <a:pt x="1382819" y="43494"/>
                </a:cubicBezTo>
                <a:cubicBezTo>
                  <a:pt x="1387813" y="48635"/>
                  <a:pt x="1390310" y="56553"/>
                  <a:pt x="1390310" y="67246"/>
                </a:cubicBezTo>
                <a:lnTo>
                  <a:pt x="1390310" y="131496"/>
                </a:lnTo>
                <a:lnTo>
                  <a:pt x="1374534" y="131496"/>
                </a:lnTo>
                <a:lnTo>
                  <a:pt x="1374534" y="72534"/>
                </a:lnTo>
                <a:cubicBezTo>
                  <a:pt x="1374534" y="66189"/>
                  <a:pt x="1374020" y="61620"/>
                  <a:pt x="1372992" y="58829"/>
                </a:cubicBezTo>
                <a:cubicBezTo>
                  <a:pt x="1371964" y="56039"/>
                  <a:pt x="1370098" y="53791"/>
                  <a:pt x="1367396" y="52087"/>
                </a:cubicBezTo>
                <a:cubicBezTo>
                  <a:pt x="1364693" y="50383"/>
                  <a:pt x="1361520" y="49531"/>
                  <a:pt x="1357877" y="49531"/>
                </a:cubicBezTo>
                <a:cubicBezTo>
                  <a:pt x="1351296" y="49531"/>
                  <a:pt x="1345832" y="51720"/>
                  <a:pt x="1341484" y="56097"/>
                </a:cubicBezTo>
                <a:cubicBezTo>
                  <a:pt x="1337136" y="60475"/>
                  <a:pt x="1334962" y="67481"/>
                  <a:pt x="1334962" y="77117"/>
                </a:cubicBezTo>
                <a:lnTo>
                  <a:pt x="1334962" y="131496"/>
                </a:lnTo>
                <a:lnTo>
                  <a:pt x="1319098" y="131496"/>
                </a:lnTo>
                <a:lnTo>
                  <a:pt x="1319098" y="70684"/>
                </a:lnTo>
                <a:cubicBezTo>
                  <a:pt x="1319098" y="63633"/>
                  <a:pt x="1317806" y="58345"/>
                  <a:pt x="1315220" y="54819"/>
                </a:cubicBezTo>
                <a:cubicBezTo>
                  <a:pt x="1312635" y="51294"/>
                  <a:pt x="1308405" y="49531"/>
                  <a:pt x="1302529" y="49531"/>
                </a:cubicBezTo>
                <a:cubicBezTo>
                  <a:pt x="1298063" y="49531"/>
                  <a:pt x="1293936" y="50706"/>
                  <a:pt x="1290146" y="53057"/>
                </a:cubicBezTo>
                <a:cubicBezTo>
                  <a:pt x="1286356" y="55407"/>
                  <a:pt x="1283609" y="58844"/>
                  <a:pt x="1281906" y="63368"/>
                </a:cubicBezTo>
                <a:cubicBezTo>
                  <a:pt x="1280202" y="67893"/>
                  <a:pt x="1279350" y="74415"/>
                  <a:pt x="1279350" y="82934"/>
                </a:cubicBezTo>
                <a:lnTo>
                  <a:pt x="1279350" y="131496"/>
                </a:lnTo>
                <a:lnTo>
                  <a:pt x="1263486" y="1314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Guardiancalls&amp;traps">
            <a:extLst xmlns:a="http://schemas.openxmlformats.org/drawingml/2006/main">
              <a:ext uri="{FF2B5EF4-FFF2-40B4-BE49-F238E27FC236}">
                <a16:creationId xmlns:a16="http://schemas.microsoft.com/office/drawing/2014/main" id="{0AE1B9B8-6300-466C-8D3C-DDC7E4C4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035" y="2788536"/>
            <a:ext cx="1754627" cy="167278"/>
          </a:xfrm>
          <a:custGeom xmlns:a="http://schemas.openxmlformats.org/drawingml/2006/main">
            <a:pathLst>
              <a:path w="1754627" h="167278">
                <a:moveTo>
                  <a:pt x="64779" y="80731"/>
                </a:moveTo>
                <a:lnTo>
                  <a:pt x="64779" y="65572"/>
                </a:lnTo>
                <a:lnTo>
                  <a:pt x="119510" y="65484"/>
                </a:lnTo>
                <a:lnTo>
                  <a:pt x="119510" y="113429"/>
                </a:lnTo>
                <a:cubicBezTo>
                  <a:pt x="111108" y="120127"/>
                  <a:pt x="102441" y="125165"/>
                  <a:pt x="93510" y="128544"/>
                </a:cubicBezTo>
                <a:cubicBezTo>
                  <a:pt x="84579" y="131922"/>
                  <a:pt x="75413" y="133611"/>
                  <a:pt x="66012" y="133611"/>
                </a:cubicBezTo>
                <a:cubicBezTo>
                  <a:pt x="53321" y="133611"/>
                  <a:pt x="41790" y="130894"/>
                  <a:pt x="31420" y="125459"/>
                </a:cubicBezTo>
                <a:cubicBezTo>
                  <a:pt x="21049" y="120024"/>
                  <a:pt x="13220" y="112165"/>
                  <a:pt x="7932" y="101883"/>
                </a:cubicBezTo>
                <a:cubicBezTo>
                  <a:pt x="2644" y="91601"/>
                  <a:pt x="0" y="80114"/>
                  <a:pt x="0" y="67423"/>
                </a:cubicBezTo>
                <a:cubicBezTo>
                  <a:pt x="0" y="54849"/>
                  <a:pt x="2629" y="43112"/>
                  <a:pt x="7888" y="32213"/>
                </a:cubicBezTo>
                <a:cubicBezTo>
                  <a:pt x="13147" y="21314"/>
                  <a:pt x="20712" y="13220"/>
                  <a:pt x="30583" y="7932"/>
                </a:cubicBezTo>
                <a:cubicBezTo>
                  <a:pt x="40454" y="2644"/>
                  <a:pt x="51823" y="0"/>
                  <a:pt x="64690" y="0"/>
                </a:cubicBezTo>
                <a:cubicBezTo>
                  <a:pt x="74033" y="0"/>
                  <a:pt x="82479" y="1513"/>
                  <a:pt x="90029" y="4539"/>
                </a:cubicBezTo>
                <a:cubicBezTo>
                  <a:pt x="97579" y="7565"/>
                  <a:pt x="103499" y="11781"/>
                  <a:pt x="107788" y="17186"/>
                </a:cubicBezTo>
                <a:cubicBezTo>
                  <a:pt x="112077" y="22592"/>
                  <a:pt x="115338" y="29642"/>
                  <a:pt x="117571" y="38338"/>
                </a:cubicBezTo>
                <a:lnTo>
                  <a:pt x="102147" y="42569"/>
                </a:lnTo>
                <a:cubicBezTo>
                  <a:pt x="100208" y="35988"/>
                  <a:pt x="97799" y="30818"/>
                  <a:pt x="94920" y="27057"/>
                </a:cubicBezTo>
                <a:cubicBezTo>
                  <a:pt x="92041" y="23297"/>
                  <a:pt x="87928" y="20286"/>
                  <a:pt x="82582" y="18023"/>
                </a:cubicBezTo>
                <a:cubicBezTo>
                  <a:pt x="77235" y="15761"/>
                  <a:pt x="71300" y="14630"/>
                  <a:pt x="64779" y="14630"/>
                </a:cubicBezTo>
                <a:cubicBezTo>
                  <a:pt x="56964" y="14630"/>
                  <a:pt x="50207" y="15820"/>
                  <a:pt x="44508" y="18200"/>
                </a:cubicBezTo>
                <a:cubicBezTo>
                  <a:pt x="38808" y="20579"/>
                  <a:pt x="34211" y="23708"/>
                  <a:pt x="30715" y="27586"/>
                </a:cubicBezTo>
                <a:cubicBezTo>
                  <a:pt x="27219" y="31464"/>
                  <a:pt x="24501" y="35724"/>
                  <a:pt x="22562" y="40365"/>
                </a:cubicBezTo>
                <a:cubicBezTo>
                  <a:pt x="19272" y="48356"/>
                  <a:pt x="17627" y="57023"/>
                  <a:pt x="17627" y="66365"/>
                </a:cubicBezTo>
                <a:cubicBezTo>
                  <a:pt x="17627" y="77881"/>
                  <a:pt x="19610" y="87517"/>
                  <a:pt x="23576" y="95273"/>
                </a:cubicBezTo>
                <a:cubicBezTo>
                  <a:pt x="27542" y="103029"/>
                  <a:pt x="33315" y="108787"/>
                  <a:pt x="40894" y="112547"/>
                </a:cubicBezTo>
                <a:cubicBezTo>
                  <a:pt x="48474" y="116308"/>
                  <a:pt x="56523" y="118188"/>
                  <a:pt x="65043" y="118188"/>
                </a:cubicBezTo>
                <a:cubicBezTo>
                  <a:pt x="72446" y="118188"/>
                  <a:pt x="79673" y="116763"/>
                  <a:pt x="86724" y="113913"/>
                </a:cubicBezTo>
                <a:cubicBezTo>
                  <a:pt x="93775" y="111064"/>
                  <a:pt x="99121" y="108023"/>
                  <a:pt x="102764" y="104791"/>
                </a:cubicBezTo>
                <a:lnTo>
                  <a:pt x="102764" y="80731"/>
                </a:lnTo>
                <a:lnTo>
                  <a:pt x="64779" y="80731"/>
                </a:lnTo>
                <a:close/>
                <a:moveTo>
                  <a:pt x="203844" y="131408"/>
                </a:moveTo>
                <a:lnTo>
                  <a:pt x="203844" y="117659"/>
                </a:lnTo>
                <a:cubicBezTo>
                  <a:pt x="196559" y="128235"/>
                  <a:pt x="186658" y="133523"/>
                  <a:pt x="174143" y="133523"/>
                </a:cubicBezTo>
                <a:cubicBezTo>
                  <a:pt x="168620" y="133523"/>
                  <a:pt x="163464" y="132465"/>
                  <a:pt x="158676" y="130350"/>
                </a:cubicBezTo>
                <a:cubicBezTo>
                  <a:pt x="153887" y="128235"/>
                  <a:pt x="150332" y="125576"/>
                  <a:pt x="148011" y="122374"/>
                </a:cubicBezTo>
                <a:cubicBezTo>
                  <a:pt x="145690" y="119172"/>
                  <a:pt x="144060" y="115250"/>
                  <a:pt x="143120" y="110608"/>
                </a:cubicBezTo>
                <a:cubicBezTo>
                  <a:pt x="142474" y="107494"/>
                  <a:pt x="142150" y="102559"/>
                  <a:pt x="142150" y="95802"/>
                </a:cubicBezTo>
                <a:lnTo>
                  <a:pt x="142150" y="37810"/>
                </a:lnTo>
                <a:lnTo>
                  <a:pt x="158015" y="37810"/>
                </a:lnTo>
                <a:lnTo>
                  <a:pt x="158015" y="89720"/>
                </a:lnTo>
                <a:cubicBezTo>
                  <a:pt x="158015" y="98005"/>
                  <a:pt x="158338" y="103587"/>
                  <a:pt x="158984" y="106466"/>
                </a:cubicBezTo>
                <a:cubicBezTo>
                  <a:pt x="159983" y="110638"/>
                  <a:pt x="162098" y="113913"/>
                  <a:pt x="165330" y="116293"/>
                </a:cubicBezTo>
                <a:cubicBezTo>
                  <a:pt x="168561" y="118673"/>
                  <a:pt x="172557" y="119862"/>
                  <a:pt x="177316" y="119862"/>
                </a:cubicBezTo>
                <a:cubicBezTo>
                  <a:pt x="182075" y="119862"/>
                  <a:pt x="186541" y="118643"/>
                  <a:pt x="190712" y="116205"/>
                </a:cubicBezTo>
                <a:cubicBezTo>
                  <a:pt x="194884" y="113766"/>
                  <a:pt x="197836" y="110447"/>
                  <a:pt x="199570" y="106246"/>
                </a:cubicBezTo>
                <a:cubicBezTo>
                  <a:pt x="201303" y="102045"/>
                  <a:pt x="202170" y="95949"/>
                  <a:pt x="202170" y="87958"/>
                </a:cubicBezTo>
                <a:lnTo>
                  <a:pt x="202170" y="37810"/>
                </a:lnTo>
                <a:lnTo>
                  <a:pt x="218034" y="37810"/>
                </a:lnTo>
                <a:lnTo>
                  <a:pt x="218034" y="131408"/>
                </a:lnTo>
                <a:lnTo>
                  <a:pt x="203844" y="131408"/>
                </a:lnTo>
                <a:close/>
                <a:moveTo>
                  <a:pt x="303504" y="119862"/>
                </a:moveTo>
                <a:cubicBezTo>
                  <a:pt x="297628" y="124857"/>
                  <a:pt x="291973" y="128382"/>
                  <a:pt x="286538" y="130438"/>
                </a:cubicBezTo>
                <a:cubicBezTo>
                  <a:pt x="281103" y="132495"/>
                  <a:pt x="275272" y="133523"/>
                  <a:pt x="269043" y="133523"/>
                </a:cubicBezTo>
                <a:cubicBezTo>
                  <a:pt x="258761" y="133523"/>
                  <a:pt x="250858" y="131011"/>
                  <a:pt x="245335" y="125988"/>
                </a:cubicBezTo>
                <a:cubicBezTo>
                  <a:pt x="239812" y="120964"/>
                  <a:pt x="237051" y="114545"/>
                  <a:pt x="237051" y="106730"/>
                </a:cubicBezTo>
                <a:cubicBezTo>
                  <a:pt x="237051" y="102147"/>
                  <a:pt x="238094" y="97961"/>
                  <a:pt x="240180" y="94171"/>
                </a:cubicBezTo>
                <a:cubicBezTo>
                  <a:pt x="242265" y="90381"/>
                  <a:pt x="244998" y="87341"/>
                  <a:pt x="248376" y="85049"/>
                </a:cubicBezTo>
                <a:cubicBezTo>
                  <a:pt x="251754" y="82758"/>
                  <a:pt x="255559" y="81025"/>
                  <a:pt x="259789" y="79849"/>
                </a:cubicBezTo>
                <a:cubicBezTo>
                  <a:pt x="262903" y="79027"/>
                  <a:pt x="267604" y="78234"/>
                  <a:pt x="273891" y="77470"/>
                </a:cubicBezTo>
                <a:cubicBezTo>
                  <a:pt x="286700" y="75942"/>
                  <a:pt x="296130" y="74121"/>
                  <a:pt x="302182" y="72006"/>
                </a:cubicBezTo>
                <a:cubicBezTo>
                  <a:pt x="302241" y="69832"/>
                  <a:pt x="302270" y="68451"/>
                  <a:pt x="302270" y="67863"/>
                </a:cubicBezTo>
                <a:cubicBezTo>
                  <a:pt x="302270" y="61400"/>
                  <a:pt x="300772" y="56846"/>
                  <a:pt x="297775" y="54202"/>
                </a:cubicBezTo>
                <a:cubicBezTo>
                  <a:pt x="293721" y="50618"/>
                  <a:pt x="287698" y="48826"/>
                  <a:pt x="279708" y="48826"/>
                </a:cubicBezTo>
                <a:cubicBezTo>
                  <a:pt x="272246" y="48826"/>
                  <a:pt x="266737" y="50134"/>
                  <a:pt x="263182" y="52748"/>
                </a:cubicBezTo>
                <a:cubicBezTo>
                  <a:pt x="259628" y="55363"/>
                  <a:pt x="256998" y="59990"/>
                  <a:pt x="255294" y="66629"/>
                </a:cubicBezTo>
                <a:lnTo>
                  <a:pt x="239783" y="64514"/>
                </a:lnTo>
                <a:cubicBezTo>
                  <a:pt x="241193" y="57875"/>
                  <a:pt x="243514" y="52513"/>
                  <a:pt x="246745" y="48430"/>
                </a:cubicBezTo>
                <a:cubicBezTo>
                  <a:pt x="249977" y="44346"/>
                  <a:pt x="254648" y="41203"/>
                  <a:pt x="260759" y="38999"/>
                </a:cubicBezTo>
                <a:cubicBezTo>
                  <a:pt x="266869" y="36796"/>
                  <a:pt x="273950" y="35694"/>
                  <a:pt x="281999" y="35694"/>
                </a:cubicBezTo>
                <a:cubicBezTo>
                  <a:pt x="289990" y="35694"/>
                  <a:pt x="296482" y="36634"/>
                  <a:pt x="301477" y="38515"/>
                </a:cubicBezTo>
                <a:cubicBezTo>
                  <a:pt x="306471" y="40395"/>
                  <a:pt x="310143" y="42760"/>
                  <a:pt x="312494" y="45609"/>
                </a:cubicBezTo>
                <a:cubicBezTo>
                  <a:pt x="314844" y="48459"/>
                  <a:pt x="316489" y="52058"/>
                  <a:pt x="317429" y="56406"/>
                </a:cubicBezTo>
                <a:cubicBezTo>
                  <a:pt x="317958" y="59109"/>
                  <a:pt x="318222" y="63985"/>
                  <a:pt x="318222" y="71036"/>
                </a:cubicBezTo>
                <a:lnTo>
                  <a:pt x="318222" y="92188"/>
                </a:lnTo>
                <a:cubicBezTo>
                  <a:pt x="318222" y="106936"/>
                  <a:pt x="318560" y="116264"/>
                  <a:pt x="319236" y="120171"/>
                </a:cubicBezTo>
                <a:cubicBezTo>
                  <a:pt x="319911" y="124078"/>
                  <a:pt x="321248" y="127824"/>
                  <a:pt x="323246" y="131408"/>
                </a:cubicBezTo>
                <a:lnTo>
                  <a:pt x="306677" y="131408"/>
                </a:lnTo>
                <a:cubicBezTo>
                  <a:pt x="305031" y="128118"/>
                  <a:pt x="303974" y="124269"/>
                  <a:pt x="303504" y="119862"/>
                </a:cubicBezTo>
                <a:moveTo>
                  <a:pt x="302182" y="84432"/>
                </a:moveTo>
                <a:cubicBezTo>
                  <a:pt x="296424" y="86783"/>
                  <a:pt x="287787" y="88780"/>
                  <a:pt x="276270" y="90426"/>
                </a:cubicBezTo>
                <a:cubicBezTo>
                  <a:pt x="269748" y="91366"/>
                  <a:pt x="265136" y="92423"/>
                  <a:pt x="262433" y="93598"/>
                </a:cubicBezTo>
                <a:cubicBezTo>
                  <a:pt x="259731" y="94773"/>
                  <a:pt x="257645" y="96492"/>
                  <a:pt x="256176" y="98754"/>
                </a:cubicBezTo>
                <a:cubicBezTo>
                  <a:pt x="254707" y="101016"/>
                  <a:pt x="253972" y="103528"/>
                  <a:pt x="253972" y="106290"/>
                </a:cubicBezTo>
                <a:cubicBezTo>
                  <a:pt x="253972" y="110520"/>
                  <a:pt x="255574" y="114045"/>
                  <a:pt x="258776" y="116866"/>
                </a:cubicBezTo>
                <a:cubicBezTo>
                  <a:pt x="261978" y="119686"/>
                  <a:pt x="266664" y="121096"/>
                  <a:pt x="272833" y="121096"/>
                </a:cubicBezTo>
                <a:cubicBezTo>
                  <a:pt x="278944" y="121096"/>
                  <a:pt x="284379" y="119759"/>
                  <a:pt x="289138" y="117086"/>
                </a:cubicBezTo>
                <a:cubicBezTo>
                  <a:pt x="293897" y="114413"/>
                  <a:pt x="297393" y="110755"/>
                  <a:pt x="299626" y="106113"/>
                </a:cubicBezTo>
                <a:cubicBezTo>
                  <a:pt x="301330" y="102529"/>
                  <a:pt x="302182" y="97241"/>
                  <a:pt x="302182" y="90249"/>
                </a:cubicBezTo>
                <a:lnTo>
                  <a:pt x="302182" y="84432"/>
                </a:lnTo>
                <a:close/>
                <a:moveTo>
                  <a:pt x="342175" y="131408"/>
                </a:moveTo>
                <a:lnTo>
                  <a:pt x="342175" y="37810"/>
                </a:lnTo>
                <a:lnTo>
                  <a:pt x="356452" y="37810"/>
                </a:lnTo>
                <a:lnTo>
                  <a:pt x="356452" y="51999"/>
                </a:lnTo>
                <a:cubicBezTo>
                  <a:pt x="360095" y="45360"/>
                  <a:pt x="363459" y="40982"/>
                  <a:pt x="366544" y="38867"/>
                </a:cubicBezTo>
                <a:cubicBezTo>
                  <a:pt x="369628" y="36752"/>
                  <a:pt x="373021" y="35694"/>
                  <a:pt x="376723" y="35694"/>
                </a:cubicBezTo>
                <a:cubicBezTo>
                  <a:pt x="382070" y="35694"/>
                  <a:pt x="387505" y="37398"/>
                  <a:pt x="393028" y="40806"/>
                </a:cubicBezTo>
                <a:lnTo>
                  <a:pt x="387564" y="55524"/>
                </a:lnTo>
                <a:cubicBezTo>
                  <a:pt x="383686" y="53233"/>
                  <a:pt x="379808" y="52087"/>
                  <a:pt x="375930" y="52087"/>
                </a:cubicBezTo>
                <a:cubicBezTo>
                  <a:pt x="372463" y="52087"/>
                  <a:pt x="369349" y="53130"/>
                  <a:pt x="366588" y="55216"/>
                </a:cubicBezTo>
                <a:cubicBezTo>
                  <a:pt x="363826" y="57302"/>
                  <a:pt x="361858" y="60196"/>
                  <a:pt x="360683" y="63897"/>
                </a:cubicBezTo>
                <a:cubicBezTo>
                  <a:pt x="358920" y="69538"/>
                  <a:pt x="358039" y="75707"/>
                  <a:pt x="358039" y="82405"/>
                </a:cubicBezTo>
                <a:lnTo>
                  <a:pt x="358039" y="131408"/>
                </a:lnTo>
                <a:lnTo>
                  <a:pt x="342175" y="131408"/>
                </a:lnTo>
                <a:close/>
                <a:moveTo>
                  <a:pt x="462712" y="131408"/>
                </a:moveTo>
                <a:lnTo>
                  <a:pt x="462712" y="119598"/>
                </a:lnTo>
                <a:cubicBezTo>
                  <a:pt x="456777" y="128881"/>
                  <a:pt x="448052" y="133523"/>
                  <a:pt x="436536" y="133523"/>
                </a:cubicBezTo>
                <a:cubicBezTo>
                  <a:pt x="429074" y="133523"/>
                  <a:pt x="422214" y="131467"/>
                  <a:pt x="415957" y="127354"/>
                </a:cubicBezTo>
                <a:cubicBezTo>
                  <a:pt x="409699" y="123241"/>
                  <a:pt x="404852" y="117497"/>
                  <a:pt x="401415" y="110124"/>
                </a:cubicBezTo>
                <a:cubicBezTo>
                  <a:pt x="397977" y="102750"/>
                  <a:pt x="396259" y="94274"/>
                  <a:pt x="396259" y="84697"/>
                </a:cubicBezTo>
                <a:cubicBezTo>
                  <a:pt x="396259" y="75355"/>
                  <a:pt x="397816" y="66879"/>
                  <a:pt x="400930" y="59270"/>
                </a:cubicBezTo>
                <a:cubicBezTo>
                  <a:pt x="404044" y="51661"/>
                  <a:pt x="408715" y="45830"/>
                  <a:pt x="414943" y="41776"/>
                </a:cubicBezTo>
                <a:cubicBezTo>
                  <a:pt x="421171" y="37721"/>
                  <a:pt x="428134" y="35694"/>
                  <a:pt x="435831" y="35694"/>
                </a:cubicBezTo>
                <a:cubicBezTo>
                  <a:pt x="441472" y="35694"/>
                  <a:pt x="446495" y="36884"/>
                  <a:pt x="450902" y="39264"/>
                </a:cubicBezTo>
                <a:cubicBezTo>
                  <a:pt x="455309" y="41643"/>
                  <a:pt x="458893" y="44743"/>
                  <a:pt x="461654" y="48562"/>
                </a:cubicBezTo>
                <a:lnTo>
                  <a:pt x="461654" y="2203"/>
                </a:lnTo>
                <a:lnTo>
                  <a:pt x="477430" y="2203"/>
                </a:lnTo>
                <a:lnTo>
                  <a:pt x="477430" y="131408"/>
                </a:lnTo>
                <a:lnTo>
                  <a:pt x="462712" y="131408"/>
                </a:lnTo>
                <a:moveTo>
                  <a:pt x="412564" y="84697"/>
                </a:moveTo>
                <a:cubicBezTo>
                  <a:pt x="412564" y="96683"/>
                  <a:pt x="415090" y="105643"/>
                  <a:pt x="420143" y="111578"/>
                </a:cubicBezTo>
                <a:cubicBezTo>
                  <a:pt x="425196" y="117512"/>
                  <a:pt x="431160" y="120479"/>
                  <a:pt x="438034" y="120479"/>
                </a:cubicBezTo>
                <a:cubicBezTo>
                  <a:pt x="444967" y="120479"/>
                  <a:pt x="450858" y="117644"/>
                  <a:pt x="455705" y="111974"/>
                </a:cubicBezTo>
                <a:cubicBezTo>
                  <a:pt x="460553" y="106304"/>
                  <a:pt x="462976" y="97653"/>
                  <a:pt x="462976" y="86019"/>
                </a:cubicBezTo>
                <a:cubicBezTo>
                  <a:pt x="462976" y="73210"/>
                  <a:pt x="460508" y="63809"/>
                  <a:pt x="455573" y="57816"/>
                </a:cubicBezTo>
                <a:cubicBezTo>
                  <a:pt x="450637" y="51823"/>
                  <a:pt x="444556" y="48826"/>
                  <a:pt x="437329" y="48826"/>
                </a:cubicBezTo>
                <a:cubicBezTo>
                  <a:pt x="430278" y="48826"/>
                  <a:pt x="424388" y="51705"/>
                  <a:pt x="419658" y="57463"/>
                </a:cubicBezTo>
                <a:cubicBezTo>
                  <a:pt x="414928" y="63221"/>
                  <a:pt x="412564" y="72299"/>
                  <a:pt x="412564" y="84697"/>
                </a:cubicBezTo>
                <a:close/>
                <a:moveTo>
                  <a:pt x="501999" y="20447"/>
                </a:moveTo>
                <a:lnTo>
                  <a:pt x="501999" y="2203"/>
                </a:lnTo>
                <a:lnTo>
                  <a:pt x="517864" y="2203"/>
                </a:lnTo>
                <a:lnTo>
                  <a:pt x="517864" y="20447"/>
                </a:lnTo>
                <a:lnTo>
                  <a:pt x="501999" y="20447"/>
                </a:lnTo>
                <a:moveTo>
                  <a:pt x="501999" y="131408"/>
                </a:moveTo>
                <a:lnTo>
                  <a:pt x="501999" y="37810"/>
                </a:lnTo>
                <a:lnTo>
                  <a:pt x="517864" y="37810"/>
                </a:lnTo>
                <a:lnTo>
                  <a:pt x="517864" y="131408"/>
                </a:lnTo>
                <a:lnTo>
                  <a:pt x="501999" y="131408"/>
                </a:lnTo>
                <a:close/>
                <a:moveTo>
                  <a:pt x="603276" y="119862"/>
                </a:moveTo>
                <a:cubicBezTo>
                  <a:pt x="597400" y="124857"/>
                  <a:pt x="591745" y="128382"/>
                  <a:pt x="586310" y="130438"/>
                </a:cubicBezTo>
                <a:cubicBezTo>
                  <a:pt x="580875" y="132495"/>
                  <a:pt x="575044" y="133523"/>
                  <a:pt x="568815" y="133523"/>
                </a:cubicBezTo>
                <a:cubicBezTo>
                  <a:pt x="558533" y="133523"/>
                  <a:pt x="550630" y="131011"/>
                  <a:pt x="545107" y="125988"/>
                </a:cubicBezTo>
                <a:cubicBezTo>
                  <a:pt x="539584" y="120964"/>
                  <a:pt x="536823" y="114545"/>
                  <a:pt x="536823" y="106730"/>
                </a:cubicBezTo>
                <a:cubicBezTo>
                  <a:pt x="536823" y="102147"/>
                  <a:pt x="537866" y="97961"/>
                  <a:pt x="539951" y="94171"/>
                </a:cubicBezTo>
                <a:cubicBezTo>
                  <a:pt x="542037" y="90381"/>
                  <a:pt x="544769" y="87341"/>
                  <a:pt x="548148" y="85049"/>
                </a:cubicBezTo>
                <a:cubicBezTo>
                  <a:pt x="551526" y="82758"/>
                  <a:pt x="555331" y="81025"/>
                  <a:pt x="559561" y="79849"/>
                </a:cubicBezTo>
                <a:cubicBezTo>
                  <a:pt x="562675" y="79027"/>
                  <a:pt x="567376" y="78234"/>
                  <a:pt x="573663" y="77470"/>
                </a:cubicBezTo>
                <a:cubicBezTo>
                  <a:pt x="586472" y="75942"/>
                  <a:pt x="595902" y="74121"/>
                  <a:pt x="601954" y="72006"/>
                </a:cubicBezTo>
                <a:cubicBezTo>
                  <a:pt x="602013" y="69832"/>
                  <a:pt x="602042" y="68451"/>
                  <a:pt x="602042" y="67863"/>
                </a:cubicBezTo>
                <a:cubicBezTo>
                  <a:pt x="602042" y="61400"/>
                  <a:pt x="600544" y="56846"/>
                  <a:pt x="597547" y="54202"/>
                </a:cubicBezTo>
                <a:cubicBezTo>
                  <a:pt x="593493" y="50618"/>
                  <a:pt x="587470" y="48826"/>
                  <a:pt x="579480" y="48826"/>
                </a:cubicBezTo>
                <a:cubicBezTo>
                  <a:pt x="572018" y="48826"/>
                  <a:pt x="566509" y="50134"/>
                  <a:pt x="562954" y="52748"/>
                </a:cubicBezTo>
                <a:cubicBezTo>
                  <a:pt x="559400" y="55363"/>
                  <a:pt x="556770" y="59990"/>
                  <a:pt x="555066" y="66629"/>
                </a:cubicBezTo>
                <a:lnTo>
                  <a:pt x="539555" y="64514"/>
                </a:lnTo>
                <a:cubicBezTo>
                  <a:pt x="540965" y="57875"/>
                  <a:pt x="543286" y="52513"/>
                  <a:pt x="546517" y="48430"/>
                </a:cubicBezTo>
                <a:cubicBezTo>
                  <a:pt x="549749" y="44346"/>
                  <a:pt x="554420" y="41203"/>
                  <a:pt x="560531" y="38999"/>
                </a:cubicBezTo>
                <a:cubicBezTo>
                  <a:pt x="566641" y="36796"/>
                  <a:pt x="573722" y="35694"/>
                  <a:pt x="581771" y="35694"/>
                </a:cubicBezTo>
                <a:cubicBezTo>
                  <a:pt x="589762" y="35694"/>
                  <a:pt x="596254" y="36634"/>
                  <a:pt x="601249" y="38515"/>
                </a:cubicBezTo>
                <a:cubicBezTo>
                  <a:pt x="606243" y="40395"/>
                  <a:pt x="609915" y="42760"/>
                  <a:pt x="612265" y="45609"/>
                </a:cubicBezTo>
                <a:cubicBezTo>
                  <a:pt x="614616" y="48459"/>
                  <a:pt x="616261" y="52058"/>
                  <a:pt x="617201" y="56406"/>
                </a:cubicBezTo>
                <a:cubicBezTo>
                  <a:pt x="617730" y="59109"/>
                  <a:pt x="617994" y="63985"/>
                  <a:pt x="617994" y="71036"/>
                </a:cubicBezTo>
                <a:lnTo>
                  <a:pt x="617994" y="92188"/>
                </a:lnTo>
                <a:cubicBezTo>
                  <a:pt x="617994" y="106936"/>
                  <a:pt x="618332" y="116264"/>
                  <a:pt x="619008" y="120171"/>
                </a:cubicBezTo>
                <a:cubicBezTo>
                  <a:pt x="619683" y="124078"/>
                  <a:pt x="621020" y="127824"/>
                  <a:pt x="623018" y="131408"/>
                </a:cubicBezTo>
                <a:lnTo>
                  <a:pt x="606449" y="131408"/>
                </a:lnTo>
                <a:cubicBezTo>
                  <a:pt x="604803" y="128118"/>
                  <a:pt x="603746" y="124269"/>
                  <a:pt x="603276" y="119862"/>
                </a:cubicBezTo>
                <a:moveTo>
                  <a:pt x="601954" y="84432"/>
                </a:moveTo>
                <a:cubicBezTo>
                  <a:pt x="596196" y="86783"/>
                  <a:pt x="587559" y="88780"/>
                  <a:pt x="576042" y="90426"/>
                </a:cubicBezTo>
                <a:cubicBezTo>
                  <a:pt x="569520" y="91366"/>
                  <a:pt x="564908" y="92423"/>
                  <a:pt x="562205" y="93598"/>
                </a:cubicBezTo>
                <a:cubicBezTo>
                  <a:pt x="559503" y="94773"/>
                  <a:pt x="557417" y="96492"/>
                  <a:pt x="555948" y="98754"/>
                </a:cubicBezTo>
                <a:cubicBezTo>
                  <a:pt x="554479" y="101016"/>
                  <a:pt x="553744" y="103528"/>
                  <a:pt x="553744" y="106290"/>
                </a:cubicBezTo>
                <a:cubicBezTo>
                  <a:pt x="553744" y="110520"/>
                  <a:pt x="555346" y="114045"/>
                  <a:pt x="558548" y="116866"/>
                </a:cubicBezTo>
                <a:cubicBezTo>
                  <a:pt x="561750" y="119686"/>
                  <a:pt x="566436" y="121096"/>
                  <a:pt x="572605" y="121096"/>
                </a:cubicBezTo>
                <a:cubicBezTo>
                  <a:pt x="578716" y="121096"/>
                  <a:pt x="584151" y="119759"/>
                  <a:pt x="588910" y="117086"/>
                </a:cubicBezTo>
                <a:cubicBezTo>
                  <a:pt x="593669" y="114413"/>
                  <a:pt x="597165" y="110755"/>
                  <a:pt x="599398" y="106113"/>
                </a:cubicBezTo>
                <a:cubicBezTo>
                  <a:pt x="601102" y="102529"/>
                  <a:pt x="601954" y="97241"/>
                  <a:pt x="601954" y="90249"/>
                </a:cubicBezTo>
                <a:lnTo>
                  <a:pt x="601954" y="84432"/>
                </a:lnTo>
                <a:close/>
                <a:moveTo>
                  <a:pt x="642123" y="131408"/>
                </a:moveTo>
                <a:lnTo>
                  <a:pt x="642123" y="37810"/>
                </a:lnTo>
                <a:lnTo>
                  <a:pt x="656401" y="37810"/>
                </a:lnTo>
                <a:lnTo>
                  <a:pt x="656401" y="51118"/>
                </a:lnTo>
                <a:cubicBezTo>
                  <a:pt x="663275" y="40835"/>
                  <a:pt x="673205" y="35694"/>
                  <a:pt x="686190" y="35694"/>
                </a:cubicBezTo>
                <a:cubicBezTo>
                  <a:pt x="691830" y="35694"/>
                  <a:pt x="697016" y="36708"/>
                  <a:pt x="701746" y="38735"/>
                </a:cubicBezTo>
                <a:cubicBezTo>
                  <a:pt x="706475" y="40762"/>
                  <a:pt x="710015" y="43421"/>
                  <a:pt x="712366" y="46711"/>
                </a:cubicBezTo>
                <a:cubicBezTo>
                  <a:pt x="714716" y="50001"/>
                  <a:pt x="716361" y="53909"/>
                  <a:pt x="717301" y="58433"/>
                </a:cubicBezTo>
                <a:cubicBezTo>
                  <a:pt x="717889" y="61371"/>
                  <a:pt x="718183" y="66512"/>
                  <a:pt x="718183" y="73856"/>
                </a:cubicBezTo>
                <a:lnTo>
                  <a:pt x="718183" y="131408"/>
                </a:lnTo>
                <a:lnTo>
                  <a:pt x="702318" y="131408"/>
                </a:lnTo>
                <a:lnTo>
                  <a:pt x="702318" y="74473"/>
                </a:lnTo>
                <a:cubicBezTo>
                  <a:pt x="702318" y="68010"/>
                  <a:pt x="701702" y="63177"/>
                  <a:pt x="700468" y="59975"/>
                </a:cubicBezTo>
                <a:cubicBezTo>
                  <a:pt x="699234" y="56773"/>
                  <a:pt x="697045" y="54217"/>
                  <a:pt x="693902" y="52308"/>
                </a:cubicBezTo>
                <a:cubicBezTo>
                  <a:pt x="690758" y="50398"/>
                  <a:pt x="687071" y="49443"/>
                  <a:pt x="682841" y="49443"/>
                </a:cubicBezTo>
                <a:cubicBezTo>
                  <a:pt x="676084" y="49443"/>
                  <a:pt x="670252" y="51588"/>
                  <a:pt x="665346" y="55877"/>
                </a:cubicBezTo>
                <a:cubicBezTo>
                  <a:pt x="660440" y="60166"/>
                  <a:pt x="657987" y="68304"/>
                  <a:pt x="657987" y="80290"/>
                </a:cubicBezTo>
                <a:lnTo>
                  <a:pt x="657987" y="131408"/>
                </a:lnTo>
                <a:lnTo>
                  <a:pt x="642123" y="131408"/>
                </a:lnTo>
                <a:close/>
                <a:moveTo>
                  <a:pt x="853086" y="97124"/>
                </a:moveTo>
                <a:lnTo>
                  <a:pt x="868685" y="99151"/>
                </a:lnTo>
                <a:cubicBezTo>
                  <a:pt x="866981" y="109903"/>
                  <a:pt x="862619" y="118320"/>
                  <a:pt x="855597" y="124401"/>
                </a:cubicBezTo>
                <a:cubicBezTo>
                  <a:pt x="848576" y="130482"/>
                  <a:pt x="839954" y="133523"/>
                  <a:pt x="829730" y="133523"/>
                </a:cubicBezTo>
                <a:cubicBezTo>
                  <a:pt x="816921" y="133523"/>
                  <a:pt x="806624" y="129337"/>
                  <a:pt x="798839" y="120964"/>
                </a:cubicBezTo>
                <a:cubicBezTo>
                  <a:pt x="791054" y="112591"/>
                  <a:pt x="787161" y="100590"/>
                  <a:pt x="787161" y="84961"/>
                </a:cubicBezTo>
                <a:cubicBezTo>
                  <a:pt x="787161" y="74855"/>
                  <a:pt x="788836" y="66012"/>
                  <a:pt x="792185" y="58433"/>
                </a:cubicBezTo>
                <a:cubicBezTo>
                  <a:pt x="795534" y="50853"/>
                  <a:pt x="800631" y="45169"/>
                  <a:pt x="807476" y="41379"/>
                </a:cubicBezTo>
                <a:cubicBezTo>
                  <a:pt x="814321" y="37589"/>
                  <a:pt x="821769" y="35694"/>
                  <a:pt x="829818" y="35694"/>
                </a:cubicBezTo>
                <a:cubicBezTo>
                  <a:pt x="839983" y="35694"/>
                  <a:pt x="848297" y="38265"/>
                  <a:pt x="854760" y="43406"/>
                </a:cubicBezTo>
                <a:cubicBezTo>
                  <a:pt x="861223" y="48547"/>
                  <a:pt x="865366" y="55848"/>
                  <a:pt x="867187" y="65307"/>
                </a:cubicBezTo>
                <a:lnTo>
                  <a:pt x="851764" y="67687"/>
                </a:lnTo>
                <a:cubicBezTo>
                  <a:pt x="850295" y="61400"/>
                  <a:pt x="847695" y="56670"/>
                  <a:pt x="843964" y="53497"/>
                </a:cubicBezTo>
                <a:cubicBezTo>
                  <a:pt x="840233" y="50325"/>
                  <a:pt x="835723" y="48738"/>
                  <a:pt x="830435" y="48738"/>
                </a:cubicBezTo>
                <a:cubicBezTo>
                  <a:pt x="822444" y="48738"/>
                  <a:pt x="815952" y="51602"/>
                  <a:pt x="810958" y="57331"/>
                </a:cubicBezTo>
                <a:cubicBezTo>
                  <a:pt x="805963" y="63060"/>
                  <a:pt x="803466" y="72123"/>
                  <a:pt x="803466" y="84521"/>
                </a:cubicBezTo>
                <a:cubicBezTo>
                  <a:pt x="803466" y="97094"/>
                  <a:pt x="805875" y="106231"/>
                  <a:pt x="810693" y="111930"/>
                </a:cubicBezTo>
                <a:cubicBezTo>
                  <a:pt x="815511" y="117630"/>
                  <a:pt x="821798" y="120479"/>
                  <a:pt x="829554" y="120479"/>
                </a:cubicBezTo>
                <a:cubicBezTo>
                  <a:pt x="835782" y="120479"/>
                  <a:pt x="840982" y="118570"/>
                  <a:pt x="845154" y="114751"/>
                </a:cubicBezTo>
                <a:cubicBezTo>
                  <a:pt x="849325" y="110931"/>
                  <a:pt x="851969" y="105056"/>
                  <a:pt x="853086" y="97124"/>
                </a:cubicBezTo>
                <a:close/>
                <a:moveTo>
                  <a:pt x="943335" y="119862"/>
                </a:moveTo>
                <a:cubicBezTo>
                  <a:pt x="937459" y="124857"/>
                  <a:pt x="931804" y="128382"/>
                  <a:pt x="926369" y="130438"/>
                </a:cubicBezTo>
                <a:cubicBezTo>
                  <a:pt x="920934" y="132495"/>
                  <a:pt x="915103" y="133523"/>
                  <a:pt x="908875" y="133523"/>
                </a:cubicBezTo>
                <a:cubicBezTo>
                  <a:pt x="898592" y="133523"/>
                  <a:pt x="890690" y="131011"/>
                  <a:pt x="885166" y="125988"/>
                </a:cubicBezTo>
                <a:cubicBezTo>
                  <a:pt x="879643" y="120964"/>
                  <a:pt x="876882" y="114545"/>
                  <a:pt x="876882" y="106730"/>
                </a:cubicBezTo>
                <a:cubicBezTo>
                  <a:pt x="876882" y="102147"/>
                  <a:pt x="877925" y="97961"/>
                  <a:pt x="880011" y="94171"/>
                </a:cubicBezTo>
                <a:cubicBezTo>
                  <a:pt x="882096" y="90381"/>
                  <a:pt x="884829" y="87341"/>
                  <a:pt x="888207" y="85049"/>
                </a:cubicBezTo>
                <a:cubicBezTo>
                  <a:pt x="891586" y="82758"/>
                  <a:pt x="895390" y="81025"/>
                  <a:pt x="899620" y="79849"/>
                </a:cubicBezTo>
                <a:cubicBezTo>
                  <a:pt x="902735" y="79027"/>
                  <a:pt x="907435" y="78234"/>
                  <a:pt x="913722" y="77470"/>
                </a:cubicBezTo>
                <a:cubicBezTo>
                  <a:pt x="926531" y="75942"/>
                  <a:pt x="935961" y="74121"/>
                  <a:pt x="942013" y="72006"/>
                </a:cubicBezTo>
                <a:cubicBezTo>
                  <a:pt x="942072" y="69832"/>
                  <a:pt x="942101" y="68451"/>
                  <a:pt x="942101" y="67863"/>
                </a:cubicBezTo>
                <a:cubicBezTo>
                  <a:pt x="942101" y="61400"/>
                  <a:pt x="940603" y="56846"/>
                  <a:pt x="937606" y="54202"/>
                </a:cubicBezTo>
                <a:cubicBezTo>
                  <a:pt x="933552" y="50618"/>
                  <a:pt x="927530" y="48826"/>
                  <a:pt x="919539" y="48826"/>
                </a:cubicBezTo>
                <a:cubicBezTo>
                  <a:pt x="912077" y="48826"/>
                  <a:pt x="906568" y="50134"/>
                  <a:pt x="903014" y="52748"/>
                </a:cubicBezTo>
                <a:cubicBezTo>
                  <a:pt x="899459" y="55363"/>
                  <a:pt x="896830" y="59990"/>
                  <a:pt x="895126" y="66629"/>
                </a:cubicBezTo>
                <a:lnTo>
                  <a:pt x="879614" y="64514"/>
                </a:lnTo>
                <a:cubicBezTo>
                  <a:pt x="881024" y="57875"/>
                  <a:pt x="883345" y="52513"/>
                  <a:pt x="886577" y="48430"/>
                </a:cubicBezTo>
                <a:cubicBezTo>
                  <a:pt x="889808" y="44346"/>
                  <a:pt x="894479" y="41203"/>
                  <a:pt x="900590" y="38999"/>
                </a:cubicBezTo>
                <a:cubicBezTo>
                  <a:pt x="906701" y="36796"/>
                  <a:pt x="913781" y="35694"/>
                  <a:pt x="921830" y="35694"/>
                </a:cubicBezTo>
                <a:cubicBezTo>
                  <a:pt x="929821" y="35694"/>
                  <a:pt x="936314" y="36634"/>
                  <a:pt x="941308" y="38515"/>
                </a:cubicBezTo>
                <a:cubicBezTo>
                  <a:pt x="946302" y="40395"/>
                  <a:pt x="949974" y="42760"/>
                  <a:pt x="952325" y="45609"/>
                </a:cubicBezTo>
                <a:cubicBezTo>
                  <a:pt x="954675" y="48459"/>
                  <a:pt x="956320" y="52058"/>
                  <a:pt x="957260" y="56406"/>
                </a:cubicBezTo>
                <a:cubicBezTo>
                  <a:pt x="957789" y="59109"/>
                  <a:pt x="958053" y="63985"/>
                  <a:pt x="958053" y="71036"/>
                </a:cubicBezTo>
                <a:lnTo>
                  <a:pt x="958053" y="92188"/>
                </a:lnTo>
                <a:cubicBezTo>
                  <a:pt x="958053" y="106936"/>
                  <a:pt x="958391" y="116264"/>
                  <a:pt x="959067" y="120171"/>
                </a:cubicBezTo>
                <a:cubicBezTo>
                  <a:pt x="959743" y="124078"/>
                  <a:pt x="961079" y="127824"/>
                  <a:pt x="963077" y="131408"/>
                </a:cubicBezTo>
                <a:lnTo>
                  <a:pt x="946508" y="131408"/>
                </a:lnTo>
                <a:cubicBezTo>
                  <a:pt x="944863" y="128118"/>
                  <a:pt x="943805" y="124269"/>
                  <a:pt x="943335" y="119862"/>
                </a:cubicBezTo>
                <a:moveTo>
                  <a:pt x="942013" y="84432"/>
                </a:moveTo>
                <a:cubicBezTo>
                  <a:pt x="936255" y="86783"/>
                  <a:pt x="927618" y="88780"/>
                  <a:pt x="916102" y="90426"/>
                </a:cubicBezTo>
                <a:cubicBezTo>
                  <a:pt x="909580" y="91366"/>
                  <a:pt x="904967" y="92423"/>
                  <a:pt x="902264" y="93598"/>
                </a:cubicBezTo>
                <a:cubicBezTo>
                  <a:pt x="899562" y="94773"/>
                  <a:pt x="897476" y="96492"/>
                  <a:pt x="896007" y="98754"/>
                </a:cubicBezTo>
                <a:cubicBezTo>
                  <a:pt x="894538" y="101016"/>
                  <a:pt x="893804" y="103528"/>
                  <a:pt x="893804" y="106290"/>
                </a:cubicBezTo>
                <a:cubicBezTo>
                  <a:pt x="893804" y="110520"/>
                  <a:pt x="895405" y="114045"/>
                  <a:pt x="898607" y="116866"/>
                </a:cubicBezTo>
                <a:cubicBezTo>
                  <a:pt x="901809" y="119686"/>
                  <a:pt x="906495" y="121096"/>
                  <a:pt x="912664" y="121096"/>
                </a:cubicBezTo>
                <a:cubicBezTo>
                  <a:pt x="918775" y="121096"/>
                  <a:pt x="924210" y="119759"/>
                  <a:pt x="928969" y="117086"/>
                </a:cubicBezTo>
                <a:cubicBezTo>
                  <a:pt x="933728" y="114413"/>
                  <a:pt x="937224" y="110755"/>
                  <a:pt x="939457" y="106113"/>
                </a:cubicBezTo>
                <a:cubicBezTo>
                  <a:pt x="941161" y="102529"/>
                  <a:pt x="942013" y="97241"/>
                  <a:pt x="942013" y="90249"/>
                </a:cubicBezTo>
                <a:lnTo>
                  <a:pt x="942013" y="84432"/>
                </a:lnTo>
                <a:close/>
                <a:moveTo>
                  <a:pt x="981829" y="131408"/>
                </a:moveTo>
                <a:lnTo>
                  <a:pt x="981829" y="2203"/>
                </a:lnTo>
                <a:lnTo>
                  <a:pt x="997694" y="2203"/>
                </a:lnTo>
                <a:lnTo>
                  <a:pt x="997694" y="131408"/>
                </a:lnTo>
                <a:lnTo>
                  <a:pt x="981829" y="131408"/>
                </a:lnTo>
                <a:close/>
                <a:moveTo>
                  <a:pt x="1022117" y="131408"/>
                </a:moveTo>
                <a:lnTo>
                  <a:pt x="1022117" y="2203"/>
                </a:lnTo>
                <a:lnTo>
                  <a:pt x="1037981" y="2203"/>
                </a:lnTo>
                <a:lnTo>
                  <a:pt x="1037981" y="131408"/>
                </a:lnTo>
                <a:lnTo>
                  <a:pt x="1022117" y="131408"/>
                </a:lnTo>
                <a:close/>
                <a:moveTo>
                  <a:pt x="1056411" y="103469"/>
                </a:moveTo>
                <a:lnTo>
                  <a:pt x="1072099" y="101002"/>
                </a:lnTo>
                <a:cubicBezTo>
                  <a:pt x="1072980" y="107289"/>
                  <a:pt x="1075433" y="112107"/>
                  <a:pt x="1079458" y="115456"/>
                </a:cubicBezTo>
                <a:cubicBezTo>
                  <a:pt x="1083483" y="118805"/>
                  <a:pt x="1089109" y="120479"/>
                  <a:pt x="1096336" y="120479"/>
                </a:cubicBezTo>
                <a:cubicBezTo>
                  <a:pt x="1103621" y="120479"/>
                  <a:pt x="1109027" y="118996"/>
                  <a:pt x="1112552" y="116028"/>
                </a:cubicBezTo>
                <a:cubicBezTo>
                  <a:pt x="1116078" y="113061"/>
                  <a:pt x="1117840" y="109580"/>
                  <a:pt x="1117840" y="105585"/>
                </a:cubicBezTo>
                <a:cubicBezTo>
                  <a:pt x="1117840" y="102000"/>
                  <a:pt x="1116283" y="99180"/>
                  <a:pt x="1113169" y="97124"/>
                </a:cubicBezTo>
                <a:cubicBezTo>
                  <a:pt x="1110995" y="95714"/>
                  <a:pt x="1105590" y="93922"/>
                  <a:pt x="1096953" y="91748"/>
                </a:cubicBezTo>
                <a:cubicBezTo>
                  <a:pt x="1085319" y="88810"/>
                  <a:pt x="1077255" y="86269"/>
                  <a:pt x="1072760" y="84124"/>
                </a:cubicBezTo>
                <a:cubicBezTo>
                  <a:pt x="1068265" y="81979"/>
                  <a:pt x="1064857" y="79012"/>
                  <a:pt x="1062536" y="75222"/>
                </a:cubicBezTo>
                <a:cubicBezTo>
                  <a:pt x="1060215" y="71433"/>
                  <a:pt x="1059055" y="67246"/>
                  <a:pt x="1059055" y="62663"/>
                </a:cubicBezTo>
                <a:cubicBezTo>
                  <a:pt x="1059055" y="58492"/>
                  <a:pt x="1060010" y="54628"/>
                  <a:pt x="1061919" y="51074"/>
                </a:cubicBezTo>
                <a:cubicBezTo>
                  <a:pt x="1063829" y="47519"/>
                  <a:pt x="1066429" y="44566"/>
                  <a:pt x="1069719" y="42216"/>
                </a:cubicBezTo>
                <a:cubicBezTo>
                  <a:pt x="1072187" y="40395"/>
                  <a:pt x="1075551" y="38852"/>
                  <a:pt x="1079811" y="37589"/>
                </a:cubicBezTo>
                <a:cubicBezTo>
                  <a:pt x="1084070" y="36326"/>
                  <a:pt x="1088639" y="35694"/>
                  <a:pt x="1093515" y="35694"/>
                </a:cubicBezTo>
                <a:cubicBezTo>
                  <a:pt x="1100860" y="35694"/>
                  <a:pt x="1107308" y="36752"/>
                  <a:pt x="1112861" y="38867"/>
                </a:cubicBezTo>
                <a:cubicBezTo>
                  <a:pt x="1118413" y="40982"/>
                  <a:pt x="1122511" y="43847"/>
                  <a:pt x="1125156" y="47460"/>
                </a:cubicBezTo>
                <a:cubicBezTo>
                  <a:pt x="1127800" y="51074"/>
                  <a:pt x="1129621" y="55906"/>
                  <a:pt x="1130620" y="61958"/>
                </a:cubicBezTo>
                <a:lnTo>
                  <a:pt x="1115108" y="64073"/>
                </a:lnTo>
                <a:cubicBezTo>
                  <a:pt x="1114403" y="59255"/>
                  <a:pt x="1112361" y="55495"/>
                  <a:pt x="1108983" y="52792"/>
                </a:cubicBezTo>
                <a:cubicBezTo>
                  <a:pt x="1105604" y="50090"/>
                  <a:pt x="1100831" y="48738"/>
                  <a:pt x="1094661" y="48738"/>
                </a:cubicBezTo>
                <a:cubicBezTo>
                  <a:pt x="1087375" y="48738"/>
                  <a:pt x="1082175" y="49943"/>
                  <a:pt x="1079061" y="52352"/>
                </a:cubicBezTo>
                <a:cubicBezTo>
                  <a:pt x="1075947" y="54761"/>
                  <a:pt x="1074390" y="57581"/>
                  <a:pt x="1074390" y="60813"/>
                </a:cubicBezTo>
                <a:cubicBezTo>
                  <a:pt x="1074390" y="62869"/>
                  <a:pt x="1075037" y="64720"/>
                  <a:pt x="1076329" y="66365"/>
                </a:cubicBezTo>
                <a:cubicBezTo>
                  <a:pt x="1077622" y="68069"/>
                  <a:pt x="1079649" y="69479"/>
                  <a:pt x="1082410" y="70595"/>
                </a:cubicBezTo>
                <a:cubicBezTo>
                  <a:pt x="1083997" y="71183"/>
                  <a:pt x="1088668" y="72534"/>
                  <a:pt x="1096424" y="74650"/>
                </a:cubicBezTo>
                <a:cubicBezTo>
                  <a:pt x="1107646" y="77646"/>
                  <a:pt x="1115475" y="80099"/>
                  <a:pt x="1119912" y="82009"/>
                </a:cubicBezTo>
                <a:cubicBezTo>
                  <a:pt x="1124348" y="83918"/>
                  <a:pt x="1127829" y="86695"/>
                  <a:pt x="1130355" y="90337"/>
                </a:cubicBezTo>
                <a:cubicBezTo>
                  <a:pt x="1132882" y="93980"/>
                  <a:pt x="1134145" y="98505"/>
                  <a:pt x="1134145" y="103910"/>
                </a:cubicBezTo>
                <a:cubicBezTo>
                  <a:pt x="1134145" y="109198"/>
                  <a:pt x="1132603" y="114178"/>
                  <a:pt x="1129518" y="118849"/>
                </a:cubicBezTo>
                <a:cubicBezTo>
                  <a:pt x="1126433" y="123520"/>
                  <a:pt x="1121983" y="127133"/>
                  <a:pt x="1116166" y="129689"/>
                </a:cubicBezTo>
                <a:cubicBezTo>
                  <a:pt x="1110349" y="132245"/>
                  <a:pt x="1103768" y="133523"/>
                  <a:pt x="1096424" y="133523"/>
                </a:cubicBezTo>
                <a:cubicBezTo>
                  <a:pt x="1084261" y="133523"/>
                  <a:pt x="1074993" y="130997"/>
                  <a:pt x="1068618" y="125944"/>
                </a:cubicBezTo>
                <a:cubicBezTo>
                  <a:pt x="1062242" y="120891"/>
                  <a:pt x="1058174" y="113399"/>
                  <a:pt x="1056411" y="103469"/>
                </a:cubicBezTo>
                <a:close/>
                <a:moveTo>
                  <a:pt x="1276824" y="116161"/>
                </a:moveTo>
                <a:cubicBezTo>
                  <a:pt x="1271595" y="121978"/>
                  <a:pt x="1265896" y="126340"/>
                  <a:pt x="1259726" y="129249"/>
                </a:cubicBezTo>
                <a:cubicBezTo>
                  <a:pt x="1253557" y="132157"/>
                  <a:pt x="1246888" y="133611"/>
                  <a:pt x="1239720" y="133611"/>
                </a:cubicBezTo>
                <a:cubicBezTo>
                  <a:pt x="1226500" y="133611"/>
                  <a:pt x="1216012" y="129146"/>
                  <a:pt x="1208256" y="120215"/>
                </a:cubicBezTo>
                <a:cubicBezTo>
                  <a:pt x="1201969" y="112929"/>
                  <a:pt x="1198826" y="104791"/>
                  <a:pt x="1198826" y="95802"/>
                </a:cubicBezTo>
                <a:cubicBezTo>
                  <a:pt x="1198826" y="87811"/>
                  <a:pt x="1201396" y="80599"/>
                  <a:pt x="1206538" y="74165"/>
                </a:cubicBezTo>
                <a:cubicBezTo>
                  <a:pt x="1211679" y="67731"/>
                  <a:pt x="1219361" y="62076"/>
                  <a:pt x="1229585" y="57199"/>
                </a:cubicBezTo>
                <a:cubicBezTo>
                  <a:pt x="1223768" y="50501"/>
                  <a:pt x="1219890" y="45066"/>
                  <a:pt x="1217951" y="40894"/>
                </a:cubicBezTo>
                <a:cubicBezTo>
                  <a:pt x="1216012" y="36723"/>
                  <a:pt x="1215042" y="32698"/>
                  <a:pt x="1215042" y="28820"/>
                </a:cubicBezTo>
                <a:cubicBezTo>
                  <a:pt x="1215042" y="21064"/>
                  <a:pt x="1218083" y="14322"/>
                  <a:pt x="1224164" y="8593"/>
                </a:cubicBezTo>
                <a:cubicBezTo>
                  <a:pt x="1230246" y="2864"/>
                  <a:pt x="1237899" y="0"/>
                  <a:pt x="1247123" y="0"/>
                </a:cubicBezTo>
                <a:cubicBezTo>
                  <a:pt x="1255937" y="0"/>
                  <a:pt x="1263149" y="2703"/>
                  <a:pt x="1268760" y="8108"/>
                </a:cubicBezTo>
                <a:cubicBezTo>
                  <a:pt x="1274371" y="13514"/>
                  <a:pt x="1277177" y="20006"/>
                  <a:pt x="1277177" y="27586"/>
                </a:cubicBezTo>
                <a:cubicBezTo>
                  <a:pt x="1277177" y="39866"/>
                  <a:pt x="1269039" y="50354"/>
                  <a:pt x="1252764" y="59050"/>
                </a:cubicBezTo>
                <a:lnTo>
                  <a:pt x="1275943" y="88575"/>
                </a:lnTo>
                <a:cubicBezTo>
                  <a:pt x="1278587" y="83404"/>
                  <a:pt x="1280644" y="77411"/>
                  <a:pt x="1282112" y="70595"/>
                </a:cubicBezTo>
                <a:lnTo>
                  <a:pt x="1298594" y="74121"/>
                </a:lnTo>
                <a:cubicBezTo>
                  <a:pt x="1295773" y="85402"/>
                  <a:pt x="1291954" y="94685"/>
                  <a:pt x="1287136" y="101971"/>
                </a:cubicBezTo>
                <a:cubicBezTo>
                  <a:pt x="1293070" y="109844"/>
                  <a:pt x="1299798" y="116454"/>
                  <a:pt x="1307319" y="121801"/>
                </a:cubicBezTo>
                <a:lnTo>
                  <a:pt x="1296655" y="134404"/>
                </a:lnTo>
                <a:cubicBezTo>
                  <a:pt x="1290250" y="130292"/>
                  <a:pt x="1283640" y="124210"/>
                  <a:pt x="1276824" y="116161"/>
                </a:cubicBezTo>
                <a:moveTo>
                  <a:pt x="1244567" y="48826"/>
                </a:moveTo>
                <a:cubicBezTo>
                  <a:pt x="1251442" y="44772"/>
                  <a:pt x="1255893" y="41217"/>
                  <a:pt x="1257920" y="38162"/>
                </a:cubicBezTo>
                <a:cubicBezTo>
                  <a:pt x="1259947" y="35107"/>
                  <a:pt x="1260960" y="31728"/>
                  <a:pt x="1260960" y="28027"/>
                </a:cubicBezTo>
                <a:cubicBezTo>
                  <a:pt x="1260960" y="23620"/>
                  <a:pt x="1259565" y="20021"/>
                  <a:pt x="1256774" y="17230"/>
                </a:cubicBezTo>
                <a:cubicBezTo>
                  <a:pt x="1253983" y="14439"/>
                  <a:pt x="1250502" y="13044"/>
                  <a:pt x="1246330" y="13044"/>
                </a:cubicBezTo>
                <a:cubicBezTo>
                  <a:pt x="1242041" y="13044"/>
                  <a:pt x="1238471" y="14425"/>
                  <a:pt x="1235622" y="17186"/>
                </a:cubicBezTo>
                <a:cubicBezTo>
                  <a:pt x="1232772" y="19948"/>
                  <a:pt x="1231347" y="23326"/>
                  <a:pt x="1231347" y="27322"/>
                </a:cubicBezTo>
                <a:cubicBezTo>
                  <a:pt x="1231347" y="29319"/>
                  <a:pt x="1231861" y="31420"/>
                  <a:pt x="1232890" y="33623"/>
                </a:cubicBezTo>
                <a:cubicBezTo>
                  <a:pt x="1233918" y="35827"/>
                  <a:pt x="1235460" y="38162"/>
                  <a:pt x="1237517" y="40630"/>
                </a:cubicBezTo>
                <a:lnTo>
                  <a:pt x="1244567" y="48826"/>
                </a:lnTo>
                <a:moveTo>
                  <a:pt x="1266865" y="103646"/>
                </a:moveTo>
                <a:lnTo>
                  <a:pt x="1237781" y="67599"/>
                </a:lnTo>
                <a:cubicBezTo>
                  <a:pt x="1229203" y="72711"/>
                  <a:pt x="1223415" y="77455"/>
                  <a:pt x="1220419" y="81832"/>
                </a:cubicBezTo>
                <a:cubicBezTo>
                  <a:pt x="1217422" y="86210"/>
                  <a:pt x="1215924" y="90543"/>
                  <a:pt x="1215924" y="94832"/>
                </a:cubicBezTo>
                <a:cubicBezTo>
                  <a:pt x="1215924" y="100062"/>
                  <a:pt x="1218010" y="105496"/>
                  <a:pt x="1222181" y="111137"/>
                </a:cubicBezTo>
                <a:cubicBezTo>
                  <a:pt x="1226353" y="116778"/>
                  <a:pt x="1232258" y="119598"/>
                  <a:pt x="1239896" y="119598"/>
                </a:cubicBezTo>
                <a:cubicBezTo>
                  <a:pt x="1244656" y="119598"/>
                  <a:pt x="1249576" y="118114"/>
                  <a:pt x="1254659" y="115147"/>
                </a:cubicBezTo>
                <a:cubicBezTo>
                  <a:pt x="1259741" y="112180"/>
                  <a:pt x="1263810" y="108346"/>
                  <a:pt x="1266865" y="103646"/>
                </a:cubicBezTo>
                <a:close/>
                <a:moveTo>
                  <a:pt x="1408429" y="117218"/>
                </a:moveTo>
                <a:lnTo>
                  <a:pt x="1410720" y="131232"/>
                </a:lnTo>
                <a:cubicBezTo>
                  <a:pt x="1406255" y="132172"/>
                  <a:pt x="1402259" y="132642"/>
                  <a:pt x="1398734" y="132642"/>
                </a:cubicBezTo>
                <a:cubicBezTo>
                  <a:pt x="1392976" y="132642"/>
                  <a:pt x="1388510" y="131731"/>
                  <a:pt x="1385338" y="129910"/>
                </a:cubicBezTo>
                <a:cubicBezTo>
                  <a:pt x="1382165" y="128088"/>
                  <a:pt x="1379932" y="125694"/>
                  <a:pt x="1378639" y="122727"/>
                </a:cubicBezTo>
                <a:cubicBezTo>
                  <a:pt x="1377347" y="119759"/>
                  <a:pt x="1376700" y="113517"/>
                  <a:pt x="1376700" y="103998"/>
                </a:cubicBezTo>
                <a:lnTo>
                  <a:pt x="1376700" y="50148"/>
                </a:lnTo>
                <a:lnTo>
                  <a:pt x="1365067" y="50148"/>
                </a:lnTo>
                <a:lnTo>
                  <a:pt x="1365067" y="37810"/>
                </a:lnTo>
                <a:lnTo>
                  <a:pt x="1376700" y="37810"/>
                </a:lnTo>
                <a:lnTo>
                  <a:pt x="1376700" y="14630"/>
                </a:lnTo>
                <a:lnTo>
                  <a:pt x="1392476" y="5112"/>
                </a:lnTo>
                <a:lnTo>
                  <a:pt x="1392476" y="37810"/>
                </a:lnTo>
                <a:lnTo>
                  <a:pt x="1408429" y="37810"/>
                </a:lnTo>
                <a:lnTo>
                  <a:pt x="1408429" y="50148"/>
                </a:lnTo>
                <a:lnTo>
                  <a:pt x="1392476" y="50148"/>
                </a:lnTo>
                <a:lnTo>
                  <a:pt x="1392476" y="104880"/>
                </a:lnTo>
                <a:cubicBezTo>
                  <a:pt x="1392476" y="109404"/>
                  <a:pt x="1392755" y="112312"/>
                  <a:pt x="1393314" y="113605"/>
                </a:cubicBezTo>
                <a:cubicBezTo>
                  <a:pt x="1393872" y="114897"/>
                  <a:pt x="1394783" y="115926"/>
                  <a:pt x="1396046" y="116689"/>
                </a:cubicBezTo>
                <a:cubicBezTo>
                  <a:pt x="1397309" y="117453"/>
                  <a:pt x="1399116" y="117835"/>
                  <a:pt x="1401466" y="117835"/>
                </a:cubicBezTo>
                <a:cubicBezTo>
                  <a:pt x="1403229" y="117835"/>
                  <a:pt x="1405550" y="117630"/>
                  <a:pt x="1408429" y="117218"/>
                </a:cubicBezTo>
                <a:close/>
                <a:moveTo>
                  <a:pt x="1423577" y="131408"/>
                </a:moveTo>
                <a:lnTo>
                  <a:pt x="1423577" y="37810"/>
                </a:lnTo>
                <a:lnTo>
                  <a:pt x="1437855" y="37810"/>
                </a:lnTo>
                <a:lnTo>
                  <a:pt x="1437855" y="51999"/>
                </a:lnTo>
                <a:cubicBezTo>
                  <a:pt x="1441498" y="45360"/>
                  <a:pt x="1444862" y="40982"/>
                  <a:pt x="1447947" y="38867"/>
                </a:cubicBezTo>
                <a:cubicBezTo>
                  <a:pt x="1451031" y="36752"/>
                  <a:pt x="1454424" y="35694"/>
                  <a:pt x="1458126" y="35694"/>
                </a:cubicBezTo>
                <a:cubicBezTo>
                  <a:pt x="1463473" y="35694"/>
                  <a:pt x="1468908" y="37398"/>
                  <a:pt x="1474431" y="40806"/>
                </a:cubicBezTo>
                <a:lnTo>
                  <a:pt x="1468966" y="55524"/>
                </a:lnTo>
                <a:cubicBezTo>
                  <a:pt x="1465089" y="53233"/>
                  <a:pt x="1461211" y="52087"/>
                  <a:pt x="1457333" y="52087"/>
                </a:cubicBezTo>
                <a:cubicBezTo>
                  <a:pt x="1453866" y="52087"/>
                  <a:pt x="1450752" y="53130"/>
                  <a:pt x="1447991" y="55216"/>
                </a:cubicBezTo>
                <a:cubicBezTo>
                  <a:pt x="1445229" y="57302"/>
                  <a:pt x="1443261" y="60196"/>
                  <a:pt x="1442086" y="63897"/>
                </a:cubicBezTo>
                <a:cubicBezTo>
                  <a:pt x="1440323" y="69538"/>
                  <a:pt x="1439442" y="75707"/>
                  <a:pt x="1439442" y="82405"/>
                </a:cubicBezTo>
                <a:lnTo>
                  <a:pt x="1439442" y="131408"/>
                </a:lnTo>
                <a:lnTo>
                  <a:pt x="1423577" y="131408"/>
                </a:lnTo>
                <a:close/>
                <a:moveTo>
                  <a:pt x="1544467" y="119862"/>
                </a:moveTo>
                <a:cubicBezTo>
                  <a:pt x="1538592" y="124857"/>
                  <a:pt x="1532936" y="128382"/>
                  <a:pt x="1527501" y="130438"/>
                </a:cubicBezTo>
                <a:cubicBezTo>
                  <a:pt x="1522066" y="132495"/>
                  <a:pt x="1516235" y="133523"/>
                  <a:pt x="1510007" y="133523"/>
                </a:cubicBezTo>
                <a:cubicBezTo>
                  <a:pt x="1499724" y="133523"/>
                  <a:pt x="1491822" y="131011"/>
                  <a:pt x="1486299" y="125988"/>
                </a:cubicBezTo>
                <a:cubicBezTo>
                  <a:pt x="1480776" y="120964"/>
                  <a:pt x="1478014" y="114545"/>
                  <a:pt x="1478014" y="106730"/>
                </a:cubicBezTo>
                <a:cubicBezTo>
                  <a:pt x="1478014" y="102147"/>
                  <a:pt x="1479057" y="97961"/>
                  <a:pt x="1481143" y="94171"/>
                </a:cubicBezTo>
                <a:cubicBezTo>
                  <a:pt x="1483229" y="90381"/>
                  <a:pt x="1485961" y="87341"/>
                  <a:pt x="1489339" y="85049"/>
                </a:cubicBezTo>
                <a:cubicBezTo>
                  <a:pt x="1492718" y="82758"/>
                  <a:pt x="1496522" y="81025"/>
                  <a:pt x="1500753" y="79849"/>
                </a:cubicBezTo>
                <a:cubicBezTo>
                  <a:pt x="1503867" y="79027"/>
                  <a:pt x="1508567" y="78234"/>
                  <a:pt x="1514854" y="77470"/>
                </a:cubicBezTo>
                <a:cubicBezTo>
                  <a:pt x="1527663" y="75942"/>
                  <a:pt x="1537093" y="74121"/>
                  <a:pt x="1543145" y="72006"/>
                </a:cubicBezTo>
                <a:cubicBezTo>
                  <a:pt x="1543204" y="69832"/>
                  <a:pt x="1543233" y="68451"/>
                  <a:pt x="1543233" y="67863"/>
                </a:cubicBezTo>
                <a:cubicBezTo>
                  <a:pt x="1543233" y="61400"/>
                  <a:pt x="1541735" y="56846"/>
                  <a:pt x="1538739" y="54202"/>
                </a:cubicBezTo>
                <a:cubicBezTo>
                  <a:pt x="1534684" y="50618"/>
                  <a:pt x="1528662" y="48826"/>
                  <a:pt x="1520671" y="48826"/>
                </a:cubicBezTo>
                <a:cubicBezTo>
                  <a:pt x="1513209" y="48826"/>
                  <a:pt x="1507701" y="50134"/>
                  <a:pt x="1504146" y="52748"/>
                </a:cubicBezTo>
                <a:cubicBezTo>
                  <a:pt x="1500591" y="55363"/>
                  <a:pt x="1497962" y="59990"/>
                  <a:pt x="1496258" y="66629"/>
                </a:cubicBezTo>
                <a:lnTo>
                  <a:pt x="1480746" y="64514"/>
                </a:lnTo>
                <a:cubicBezTo>
                  <a:pt x="1482156" y="57875"/>
                  <a:pt x="1484477" y="52513"/>
                  <a:pt x="1487709" y="48430"/>
                </a:cubicBezTo>
                <a:cubicBezTo>
                  <a:pt x="1490940" y="44346"/>
                  <a:pt x="1495612" y="41203"/>
                  <a:pt x="1501722" y="38999"/>
                </a:cubicBezTo>
                <a:cubicBezTo>
                  <a:pt x="1507833" y="36796"/>
                  <a:pt x="1514913" y="35694"/>
                  <a:pt x="1522963" y="35694"/>
                </a:cubicBezTo>
                <a:cubicBezTo>
                  <a:pt x="1530953" y="35694"/>
                  <a:pt x="1537446" y="36634"/>
                  <a:pt x="1542440" y="38515"/>
                </a:cubicBezTo>
                <a:cubicBezTo>
                  <a:pt x="1547434" y="40395"/>
                  <a:pt x="1551107" y="42760"/>
                  <a:pt x="1553457" y="45609"/>
                </a:cubicBezTo>
                <a:cubicBezTo>
                  <a:pt x="1555807" y="48459"/>
                  <a:pt x="1557452" y="52058"/>
                  <a:pt x="1558392" y="56406"/>
                </a:cubicBezTo>
                <a:cubicBezTo>
                  <a:pt x="1558921" y="59109"/>
                  <a:pt x="1559186" y="63985"/>
                  <a:pt x="1559186" y="71036"/>
                </a:cubicBezTo>
                <a:lnTo>
                  <a:pt x="1559186" y="92188"/>
                </a:lnTo>
                <a:cubicBezTo>
                  <a:pt x="1559186" y="106936"/>
                  <a:pt x="1559523" y="116264"/>
                  <a:pt x="1560199" y="120171"/>
                </a:cubicBezTo>
                <a:cubicBezTo>
                  <a:pt x="1560875" y="124078"/>
                  <a:pt x="1562212" y="127824"/>
                  <a:pt x="1564209" y="131408"/>
                </a:cubicBezTo>
                <a:lnTo>
                  <a:pt x="1547640" y="131408"/>
                </a:lnTo>
                <a:cubicBezTo>
                  <a:pt x="1545995" y="128118"/>
                  <a:pt x="1544937" y="124269"/>
                  <a:pt x="1544467" y="119862"/>
                </a:cubicBezTo>
                <a:moveTo>
                  <a:pt x="1543145" y="84432"/>
                </a:moveTo>
                <a:cubicBezTo>
                  <a:pt x="1537387" y="86783"/>
                  <a:pt x="1528750" y="88780"/>
                  <a:pt x="1517234" y="90426"/>
                </a:cubicBezTo>
                <a:cubicBezTo>
                  <a:pt x="1510712" y="91366"/>
                  <a:pt x="1506100" y="92423"/>
                  <a:pt x="1503397" y="93598"/>
                </a:cubicBezTo>
                <a:cubicBezTo>
                  <a:pt x="1500694" y="94773"/>
                  <a:pt x="1498608" y="96492"/>
                  <a:pt x="1497139" y="98754"/>
                </a:cubicBezTo>
                <a:cubicBezTo>
                  <a:pt x="1495670" y="101016"/>
                  <a:pt x="1494936" y="103528"/>
                  <a:pt x="1494936" y="106290"/>
                </a:cubicBezTo>
                <a:cubicBezTo>
                  <a:pt x="1494936" y="110520"/>
                  <a:pt x="1496537" y="114045"/>
                  <a:pt x="1499739" y="116866"/>
                </a:cubicBezTo>
                <a:cubicBezTo>
                  <a:pt x="1502941" y="119686"/>
                  <a:pt x="1507627" y="121096"/>
                  <a:pt x="1513797" y="121096"/>
                </a:cubicBezTo>
                <a:cubicBezTo>
                  <a:pt x="1519907" y="121096"/>
                  <a:pt x="1525342" y="119759"/>
                  <a:pt x="1530101" y="117086"/>
                </a:cubicBezTo>
                <a:cubicBezTo>
                  <a:pt x="1534861" y="114413"/>
                  <a:pt x="1538357" y="110755"/>
                  <a:pt x="1540589" y="106113"/>
                </a:cubicBezTo>
                <a:cubicBezTo>
                  <a:pt x="1542293" y="102529"/>
                  <a:pt x="1543145" y="97241"/>
                  <a:pt x="1543145" y="90249"/>
                </a:cubicBezTo>
                <a:lnTo>
                  <a:pt x="1543145" y="84432"/>
                </a:lnTo>
                <a:close/>
                <a:moveTo>
                  <a:pt x="1583314" y="167278"/>
                </a:moveTo>
                <a:lnTo>
                  <a:pt x="1583314" y="37810"/>
                </a:lnTo>
                <a:lnTo>
                  <a:pt x="1597768" y="37810"/>
                </a:lnTo>
                <a:lnTo>
                  <a:pt x="1597768" y="49972"/>
                </a:lnTo>
                <a:cubicBezTo>
                  <a:pt x="1601176" y="45213"/>
                  <a:pt x="1605025" y="41643"/>
                  <a:pt x="1609314" y="39264"/>
                </a:cubicBezTo>
                <a:cubicBezTo>
                  <a:pt x="1613603" y="36884"/>
                  <a:pt x="1618803" y="35694"/>
                  <a:pt x="1624914" y="35694"/>
                </a:cubicBezTo>
                <a:cubicBezTo>
                  <a:pt x="1632904" y="35694"/>
                  <a:pt x="1639955" y="37751"/>
                  <a:pt x="1646066" y="41864"/>
                </a:cubicBezTo>
                <a:cubicBezTo>
                  <a:pt x="1652176" y="45977"/>
                  <a:pt x="1656789" y="51779"/>
                  <a:pt x="1659903" y="59270"/>
                </a:cubicBezTo>
                <a:cubicBezTo>
                  <a:pt x="1663017" y="66762"/>
                  <a:pt x="1664574" y="74973"/>
                  <a:pt x="1664574" y="83904"/>
                </a:cubicBezTo>
                <a:cubicBezTo>
                  <a:pt x="1664574" y="93481"/>
                  <a:pt x="1662855" y="102103"/>
                  <a:pt x="1659418" y="109771"/>
                </a:cubicBezTo>
                <a:cubicBezTo>
                  <a:pt x="1655981" y="117439"/>
                  <a:pt x="1650986" y="123314"/>
                  <a:pt x="1644435" y="127398"/>
                </a:cubicBezTo>
                <a:cubicBezTo>
                  <a:pt x="1637884" y="131481"/>
                  <a:pt x="1630995" y="133523"/>
                  <a:pt x="1623768" y="133523"/>
                </a:cubicBezTo>
                <a:cubicBezTo>
                  <a:pt x="1618480" y="133523"/>
                  <a:pt x="1613735" y="132407"/>
                  <a:pt x="1609534" y="130174"/>
                </a:cubicBezTo>
                <a:cubicBezTo>
                  <a:pt x="1605333" y="127941"/>
                  <a:pt x="1601881" y="125121"/>
                  <a:pt x="1599178" y="121713"/>
                </a:cubicBezTo>
                <a:lnTo>
                  <a:pt x="1599178" y="167278"/>
                </a:lnTo>
                <a:lnTo>
                  <a:pt x="1583314" y="167278"/>
                </a:lnTo>
                <a:moveTo>
                  <a:pt x="1597680" y="85138"/>
                </a:moveTo>
                <a:cubicBezTo>
                  <a:pt x="1597680" y="97182"/>
                  <a:pt x="1600118" y="106084"/>
                  <a:pt x="1604995" y="111842"/>
                </a:cubicBezTo>
                <a:cubicBezTo>
                  <a:pt x="1609872" y="117600"/>
                  <a:pt x="1615777" y="120479"/>
                  <a:pt x="1622710" y="120479"/>
                </a:cubicBezTo>
                <a:cubicBezTo>
                  <a:pt x="1629761" y="120479"/>
                  <a:pt x="1635798" y="117497"/>
                  <a:pt x="1640822" y="111534"/>
                </a:cubicBezTo>
                <a:cubicBezTo>
                  <a:pt x="1645845" y="105570"/>
                  <a:pt x="1648357" y="96331"/>
                  <a:pt x="1648357" y="83815"/>
                </a:cubicBezTo>
                <a:cubicBezTo>
                  <a:pt x="1648357" y="71888"/>
                  <a:pt x="1645904" y="62957"/>
                  <a:pt x="1640998" y="57023"/>
                </a:cubicBezTo>
                <a:cubicBezTo>
                  <a:pt x="1636092" y="51088"/>
                  <a:pt x="1630231" y="48121"/>
                  <a:pt x="1623415" y="48121"/>
                </a:cubicBezTo>
                <a:cubicBezTo>
                  <a:pt x="1616658" y="48121"/>
                  <a:pt x="1610680" y="51279"/>
                  <a:pt x="1605480" y="57596"/>
                </a:cubicBezTo>
                <a:cubicBezTo>
                  <a:pt x="1600280" y="63912"/>
                  <a:pt x="1597680" y="73093"/>
                  <a:pt x="1597680" y="85138"/>
                </a:cubicBezTo>
                <a:close/>
                <a:moveTo>
                  <a:pt x="1676893" y="103469"/>
                </a:moveTo>
                <a:lnTo>
                  <a:pt x="1692581" y="101002"/>
                </a:lnTo>
                <a:cubicBezTo>
                  <a:pt x="1693462" y="107289"/>
                  <a:pt x="1695915" y="112107"/>
                  <a:pt x="1699940" y="115456"/>
                </a:cubicBezTo>
                <a:cubicBezTo>
                  <a:pt x="1703965" y="118805"/>
                  <a:pt x="1709591" y="120479"/>
                  <a:pt x="1716818" y="120479"/>
                </a:cubicBezTo>
                <a:cubicBezTo>
                  <a:pt x="1724103" y="120479"/>
                  <a:pt x="1729509" y="118996"/>
                  <a:pt x="1733034" y="116028"/>
                </a:cubicBezTo>
                <a:cubicBezTo>
                  <a:pt x="1736560" y="113061"/>
                  <a:pt x="1738322" y="109580"/>
                  <a:pt x="1738322" y="105585"/>
                </a:cubicBezTo>
                <a:cubicBezTo>
                  <a:pt x="1738322" y="102000"/>
                  <a:pt x="1736765" y="99180"/>
                  <a:pt x="1733651" y="97124"/>
                </a:cubicBezTo>
                <a:cubicBezTo>
                  <a:pt x="1731477" y="95714"/>
                  <a:pt x="1726072" y="93922"/>
                  <a:pt x="1717434" y="91748"/>
                </a:cubicBezTo>
                <a:cubicBezTo>
                  <a:pt x="1705801" y="88810"/>
                  <a:pt x="1697736" y="86269"/>
                  <a:pt x="1693242" y="84124"/>
                </a:cubicBezTo>
                <a:cubicBezTo>
                  <a:pt x="1688747" y="81979"/>
                  <a:pt x="1685339" y="79012"/>
                  <a:pt x="1683018" y="75222"/>
                </a:cubicBezTo>
                <a:cubicBezTo>
                  <a:pt x="1680697" y="71433"/>
                  <a:pt x="1679537" y="67246"/>
                  <a:pt x="1679537" y="62663"/>
                </a:cubicBezTo>
                <a:cubicBezTo>
                  <a:pt x="1679537" y="58492"/>
                  <a:pt x="1680492" y="54628"/>
                  <a:pt x="1682401" y="51074"/>
                </a:cubicBezTo>
                <a:cubicBezTo>
                  <a:pt x="1684311" y="47519"/>
                  <a:pt x="1686911" y="44566"/>
                  <a:pt x="1690201" y="42216"/>
                </a:cubicBezTo>
                <a:cubicBezTo>
                  <a:pt x="1692669" y="40395"/>
                  <a:pt x="1696033" y="38852"/>
                  <a:pt x="1700292" y="37589"/>
                </a:cubicBezTo>
                <a:cubicBezTo>
                  <a:pt x="1704552" y="36326"/>
                  <a:pt x="1709120" y="35694"/>
                  <a:pt x="1713997" y="35694"/>
                </a:cubicBezTo>
                <a:cubicBezTo>
                  <a:pt x="1721342" y="35694"/>
                  <a:pt x="1727790" y="36752"/>
                  <a:pt x="1733343" y="38867"/>
                </a:cubicBezTo>
                <a:cubicBezTo>
                  <a:pt x="1738895" y="40982"/>
                  <a:pt x="1742993" y="43847"/>
                  <a:pt x="1745637" y="47460"/>
                </a:cubicBezTo>
                <a:cubicBezTo>
                  <a:pt x="1748281" y="51074"/>
                  <a:pt x="1750103" y="55906"/>
                  <a:pt x="1751102" y="61958"/>
                </a:cubicBezTo>
                <a:lnTo>
                  <a:pt x="1735590" y="64073"/>
                </a:lnTo>
                <a:cubicBezTo>
                  <a:pt x="1734885" y="59255"/>
                  <a:pt x="1732843" y="55495"/>
                  <a:pt x="1729465" y="52792"/>
                </a:cubicBezTo>
                <a:cubicBezTo>
                  <a:pt x="1726086" y="50090"/>
                  <a:pt x="1721312" y="48738"/>
                  <a:pt x="1715143" y="48738"/>
                </a:cubicBezTo>
                <a:cubicBezTo>
                  <a:pt x="1707857" y="48738"/>
                  <a:pt x="1702657" y="49943"/>
                  <a:pt x="1699543" y="52352"/>
                </a:cubicBezTo>
                <a:cubicBezTo>
                  <a:pt x="1696429" y="54761"/>
                  <a:pt x="1694872" y="57581"/>
                  <a:pt x="1694872" y="60813"/>
                </a:cubicBezTo>
                <a:cubicBezTo>
                  <a:pt x="1694872" y="62869"/>
                  <a:pt x="1695518" y="64720"/>
                  <a:pt x="1696811" y="66365"/>
                </a:cubicBezTo>
                <a:cubicBezTo>
                  <a:pt x="1698104" y="68069"/>
                  <a:pt x="1700131" y="69479"/>
                  <a:pt x="1702892" y="70595"/>
                </a:cubicBezTo>
                <a:cubicBezTo>
                  <a:pt x="1704479" y="71183"/>
                  <a:pt x="1709150" y="72534"/>
                  <a:pt x="1716906" y="74650"/>
                </a:cubicBezTo>
                <a:cubicBezTo>
                  <a:pt x="1728128" y="77646"/>
                  <a:pt x="1735957" y="80099"/>
                  <a:pt x="1740393" y="82009"/>
                </a:cubicBezTo>
                <a:cubicBezTo>
                  <a:pt x="1744829" y="83918"/>
                  <a:pt x="1748311" y="86695"/>
                  <a:pt x="1750837" y="90337"/>
                </a:cubicBezTo>
                <a:cubicBezTo>
                  <a:pt x="1753364" y="93980"/>
                  <a:pt x="1754627" y="98505"/>
                  <a:pt x="1754627" y="103910"/>
                </a:cubicBezTo>
                <a:cubicBezTo>
                  <a:pt x="1754627" y="109198"/>
                  <a:pt x="1753085" y="114178"/>
                  <a:pt x="1750000" y="118849"/>
                </a:cubicBezTo>
                <a:cubicBezTo>
                  <a:pt x="1746915" y="123520"/>
                  <a:pt x="1742465" y="127133"/>
                  <a:pt x="1736648" y="129689"/>
                </a:cubicBezTo>
                <a:cubicBezTo>
                  <a:pt x="1730831" y="132245"/>
                  <a:pt x="1724250" y="133523"/>
                  <a:pt x="1716906" y="133523"/>
                </a:cubicBezTo>
                <a:cubicBezTo>
                  <a:pt x="1704743" y="133523"/>
                  <a:pt x="1695474" y="130997"/>
                  <a:pt x="1689099" y="125944"/>
                </a:cubicBezTo>
                <a:cubicBezTo>
                  <a:pt x="1682724" y="120891"/>
                  <a:pt x="1678655" y="113399"/>
                  <a:pt x="1676893" y="1034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N">
            <a:extLst xmlns:a="http://schemas.openxmlformats.org/drawingml/2006/main">
              <a:ext uri="{FF2B5EF4-FFF2-40B4-BE49-F238E27FC236}">
                <a16:creationId xmlns:a16="http://schemas.microsoft.com/office/drawing/2014/main" id="{0858C7C7-9FD4-411D-AE1B-98CFD9CF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" y="4072585"/>
            <a:ext cx="129205" cy="129557"/>
          </a:xfrm>
          <a:custGeom xmlns:a="http://schemas.openxmlformats.org/drawingml/2006/main">
            <a:pathLst>
              <a:path w="129205" h="129557">
                <a:moveTo>
                  <a:pt x="129205" y="26969"/>
                </a:moveTo>
                <a:lnTo>
                  <a:pt x="129205" y="51735"/>
                </a:lnTo>
                <a:lnTo>
                  <a:pt x="42392" y="86636"/>
                </a:lnTo>
                <a:lnTo>
                  <a:pt x="129205" y="104791"/>
                </a:lnTo>
                <a:lnTo>
                  <a:pt x="129205" y="129557"/>
                </a:lnTo>
                <a:lnTo>
                  <a:pt x="0" y="102588"/>
                </a:lnTo>
                <a:lnTo>
                  <a:pt x="0" y="77734"/>
                </a:lnTo>
                <a:lnTo>
                  <a:pt x="86460" y="42745"/>
                </a:lnTo>
                <a:lnTo>
                  <a:pt x="0" y="24678"/>
                </a:lnTo>
                <a:lnTo>
                  <a:pt x="0" y="0"/>
                </a:lnTo>
                <a:lnTo>
                  <a:pt x="129205" y="26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o">
            <a:extLst xmlns:a="http://schemas.openxmlformats.org/drawingml/2006/main">
              <a:ext uri="{FF2B5EF4-FFF2-40B4-BE49-F238E27FC236}">
                <a16:creationId xmlns:a16="http://schemas.microsoft.com/office/drawing/2014/main" id="{8F15E159-CC2E-49C1-93E2-329C70EE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1" y="3971573"/>
            <a:ext cx="98005" cy="97212"/>
          </a:xfrm>
          <a:custGeom xmlns:a="http://schemas.openxmlformats.org/drawingml/2006/main">
            <a:pathLst>
              <a:path w="98005" h="97212">
                <a:moveTo>
                  <a:pt x="56935" y="97212"/>
                </a:moveTo>
                <a:cubicBezTo>
                  <a:pt x="39602" y="97212"/>
                  <a:pt x="25779" y="92320"/>
                  <a:pt x="15468" y="82538"/>
                </a:cubicBezTo>
                <a:cubicBezTo>
                  <a:pt x="5156" y="72755"/>
                  <a:pt x="0" y="59902"/>
                  <a:pt x="0" y="43979"/>
                </a:cubicBezTo>
                <a:cubicBezTo>
                  <a:pt x="0" y="30171"/>
                  <a:pt x="3804" y="19389"/>
                  <a:pt x="11413" y="11634"/>
                </a:cubicBezTo>
                <a:cubicBezTo>
                  <a:pt x="19022" y="3878"/>
                  <a:pt x="29261" y="0"/>
                  <a:pt x="42128" y="0"/>
                </a:cubicBezTo>
                <a:cubicBezTo>
                  <a:pt x="57287" y="0"/>
                  <a:pt x="70390" y="4847"/>
                  <a:pt x="81436" y="14542"/>
                </a:cubicBezTo>
                <a:cubicBezTo>
                  <a:pt x="92482" y="24237"/>
                  <a:pt x="98005" y="37222"/>
                  <a:pt x="98005" y="53497"/>
                </a:cubicBezTo>
                <a:cubicBezTo>
                  <a:pt x="98005" y="62311"/>
                  <a:pt x="96242" y="70125"/>
                  <a:pt x="92717" y="76941"/>
                </a:cubicBezTo>
                <a:cubicBezTo>
                  <a:pt x="89192" y="83757"/>
                  <a:pt x="84197" y="88839"/>
                  <a:pt x="77734" y="92188"/>
                </a:cubicBezTo>
                <a:cubicBezTo>
                  <a:pt x="71271" y="95537"/>
                  <a:pt x="64338" y="97212"/>
                  <a:pt x="56935" y="97212"/>
                </a:cubicBezTo>
                <a:moveTo>
                  <a:pt x="38867" y="25118"/>
                </a:moveTo>
                <a:cubicBezTo>
                  <a:pt x="32874" y="25118"/>
                  <a:pt x="28071" y="26866"/>
                  <a:pt x="24457" y="30362"/>
                </a:cubicBezTo>
                <a:cubicBezTo>
                  <a:pt x="20844" y="33858"/>
                  <a:pt x="19037" y="38368"/>
                  <a:pt x="19037" y="43891"/>
                </a:cubicBezTo>
                <a:cubicBezTo>
                  <a:pt x="19037" y="49355"/>
                  <a:pt x="20726" y="54202"/>
                  <a:pt x="24105" y="58433"/>
                </a:cubicBezTo>
                <a:cubicBezTo>
                  <a:pt x="27483" y="62663"/>
                  <a:pt x="32389" y="65954"/>
                  <a:pt x="38823" y="68304"/>
                </a:cubicBezTo>
                <a:cubicBezTo>
                  <a:pt x="45257" y="70654"/>
                  <a:pt x="51177" y="71829"/>
                  <a:pt x="56582" y="71829"/>
                </a:cubicBezTo>
                <a:cubicBezTo>
                  <a:pt x="63280" y="71829"/>
                  <a:pt x="68598" y="70008"/>
                  <a:pt x="72534" y="66365"/>
                </a:cubicBezTo>
                <a:cubicBezTo>
                  <a:pt x="76471" y="62722"/>
                  <a:pt x="78439" y="58139"/>
                  <a:pt x="78439" y="52616"/>
                </a:cubicBezTo>
                <a:cubicBezTo>
                  <a:pt x="78439" y="45683"/>
                  <a:pt x="75472" y="39866"/>
                  <a:pt x="69538" y="35165"/>
                </a:cubicBezTo>
                <a:cubicBezTo>
                  <a:pt x="61136" y="28467"/>
                  <a:pt x="50912" y="25118"/>
                  <a:pt x="38867" y="251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n">
            <a:extLst xmlns:a="http://schemas.openxmlformats.org/drawingml/2006/main">
              <a:ext uri="{FF2B5EF4-FFF2-40B4-BE49-F238E27FC236}">
                <a16:creationId xmlns:a16="http://schemas.microsoft.com/office/drawing/2014/main" id="{0A110EE2-5E83-499A-90B7-604E90E2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1" y="3863384"/>
            <a:ext cx="95802" cy="99151"/>
          </a:xfrm>
          <a:custGeom xmlns:a="http://schemas.openxmlformats.org/drawingml/2006/main">
            <a:pathLst>
              <a:path w="95802" h="99151">
                <a:moveTo>
                  <a:pt x="2203" y="79585"/>
                </a:moveTo>
                <a:lnTo>
                  <a:pt x="2203" y="55613"/>
                </a:lnTo>
                <a:lnTo>
                  <a:pt x="14366" y="58080"/>
                </a:lnTo>
                <a:cubicBezTo>
                  <a:pt x="9195" y="52087"/>
                  <a:pt x="5508" y="46491"/>
                  <a:pt x="3305" y="41291"/>
                </a:cubicBezTo>
                <a:cubicBezTo>
                  <a:pt x="1102" y="36091"/>
                  <a:pt x="0" y="30612"/>
                  <a:pt x="0" y="24854"/>
                </a:cubicBezTo>
                <a:cubicBezTo>
                  <a:pt x="0" y="17157"/>
                  <a:pt x="2203" y="11090"/>
                  <a:pt x="6610" y="6654"/>
                </a:cubicBezTo>
                <a:cubicBezTo>
                  <a:pt x="11017" y="2218"/>
                  <a:pt x="16863" y="0"/>
                  <a:pt x="24149" y="0"/>
                </a:cubicBezTo>
                <a:cubicBezTo>
                  <a:pt x="27439" y="0"/>
                  <a:pt x="33667" y="969"/>
                  <a:pt x="42833" y="2908"/>
                </a:cubicBezTo>
                <a:lnTo>
                  <a:pt x="95802" y="13925"/>
                </a:lnTo>
                <a:lnTo>
                  <a:pt x="95802" y="39220"/>
                </a:lnTo>
                <a:lnTo>
                  <a:pt x="42657" y="28115"/>
                </a:lnTo>
                <a:cubicBezTo>
                  <a:pt x="34725" y="26470"/>
                  <a:pt x="29995" y="25647"/>
                  <a:pt x="28467" y="25647"/>
                </a:cubicBezTo>
                <a:cubicBezTo>
                  <a:pt x="25236" y="25647"/>
                  <a:pt x="22695" y="26602"/>
                  <a:pt x="20844" y="28511"/>
                </a:cubicBezTo>
                <a:cubicBezTo>
                  <a:pt x="18993" y="30421"/>
                  <a:pt x="18067" y="33080"/>
                  <a:pt x="18067" y="36487"/>
                </a:cubicBezTo>
                <a:cubicBezTo>
                  <a:pt x="18067" y="40189"/>
                  <a:pt x="19625" y="44302"/>
                  <a:pt x="22739" y="48826"/>
                </a:cubicBezTo>
                <a:cubicBezTo>
                  <a:pt x="25853" y="53350"/>
                  <a:pt x="29966" y="56905"/>
                  <a:pt x="35077" y="59490"/>
                </a:cubicBezTo>
                <a:cubicBezTo>
                  <a:pt x="38720" y="61371"/>
                  <a:pt x="46153" y="63486"/>
                  <a:pt x="57375" y="65836"/>
                </a:cubicBezTo>
                <a:lnTo>
                  <a:pt x="95802" y="73856"/>
                </a:lnTo>
                <a:lnTo>
                  <a:pt x="95802" y="99151"/>
                </a:lnTo>
                <a:lnTo>
                  <a:pt x="2203" y="795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-">
            <a:extLst xmlns:a="http://schemas.openxmlformats.org/drawingml/2006/main">
              <a:ext uri="{FF2B5EF4-FFF2-40B4-BE49-F238E27FC236}">
                <a16:creationId xmlns:a16="http://schemas.microsoft.com/office/drawing/2014/main" id="{58A82DE2-36A9-4AD6-95D0-E67D3EA8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87" y="3796340"/>
            <a:ext cx="24413" cy="54202"/>
          </a:xfrm>
          <a:custGeom xmlns:a="http://schemas.openxmlformats.org/drawingml/2006/main">
            <a:pathLst>
              <a:path w="24413" h="54202">
                <a:moveTo>
                  <a:pt x="0" y="49091"/>
                </a:moveTo>
                <a:lnTo>
                  <a:pt x="0" y="0"/>
                </a:lnTo>
                <a:lnTo>
                  <a:pt x="24413" y="5112"/>
                </a:lnTo>
                <a:lnTo>
                  <a:pt x="24413" y="54202"/>
                </a:lnTo>
                <a:lnTo>
                  <a:pt x="0" y="490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s">
            <a:extLst xmlns:a="http://schemas.openxmlformats.org/drawingml/2006/main">
              <a:ext uri="{FF2B5EF4-FFF2-40B4-BE49-F238E27FC236}">
                <a16:creationId xmlns:a16="http://schemas.microsoft.com/office/drawing/2014/main" id="{DF74E868-65EF-46CD-9D85-A91B5698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1" y="3699122"/>
            <a:ext cx="98005" cy="95625"/>
          </a:xfrm>
          <a:custGeom xmlns:a="http://schemas.openxmlformats.org/drawingml/2006/main">
            <a:pathLst>
              <a:path w="98005" h="95625">
                <a:moveTo>
                  <a:pt x="69626" y="95625"/>
                </a:moveTo>
                <a:lnTo>
                  <a:pt x="65748" y="71124"/>
                </a:lnTo>
                <a:cubicBezTo>
                  <a:pt x="70919" y="68950"/>
                  <a:pt x="74576" y="66247"/>
                  <a:pt x="76721" y="63016"/>
                </a:cubicBezTo>
                <a:cubicBezTo>
                  <a:pt x="78865" y="59784"/>
                  <a:pt x="79938" y="55378"/>
                  <a:pt x="79938" y="49796"/>
                </a:cubicBezTo>
                <a:cubicBezTo>
                  <a:pt x="79938" y="44038"/>
                  <a:pt x="78645" y="39425"/>
                  <a:pt x="76060" y="35959"/>
                </a:cubicBezTo>
                <a:cubicBezTo>
                  <a:pt x="74297" y="33550"/>
                  <a:pt x="72152" y="32345"/>
                  <a:pt x="69626" y="32345"/>
                </a:cubicBezTo>
                <a:cubicBezTo>
                  <a:pt x="67922" y="32345"/>
                  <a:pt x="66394" y="32962"/>
                  <a:pt x="65043" y="34196"/>
                </a:cubicBezTo>
                <a:cubicBezTo>
                  <a:pt x="63750" y="35489"/>
                  <a:pt x="62164" y="38985"/>
                  <a:pt x="60284" y="44684"/>
                </a:cubicBezTo>
                <a:cubicBezTo>
                  <a:pt x="55231" y="59961"/>
                  <a:pt x="51235" y="69420"/>
                  <a:pt x="48297" y="73063"/>
                </a:cubicBezTo>
                <a:cubicBezTo>
                  <a:pt x="43714" y="78762"/>
                  <a:pt x="37721" y="81612"/>
                  <a:pt x="30318" y="81612"/>
                </a:cubicBezTo>
                <a:cubicBezTo>
                  <a:pt x="22915" y="81612"/>
                  <a:pt x="16540" y="78851"/>
                  <a:pt x="11193" y="73328"/>
                </a:cubicBezTo>
                <a:cubicBezTo>
                  <a:pt x="3731" y="65630"/>
                  <a:pt x="0" y="54202"/>
                  <a:pt x="0" y="39043"/>
                </a:cubicBezTo>
                <a:cubicBezTo>
                  <a:pt x="0" y="26998"/>
                  <a:pt x="2203" y="17891"/>
                  <a:pt x="6610" y="11722"/>
                </a:cubicBezTo>
                <a:cubicBezTo>
                  <a:pt x="11017" y="5552"/>
                  <a:pt x="16980" y="1645"/>
                  <a:pt x="24501" y="0"/>
                </a:cubicBezTo>
                <a:lnTo>
                  <a:pt x="28555" y="23356"/>
                </a:lnTo>
                <a:cubicBezTo>
                  <a:pt x="25148" y="24589"/>
                  <a:pt x="22592" y="26587"/>
                  <a:pt x="20888" y="29349"/>
                </a:cubicBezTo>
                <a:cubicBezTo>
                  <a:pt x="18596" y="33109"/>
                  <a:pt x="17451" y="37633"/>
                  <a:pt x="17451" y="42921"/>
                </a:cubicBezTo>
                <a:cubicBezTo>
                  <a:pt x="17451" y="48209"/>
                  <a:pt x="18332" y="52014"/>
                  <a:pt x="20095" y="54335"/>
                </a:cubicBezTo>
                <a:cubicBezTo>
                  <a:pt x="21857" y="56656"/>
                  <a:pt x="23884" y="57816"/>
                  <a:pt x="26176" y="57816"/>
                </a:cubicBezTo>
                <a:cubicBezTo>
                  <a:pt x="28526" y="57816"/>
                  <a:pt x="30465" y="56641"/>
                  <a:pt x="31993" y="54291"/>
                </a:cubicBezTo>
                <a:cubicBezTo>
                  <a:pt x="32933" y="52822"/>
                  <a:pt x="34578" y="48092"/>
                  <a:pt x="36928" y="40101"/>
                </a:cubicBezTo>
                <a:cubicBezTo>
                  <a:pt x="40512" y="27762"/>
                  <a:pt x="44038" y="19507"/>
                  <a:pt x="47504" y="15335"/>
                </a:cubicBezTo>
                <a:cubicBezTo>
                  <a:pt x="52381" y="9460"/>
                  <a:pt x="58257" y="6522"/>
                  <a:pt x="65131" y="6522"/>
                </a:cubicBezTo>
                <a:cubicBezTo>
                  <a:pt x="74003" y="6522"/>
                  <a:pt x="81700" y="10253"/>
                  <a:pt x="88222" y="17715"/>
                </a:cubicBezTo>
                <a:cubicBezTo>
                  <a:pt x="94744" y="25177"/>
                  <a:pt x="98005" y="35694"/>
                  <a:pt x="98005" y="49267"/>
                </a:cubicBezTo>
                <a:cubicBezTo>
                  <a:pt x="98005" y="62781"/>
                  <a:pt x="95523" y="73225"/>
                  <a:pt x="90558" y="80599"/>
                </a:cubicBezTo>
                <a:cubicBezTo>
                  <a:pt x="85593" y="87972"/>
                  <a:pt x="78616" y="92981"/>
                  <a:pt x="69626" y="956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e">
            <a:extLst xmlns:a="http://schemas.openxmlformats.org/drawingml/2006/main">
              <a:ext uri="{FF2B5EF4-FFF2-40B4-BE49-F238E27FC236}">
                <a16:creationId xmlns:a16="http://schemas.microsoft.com/office/drawing/2014/main" id="{00715099-CFE6-43CB-B7CD-80108B09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1" y="3598669"/>
            <a:ext cx="98005" cy="89632"/>
          </a:xfrm>
          <a:custGeom xmlns:a="http://schemas.openxmlformats.org/drawingml/2006/main">
            <a:pathLst>
              <a:path w="98005" h="89632">
                <a:moveTo>
                  <a:pt x="56846" y="1763"/>
                </a:moveTo>
                <a:lnTo>
                  <a:pt x="56846" y="65219"/>
                </a:lnTo>
                <a:cubicBezTo>
                  <a:pt x="57845" y="65278"/>
                  <a:pt x="58609" y="65307"/>
                  <a:pt x="59138" y="65307"/>
                </a:cubicBezTo>
                <a:cubicBezTo>
                  <a:pt x="65366" y="65307"/>
                  <a:pt x="70390" y="63530"/>
                  <a:pt x="74209" y="59975"/>
                </a:cubicBezTo>
                <a:cubicBezTo>
                  <a:pt x="78028" y="56420"/>
                  <a:pt x="79938" y="52087"/>
                  <a:pt x="79938" y="46975"/>
                </a:cubicBezTo>
                <a:cubicBezTo>
                  <a:pt x="79938" y="38573"/>
                  <a:pt x="75590" y="32022"/>
                  <a:pt x="66894" y="27322"/>
                </a:cubicBezTo>
                <a:lnTo>
                  <a:pt x="70684" y="4671"/>
                </a:lnTo>
                <a:cubicBezTo>
                  <a:pt x="79791" y="9078"/>
                  <a:pt x="86621" y="14968"/>
                  <a:pt x="91175" y="22342"/>
                </a:cubicBezTo>
                <a:cubicBezTo>
                  <a:pt x="95728" y="29716"/>
                  <a:pt x="98005" y="37986"/>
                  <a:pt x="98005" y="47152"/>
                </a:cubicBezTo>
                <a:cubicBezTo>
                  <a:pt x="98005" y="59726"/>
                  <a:pt x="94024" y="69949"/>
                  <a:pt x="86063" y="77822"/>
                </a:cubicBezTo>
                <a:cubicBezTo>
                  <a:pt x="78101" y="85696"/>
                  <a:pt x="67569" y="89632"/>
                  <a:pt x="54467" y="89632"/>
                </a:cubicBezTo>
                <a:cubicBezTo>
                  <a:pt x="41658" y="89632"/>
                  <a:pt x="30259" y="86078"/>
                  <a:pt x="20271" y="78968"/>
                </a:cubicBezTo>
                <a:cubicBezTo>
                  <a:pt x="6757" y="69273"/>
                  <a:pt x="0" y="55436"/>
                  <a:pt x="0" y="37457"/>
                </a:cubicBezTo>
                <a:cubicBezTo>
                  <a:pt x="0" y="26000"/>
                  <a:pt x="3540" y="16892"/>
                  <a:pt x="10620" y="10135"/>
                </a:cubicBezTo>
                <a:cubicBezTo>
                  <a:pt x="17700" y="3378"/>
                  <a:pt x="27615" y="0"/>
                  <a:pt x="40365" y="0"/>
                </a:cubicBezTo>
                <a:cubicBezTo>
                  <a:pt x="46476" y="0"/>
                  <a:pt x="51970" y="588"/>
                  <a:pt x="56846" y="1763"/>
                </a:cubicBezTo>
                <a:moveTo>
                  <a:pt x="41423" y="23091"/>
                </a:moveTo>
                <a:cubicBezTo>
                  <a:pt x="40307" y="23032"/>
                  <a:pt x="39455" y="23003"/>
                  <a:pt x="38867" y="23003"/>
                </a:cubicBezTo>
                <a:cubicBezTo>
                  <a:pt x="31934" y="23003"/>
                  <a:pt x="26734" y="24560"/>
                  <a:pt x="23267" y="27674"/>
                </a:cubicBezTo>
                <a:cubicBezTo>
                  <a:pt x="19801" y="30788"/>
                  <a:pt x="18067" y="34960"/>
                  <a:pt x="18067" y="40189"/>
                </a:cubicBezTo>
                <a:cubicBezTo>
                  <a:pt x="18067" y="45418"/>
                  <a:pt x="20036" y="50104"/>
                  <a:pt x="23972" y="54247"/>
                </a:cubicBezTo>
                <a:cubicBezTo>
                  <a:pt x="27909" y="58389"/>
                  <a:pt x="33726" y="61194"/>
                  <a:pt x="41423" y="62663"/>
                </a:cubicBezTo>
                <a:lnTo>
                  <a:pt x="41423" y="230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m">
            <a:extLst xmlns:a="http://schemas.openxmlformats.org/drawingml/2006/main">
              <a:ext uri="{FF2B5EF4-FFF2-40B4-BE49-F238E27FC236}">
                <a16:creationId xmlns:a16="http://schemas.microsoft.com/office/drawing/2014/main" id="{2CC4BD91-3C4D-4758-BF88-9FE2C8BB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1" y="3442075"/>
            <a:ext cx="95802" cy="150357"/>
          </a:xfrm>
          <a:custGeom xmlns:a="http://schemas.openxmlformats.org/drawingml/2006/main">
            <a:pathLst>
              <a:path w="95802" h="150357">
                <a:moveTo>
                  <a:pt x="2203" y="130791"/>
                </a:moveTo>
                <a:lnTo>
                  <a:pt x="2203" y="106995"/>
                </a:lnTo>
                <a:lnTo>
                  <a:pt x="13573" y="109374"/>
                </a:lnTo>
                <a:cubicBezTo>
                  <a:pt x="4524" y="100091"/>
                  <a:pt x="0" y="90337"/>
                  <a:pt x="0" y="80114"/>
                </a:cubicBezTo>
                <a:cubicBezTo>
                  <a:pt x="0" y="73063"/>
                  <a:pt x="1469" y="67628"/>
                  <a:pt x="4407" y="63809"/>
                </a:cubicBezTo>
                <a:cubicBezTo>
                  <a:pt x="7344" y="59990"/>
                  <a:pt x="11399" y="57552"/>
                  <a:pt x="16569" y="56494"/>
                </a:cubicBezTo>
                <a:cubicBezTo>
                  <a:pt x="11869" y="53262"/>
                  <a:pt x="7932" y="48621"/>
                  <a:pt x="4759" y="42569"/>
                </a:cubicBezTo>
                <a:cubicBezTo>
                  <a:pt x="1586" y="36517"/>
                  <a:pt x="0" y="30230"/>
                  <a:pt x="0" y="23708"/>
                </a:cubicBezTo>
                <a:cubicBezTo>
                  <a:pt x="0" y="16246"/>
                  <a:pt x="1998" y="10429"/>
                  <a:pt x="5993" y="6258"/>
                </a:cubicBezTo>
                <a:cubicBezTo>
                  <a:pt x="9989" y="2086"/>
                  <a:pt x="15277" y="0"/>
                  <a:pt x="21857" y="0"/>
                </a:cubicBezTo>
                <a:cubicBezTo>
                  <a:pt x="25089" y="0"/>
                  <a:pt x="30671" y="823"/>
                  <a:pt x="38603" y="2468"/>
                </a:cubicBezTo>
                <a:lnTo>
                  <a:pt x="95802" y="14454"/>
                </a:lnTo>
                <a:lnTo>
                  <a:pt x="95802" y="39748"/>
                </a:lnTo>
                <a:lnTo>
                  <a:pt x="38603" y="27762"/>
                </a:lnTo>
                <a:cubicBezTo>
                  <a:pt x="31434" y="26293"/>
                  <a:pt x="27380" y="25559"/>
                  <a:pt x="26440" y="25559"/>
                </a:cubicBezTo>
                <a:cubicBezTo>
                  <a:pt x="23855" y="25559"/>
                  <a:pt x="21813" y="26337"/>
                  <a:pt x="20315" y="27894"/>
                </a:cubicBezTo>
                <a:cubicBezTo>
                  <a:pt x="18817" y="29451"/>
                  <a:pt x="18067" y="31787"/>
                  <a:pt x="18067" y="34901"/>
                </a:cubicBezTo>
                <a:cubicBezTo>
                  <a:pt x="18067" y="41188"/>
                  <a:pt x="21387" y="46799"/>
                  <a:pt x="28027" y="51735"/>
                </a:cubicBezTo>
                <a:cubicBezTo>
                  <a:pt x="32786" y="55319"/>
                  <a:pt x="41217" y="58374"/>
                  <a:pt x="53321" y="60901"/>
                </a:cubicBezTo>
                <a:lnTo>
                  <a:pt x="95802" y="69802"/>
                </a:lnTo>
                <a:lnTo>
                  <a:pt x="95802" y="95097"/>
                </a:lnTo>
                <a:lnTo>
                  <a:pt x="39220" y="83287"/>
                </a:lnTo>
                <a:cubicBezTo>
                  <a:pt x="32698" y="81935"/>
                  <a:pt x="28467" y="81260"/>
                  <a:pt x="26528" y="81260"/>
                </a:cubicBezTo>
                <a:cubicBezTo>
                  <a:pt x="24061" y="81260"/>
                  <a:pt x="22034" y="82097"/>
                  <a:pt x="20447" y="83771"/>
                </a:cubicBezTo>
                <a:cubicBezTo>
                  <a:pt x="18861" y="85446"/>
                  <a:pt x="18067" y="87752"/>
                  <a:pt x="18067" y="90690"/>
                </a:cubicBezTo>
                <a:cubicBezTo>
                  <a:pt x="18067" y="93451"/>
                  <a:pt x="18890" y="96301"/>
                  <a:pt x="20535" y="99239"/>
                </a:cubicBezTo>
                <a:cubicBezTo>
                  <a:pt x="22180" y="102177"/>
                  <a:pt x="24443" y="104747"/>
                  <a:pt x="27322" y="106951"/>
                </a:cubicBezTo>
                <a:cubicBezTo>
                  <a:pt x="30201" y="109154"/>
                  <a:pt x="33902" y="111049"/>
                  <a:pt x="38426" y="112635"/>
                </a:cubicBezTo>
                <a:cubicBezTo>
                  <a:pt x="40542" y="113340"/>
                  <a:pt x="45330" y="114486"/>
                  <a:pt x="52792" y="116073"/>
                </a:cubicBezTo>
                <a:lnTo>
                  <a:pt x="95802" y="125062"/>
                </a:lnTo>
                <a:lnTo>
                  <a:pt x="95802" y="150357"/>
                </a:lnTo>
                <a:lnTo>
                  <a:pt x="2203" y="1307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a">
            <a:extLst xmlns:a="http://schemas.openxmlformats.org/drawingml/2006/main">
              <a:ext uri="{FF2B5EF4-FFF2-40B4-BE49-F238E27FC236}">
                <a16:creationId xmlns:a16="http://schemas.microsoft.com/office/drawing/2014/main" id="{B9ED4987-234C-4653-89E0-54B1029E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1" y="3341510"/>
            <a:ext cx="98005" cy="88134"/>
          </a:xfrm>
          <a:custGeom xmlns:a="http://schemas.openxmlformats.org/drawingml/2006/main">
            <a:pathLst>
              <a:path w="98005" h="88134">
                <a:moveTo>
                  <a:pt x="28732" y="53321"/>
                </a:moveTo>
                <a:lnTo>
                  <a:pt x="26616" y="77999"/>
                </a:lnTo>
                <a:cubicBezTo>
                  <a:pt x="18273" y="75178"/>
                  <a:pt x="11751" y="70258"/>
                  <a:pt x="7051" y="63236"/>
                </a:cubicBezTo>
                <a:cubicBezTo>
                  <a:pt x="2350" y="56215"/>
                  <a:pt x="0" y="46917"/>
                  <a:pt x="0" y="35342"/>
                </a:cubicBezTo>
                <a:cubicBezTo>
                  <a:pt x="0" y="23297"/>
                  <a:pt x="2424" y="14395"/>
                  <a:pt x="7271" y="8637"/>
                </a:cubicBezTo>
                <a:cubicBezTo>
                  <a:pt x="12118" y="2879"/>
                  <a:pt x="18038" y="0"/>
                  <a:pt x="25030" y="0"/>
                </a:cubicBezTo>
                <a:cubicBezTo>
                  <a:pt x="27850" y="0"/>
                  <a:pt x="30847" y="250"/>
                  <a:pt x="34020" y="749"/>
                </a:cubicBezTo>
                <a:cubicBezTo>
                  <a:pt x="37193" y="1249"/>
                  <a:pt x="45536" y="2997"/>
                  <a:pt x="59050" y="5993"/>
                </a:cubicBezTo>
                <a:cubicBezTo>
                  <a:pt x="70213" y="8461"/>
                  <a:pt x="78028" y="9695"/>
                  <a:pt x="82493" y="9695"/>
                </a:cubicBezTo>
                <a:cubicBezTo>
                  <a:pt x="86489" y="9695"/>
                  <a:pt x="90925" y="8990"/>
                  <a:pt x="95802" y="7580"/>
                </a:cubicBezTo>
                <a:lnTo>
                  <a:pt x="95802" y="32169"/>
                </a:lnTo>
                <a:cubicBezTo>
                  <a:pt x="92394" y="33168"/>
                  <a:pt x="88869" y="33785"/>
                  <a:pt x="85226" y="34020"/>
                </a:cubicBezTo>
                <a:cubicBezTo>
                  <a:pt x="89339" y="37721"/>
                  <a:pt x="92497" y="41981"/>
                  <a:pt x="94700" y="46799"/>
                </a:cubicBezTo>
                <a:cubicBezTo>
                  <a:pt x="96903" y="51617"/>
                  <a:pt x="98005" y="56465"/>
                  <a:pt x="98005" y="61341"/>
                </a:cubicBezTo>
                <a:cubicBezTo>
                  <a:pt x="98005" y="69097"/>
                  <a:pt x="95464" y="75502"/>
                  <a:pt x="90381" y="80555"/>
                </a:cubicBezTo>
                <a:cubicBezTo>
                  <a:pt x="85299" y="85608"/>
                  <a:pt x="78762" y="88134"/>
                  <a:pt x="70772" y="88134"/>
                </a:cubicBezTo>
                <a:cubicBezTo>
                  <a:pt x="61841" y="88134"/>
                  <a:pt x="54702" y="85358"/>
                  <a:pt x="49355" y="79805"/>
                </a:cubicBezTo>
                <a:cubicBezTo>
                  <a:pt x="44008" y="74253"/>
                  <a:pt x="40777" y="64338"/>
                  <a:pt x="39660" y="50060"/>
                </a:cubicBezTo>
                <a:cubicBezTo>
                  <a:pt x="38661" y="38015"/>
                  <a:pt x="37457" y="29966"/>
                  <a:pt x="36047" y="25911"/>
                </a:cubicBezTo>
                <a:cubicBezTo>
                  <a:pt x="32521" y="24854"/>
                  <a:pt x="29701" y="24325"/>
                  <a:pt x="27586" y="24325"/>
                </a:cubicBezTo>
                <a:cubicBezTo>
                  <a:pt x="24883" y="24325"/>
                  <a:pt x="22621" y="25412"/>
                  <a:pt x="20800" y="27586"/>
                </a:cubicBezTo>
                <a:cubicBezTo>
                  <a:pt x="18978" y="29760"/>
                  <a:pt x="18067" y="32992"/>
                  <a:pt x="18067" y="37281"/>
                </a:cubicBezTo>
                <a:cubicBezTo>
                  <a:pt x="18067" y="41805"/>
                  <a:pt x="18993" y="45374"/>
                  <a:pt x="20844" y="47989"/>
                </a:cubicBezTo>
                <a:cubicBezTo>
                  <a:pt x="22695" y="50604"/>
                  <a:pt x="25324" y="52381"/>
                  <a:pt x="28732" y="53321"/>
                </a:cubicBezTo>
                <a:moveTo>
                  <a:pt x="52175" y="29261"/>
                </a:moveTo>
                <a:cubicBezTo>
                  <a:pt x="52587" y="30788"/>
                  <a:pt x="52969" y="32815"/>
                  <a:pt x="53321" y="35342"/>
                </a:cubicBezTo>
                <a:cubicBezTo>
                  <a:pt x="54849" y="48033"/>
                  <a:pt x="57081" y="56318"/>
                  <a:pt x="60019" y="60196"/>
                </a:cubicBezTo>
                <a:cubicBezTo>
                  <a:pt x="62135" y="62957"/>
                  <a:pt x="64984" y="64338"/>
                  <a:pt x="68568" y="64338"/>
                </a:cubicBezTo>
                <a:cubicBezTo>
                  <a:pt x="71506" y="64338"/>
                  <a:pt x="73989" y="63280"/>
                  <a:pt x="76016" y="61165"/>
                </a:cubicBezTo>
                <a:cubicBezTo>
                  <a:pt x="78043" y="59050"/>
                  <a:pt x="79056" y="56259"/>
                  <a:pt x="79056" y="52792"/>
                </a:cubicBezTo>
                <a:cubicBezTo>
                  <a:pt x="79056" y="48973"/>
                  <a:pt x="78131" y="45374"/>
                  <a:pt x="76280" y="41996"/>
                </a:cubicBezTo>
                <a:cubicBezTo>
                  <a:pt x="74429" y="38617"/>
                  <a:pt x="72050" y="36091"/>
                  <a:pt x="69141" y="34416"/>
                </a:cubicBezTo>
                <a:cubicBezTo>
                  <a:pt x="66233" y="32742"/>
                  <a:pt x="61694" y="31258"/>
                  <a:pt x="55524" y="29966"/>
                </a:cubicBezTo>
                <a:lnTo>
                  <a:pt x="52175" y="292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n">
            <a:extLst xmlns:a="http://schemas.openxmlformats.org/drawingml/2006/main">
              <a:ext uri="{FF2B5EF4-FFF2-40B4-BE49-F238E27FC236}">
                <a16:creationId xmlns:a16="http://schemas.microsoft.com/office/drawing/2014/main" id="{872E370E-1AA1-425D-8FD7-1293E49E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1" y="3231098"/>
            <a:ext cx="95802" cy="99151"/>
          </a:xfrm>
          <a:custGeom xmlns:a="http://schemas.openxmlformats.org/drawingml/2006/main">
            <a:pathLst>
              <a:path w="95802" h="99151">
                <a:moveTo>
                  <a:pt x="2203" y="79585"/>
                </a:moveTo>
                <a:lnTo>
                  <a:pt x="2203" y="55613"/>
                </a:lnTo>
                <a:lnTo>
                  <a:pt x="14366" y="58080"/>
                </a:lnTo>
                <a:cubicBezTo>
                  <a:pt x="9195" y="52087"/>
                  <a:pt x="5508" y="46491"/>
                  <a:pt x="3305" y="41291"/>
                </a:cubicBezTo>
                <a:cubicBezTo>
                  <a:pt x="1102" y="36091"/>
                  <a:pt x="0" y="30612"/>
                  <a:pt x="0" y="24854"/>
                </a:cubicBezTo>
                <a:cubicBezTo>
                  <a:pt x="0" y="17157"/>
                  <a:pt x="2203" y="11090"/>
                  <a:pt x="6610" y="6654"/>
                </a:cubicBezTo>
                <a:cubicBezTo>
                  <a:pt x="11017" y="2218"/>
                  <a:pt x="16863" y="0"/>
                  <a:pt x="24149" y="0"/>
                </a:cubicBezTo>
                <a:cubicBezTo>
                  <a:pt x="27439" y="0"/>
                  <a:pt x="33667" y="969"/>
                  <a:pt x="42833" y="2908"/>
                </a:cubicBezTo>
                <a:lnTo>
                  <a:pt x="95802" y="13925"/>
                </a:lnTo>
                <a:lnTo>
                  <a:pt x="95802" y="39220"/>
                </a:lnTo>
                <a:lnTo>
                  <a:pt x="42657" y="28115"/>
                </a:lnTo>
                <a:cubicBezTo>
                  <a:pt x="34725" y="26470"/>
                  <a:pt x="29995" y="25647"/>
                  <a:pt x="28467" y="25647"/>
                </a:cubicBezTo>
                <a:cubicBezTo>
                  <a:pt x="25236" y="25647"/>
                  <a:pt x="22695" y="26602"/>
                  <a:pt x="20844" y="28511"/>
                </a:cubicBezTo>
                <a:cubicBezTo>
                  <a:pt x="18993" y="30421"/>
                  <a:pt x="18067" y="33080"/>
                  <a:pt x="18067" y="36487"/>
                </a:cubicBezTo>
                <a:cubicBezTo>
                  <a:pt x="18067" y="40189"/>
                  <a:pt x="19625" y="44302"/>
                  <a:pt x="22739" y="48826"/>
                </a:cubicBezTo>
                <a:cubicBezTo>
                  <a:pt x="25853" y="53350"/>
                  <a:pt x="29966" y="56905"/>
                  <a:pt x="35077" y="59490"/>
                </a:cubicBezTo>
                <a:cubicBezTo>
                  <a:pt x="38720" y="61371"/>
                  <a:pt x="46153" y="63486"/>
                  <a:pt x="57375" y="65836"/>
                </a:cubicBezTo>
                <a:lnTo>
                  <a:pt x="95802" y="73856"/>
                </a:lnTo>
                <a:lnTo>
                  <a:pt x="95802" y="99151"/>
                </a:lnTo>
                <a:lnTo>
                  <a:pt x="2203" y="795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t">
            <a:extLst xmlns:a="http://schemas.openxmlformats.org/drawingml/2006/main">
              <a:ext uri="{FF2B5EF4-FFF2-40B4-BE49-F238E27FC236}">
                <a16:creationId xmlns:a16="http://schemas.microsoft.com/office/drawing/2014/main" id="{D860A866-95AC-40EE-8321-777A6B96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1" y="3157831"/>
            <a:ext cx="128235" cy="56935"/>
          </a:xfrm>
          <a:custGeom xmlns:a="http://schemas.openxmlformats.org/drawingml/2006/main">
            <a:pathLst>
              <a:path w="128235" h="56935">
                <a:moveTo>
                  <a:pt x="51206" y="56935"/>
                </a:moveTo>
                <a:lnTo>
                  <a:pt x="32433" y="53057"/>
                </a:lnTo>
                <a:lnTo>
                  <a:pt x="32433" y="40718"/>
                </a:lnTo>
                <a:lnTo>
                  <a:pt x="17451" y="37633"/>
                </a:lnTo>
                <a:lnTo>
                  <a:pt x="0" y="8637"/>
                </a:lnTo>
                <a:lnTo>
                  <a:pt x="32433" y="15423"/>
                </a:lnTo>
                <a:lnTo>
                  <a:pt x="32433" y="0"/>
                </a:lnTo>
                <a:lnTo>
                  <a:pt x="51206" y="3878"/>
                </a:lnTo>
                <a:lnTo>
                  <a:pt x="51206" y="19389"/>
                </a:lnTo>
                <a:lnTo>
                  <a:pt x="90426" y="27586"/>
                </a:lnTo>
                <a:cubicBezTo>
                  <a:pt x="97535" y="29055"/>
                  <a:pt x="101589" y="29789"/>
                  <a:pt x="102588" y="29789"/>
                </a:cubicBezTo>
                <a:cubicBezTo>
                  <a:pt x="104527" y="29789"/>
                  <a:pt x="106040" y="29172"/>
                  <a:pt x="107127" y="27938"/>
                </a:cubicBezTo>
                <a:cubicBezTo>
                  <a:pt x="108214" y="26705"/>
                  <a:pt x="108757" y="24472"/>
                  <a:pt x="108757" y="21240"/>
                </a:cubicBezTo>
                <a:cubicBezTo>
                  <a:pt x="108757" y="20124"/>
                  <a:pt x="108552" y="17333"/>
                  <a:pt x="108140" y="12868"/>
                </a:cubicBezTo>
                <a:lnTo>
                  <a:pt x="126913" y="16834"/>
                </a:lnTo>
                <a:cubicBezTo>
                  <a:pt x="127794" y="21182"/>
                  <a:pt x="128235" y="25647"/>
                  <a:pt x="128235" y="30230"/>
                </a:cubicBezTo>
                <a:cubicBezTo>
                  <a:pt x="128235" y="39161"/>
                  <a:pt x="126516" y="45653"/>
                  <a:pt x="123079" y="49708"/>
                </a:cubicBezTo>
                <a:cubicBezTo>
                  <a:pt x="119642" y="53762"/>
                  <a:pt x="114868" y="55789"/>
                  <a:pt x="108757" y="55789"/>
                </a:cubicBezTo>
                <a:cubicBezTo>
                  <a:pt x="105878" y="55789"/>
                  <a:pt x="99239" y="54702"/>
                  <a:pt x="88839" y="52528"/>
                </a:cubicBezTo>
                <a:lnTo>
                  <a:pt x="51206" y="44684"/>
                </a:lnTo>
                <a:lnTo>
                  <a:pt x="51206" y="569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i">
            <a:extLst xmlns:a="http://schemas.openxmlformats.org/drawingml/2006/main">
              <a:ext uri="{FF2B5EF4-FFF2-40B4-BE49-F238E27FC236}">
                <a16:creationId xmlns:a16="http://schemas.microsoft.com/office/drawing/2014/main" id="{6E92AC9B-A149-4EA6-9002-06DBAA27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" y="3109175"/>
            <a:ext cx="129205" cy="52263"/>
          </a:xfrm>
          <a:custGeom xmlns:a="http://schemas.openxmlformats.org/drawingml/2006/main">
            <a:pathLst>
              <a:path w="129205" h="52263">
                <a:moveTo>
                  <a:pt x="0" y="25294"/>
                </a:moveTo>
                <a:lnTo>
                  <a:pt x="0" y="0"/>
                </a:lnTo>
                <a:lnTo>
                  <a:pt x="22915" y="4759"/>
                </a:lnTo>
                <a:lnTo>
                  <a:pt x="22915" y="30054"/>
                </a:lnTo>
                <a:lnTo>
                  <a:pt x="0" y="25294"/>
                </a:lnTo>
                <a:moveTo>
                  <a:pt x="35606" y="32698"/>
                </a:moveTo>
                <a:lnTo>
                  <a:pt x="35606" y="7403"/>
                </a:lnTo>
                <a:lnTo>
                  <a:pt x="129205" y="26969"/>
                </a:lnTo>
                <a:lnTo>
                  <a:pt x="129205" y="52263"/>
                </a:lnTo>
                <a:lnTo>
                  <a:pt x="35606" y="326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c">
            <a:extLst xmlns:a="http://schemas.openxmlformats.org/drawingml/2006/main">
              <a:ext uri="{FF2B5EF4-FFF2-40B4-BE49-F238E27FC236}">
                <a16:creationId xmlns:a16="http://schemas.microsoft.com/office/drawing/2014/main" id="{AB188AAA-200A-412B-AE2F-F23A91ED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1" y="3016856"/>
            <a:ext cx="98005" cy="91042"/>
          </a:xfrm>
          <a:custGeom xmlns:a="http://schemas.openxmlformats.org/drawingml/2006/main">
            <a:pathLst>
              <a:path w="98005" h="91042">
                <a:moveTo>
                  <a:pt x="60548" y="31199"/>
                </a:moveTo>
                <a:lnTo>
                  <a:pt x="64514" y="6610"/>
                </a:lnTo>
                <a:cubicBezTo>
                  <a:pt x="75443" y="10664"/>
                  <a:pt x="83757" y="16657"/>
                  <a:pt x="89456" y="24589"/>
                </a:cubicBezTo>
                <a:cubicBezTo>
                  <a:pt x="95155" y="32521"/>
                  <a:pt x="98005" y="41717"/>
                  <a:pt x="98005" y="52175"/>
                </a:cubicBezTo>
                <a:cubicBezTo>
                  <a:pt x="98005" y="64103"/>
                  <a:pt x="94450" y="73563"/>
                  <a:pt x="87341" y="80555"/>
                </a:cubicBezTo>
                <a:cubicBezTo>
                  <a:pt x="80231" y="87546"/>
                  <a:pt x="70448" y="91042"/>
                  <a:pt x="57992" y="91042"/>
                </a:cubicBezTo>
                <a:cubicBezTo>
                  <a:pt x="47827" y="91042"/>
                  <a:pt x="38221" y="88927"/>
                  <a:pt x="29172" y="84697"/>
                </a:cubicBezTo>
                <a:cubicBezTo>
                  <a:pt x="20124" y="80466"/>
                  <a:pt x="13000" y="74091"/>
                  <a:pt x="7800" y="65572"/>
                </a:cubicBezTo>
                <a:cubicBezTo>
                  <a:pt x="2600" y="57052"/>
                  <a:pt x="0" y="47710"/>
                  <a:pt x="0" y="37545"/>
                </a:cubicBezTo>
                <a:cubicBezTo>
                  <a:pt x="0" y="26499"/>
                  <a:pt x="2879" y="17686"/>
                  <a:pt x="8637" y="11105"/>
                </a:cubicBezTo>
                <a:cubicBezTo>
                  <a:pt x="14395" y="4524"/>
                  <a:pt x="21975" y="823"/>
                  <a:pt x="31376" y="0"/>
                </a:cubicBezTo>
                <a:lnTo>
                  <a:pt x="33932" y="24061"/>
                </a:lnTo>
                <a:cubicBezTo>
                  <a:pt x="28702" y="24648"/>
                  <a:pt x="24854" y="26249"/>
                  <a:pt x="22386" y="28864"/>
                </a:cubicBezTo>
                <a:cubicBezTo>
                  <a:pt x="19918" y="31479"/>
                  <a:pt x="18684" y="34901"/>
                  <a:pt x="18684" y="39132"/>
                </a:cubicBezTo>
                <a:cubicBezTo>
                  <a:pt x="18684" y="44008"/>
                  <a:pt x="20506" y="48562"/>
                  <a:pt x="24149" y="52792"/>
                </a:cubicBezTo>
                <a:cubicBezTo>
                  <a:pt x="27792" y="57023"/>
                  <a:pt x="33241" y="60269"/>
                  <a:pt x="40498" y="62531"/>
                </a:cubicBezTo>
                <a:cubicBezTo>
                  <a:pt x="47754" y="64793"/>
                  <a:pt x="54555" y="65924"/>
                  <a:pt x="60901" y="65924"/>
                </a:cubicBezTo>
                <a:cubicBezTo>
                  <a:pt x="66424" y="65924"/>
                  <a:pt x="70684" y="64573"/>
                  <a:pt x="73680" y="61870"/>
                </a:cubicBezTo>
                <a:cubicBezTo>
                  <a:pt x="76677" y="59167"/>
                  <a:pt x="78175" y="55789"/>
                  <a:pt x="78175" y="51735"/>
                </a:cubicBezTo>
                <a:cubicBezTo>
                  <a:pt x="78175" y="47681"/>
                  <a:pt x="76706" y="43773"/>
                  <a:pt x="73768" y="40013"/>
                </a:cubicBezTo>
                <a:cubicBezTo>
                  <a:pt x="70830" y="36252"/>
                  <a:pt x="66424" y="33315"/>
                  <a:pt x="60548" y="311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a">
            <a:extLst xmlns:a="http://schemas.openxmlformats.org/drawingml/2006/main">
              <a:ext uri="{FF2B5EF4-FFF2-40B4-BE49-F238E27FC236}">
                <a16:creationId xmlns:a16="http://schemas.microsoft.com/office/drawing/2014/main" id="{59AFC34B-3CCE-4D74-99D5-B7AC88B5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1" y="2872647"/>
            <a:ext cx="98005" cy="88134"/>
          </a:xfrm>
          <a:custGeom xmlns:a="http://schemas.openxmlformats.org/drawingml/2006/main">
            <a:pathLst>
              <a:path w="98005" h="88134">
                <a:moveTo>
                  <a:pt x="28732" y="53321"/>
                </a:moveTo>
                <a:lnTo>
                  <a:pt x="26616" y="77999"/>
                </a:lnTo>
                <a:cubicBezTo>
                  <a:pt x="18273" y="75178"/>
                  <a:pt x="11751" y="70258"/>
                  <a:pt x="7051" y="63236"/>
                </a:cubicBezTo>
                <a:cubicBezTo>
                  <a:pt x="2350" y="56215"/>
                  <a:pt x="0" y="46917"/>
                  <a:pt x="0" y="35342"/>
                </a:cubicBezTo>
                <a:cubicBezTo>
                  <a:pt x="0" y="23297"/>
                  <a:pt x="2424" y="14395"/>
                  <a:pt x="7271" y="8637"/>
                </a:cubicBezTo>
                <a:cubicBezTo>
                  <a:pt x="12118" y="2879"/>
                  <a:pt x="18038" y="0"/>
                  <a:pt x="25030" y="0"/>
                </a:cubicBezTo>
                <a:cubicBezTo>
                  <a:pt x="27850" y="0"/>
                  <a:pt x="30847" y="250"/>
                  <a:pt x="34020" y="749"/>
                </a:cubicBezTo>
                <a:cubicBezTo>
                  <a:pt x="37193" y="1249"/>
                  <a:pt x="45536" y="2997"/>
                  <a:pt x="59050" y="5993"/>
                </a:cubicBezTo>
                <a:cubicBezTo>
                  <a:pt x="70213" y="8461"/>
                  <a:pt x="78028" y="9695"/>
                  <a:pt x="82493" y="9695"/>
                </a:cubicBezTo>
                <a:cubicBezTo>
                  <a:pt x="86489" y="9695"/>
                  <a:pt x="90925" y="8990"/>
                  <a:pt x="95802" y="7580"/>
                </a:cubicBezTo>
                <a:lnTo>
                  <a:pt x="95802" y="32169"/>
                </a:lnTo>
                <a:cubicBezTo>
                  <a:pt x="92394" y="33168"/>
                  <a:pt x="88869" y="33785"/>
                  <a:pt x="85226" y="34020"/>
                </a:cubicBezTo>
                <a:cubicBezTo>
                  <a:pt x="89339" y="37721"/>
                  <a:pt x="92497" y="41981"/>
                  <a:pt x="94700" y="46799"/>
                </a:cubicBezTo>
                <a:cubicBezTo>
                  <a:pt x="96903" y="51617"/>
                  <a:pt x="98005" y="56465"/>
                  <a:pt x="98005" y="61341"/>
                </a:cubicBezTo>
                <a:cubicBezTo>
                  <a:pt x="98005" y="69097"/>
                  <a:pt x="95464" y="75502"/>
                  <a:pt x="90381" y="80555"/>
                </a:cubicBezTo>
                <a:cubicBezTo>
                  <a:pt x="85299" y="85608"/>
                  <a:pt x="78762" y="88134"/>
                  <a:pt x="70772" y="88134"/>
                </a:cubicBezTo>
                <a:cubicBezTo>
                  <a:pt x="61841" y="88134"/>
                  <a:pt x="54702" y="85358"/>
                  <a:pt x="49355" y="79805"/>
                </a:cubicBezTo>
                <a:cubicBezTo>
                  <a:pt x="44008" y="74253"/>
                  <a:pt x="40777" y="64338"/>
                  <a:pt x="39660" y="50060"/>
                </a:cubicBezTo>
                <a:cubicBezTo>
                  <a:pt x="38661" y="38015"/>
                  <a:pt x="37457" y="29966"/>
                  <a:pt x="36047" y="25911"/>
                </a:cubicBezTo>
                <a:cubicBezTo>
                  <a:pt x="32521" y="24854"/>
                  <a:pt x="29701" y="24325"/>
                  <a:pt x="27586" y="24325"/>
                </a:cubicBezTo>
                <a:cubicBezTo>
                  <a:pt x="24883" y="24325"/>
                  <a:pt x="22621" y="25412"/>
                  <a:pt x="20800" y="27586"/>
                </a:cubicBezTo>
                <a:cubicBezTo>
                  <a:pt x="18978" y="29760"/>
                  <a:pt x="18067" y="32992"/>
                  <a:pt x="18067" y="37281"/>
                </a:cubicBezTo>
                <a:cubicBezTo>
                  <a:pt x="18067" y="41805"/>
                  <a:pt x="18993" y="45374"/>
                  <a:pt x="20844" y="47989"/>
                </a:cubicBezTo>
                <a:cubicBezTo>
                  <a:pt x="22695" y="50604"/>
                  <a:pt x="25324" y="52381"/>
                  <a:pt x="28732" y="53321"/>
                </a:cubicBezTo>
                <a:moveTo>
                  <a:pt x="52175" y="29261"/>
                </a:moveTo>
                <a:cubicBezTo>
                  <a:pt x="52587" y="30788"/>
                  <a:pt x="52969" y="32815"/>
                  <a:pt x="53321" y="35342"/>
                </a:cubicBezTo>
                <a:cubicBezTo>
                  <a:pt x="54849" y="48033"/>
                  <a:pt x="57081" y="56318"/>
                  <a:pt x="60019" y="60196"/>
                </a:cubicBezTo>
                <a:cubicBezTo>
                  <a:pt x="62135" y="62957"/>
                  <a:pt x="64984" y="64338"/>
                  <a:pt x="68568" y="64338"/>
                </a:cubicBezTo>
                <a:cubicBezTo>
                  <a:pt x="71506" y="64338"/>
                  <a:pt x="73989" y="63280"/>
                  <a:pt x="76016" y="61165"/>
                </a:cubicBezTo>
                <a:cubicBezTo>
                  <a:pt x="78043" y="59050"/>
                  <a:pt x="79056" y="56259"/>
                  <a:pt x="79056" y="52792"/>
                </a:cubicBezTo>
                <a:cubicBezTo>
                  <a:pt x="79056" y="48973"/>
                  <a:pt x="78131" y="45374"/>
                  <a:pt x="76280" y="41996"/>
                </a:cubicBezTo>
                <a:cubicBezTo>
                  <a:pt x="74429" y="38617"/>
                  <a:pt x="72050" y="36091"/>
                  <a:pt x="69141" y="34416"/>
                </a:cubicBezTo>
                <a:cubicBezTo>
                  <a:pt x="66233" y="32742"/>
                  <a:pt x="61694" y="31258"/>
                  <a:pt x="55524" y="29966"/>
                </a:cubicBezTo>
                <a:lnTo>
                  <a:pt x="52175" y="292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c">
            <a:extLst xmlns:a="http://schemas.openxmlformats.org/drawingml/2006/main">
              <a:ext uri="{FF2B5EF4-FFF2-40B4-BE49-F238E27FC236}">
                <a16:creationId xmlns:a16="http://schemas.microsoft.com/office/drawing/2014/main" id="{3EA2B5A2-9AEB-443D-B0AE-B7C47991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1" y="2767083"/>
            <a:ext cx="98005" cy="91042"/>
          </a:xfrm>
          <a:custGeom xmlns:a="http://schemas.openxmlformats.org/drawingml/2006/main">
            <a:pathLst>
              <a:path w="98005" h="91042">
                <a:moveTo>
                  <a:pt x="60548" y="31199"/>
                </a:moveTo>
                <a:lnTo>
                  <a:pt x="64514" y="6610"/>
                </a:lnTo>
                <a:cubicBezTo>
                  <a:pt x="75443" y="10664"/>
                  <a:pt x="83757" y="16657"/>
                  <a:pt x="89456" y="24589"/>
                </a:cubicBezTo>
                <a:cubicBezTo>
                  <a:pt x="95155" y="32521"/>
                  <a:pt x="98005" y="41717"/>
                  <a:pt x="98005" y="52175"/>
                </a:cubicBezTo>
                <a:cubicBezTo>
                  <a:pt x="98005" y="64103"/>
                  <a:pt x="94450" y="73563"/>
                  <a:pt x="87341" y="80555"/>
                </a:cubicBezTo>
                <a:cubicBezTo>
                  <a:pt x="80231" y="87546"/>
                  <a:pt x="70448" y="91042"/>
                  <a:pt x="57992" y="91042"/>
                </a:cubicBezTo>
                <a:cubicBezTo>
                  <a:pt x="47827" y="91042"/>
                  <a:pt x="38221" y="88927"/>
                  <a:pt x="29172" y="84697"/>
                </a:cubicBezTo>
                <a:cubicBezTo>
                  <a:pt x="20124" y="80466"/>
                  <a:pt x="13000" y="74091"/>
                  <a:pt x="7800" y="65572"/>
                </a:cubicBezTo>
                <a:cubicBezTo>
                  <a:pt x="2600" y="57052"/>
                  <a:pt x="0" y="47710"/>
                  <a:pt x="0" y="37545"/>
                </a:cubicBezTo>
                <a:cubicBezTo>
                  <a:pt x="0" y="26499"/>
                  <a:pt x="2879" y="17686"/>
                  <a:pt x="8637" y="11105"/>
                </a:cubicBezTo>
                <a:cubicBezTo>
                  <a:pt x="14395" y="4524"/>
                  <a:pt x="21975" y="823"/>
                  <a:pt x="31376" y="0"/>
                </a:cubicBezTo>
                <a:lnTo>
                  <a:pt x="33932" y="24061"/>
                </a:lnTo>
                <a:cubicBezTo>
                  <a:pt x="28702" y="24648"/>
                  <a:pt x="24854" y="26249"/>
                  <a:pt x="22386" y="28864"/>
                </a:cubicBezTo>
                <a:cubicBezTo>
                  <a:pt x="19918" y="31479"/>
                  <a:pt x="18684" y="34901"/>
                  <a:pt x="18684" y="39132"/>
                </a:cubicBezTo>
                <a:cubicBezTo>
                  <a:pt x="18684" y="44008"/>
                  <a:pt x="20506" y="48562"/>
                  <a:pt x="24149" y="52792"/>
                </a:cubicBezTo>
                <a:cubicBezTo>
                  <a:pt x="27792" y="57023"/>
                  <a:pt x="33241" y="60269"/>
                  <a:pt x="40498" y="62531"/>
                </a:cubicBezTo>
                <a:cubicBezTo>
                  <a:pt x="47754" y="64793"/>
                  <a:pt x="54555" y="65924"/>
                  <a:pt x="60901" y="65924"/>
                </a:cubicBezTo>
                <a:cubicBezTo>
                  <a:pt x="66424" y="65924"/>
                  <a:pt x="70684" y="64573"/>
                  <a:pt x="73680" y="61870"/>
                </a:cubicBezTo>
                <a:cubicBezTo>
                  <a:pt x="76677" y="59167"/>
                  <a:pt x="78175" y="55789"/>
                  <a:pt x="78175" y="51735"/>
                </a:cubicBezTo>
                <a:cubicBezTo>
                  <a:pt x="78175" y="47681"/>
                  <a:pt x="76706" y="43773"/>
                  <a:pt x="73768" y="40013"/>
                </a:cubicBezTo>
                <a:cubicBezTo>
                  <a:pt x="70830" y="36252"/>
                  <a:pt x="66424" y="33315"/>
                  <a:pt x="60548" y="311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c">
            <a:extLst xmlns:a="http://schemas.openxmlformats.org/drawingml/2006/main">
              <a:ext uri="{FF2B5EF4-FFF2-40B4-BE49-F238E27FC236}">
                <a16:creationId xmlns:a16="http://schemas.microsoft.com/office/drawing/2014/main" id="{B8383E8D-D225-4A45-86A1-BFCD6DEA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1" y="2667159"/>
            <a:ext cx="98005" cy="91042"/>
          </a:xfrm>
          <a:custGeom xmlns:a="http://schemas.openxmlformats.org/drawingml/2006/main">
            <a:pathLst>
              <a:path w="98005" h="91042">
                <a:moveTo>
                  <a:pt x="60548" y="31199"/>
                </a:moveTo>
                <a:lnTo>
                  <a:pt x="64514" y="6610"/>
                </a:lnTo>
                <a:cubicBezTo>
                  <a:pt x="75443" y="10664"/>
                  <a:pt x="83757" y="16657"/>
                  <a:pt x="89456" y="24589"/>
                </a:cubicBezTo>
                <a:cubicBezTo>
                  <a:pt x="95155" y="32521"/>
                  <a:pt x="98005" y="41717"/>
                  <a:pt x="98005" y="52175"/>
                </a:cubicBezTo>
                <a:cubicBezTo>
                  <a:pt x="98005" y="64103"/>
                  <a:pt x="94450" y="73563"/>
                  <a:pt x="87341" y="80555"/>
                </a:cubicBezTo>
                <a:cubicBezTo>
                  <a:pt x="80231" y="87546"/>
                  <a:pt x="70448" y="91042"/>
                  <a:pt x="57992" y="91042"/>
                </a:cubicBezTo>
                <a:cubicBezTo>
                  <a:pt x="47827" y="91042"/>
                  <a:pt x="38221" y="88927"/>
                  <a:pt x="29172" y="84697"/>
                </a:cubicBezTo>
                <a:cubicBezTo>
                  <a:pt x="20124" y="80466"/>
                  <a:pt x="13000" y="74091"/>
                  <a:pt x="7800" y="65572"/>
                </a:cubicBezTo>
                <a:cubicBezTo>
                  <a:pt x="2600" y="57052"/>
                  <a:pt x="0" y="47710"/>
                  <a:pt x="0" y="37545"/>
                </a:cubicBezTo>
                <a:cubicBezTo>
                  <a:pt x="0" y="26499"/>
                  <a:pt x="2879" y="17686"/>
                  <a:pt x="8637" y="11105"/>
                </a:cubicBezTo>
                <a:cubicBezTo>
                  <a:pt x="14395" y="4524"/>
                  <a:pt x="21975" y="823"/>
                  <a:pt x="31376" y="0"/>
                </a:cubicBezTo>
                <a:lnTo>
                  <a:pt x="33932" y="24061"/>
                </a:lnTo>
                <a:cubicBezTo>
                  <a:pt x="28702" y="24648"/>
                  <a:pt x="24854" y="26249"/>
                  <a:pt x="22386" y="28864"/>
                </a:cubicBezTo>
                <a:cubicBezTo>
                  <a:pt x="19918" y="31479"/>
                  <a:pt x="18684" y="34901"/>
                  <a:pt x="18684" y="39132"/>
                </a:cubicBezTo>
                <a:cubicBezTo>
                  <a:pt x="18684" y="44008"/>
                  <a:pt x="20506" y="48562"/>
                  <a:pt x="24149" y="52792"/>
                </a:cubicBezTo>
                <a:cubicBezTo>
                  <a:pt x="27792" y="57023"/>
                  <a:pt x="33241" y="60269"/>
                  <a:pt x="40498" y="62531"/>
                </a:cubicBezTo>
                <a:cubicBezTo>
                  <a:pt x="47754" y="64793"/>
                  <a:pt x="54555" y="65924"/>
                  <a:pt x="60901" y="65924"/>
                </a:cubicBezTo>
                <a:cubicBezTo>
                  <a:pt x="66424" y="65924"/>
                  <a:pt x="70684" y="64573"/>
                  <a:pt x="73680" y="61870"/>
                </a:cubicBezTo>
                <a:cubicBezTo>
                  <a:pt x="76677" y="59167"/>
                  <a:pt x="78175" y="55789"/>
                  <a:pt x="78175" y="51735"/>
                </a:cubicBezTo>
                <a:cubicBezTo>
                  <a:pt x="78175" y="47681"/>
                  <a:pt x="76706" y="43773"/>
                  <a:pt x="73768" y="40013"/>
                </a:cubicBezTo>
                <a:cubicBezTo>
                  <a:pt x="70830" y="36252"/>
                  <a:pt x="66424" y="33315"/>
                  <a:pt x="60548" y="311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e">
            <a:extLst xmlns:a="http://schemas.openxmlformats.org/drawingml/2006/main">
              <a:ext uri="{FF2B5EF4-FFF2-40B4-BE49-F238E27FC236}">
                <a16:creationId xmlns:a16="http://schemas.microsoft.com/office/drawing/2014/main" id="{2AB3C1A9-24E2-4C17-A08A-3FEEACFB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1" y="2568997"/>
            <a:ext cx="98005" cy="89632"/>
          </a:xfrm>
          <a:custGeom xmlns:a="http://schemas.openxmlformats.org/drawingml/2006/main">
            <a:pathLst>
              <a:path w="98005" h="89632">
                <a:moveTo>
                  <a:pt x="56846" y="1763"/>
                </a:moveTo>
                <a:lnTo>
                  <a:pt x="56846" y="65219"/>
                </a:lnTo>
                <a:cubicBezTo>
                  <a:pt x="57845" y="65278"/>
                  <a:pt x="58609" y="65307"/>
                  <a:pt x="59138" y="65307"/>
                </a:cubicBezTo>
                <a:cubicBezTo>
                  <a:pt x="65366" y="65307"/>
                  <a:pt x="70390" y="63530"/>
                  <a:pt x="74209" y="59975"/>
                </a:cubicBezTo>
                <a:cubicBezTo>
                  <a:pt x="78028" y="56420"/>
                  <a:pt x="79938" y="52087"/>
                  <a:pt x="79938" y="46975"/>
                </a:cubicBezTo>
                <a:cubicBezTo>
                  <a:pt x="79938" y="38573"/>
                  <a:pt x="75590" y="32022"/>
                  <a:pt x="66894" y="27322"/>
                </a:cubicBezTo>
                <a:lnTo>
                  <a:pt x="70684" y="4671"/>
                </a:lnTo>
                <a:cubicBezTo>
                  <a:pt x="79791" y="9078"/>
                  <a:pt x="86621" y="14968"/>
                  <a:pt x="91175" y="22342"/>
                </a:cubicBezTo>
                <a:cubicBezTo>
                  <a:pt x="95728" y="29716"/>
                  <a:pt x="98005" y="37986"/>
                  <a:pt x="98005" y="47152"/>
                </a:cubicBezTo>
                <a:cubicBezTo>
                  <a:pt x="98005" y="59726"/>
                  <a:pt x="94024" y="69949"/>
                  <a:pt x="86063" y="77822"/>
                </a:cubicBezTo>
                <a:cubicBezTo>
                  <a:pt x="78101" y="85696"/>
                  <a:pt x="67569" y="89632"/>
                  <a:pt x="54467" y="89632"/>
                </a:cubicBezTo>
                <a:cubicBezTo>
                  <a:pt x="41658" y="89632"/>
                  <a:pt x="30259" y="86078"/>
                  <a:pt x="20271" y="78968"/>
                </a:cubicBezTo>
                <a:cubicBezTo>
                  <a:pt x="6757" y="69273"/>
                  <a:pt x="0" y="55436"/>
                  <a:pt x="0" y="37457"/>
                </a:cubicBezTo>
                <a:cubicBezTo>
                  <a:pt x="0" y="26000"/>
                  <a:pt x="3540" y="16892"/>
                  <a:pt x="10620" y="10135"/>
                </a:cubicBezTo>
                <a:cubicBezTo>
                  <a:pt x="17700" y="3378"/>
                  <a:pt x="27615" y="0"/>
                  <a:pt x="40365" y="0"/>
                </a:cubicBezTo>
                <a:cubicBezTo>
                  <a:pt x="46476" y="0"/>
                  <a:pt x="51970" y="588"/>
                  <a:pt x="56846" y="1763"/>
                </a:cubicBezTo>
                <a:moveTo>
                  <a:pt x="41423" y="23091"/>
                </a:moveTo>
                <a:cubicBezTo>
                  <a:pt x="40307" y="23032"/>
                  <a:pt x="39455" y="23003"/>
                  <a:pt x="38867" y="23003"/>
                </a:cubicBezTo>
                <a:cubicBezTo>
                  <a:pt x="31934" y="23003"/>
                  <a:pt x="26734" y="24560"/>
                  <a:pt x="23267" y="27674"/>
                </a:cubicBezTo>
                <a:cubicBezTo>
                  <a:pt x="19801" y="30788"/>
                  <a:pt x="18067" y="34960"/>
                  <a:pt x="18067" y="40189"/>
                </a:cubicBezTo>
                <a:cubicBezTo>
                  <a:pt x="18067" y="45418"/>
                  <a:pt x="20036" y="50104"/>
                  <a:pt x="23972" y="54247"/>
                </a:cubicBezTo>
                <a:cubicBezTo>
                  <a:pt x="27909" y="58389"/>
                  <a:pt x="33726" y="61194"/>
                  <a:pt x="41423" y="62663"/>
                </a:cubicBezTo>
                <a:lnTo>
                  <a:pt x="41423" y="230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s">
            <a:extLst xmlns:a="http://schemas.openxmlformats.org/drawingml/2006/main">
              <a:ext uri="{FF2B5EF4-FFF2-40B4-BE49-F238E27FC236}">
                <a16:creationId xmlns:a16="http://schemas.microsoft.com/office/drawing/2014/main" id="{B29BAEEF-AB84-4682-9F76-92D45A06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1" y="2469602"/>
            <a:ext cx="98005" cy="95625"/>
          </a:xfrm>
          <a:custGeom xmlns:a="http://schemas.openxmlformats.org/drawingml/2006/main">
            <a:pathLst>
              <a:path w="98005" h="95625">
                <a:moveTo>
                  <a:pt x="69626" y="95625"/>
                </a:moveTo>
                <a:lnTo>
                  <a:pt x="65748" y="71124"/>
                </a:lnTo>
                <a:cubicBezTo>
                  <a:pt x="70919" y="68950"/>
                  <a:pt x="74576" y="66247"/>
                  <a:pt x="76721" y="63016"/>
                </a:cubicBezTo>
                <a:cubicBezTo>
                  <a:pt x="78865" y="59784"/>
                  <a:pt x="79938" y="55378"/>
                  <a:pt x="79938" y="49796"/>
                </a:cubicBezTo>
                <a:cubicBezTo>
                  <a:pt x="79938" y="44038"/>
                  <a:pt x="78645" y="39425"/>
                  <a:pt x="76060" y="35959"/>
                </a:cubicBezTo>
                <a:cubicBezTo>
                  <a:pt x="74297" y="33550"/>
                  <a:pt x="72152" y="32345"/>
                  <a:pt x="69626" y="32345"/>
                </a:cubicBezTo>
                <a:cubicBezTo>
                  <a:pt x="67922" y="32345"/>
                  <a:pt x="66394" y="32962"/>
                  <a:pt x="65043" y="34196"/>
                </a:cubicBezTo>
                <a:cubicBezTo>
                  <a:pt x="63750" y="35489"/>
                  <a:pt x="62164" y="38985"/>
                  <a:pt x="60284" y="44684"/>
                </a:cubicBezTo>
                <a:cubicBezTo>
                  <a:pt x="55231" y="59961"/>
                  <a:pt x="51235" y="69420"/>
                  <a:pt x="48297" y="73063"/>
                </a:cubicBezTo>
                <a:cubicBezTo>
                  <a:pt x="43714" y="78762"/>
                  <a:pt x="37721" y="81612"/>
                  <a:pt x="30318" y="81612"/>
                </a:cubicBezTo>
                <a:cubicBezTo>
                  <a:pt x="22915" y="81612"/>
                  <a:pt x="16540" y="78851"/>
                  <a:pt x="11193" y="73328"/>
                </a:cubicBezTo>
                <a:cubicBezTo>
                  <a:pt x="3731" y="65630"/>
                  <a:pt x="0" y="54202"/>
                  <a:pt x="0" y="39043"/>
                </a:cubicBezTo>
                <a:cubicBezTo>
                  <a:pt x="0" y="26998"/>
                  <a:pt x="2203" y="17891"/>
                  <a:pt x="6610" y="11722"/>
                </a:cubicBezTo>
                <a:cubicBezTo>
                  <a:pt x="11017" y="5552"/>
                  <a:pt x="16980" y="1645"/>
                  <a:pt x="24501" y="0"/>
                </a:cubicBezTo>
                <a:lnTo>
                  <a:pt x="28555" y="23356"/>
                </a:lnTo>
                <a:cubicBezTo>
                  <a:pt x="25148" y="24589"/>
                  <a:pt x="22592" y="26587"/>
                  <a:pt x="20888" y="29349"/>
                </a:cubicBezTo>
                <a:cubicBezTo>
                  <a:pt x="18596" y="33109"/>
                  <a:pt x="17451" y="37633"/>
                  <a:pt x="17451" y="42921"/>
                </a:cubicBezTo>
                <a:cubicBezTo>
                  <a:pt x="17451" y="48209"/>
                  <a:pt x="18332" y="52014"/>
                  <a:pt x="20095" y="54335"/>
                </a:cubicBezTo>
                <a:cubicBezTo>
                  <a:pt x="21857" y="56656"/>
                  <a:pt x="23884" y="57816"/>
                  <a:pt x="26176" y="57816"/>
                </a:cubicBezTo>
                <a:cubicBezTo>
                  <a:pt x="28526" y="57816"/>
                  <a:pt x="30465" y="56641"/>
                  <a:pt x="31993" y="54291"/>
                </a:cubicBezTo>
                <a:cubicBezTo>
                  <a:pt x="32933" y="52822"/>
                  <a:pt x="34578" y="48092"/>
                  <a:pt x="36928" y="40101"/>
                </a:cubicBezTo>
                <a:cubicBezTo>
                  <a:pt x="40512" y="27762"/>
                  <a:pt x="44038" y="19507"/>
                  <a:pt x="47504" y="15335"/>
                </a:cubicBezTo>
                <a:cubicBezTo>
                  <a:pt x="52381" y="9460"/>
                  <a:pt x="58257" y="6522"/>
                  <a:pt x="65131" y="6522"/>
                </a:cubicBezTo>
                <a:cubicBezTo>
                  <a:pt x="74003" y="6522"/>
                  <a:pt x="81700" y="10253"/>
                  <a:pt x="88222" y="17715"/>
                </a:cubicBezTo>
                <a:cubicBezTo>
                  <a:pt x="94744" y="25177"/>
                  <a:pt x="98005" y="35694"/>
                  <a:pt x="98005" y="49267"/>
                </a:cubicBezTo>
                <a:cubicBezTo>
                  <a:pt x="98005" y="62781"/>
                  <a:pt x="95523" y="73225"/>
                  <a:pt x="90558" y="80599"/>
                </a:cubicBezTo>
                <a:cubicBezTo>
                  <a:pt x="85593" y="87972"/>
                  <a:pt x="78616" y="92981"/>
                  <a:pt x="69626" y="956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s">
            <a:extLst xmlns:a="http://schemas.openxmlformats.org/drawingml/2006/main">
              <a:ext uri="{FF2B5EF4-FFF2-40B4-BE49-F238E27FC236}">
                <a16:creationId xmlns:a16="http://schemas.microsoft.com/office/drawing/2014/main" id="{528C5C2F-8EA5-45B3-9093-8579EB50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1" y="2369678"/>
            <a:ext cx="98005" cy="95625"/>
          </a:xfrm>
          <a:custGeom xmlns:a="http://schemas.openxmlformats.org/drawingml/2006/main">
            <a:pathLst>
              <a:path w="98005" h="95625">
                <a:moveTo>
                  <a:pt x="69626" y="95625"/>
                </a:moveTo>
                <a:lnTo>
                  <a:pt x="65748" y="71124"/>
                </a:lnTo>
                <a:cubicBezTo>
                  <a:pt x="70919" y="68950"/>
                  <a:pt x="74576" y="66247"/>
                  <a:pt x="76721" y="63016"/>
                </a:cubicBezTo>
                <a:cubicBezTo>
                  <a:pt x="78865" y="59784"/>
                  <a:pt x="79938" y="55378"/>
                  <a:pt x="79938" y="49796"/>
                </a:cubicBezTo>
                <a:cubicBezTo>
                  <a:pt x="79938" y="44038"/>
                  <a:pt x="78645" y="39425"/>
                  <a:pt x="76060" y="35959"/>
                </a:cubicBezTo>
                <a:cubicBezTo>
                  <a:pt x="74297" y="33550"/>
                  <a:pt x="72152" y="32345"/>
                  <a:pt x="69626" y="32345"/>
                </a:cubicBezTo>
                <a:cubicBezTo>
                  <a:pt x="67922" y="32345"/>
                  <a:pt x="66394" y="32962"/>
                  <a:pt x="65043" y="34196"/>
                </a:cubicBezTo>
                <a:cubicBezTo>
                  <a:pt x="63750" y="35489"/>
                  <a:pt x="62164" y="38985"/>
                  <a:pt x="60284" y="44684"/>
                </a:cubicBezTo>
                <a:cubicBezTo>
                  <a:pt x="55231" y="59961"/>
                  <a:pt x="51235" y="69420"/>
                  <a:pt x="48297" y="73063"/>
                </a:cubicBezTo>
                <a:cubicBezTo>
                  <a:pt x="43714" y="78762"/>
                  <a:pt x="37721" y="81612"/>
                  <a:pt x="30318" y="81612"/>
                </a:cubicBezTo>
                <a:cubicBezTo>
                  <a:pt x="22915" y="81612"/>
                  <a:pt x="16540" y="78851"/>
                  <a:pt x="11193" y="73328"/>
                </a:cubicBezTo>
                <a:cubicBezTo>
                  <a:pt x="3731" y="65630"/>
                  <a:pt x="0" y="54202"/>
                  <a:pt x="0" y="39043"/>
                </a:cubicBezTo>
                <a:cubicBezTo>
                  <a:pt x="0" y="26998"/>
                  <a:pt x="2203" y="17891"/>
                  <a:pt x="6610" y="11722"/>
                </a:cubicBezTo>
                <a:cubicBezTo>
                  <a:pt x="11017" y="5552"/>
                  <a:pt x="16980" y="1645"/>
                  <a:pt x="24501" y="0"/>
                </a:cubicBezTo>
                <a:lnTo>
                  <a:pt x="28555" y="23356"/>
                </a:lnTo>
                <a:cubicBezTo>
                  <a:pt x="25148" y="24589"/>
                  <a:pt x="22592" y="26587"/>
                  <a:pt x="20888" y="29349"/>
                </a:cubicBezTo>
                <a:cubicBezTo>
                  <a:pt x="18596" y="33109"/>
                  <a:pt x="17451" y="37633"/>
                  <a:pt x="17451" y="42921"/>
                </a:cubicBezTo>
                <a:cubicBezTo>
                  <a:pt x="17451" y="48209"/>
                  <a:pt x="18332" y="52014"/>
                  <a:pt x="20095" y="54335"/>
                </a:cubicBezTo>
                <a:cubicBezTo>
                  <a:pt x="21857" y="56656"/>
                  <a:pt x="23884" y="57816"/>
                  <a:pt x="26176" y="57816"/>
                </a:cubicBezTo>
                <a:cubicBezTo>
                  <a:pt x="28526" y="57816"/>
                  <a:pt x="30465" y="56641"/>
                  <a:pt x="31993" y="54291"/>
                </a:cubicBezTo>
                <a:cubicBezTo>
                  <a:pt x="32933" y="52822"/>
                  <a:pt x="34578" y="48092"/>
                  <a:pt x="36928" y="40101"/>
                </a:cubicBezTo>
                <a:cubicBezTo>
                  <a:pt x="40512" y="27762"/>
                  <a:pt x="44038" y="19507"/>
                  <a:pt x="47504" y="15335"/>
                </a:cubicBezTo>
                <a:cubicBezTo>
                  <a:pt x="52381" y="9460"/>
                  <a:pt x="58257" y="6522"/>
                  <a:pt x="65131" y="6522"/>
                </a:cubicBezTo>
                <a:cubicBezTo>
                  <a:pt x="74003" y="6522"/>
                  <a:pt x="81700" y="10253"/>
                  <a:pt x="88222" y="17715"/>
                </a:cubicBezTo>
                <a:cubicBezTo>
                  <a:pt x="94744" y="25177"/>
                  <a:pt x="98005" y="35694"/>
                  <a:pt x="98005" y="49267"/>
                </a:cubicBezTo>
                <a:cubicBezTo>
                  <a:pt x="98005" y="62781"/>
                  <a:pt x="95523" y="73225"/>
                  <a:pt x="90558" y="80599"/>
                </a:cubicBezTo>
                <a:cubicBezTo>
                  <a:pt x="85593" y="87972"/>
                  <a:pt x="78616" y="92981"/>
                  <a:pt x="69626" y="956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Semantic">
            <a:extLst xmlns:a="http://schemas.openxmlformats.org/drawingml/2006/main">
              <a:ext uri="{FF2B5EF4-FFF2-40B4-BE49-F238E27FC236}">
                <a16:creationId xmlns:a16="http://schemas.microsoft.com/office/drawing/2014/main" id="{F9079377-8986-4F16-B8C3-A2D2EBAA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397" y="2327491"/>
            <a:ext cx="791572" cy="133611"/>
          </a:xfrm>
          <a:custGeom xmlns:a="http://schemas.openxmlformats.org/drawingml/2006/main">
            <a:pathLst>
              <a:path w="791572" h="133611">
                <a:moveTo>
                  <a:pt x="235" y="89544"/>
                </a:moveTo>
                <a:lnTo>
                  <a:pt x="25529" y="88222"/>
                </a:lnTo>
                <a:cubicBezTo>
                  <a:pt x="25882" y="96272"/>
                  <a:pt x="27263" y="101707"/>
                  <a:pt x="29672" y="104527"/>
                </a:cubicBezTo>
                <a:cubicBezTo>
                  <a:pt x="33550" y="109110"/>
                  <a:pt x="40718" y="111401"/>
                  <a:pt x="51177" y="111401"/>
                </a:cubicBezTo>
                <a:cubicBezTo>
                  <a:pt x="59872" y="111401"/>
                  <a:pt x="66159" y="109844"/>
                  <a:pt x="70037" y="106730"/>
                </a:cubicBezTo>
                <a:cubicBezTo>
                  <a:pt x="73915" y="103616"/>
                  <a:pt x="75854" y="99856"/>
                  <a:pt x="75854" y="95449"/>
                </a:cubicBezTo>
                <a:cubicBezTo>
                  <a:pt x="75854" y="91630"/>
                  <a:pt x="74268" y="88398"/>
                  <a:pt x="71095" y="85754"/>
                </a:cubicBezTo>
                <a:cubicBezTo>
                  <a:pt x="68862" y="83815"/>
                  <a:pt x="62737" y="80672"/>
                  <a:pt x="52719" y="76324"/>
                </a:cubicBezTo>
                <a:cubicBezTo>
                  <a:pt x="42701" y="71976"/>
                  <a:pt x="35386" y="68348"/>
                  <a:pt x="30773" y="65440"/>
                </a:cubicBezTo>
                <a:cubicBezTo>
                  <a:pt x="26161" y="62531"/>
                  <a:pt x="22533" y="58756"/>
                  <a:pt x="19889" y="54114"/>
                </a:cubicBezTo>
                <a:cubicBezTo>
                  <a:pt x="17245" y="49473"/>
                  <a:pt x="15923" y="44038"/>
                  <a:pt x="15923" y="37810"/>
                </a:cubicBezTo>
                <a:cubicBezTo>
                  <a:pt x="15923" y="26940"/>
                  <a:pt x="19860" y="17921"/>
                  <a:pt x="27733" y="10752"/>
                </a:cubicBezTo>
                <a:cubicBezTo>
                  <a:pt x="35606" y="3584"/>
                  <a:pt x="47005" y="0"/>
                  <a:pt x="61929" y="0"/>
                </a:cubicBezTo>
                <a:cubicBezTo>
                  <a:pt x="77088" y="0"/>
                  <a:pt x="88824" y="3555"/>
                  <a:pt x="97138" y="10664"/>
                </a:cubicBezTo>
                <a:cubicBezTo>
                  <a:pt x="105452" y="17774"/>
                  <a:pt x="110021" y="27233"/>
                  <a:pt x="110843" y="39043"/>
                </a:cubicBezTo>
                <a:lnTo>
                  <a:pt x="85373" y="40189"/>
                </a:lnTo>
                <a:cubicBezTo>
                  <a:pt x="84726" y="34020"/>
                  <a:pt x="82493" y="29290"/>
                  <a:pt x="78674" y="26000"/>
                </a:cubicBezTo>
                <a:cubicBezTo>
                  <a:pt x="74855" y="22709"/>
                  <a:pt x="69215" y="21064"/>
                  <a:pt x="61753" y="21064"/>
                </a:cubicBezTo>
                <a:cubicBezTo>
                  <a:pt x="54408" y="21064"/>
                  <a:pt x="49164" y="22357"/>
                  <a:pt x="46021" y="24942"/>
                </a:cubicBezTo>
                <a:cubicBezTo>
                  <a:pt x="42877" y="27527"/>
                  <a:pt x="41305" y="30788"/>
                  <a:pt x="41305" y="34725"/>
                </a:cubicBezTo>
                <a:cubicBezTo>
                  <a:pt x="41305" y="38426"/>
                  <a:pt x="42745" y="41482"/>
                  <a:pt x="45624" y="43891"/>
                </a:cubicBezTo>
                <a:cubicBezTo>
                  <a:pt x="48503" y="46359"/>
                  <a:pt x="54878" y="49737"/>
                  <a:pt x="64749" y="54026"/>
                </a:cubicBezTo>
                <a:cubicBezTo>
                  <a:pt x="79614" y="60431"/>
                  <a:pt x="89074" y="65630"/>
                  <a:pt x="93128" y="69626"/>
                </a:cubicBezTo>
                <a:cubicBezTo>
                  <a:pt x="99180" y="75502"/>
                  <a:pt x="102206" y="83052"/>
                  <a:pt x="102206" y="92276"/>
                </a:cubicBezTo>
                <a:cubicBezTo>
                  <a:pt x="102206" y="103675"/>
                  <a:pt x="97697" y="113414"/>
                  <a:pt x="88678" y="121493"/>
                </a:cubicBezTo>
                <a:cubicBezTo>
                  <a:pt x="79658" y="129572"/>
                  <a:pt x="67099" y="133611"/>
                  <a:pt x="51000" y="133611"/>
                </a:cubicBezTo>
                <a:cubicBezTo>
                  <a:pt x="39895" y="133611"/>
                  <a:pt x="30274" y="131746"/>
                  <a:pt x="22136" y="128015"/>
                </a:cubicBezTo>
                <a:cubicBezTo>
                  <a:pt x="13999" y="124284"/>
                  <a:pt x="8255" y="119098"/>
                  <a:pt x="4906" y="112459"/>
                </a:cubicBezTo>
                <a:cubicBezTo>
                  <a:pt x="1557" y="105820"/>
                  <a:pt x="0" y="98181"/>
                  <a:pt x="235" y="89544"/>
                </a:cubicBezTo>
                <a:close/>
                <a:moveTo>
                  <a:pt x="207997" y="92453"/>
                </a:moveTo>
                <a:lnTo>
                  <a:pt x="144540" y="92453"/>
                </a:lnTo>
                <a:cubicBezTo>
                  <a:pt x="144482" y="93451"/>
                  <a:pt x="144452" y="94215"/>
                  <a:pt x="144452" y="94744"/>
                </a:cubicBezTo>
                <a:cubicBezTo>
                  <a:pt x="144452" y="100972"/>
                  <a:pt x="146230" y="105996"/>
                  <a:pt x="149784" y="109815"/>
                </a:cubicBezTo>
                <a:cubicBezTo>
                  <a:pt x="153339" y="113634"/>
                  <a:pt x="157672" y="115544"/>
                  <a:pt x="162784" y="115544"/>
                </a:cubicBezTo>
                <a:cubicBezTo>
                  <a:pt x="171186" y="115544"/>
                  <a:pt x="177738" y="111196"/>
                  <a:pt x="182438" y="102500"/>
                </a:cubicBezTo>
                <a:lnTo>
                  <a:pt x="205088" y="106290"/>
                </a:lnTo>
                <a:cubicBezTo>
                  <a:pt x="200682" y="115397"/>
                  <a:pt x="194791" y="122227"/>
                  <a:pt x="187418" y="126781"/>
                </a:cubicBezTo>
                <a:cubicBezTo>
                  <a:pt x="180044" y="131334"/>
                  <a:pt x="171774" y="133611"/>
                  <a:pt x="162608" y="133611"/>
                </a:cubicBezTo>
                <a:cubicBezTo>
                  <a:pt x="150034" y="133611"/>
                  <a:pt x="139811" y="129631"/>
                  <a:pt x="131937" y="121669"/>
                </a:cubicBezTo>
                <a:cubicBezTo>
                  <a:pt x="124064" y="113708"/>
                  <a:pt x="120127" y="103176"/>
                  <a:pt x="120127" y="90073"/>
                </a:cubicBezTo>
                <a:cubicBezTo>
                  <a:pt x="120127" y="77264"/>
                  <a:pt x="123682" y="65866"/>
                  <a:pt x="130791" y="55877"/>
                </a:cubicBezTo>
                <a:cubicBezTo>
                  <a:pt x="140486" y="42363"/>
                  <a:pt x="154323" y="35606"/>
                  <a:pt x="172303" y="35606"/>
                </a:cubicBezTo>
                <a:cubicBezTo>
                  <a:pt x="183760" y="35606"/>
                  <a:pt x="192867" y="39146"/>
                  <a:pt x="199624" y="46226"/>
                </a:cubicBezTo>
                <a:cubicBezTo>
                  <a:pt x="206381" y="53306"/>
                  <a:pt x="209760" y="63221"/>
                  <a:pt x="209760" y="75972"/>
                </a:cubicBezTo>
                <a:cubicBezTo>
                  <a:pt x="209760" y="82082"/>
                  <a:pt x="209172" y="87576"/>
                  <a:pt x="207997" y="92453"/>
                </a:cubicBezTo>
                <a:moveTo>
                  <a:pt x="186668" y="77029"/>
                </a:moveTo>
                <a:cubicBezTo>
                  <a:pt x="186727" y="75913"/>
                  <a:pt x="186757" y="75061"/>
                  <a:pt x="186757" y="74473"/>
                </a:cubicBezTo>
                <a:cubicBezTo>
                  <a:pt x="186757" y="67540"/>
                  <a:pt x="185200" y="62340"/>
                  <a:pt x="182085" y="58874"/>
                </a:cubicBezTo>
                <a:cubicBezTo>
                  <a:pt x="178971" y="55407"/>
                  <a:pt x="174800" y="53674"/>
                  <a:pt x="169570" y="53674"/>
                </a:cubicBezTo>
                <a:cubicBezTo>
                  <a:pt x="164341" y="53674"/>
                  <a:pt x="159655" y="55642"/>
                  <a:pt x="155513" y="59579"/>
                </a:cubicBezTo>
                <a:cubicBezTo>
                  <a:pt x="151371" y="63515"/>
                  <a:pt x="148565" y="69332"/>
                  <a:pt x="147096" y="77029"/>
                </a:cubicBezTo>
                <a:lnTo>
                  <a:pt x="186668" y="77029"/>
                </a:lnTo>
                <a:close/>
                <a:moveTo>
                  <a:pt x="235563" y="37810"/>
                </a:moveTo>
                <a:lnTo>
                  <a:pt x="259359" y="37810"/>
                </a:lnTo>
                <a:lnTo>
                  <a:pt x="256979" y="49179"/>
                </a:lnTo>
                <a:cubicBezTo>
                  <a:pt x="266263" y="40130"/>
                  <a:pt x="276016" y="35606"/>
                  <a:pt x="286240" y="35606"/>
                </a:cubicBezTo>
                <a:cubicBezTo>
                  <a:pt x="293291" y="35606"/>
                  <a:pt x="298725" y="37075"/>
                  <a:pt x="302545" y="40013"/>
                </a:cubicBezTo>
                <a:cubicBezTo>
                  <a:pt x="306364" y="42951"/>
                  <a:pt x="308802" y="47005"/>
                  <a:pt x="309860" y="52175"/>
                </a:cubicBezTo>
                <a:cubicBezTo>
                  <a:pt x="313091" y="47475"/>
                  <a:pt x="317733" y="43538"/>
                  <a:pt x="323785" y="40365"/>
                </a:cubicBezTo>
                <a:cubicBezTo>
                  <a:pt x="329837" y="37193"/>
                  <a:pt x="336124" y="35606"/>
                  <a:pt x="342646" y="35606"/>
                </a:cubicBezTo>
                <a:cubicBezTo>
                  <a:pt x="350108" y="35606"/>
                  <a:pt x="355924" y="37604"/>
                  <a:pt x="360096" y="41599"/>
                </a:cubicBezTo>
                <a:cubicBezTo>
                  <a:pt x="364268" y="45595"/>
                  <a:pt x="366354" y="50883"/>
                  <a:pt x="366354" y="57463"/>
                </a:cubicBezTo>
                <a:cubicBezTo>
                  <a:pt x="366354" y="60695"/>
                  <a:pt x="365531" y="66277"/>
                  <a:pt x="363886" y="74209"/>
                </a:cubicBezTo>
                <a:lnTo>
                  <a:pt x="351900" y="131408"/>
                </a:lnTo>
                <a:lnTo>
                  <a:pt x="326605" y="131408"/>
                </a:lnTo>
                <a:lnTo>
                  <a:pt x="338591" y="74209"/>
                </a:lnTo>
                <a:cubicBezTo>
                  <a:pt x="340060" y="67041"/>
                  <a:pt x="340795" y="62986"/>
                  <a:pt x="340795" y="62046"/>
                </a:cubicBezTo>
                <a:cubicBezTo>
                  <a:pt x="340795" y="59461"/>
                  <a:pt x="340016" y="57419"/>
                  <a:pt x="338459" y="55921"/>
                </a:cubicBezTo>
                <a:cubicBezTo>
                  <a:pt x="336902" y="54423"/>
                  <a:pt x="334567" y="53674"/>
                  <a:pt x="331453" y="53674"/>
                </a:cubicBezTo>
                <a:cubicBezTo>
                  <a:pt x="325166" y="53674"/>
                  <a:pt x="319554" y="56993"/>
                  <a:pt x="314619" y="63633"/>
                </a:cubicBezTo>
                <a:cubicBezTo>
                  <a:pt x="311035" y="68392"/>
                  <a:pt x="307980" y="76824"/>
                  <a:pt x="305453" y="88927"/>
                </a:cubicBezTo>
                <a:lnTo>
                  <a:pt x="296552" y="131408"/>
                </a:lnTo>
                <a:lnTo>
                  <a:pt x="271257" y="131408"/>
                </a:lnTo>
                <a:lnTo>
                  <a:pt x="283067" y="74826"/>
                </a:lnTo>
                <a:cubicBezTo>
                  <a:pt x="284418" y="68304"/>
                  <a:pt x="285094" y="64073"/>
                  <a:pt x="285094" y="62135"/>
                </a:cubicBezTo>
                <a:cubicBezTo>
                  <a:pt x="285094" y="59667"/>
                  <a:pt x="284257" y="57640"/>
                  <a:pt x="282582" y="56053"/>
                </a:cubicBezTo>
                <a:cubicBezTo>
                  <a:pt x="280908" y="54467"/>
                  <a:pt x="278602" y="53674"/>
                  <a:pt x="275664" y="53674"/>
                </a:cubicBezTo>
                <a:cubicBezTo>
                  <a:pt x="272902" y="53674"/>
                  <a:pt x="270053" y="54496"/>
                  <a:pt x="267115" y="56141"/>
                </a:cubicBezTo>
                <a:cubicBezTo>
                  <a:pt x="264177" y="57787"/>
                  <a:pt x="261606" y="60049"/>
                  <a:pt x="259403" y="62928"/>
                </a:cubicBezTo>
                <a:cubicBezTo>
                  <a:pt x="257200" y="65807"/>
                  <a:pt x="255305" y="69508"/>
                  <a:pt x="253718" y="74033"/>
                </a:cubicBezTo>
                <a:cubicBezTo>
                  <a:pt x="253013" y="76148"/>
                  <a:pt x="251868" y="80936"/>
                  <a:pt x="250281" y="88398"/>
                </a:cubicBezTo>
                <a:lnTo>
                  <a:pt x="241291" y="131408"/>
                </a:lnTo>
                <a:lnTo>
                  <a:pt x="215997" y="131408"/>
                </a:lnTo>
                <a:lnTo>
                  <a:pt x="235563" y="37810"/>
                </a:lnTo>
                <a:close/>
                <a:moveTo>
                  <a:pt x="413598" y="64338"/>
                </a:moveTo>
                <a:lnTo>
                  <a:pt x="388920" y="62223"/>
                </a:lnTo>
                <a:cubicBezTo>
                  <a:pt x="391741" y="53879"/>
                  <a:pt x="396661" y="47357"/>
                  <a:pt x="403683" y="42657"/>
                </a:cubicBezTo>
                <a:cubicBezTo>
                  <a:pt x="410704" y="37956"/>
                  <a:pt x="420002" y="35606"/>
                  <a:pt x="431577" y="35606"/>
                </a:cubicBezTo>
                <a:cubicBezTo>
                  <a:pt x="443622" y="35606"/>
                  <a:pt x="452524" y="38030"/>
                  <a:pt x="458282" y="42877"/>
                </a:cubicBezTo>
                <a:cubicBezTo>
                  <a:pt x="464040" y="47725"/>
                  <a:pt x="466919" y="53644"/>
                  <a:pt x="466919" y="60636"/>
                </a:cubicBezTo>
                <a:cubicBezTo>
                  <a:pt x="466919" y="63457"/>
                  <a:pt x="466669" y="66453"/>
                  <a:pt x="466170" y="69626"/>
                </a:cubicBezTo>
                <a:cubicBezTo>
                  <a:pt x="465670" y="72799"/>
                  <a:pt x="463922" y="81142"/>
                  <a:pt x="460926" y="94656"/>
                </a:cubicBezTo>
                <a:cubicBezTo>
                  <a:pt x="458458" y="105820"/>
                  <a:pt x="457224" y="113634"/>
                  <a:pt x="457224" y="118100"/>
                </a:cubicBezTo>
                <a:cubicBezTo>
                  <a:pt x="457224" y="122095"/>
                  <a:pt x="457929" y="126531"/>
                  <a:pt x="459339" y="131408"/>
                </a:cubicBezTo>
                <a:lnTo>
                  <a:pt x="434750" y="131408"/>
                </a:lnTo>
                <a:cubicBezTo>
                  <a:pt x="433751" y="128000"/>
                  <a:pt x="433134" y="124475"/>
                  <a:pt x="432899" y="120832"/>
                </a:cubicBezTo>
                <a:cubicBezTo>
                  <a:pt x="429197" y="124945"/>
                  <a:pt x="424938" y="128103"/>
                  <a:pt x="420120" y="130306"/>
                </a:cubicBezTo>
                <a:cubicBezTo>
                  <a:pt x="415302" y="132510"/>
                  <a:pt x="410454" y="133611"/>
                  <a:pt x="405578" y="133611"/>
                </a:cubicBezTo>
                <a:cubicBezTo>
                  <a:pt x="397822" y="133611"/>
                  <a:pt x="391417" y="131070"/>
                  <a:pt x="386364" y="125988"/>
                </a:cubicBezTo>
                <a:cubicBezTo>
                  <a:pt x="381311" y="120905"/>
                  <a:pt x="378785" y="114369"/>
                  <a:pt x="378785" y="106378"/>
                </a:cubicBezTo>
                <a:cubicBezTo>
                  <a:pt x="378785" y="97447"/>
                  <a:pt x="381561" y="90308"/>
                  <a:pt x="387113" y="84961"/>
                </a:cubicBezTo>
                <a:cubicBezTo>
                  <a:pt x="392666" y="79614"/>
                  <a:pt x="402581" y="76383"/>
                  <a:pt x="416859" y="75266"/>
                </a:cubicBezTo>
                <a:cubicBezTo>
                  <a:pt x="428904" y="74268"/>
                  <a:pt x="436953" y="73063"/>
                  <a:pt x="441007" y="71653"/>
                </a:cubicBezTo>
                <a:cubicBezTo>
                  <a:pt x="442065" y="68128"/>
                  <a:pt x="442594" y="65307"/>
                  <a:pt x="442594" y="63192"/>
                </a:cubicBezTo>
                <a:cubicBezTo>
                  <a:pt x="442594" y="60489"/>
                  <a:pt x="441507" y="58227"/>
                  <a:pt x="439333" y="56406"/>
                </a:cubicBezTo>
                <a:cubicBezTo>
                  <a:pt x="437159" y="54584"/>
                  <a:pt x="433927" y="53674"/>
                  <a:pt x="429638" y="53674"/>
                </a:cubicBezTo>
                <a:cubicBezTo>
                  <a:pt x="425114" y="53674"/>
                  <a:pt x="421545" y="54599"/>
                  <a:pt x="418930" y="56450"/>
                </a:cubicBezTo>
                <a:cubicBezTo>
                  <a:pt x="416315" y="58301"/>
                  <a:pt x="414538" y="60930"/>
                  <a:pt x="413598" y="64338"/>
                </a:cubicBezTo>
                <a:moveTo>
                  <a:pt x="437658" y="87782"/>
                </a:moveTo>
                <a:cubicBezTo>
                  <a:pt x="436131" y="88193"/>
                  <a:pt x="434104" y="88575"/>
                  <a:pt x="431577" y="88927"/>
                </a:cubicBezTo>
                <a:cubicBezTo>
                  <a:pt x="418886" y="90455"/>
                  <a:pt x="410601" y="92688"/>
                  <a:pt x="406723" y="95625"/>
                </a:cubicBezTo>
                <a:cubicBezTo>
                  <a:pt x="403962" y="97741"/>
                  <a:pt x="402581" y="100590"/>
                  <a:pt x="402581" y="104174"/>
                </a:cubicBezTo>
                <a:cubicBezTo>
                  <a:pt x="402581" y="107112"/>
                  <a:pt x="403639" y="109595"/>
                  <a:pt x="405754" y="111622"/>
                </a:cubicBezTo>
                <a:cubicBezTo>
                  <a:pt x="407869" y="113649"/>
                  <a:pt x="410660" y="114662"/>
                  <a:pt x="414127" y="114662"/>
                </a:cubicBezTo>
                <a:cubicBezTo>
                  <a:pt x="417946" y="114662"/>
                  <a:pt x="421545" y="113737"/>
                  <a:pt x="424923" y="111886"/>
                </a:cubicBezTo>
                <a:cubicBezTo>
                  <a:pt x="428301" y="110035"/>
                  <a:pt x="430828" y="107656"/>
                  <a:pt x="432503" y="104747"/>
                </a:cubicBezTo>
                <a:cubicBezTo>
                  <a:pt x="434177" y="101839"/>
                  <a:pt x="435661" y="97300"/>
                  <a:pt x="436953" y="91131"/>
                </a:cubicBezTo>
                <a:lnTo>
                  <a:pt x="437658" y="87782"/>
                </a:lnTo>
                <a:close/>
                <a:moveTo>
                  <a:pt x="497746" y="37810"/>
                </a:moveTo>
                <a:lnTo>
                  <a:pt x="521718" y="37810"/>
                </a:lnTo>
                <a:lnTo>
                  <a:pt x="519250" y="49972"/>
                </a:lnTo>
                <a:cubicBezTo>
                  <a:pt x="525244" y="44801"/>
                  <a:pt x="530840" y="41115"/>
                  <a:pt x="536040" y="38911"/>
                </a:cubicBezTo>
                <a:cubicBezTo>
                  <a:pt x="541240" y="36708"/>
                  <a:pt x="546719" y="35606"/>
                  <a:pt x="552477" y="35606"/>
                </a:cubicBezTo>
                <a:cubicBezTo>
                  <a:pt x="560174" y="35606"/>
                  <a:pt x="566241" y="37810"/>
                  <a:pt x="570677" y="42216"/>
                </a:cubicBezTo>
                <a:cubicBezTo>
                  <a:pt x="575113" y="46623"/>
                  <a:pt x="577331" y="52469"/>
                  <a:pt x="577331" y="59755"/>
                </a:cubicBezTo>
                <a:cubicBezTo>
                  <a:pt x="577331" y="63045"/>
                  <a:pt x="576361" y="69273"/>
                  <a:pt x="574422" y="78439"/>
                </a:cubicBezTo>
                <a:lnTo>
                  <a:pt x="563406" y="131408"/>
                </a:lnTo>
                <a:lnTo>
                  <a:pt x="538111" y="131408"/>
                </a:lnTo>
                <a:lnTo>
                  <a:pt x="549216" y="78263"/>
                </a:lnTo>
                <a:cubicBezTo>
                  <a:pt x="550861" y="70331"/>
                  <a:pt x="551684" y="65601"/>
                  <a:pt x="551684" y="64073"/>
                </a:cubicBezTo>
                <a:cubicBezTo>
                  <a:pt x="551684" y="60842"/>
                  <a:pt x="550729" y="58301"/>
                  <a:pt x="548819" y="56450"/>
                </a:cubicBezTo>
                <a:cubicBezTo>
                  <a:pt x="546910" y="54599"/>
                  <a:pt x="544251" y="53674"/>
                  <a:pt x="540843" y="53674"/>
                </a:cubicBezTo>
                <a:cubicBezTo>
                  <a:pt x="537142" y="53674"/>
                  <a:pt x="533029" y="55231"/>
                  <a:pt x="528504" y="58345"/>
                </a:cubicBezTo>
                <a:cubicBezTo>
                  <a:pt x="523980" y="61459"/>
                  <a:pt x="520426" y="65572"/>
                  <a:pt x="517840" y="70684"/>
                </a:cubicBezTo>
                <a:cubicBezTo>
                  <a:pt x="515960" y="74326"/>
                  <a:pt x="513845" y="81759"/>
                  <a:pt x="511495" y="92981"/>
                </a:cubicBezTo>
                <a:lnTo>
                  <a:pt x="503474" y="131408"/>
                </a:lnTo>
                <a:lnTo>
                  <a:pt x="478180" y="131408"/>
                </a:lnTo>
                <a:lnTo>
                  <a:pt x="497746" y="37810"/>
                </a:lnTo>
                <a:close/>
                <a:moveTo>
                  <a:pt x="593663" y="56582"/>
                </a:moveTo>
                <a:lnTo>
                  <a:pt x="597541" y="37810"/>
                </a:lnTo>
                <a:lnTo>
                  <a:pt x="609880" y="37810"/>
                </a:lnTo>
                <a:lnTo>
                  <a:pt x="612965" y="22827"/>
                </a:lnTo>
                <a:lnTo>
                  <a:pt x="641961" y="5376"/>
                </a:lnTo>
                <a:lnTo>
                  <a:pt x="635174" y="37810"/>
                </a:lnTo>
                <a:lnTo>
                  <a:pt x="650598" y="37810"/>
                </a:lnTo>
                <a:lnTo>
                  <a:pt x="646720" y="56582"/>
                </a:lnTo>
                <a:lnTo>
                  <a:pt x="631208" y="56582"/>
                </a:lnTo>
                <a:lnTo>
                  <a:pt x="623012" y="95802"/>
                </a:lnTo>
                <a:cubicBezTo>
                  <a:pt x="621543" y="102911"/>
                  <a:pt x="620809" y="106965"/>
                  <a:pt x="620809" y="107964"/>
                </a:cubicBezTo>
                <a:cubicBezTo>
                  <a:pt x="620809" y="109903"/>
                  <a:pt x="621426" y="111416"/>
                  <a:pt x="622659" y="112503"/>
                </a:cubicBezTo>
                <a:cubicBezTo>
                  <a:pt x="623893" y="113590"/>
                  <a:pt x="626126" y="114134"/>
                  <a:pt x="629358" y="114134"/>
                </a:cubicBezTo>
                <a:cubicBezTo>
                  <a:pt x="630474" y="114134"/>
                  <a:pt x="633265" y="113928"/>
                  <a:pt x="637730" y="113517"/>
                </a:cubicBezTo>
                <a:lnTo>
                  <a:pt x="633764" y="132289"/>
                </a:lnTo>
                <a:cubicBezTo>
                  <a:pt x="629416" y="133171"/>
                  <a:pt x="624951" y="133611"/>
                  <a:pt x="620368" y="133611"/>
                </a:cubicBezTo>
                <a:cubicBezTo>
                  <a:pt x="611437" y="133611"/>
                  <a:pt x="604944" y="131893"/>
                  <a:pt x="600890" y="128455"/>
                </a:cubicBezTo>
                <a:cubicBezTo>
                  <a:pt x="596836" y="125018"/>
                  <a:pt x="594809" y="120244"/>
                  <a:pt x="594809" y="114134"/>
                </a:cubicBezTo>
                <a:cubicBezTo>
                  <a:pt x="594809" y="111255"/>
                  <a:pt x="595896" y="104615"/>
                  <a:pt x="598070" y="94215"/>
                </a:cubicBezTo>
                <a:lnTo>
                  <a:pt x="605914" y="56582"/>
                </a:lnTo>
                <a:lnTo>
                  <a:pt x="593663" y="56582"/>
                </a:lnTo>
                <a:close/>
                <a:moveTo>
                  <a:pt x="673960" y="2203"/>
                </a:moveTo>
                <a:lnTo>
                  <a:pt x="699254" y="2203"/>
                </a:lnTo>
                <a:lnTo>
                  <a:pt x="694495" y="25118"/>
                </a:lnTo>
                <a:lnTo>
                  <a:pt x="669200" y="25118"/>
                </a:lnTo>
                <a:lnTo>
                  <a:pt x="673960" y="2203"/>
                </a:lnTo>
                <a:moveTo>
                  <a:pt x="666556" y="37810"/>
                </a:moveTo>
                <a:lnTo>
                  <a:pt x="691851" y="37810"/>
                </a:lnTo>
                <a:lnTo>
                  <a:pt x="672285" y="131408"/>
                </a:lnTo>
                <a:lnTo>
                  <a:pt x="646991" y="131408"/>
                </a:lnTo>
                <a:lnTo>
                  <a:pt x="666556" y="37810"/>
                </a:lnTo>
                <a:close/>
                <a:moveTo>
                  <a:pt x="760373" y="96154"/>
                </a:moveTo>
                <a:lnTo>
                  <a:pt x="784962" y="100120"/>
                </a:lnTo>
                <a:cubicBezTo>
                  <a:pt x="780908" y="111049"/>
                  <a:pt x="774915" y="119363"/>
                  <a:pt x="766983" y="125062"/>
                </a:cubicBezTo>
                <a:cubicBezTo>
                  <a:pt x="759051" y="130762"/>
                  <a:pt x="749856" y="133611"/>
                  <a:pt x="739397" y="133611"/>
                </a:cubicBezTo>
                <a:cubicBezTo>
                  <a:pt x="727470" y="133611"/>
                  <a:pt x="718010" y="130056"/>
                  <a:pt x="711018" y="122947"/>
                </a:cubicBezTo>
                <a:cubicBezTo>
                  <a:pt x="704026" y="115838"/>
                  <a:pt x="700530" y="106055"/>
                  <a:pt x="700530" y="93598"/>
                </a:cubicBezTo>
                <a:cubicBezTo>
                  <a:pt x="700530" y="83434"/>
                  <a:pt x="702645" y="73827"/>
                  <a:pt x="706876" y="64779"/>
                </a:cubicBezTo>
                <a:cubicBezTo>
                  <a:pt x="711106" y="55730"/>
                  <a:pt x="717481" y="48606"/>
                  <a:pt x="726001" y="43406"/>
                </a:cubicBezTo>
                <a:cubicBezTo>
                  <a:pt x="734520" y="38206"/>
                  <a:pt x="743863" y="35606"/>
                  <a:pt x="754027" y="35606"/>
                </a:cubicBezTo>
                <a:cubicBezTo>
                  <a:pt x="765073" y="35606"/>
                  <a:pt x="773887" y="38485"/>
                  <a:pt x="780468" y="44243"/>
                </a:cubicBezTo>
                <a:cubicBezTo>
                  <a:pt x="787048" y="50001"/>
                  <a:pt x="790750" y="57581"/>
                  <a:pt x="791572" y="66982"/>
                </a:cubicBezTo>
                <a:lnTo>
                  <a:pt x="767512" y="69538"/>
                </a:lnTo>
                <a:cubicBezTo>
                  <a:pt x="766924" y="64308"/>
                  <a:pt x="765323" y="60460"/>
                  <a:pt x="762709" y="57992"/>
                </a:cubicBezTo>
                <a:cubicBezTo>
                  <a:pt x="760094" y="55524"/>
                  <a:pt x="756671" y="54291"/>
                  <a:pt x="752441" y="54291"/>
                </a:cubicBezTo>
                <a:cubicBezTo>
                  <a:pt x="747564" y="54291"/>
                  <a:pt x="743011" y="56112"/>
                  <a:pt x="738780" y="59755"/>
                </a:cubicBezTo>
                <a:cubicBezTo>
                  <a:pt x="734550" y="63398"/>
                  <a:pt x="731303" y="68847"/>
                  <a:pt x="729041" y="76104"/>
                </a:cubicBezTo>
                <a:cubicBezTo>
                  <a:pt x="726779" y="83360"/>
                  <a:pt x="725648" y="90161"/>
                  <a:pt x="725648" y="96507"/>
                </a:cubicBezTo>
                <a:cubicBezTo>
                  <a:pt x="725648" y="102030"/>
                  <a:pt x="727000" y="106290"/>
                  <a:pt x="729702" y="109286"/>
                </a:cubicBezTo>
                <a:cubicBezTo>
                  <a:pt x="732405" y="112283"/>
                  <a:pt x="735784" y="113781"/>
                  <a:pt x="739838" y="113781"/>
                </a:cubicBezTo>
                <a:cubicBezTo>
                  <a:pt x="743892" y="113781"/>
                  <a:pt x="747799" y="112312"/>
                  <a:pt x="751560" y="109374"/>
                </a:cubicBezTo>
                <a:cubicBezTo>
                  <a:pt x="755320" y="106437"/>
                  <a:pt x="758258" y="102030"/>
                  <a:pt x="760373" y="961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access">
            <a:extLst xmlns:a="http://schemas.openxmlformats.org/drawingml/2006/main">
              <a:ext uri="{FF2B5EF4-FFF2-40B4-BE49-F238E27FC236}">
                <a16:creationId xmlns:a16="http://schemas.microsoft.com/office/drawing/2014/main" id="{3B9416D9-CB78-4505-9A98-465CC2AE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039" y="2542564"/>
            <a:ext cx="591103" cy="98005"/>
          </a:xfrm>
          <a:custGeom xmlns:a="http://schemas.openxmlformats.org/drawingml/2006/main">
            <a:pathLst>
              <a:path w="591103" h="98005">
                <a:moveTo>
                  <a:pt x="34813" y="28732"/>
                </a:moveTo>
                <a:lnTo>
                  <a:pt x="10135" y="26616"/>
                </a:lnTo>
                <a:cubicBezTo>
                  <a:pt x="12956" y="18273"/>
                  <a:pt x="17877" y="11751"/>
                  <a:pt x="24898" y="7051"/>
                </a:cubicBezTo>
                <a:cubicBezTo>
                  <a:pt x="31919" y="2350"/>
                  <a:pt x="41217" y="0"/>
                  <a:pt x="52792" y="0"/>
                </a:cubicBezTo>
                <a:cubicBezTo>
                  <a:pt x="64837" y="0"/>
                  <a:pt x="73739" y="2424"/>
                  <a:pt x="79497" y="7271"/>
                </a:cubicBezTo>
                <a:cubicBezTo>
                  <a:pt x="85255" y="12118"/>
                  <a:pt x="88134" y="18038"/>
                  <a:pt x="88134" y="25030"/>
                </a:cubicBezTo>
                <a:cubicBezTo>
                  <a:pt x="88134" y="27850"/>
                  <a:pt x="87884" y="30847"/>
                  <a:pt x="87385" y="34020"/>
                </a:cubicBezTo>
                <a:cubicBezTo>
                  <a:pt x="86885" y="37193"/>
                  <a:pt x="85138" y="45536"/>
                  <a:pt x="82141" y="59050"/>
                </a:cubicBezTo>
                <a:cubicBezTo>
                  <a:pt x="79673" y="70213"/>
                  <a:pt x="78439" y="78028"/>
                  <a:pt x="78439" y="82493"/>
                </a:cubicBezTo>
                <a:cubicBezTo>
                  <a:pt x="78439" y="86489"/>
                  <a:pt x="79144" y="90925"/>
                  <a:pt x="80555" y="95802"/>
                </a:cubicBezTo>
                <a:lnTo>
                  <a:pt x="55965" y="95802"/>
                </a:lnTo>
                <a:cubicBezTo>
                  <a:pt x="54966" y="92394"/>
                  <a:pt x="54349" y="88869"/>
                  <a:pt x="54114" y="85226"/>
                </a:cubicBezTo>
                <a:cubicBezTo>
                  <a:pt x="50413" y="89339"/>
                  <a:pt x="46153" y="92497"/>
                  <a:pt x="41335" y="94700"/>
                </a:cubicBezTo>
                <a:cubicBezTo>
                  <a:pt x="36517" y="96903"/>
                  <a:pt x="31670" y="98005"/>
                  <a:pt x="26793" y="98005"/>
                </a:cubicBezTo>
                <a:cubicBezTo>
                  <a:pt x="19037" y="98005"/>
                  <a:pt x="12633" y="95464"/>
                  <a:pt x="7580" y="90381"/>
                </a:cubicBezTo>
                <a:cubicBezTo>
                  <a:pt x="2527" y="85299"/>
                  <a:pt x="0" y="78762"/>
                  <a:pt x="0" y="70772"/>
                </a:cubicBezTo>
                <a:cubicBezTo>
                  <a:pt x="0" y="61841"/>
                  <a:pt x="2776" y="54702"/>
                  <a:pt x="8329" y="49355"/>
                </a:cubicBezTo>
                <a:cubicBezTo>
                  <a:pt x="13881" y="44008"/>
                  <a:pt x="23796" y="40777"/>
                  <a:pt x="38074" y="39660"/>
                </a:cubicBezTo>
                <a:cubicBezTo>
                  <a:pt x="50119" y="38661"/>
                  <a:pt x="58168" y="37457"/>
                  <a:pt x="62223" y="36047"/>
                </a:cubicBezTo>
                <a:cubicBezTo>
                  <a:pt x="63280" y="32521"/>
                  <a:pt x="63809" y="29701"/>
                  <a:pt x="63809" y="27586"/>
                </a:cubicBezTo>
                <a:cubicBezTo>
                  <a:pt x="63809" y="24883"/>
                  <a:pt x="62722" y="22621"/>
                  <a:pt x="60548" y="20800"/>
                </a:cubicBezTo>
                <a:cubicBezTo>
                  <a:pt x="58374" y="18978"/>
                  <a:pt x="55143" y="18067"/>
                  <a:pt x="50853" y="18067"/>
                </a:cubicBezTo>
                <a:cubicBezTo>
                  <a:pt x="46329" y="18067"/>
                  <a:pt x="42760" y="18993"/>
                  <a:pt x="40145" y="20844"/>
                </a:cubicBezTo>
                <a:cubicBezTo>
                  <a:pt x="37530" y="22695"/>
                  <a:pt x="35753" y="25324"/>
                  <a:pt x="34813" y="28732"/>
                </a:cubicBezTo>
                <a:moveTo>
                  <a:pt x="58874" y="52175"/>
                </a:moveTo>
                <a:cubicBezTo>
                  <a:pt x="57346" y="52587"/>
                  <a:pt x="55319" y="52969"/>
                  <a:pt x="52792" y="53321"/>
                </a:cubicBezTo>
                <a:cubicBezTo>
                  <a:pt x="40101" y="54849"/>
                  <a:pt x="31816" y="57081"/>
                  <a:pt x="27938" y="60019"/>
                </a:cubicBezTo>
                <a:cubicBezTo>
                  <a:pt x="25177" y="62135"/>
                  <a:pt x="23796" y="64984"/>
                  <a:pt x="23796" y="68568"/>
                </a:cubicBezTo>
                <a:cubicBezTo>
                  <a:pt x="23796" y="71506"/>
                  <a:pt x="24854" y="73989"/>
                  <a:pt x="26969" y="76016"/>
                </a:cubicBezTo>
                <a:cubicBezTo>
                  <a:pt x="29084" y="78043"/>
                  <a:pt x="31875" y="79056"/>
                  <a:pt x="35342" y="79056"/>
                </a:cubicBezTo>
                <a:cubicBezTo>
                  <a:pt x="39161" y="79056"/>
                  <a:pt x="42760" y="78131"/>
                  <a:pt x="46138" y="76280"/>
                </a:cubicBezTo>
                <a:cubicBezTo>
                  <a:pt x="49517" y="74429"/>
                  <a:pt x="52043" y="72050"/>
                  <a:pt x="53718" y="69141"/>
                </a:cubicBezTo>
                <a:cubicBezTo>
                  <a:pt x="55392" y="66233"/>
                  <a:pt x="56876" y="61694"/>
                  <a:pt x="58168" y="55524"/>
                </a:cubicBezTo>
                <a:lnTo>
                  <a:pt x="58874" y="52175"/>
                </a:lnTo>
                <a:close/>
                <a:moveTo>
                  <a:pt x="162499" y="60548"/>
                </a:moveTo>
                <a:lnTo>
                  <a:pt x="187089" y="64514"/>
                </a:lnTo>
                <a:cubicBezTo>
                  <a:pt x="183034" y="75443"/>
                  <a:pt x="177041" y="83757"/>
                  <a:pt x="169109" y="89456"/>
                </a:cubicBezTo>
                <a:cubicBezTo>
                  <a:pt x="161177" y="95155"/>
                  <a:pt x="151982" y="98005"/>
                  <a:pt x="141523" y="98005"/>
                </a:cubicBezTo>
                <a:cubicBezTo>
                  <a:pt x="129596" y="98005"/>
                  <a:pt x="120136" y="94450"/>
                  <a:pt x="113144" y="87341"/>
                </a:cubicBezTo>
                <a:cubicBezTo>
                  <a:pt x="106152" y="80231"/>
                  <a:pt x="102656" y="70448"/>
                  <a:pt x="102656" y="57992"/>
                </a:cubicBezTo>
                <a:cubicBezTo>
                  <a:pt x="102656" y="47827"/>
                  <a:pt x="104771" y="38221"/>
                  <a:pt x="109002" y="29172"/>
                </a:cubicBezTo>
                <a:cubicBezTo>
                  <a:pt x="113232" y="20124"/>
                  <a:pt x="119607" y="13000"/>
                  <a:pt x="128127" y="7800"/>
                </a:cubicBezTo>
                <a:cubicBezTo>
                  <a:pt x="136646" y="2600"/>
                  <a:pt x="145989" y="0"/>
                  <a:pt x="156153" y="0"/>
                </a:cubicBezTo>
                <a:cubicBezTo>
                  <a:pt x="167200" y="0"/>
                  <a:pt x="176013" y="2879"/>
                  <a:pt x="182594" y="8637"/>
                </a:cubicBezTo>
                <a:cubicBezTo>
                  <a:pt x="189174" y="14395"/>
                  <a:pt x="192876" y="21975"/>
                  <a:pt x="193699" y="31376"/>
                </a:cubicBezTo>
                <a:lnTo>
                  <a:pt x="169638" y="33932"/>
                </a:lnTo>
                <a:cubicBezTo>
                  <a:pt x="169050" y="28702"/>
                  <a:pt x="167449" y="24854"/>
                  <a:pt x="164835" y="22386"/>
                </a:cubicBezTo>
                <a:cubicBezTo>
                  <a:pt x="162220" y="19918"/>
                  <a:pt x="158797" y="18684"/>
                  <a:pt x="154567" y="18684"/>
                </a:cubicBezTo>
                <a:cubicBezTo>
                  <a:pt x="149690" y="18684"/>
                  <a:pt x="145137" y="20506"/>
                  <a:pt x="140906" y="24149"/>
                </a:cubicBezTo>
                <a:cubicBezTo>
                  <a:pt x="136676" y="27792"/>
                  <a:pt x="133430" y="33241"/>
                  <a:pt x="131167" y="40498"/>
                </a:cubicBezTo>
                <a:cubicBezTo>
                  <a:pt x="128905" y="47754"/>
                  <a:pt x="127774" y="54555"/>
                  <a:pt x="127774" y="60901"/>
                </a:cubicBezTo>
                <a:cubicBezTo>
                  <a:pt x="127774" y="66424"/>
                  <a:pt x="129126" y="70684"/>
                  <a:pt x="131828" y="73680"/>
                </a:cubicBezTo>
                <a:cubicBezTo>
                  <a:pt x="134531" y="76677"/>
                  <a:pt x="137910" y="78175"/>
                  <a:pt x="141964" y="78175"/>
                </a:cubicBezTo>
                <a:cubicBezTo>
                  <a:pt x="146018" y="78175"/>
                  <a:pt x="149925" y="76706"/>
                  <a:pt x="153686" y="73768"/>
                </a:cubicBezTo>
                <a:cubicBezTo>
                  <a:pt x="157446" y="70830"/>
                  <a:pt x="160384" y="66424"/>
                  <a:pt x="162499" y="60548"/>
                </a:cubicBezTo>
                <a:close/>
                <a:moveTo>
                  <a:pt x="262423" y="60548"/>
                </a:moveTo>
                <a:lnTo>
                  <a:pt x="287012" y="64514"/>
                </a:lnTo>
                <a:cubicBezTo>
                  <a:pt x="282958" y="75443"/>
                  <a:pt x="276965" y="83757"/>
                  <a:pt x="269033" y="89456"/>
                </a:cubicBezTo>
                <a:cubicBezTo>
                  <a:pt x="261101" y="95155"/>
                  <a:pt x="251906" y="98005"/>
                  <a:pt x="241447" y="98005"/>
                </a:cubicBezTo>
                <a:cubicBezTo>
                  <a:pt x="229520" y="98005"/>
                  <a:pt x="220060" y="94450"/>
                  <a:pt x="213068" y="87341"/>
                </a:cubicBezTo>
                <a:cubicBezTo>
                  <a:pt x="206076" y="80231"/>
                  <a:pt x="202580" y="70448"/>
                  <a:pt x="202580" y="57992"/>
                </a:cubicBezTo>
                <a:cubicBezTo>
                  <a:pt x="202580" y="47827"/>
                  <a:pt x="204695" y="38221"/>
                  <a:pt x="208926" y="29172"/>
                </a:cubicBezTo>
                <a:cubicBezTo>
                  <a:pt x="213156" y="20124"/>
                  <a:pt x="219531" y="13000"/>
                  <a:pt x="228051" y="7800"/>
                </a:cubicBezTo>
                <a:cubicBezTo>
                  <a:pt x="236570" y="2600"/>
                  <a:pt x="245913" y="0"/>
                  <a:pt x="256077" y="0"/>
                </a:cubicBezTo>
                <a:cubicBezTo>
                  <a:pt x="267123" y="0"/>
                  <a:pt x="275937" y="2879"/>
                  <a:pt x="282518" y="8637"/>
                </a:cubicBezTo>
                <a:cubicBezTo>
                  <a:pt x="289098" y="14395"/>
                  <a:pt x="292800" y="21975"/>
                  <a:pt x="293622" y="31376"/>
                </a:cubicBezTo>
                <a:lnTo>
                  <a:pt x="269562" y="33932"/>
                </a:lnTo>
                <a:cubicBezTo>
                  <a:pt x="268974" y="28702"/>
                  <a:pt x="267373" y="24854"/>
                  <a:pt x="264759" y="22386"/>
                </a:cubicBezTo>
                <a:cubicBezTo>
                  <a:pt x="262144" y="19918"/>
                  <a:pt x="258721" y="18684"/>
                  <a:pt x="254491" y="18684"/>
                </a:cubicBezTo>
                <a:cubicBezTo>
                  <a:pt x="249614" y="18684"/>
                  <a:pt x="245061" y="20506"/>
                  <a:pt x="240830" y="24149"/>
                </a:cubicBezTo>
                <a:cubicBezTo>
                  <a:pt x="236600" y="27792"/>
                  <a:pt x="233353" y="33241"/>
                  <a:pt x="231091" y="40498"/>
                </a:cubicBezTo>
                <a:cubicBezTo>
                  <a:pt x="228829" y="47754"/>
                  <a:pt x="227698" y="54555"/>
                  <a:pt x="227698" y="60901"/>
                </a:cubicBezTo>
                <a:cubicBezTo>
                  <a:pt x="227698" y="66424"/>
                  <a:pt x="229050" y="70684"/>
                  <a:pt x="231752" y="73680"/>
                </a:cubicBezTo>
                <a:cubicBezTo>
                  <a:pt x="234455" y="76677"/>
                  <a:pt x="237834" y="78175"/>
                  <a:pt x="241888" y="78175"/>
                </a:cubicBezTo>
                <a:cubicBezTo>
                  <a:pt x="245942" y="78175"/>
                  <a:pt x="249849" y="76706"/>
                  <a:pt x="253610" y="73768"/>
                </a:cubicBezTo>
                <a:cubicBezTo>
                  <a:pt x="257370" y="70830"/>
                  <a:pt x="260308" y="66424"/>
                  <a:pt x="262423" y="60548"/>
                </a:cubicBezTo>
                <a:close/>
                <a:moveTo>
                  <a:pt x="390021" y="56846"/>
                </a:moveTo>
                <a:lnTo>
                  <a:pt x="326565" y="56846"/>
                </a:lnTo>
                <a:cubicBezTo>
                  <a:pt x="326506" y="57845"/>
                  <a:pt x="326477" y="58609"/>
                  <a:pt x="326477" y="59138"/>
                </a:cubicBezTo>
                <a:cubicBezTo>
                  <a:pt x="326477" y="65366"/>
                  <a:pt x="328254" y="70390"/>
                  <a:pt x="331809" y="74209"/>
                </a:cubicBezTo>
                <a:cubicBezTo>
                  <a:pt x="335364" y="78028"/>
                  <a:pt x="339697" y="79938"/>
                  <a:pt x="344809" y="79938"/>
                </a:cubicBezTo>
                <a:cubicBezTo>
                  <a:pt x="353211" y="79938"/>
                  <a:pt x="359762" y="75590"/>
                  <a:pt x="364462" y="66894"/>
                </a:cubicBezTo>
                <a:lnTo>
                  <a:pt x="387113" y="70684"/>
                </a:lnTo>
                <a:cubicBezTo>
                  <a:pt x="382706" y="79791"/>
                  <a:pt x="376816" y="86621"/>
                  <a:pt x="369442" y="91175"/>
                </a:cubicBezTo>
                <a:cubicBezTo>
                  <a:pt x="362068" y="95728"/>
                  <a:pt x="353798" y="98005"/>
                  <a:pt x="344632" y="98005"/>
                </a:cubicBezTo>
                <a:cubicBezTo>
                  <a:pt x="332058" y="98005"/>
                  <a:pt x="321835" y="94024"/>
                  <a:pt x="313962" y="86063"/>
                </a:cubicBezTo>
                <a:cubicBezTo>
                  <a:pt x="306088" y="78101"/>
                  <a:pt x="302152" y="67569"/>
                  <a:pt x="302152" y="54467"/>
                </a:cubicBezTo>
                <a:cubicBezTo>
                  <a:pt x="302152" y="41658"/>
                  <a:pt x="305706" y="30259"/>
                  <a:pt x="312816" y="20271"/>
                </a:cubicBezTo>
                <a:cubicBezTo>
                  <a:pt x="322511" y="6757"/>
                  <a:pt x="336348" y="0"/>
                  <a:pt x="354327" y="0"/>
                </a:cubicBezTo>
                <a:cubicBezTo>
                  <a:pt x="365784" y="0"/>
                  <a:pt x="374892" y="3540"/>
                  <a:pt x="381649" y="10620"/>
                </a:cubicBezTo>
                <a:cubicBezTo>
                  <a:pt x="388406" y="17700"/>
                  <a:pt x="391784" y="27615"/>
                  <a:pt x="391784" y="40365"/>
                </a:cubicBezTo>
                <a:cubicBezTo>
                  <a:pt x="391784" y="46476"/>
                  <a:pt x="391196" y="51970"/>
                  <a:pt x="390021" y="56846"/>
                </a:cubicBezTo>
                <a:moveTo>
                  <a:pt x="368693" y="41423"/>
                </a:moveTo>
                <a:cubicBezTo>
                  <a:pt x="368752" y="40307"/>
                  <a:pt x="368781" y="39455"/>
                  <a:pt x="368781" y="38867"/>
                </a:cubicBezTo>
                <a:cubicBezTo>
                  <a:pt x="368781" y="31934"/>
                  <a:pt x="367224" y="26734"/>
                  <a:pt x="364110" y="23267"/>
                </a:cubicBezTo>
                <a:cubicBezTo>
                  <a:pt x="360996" y="19801"/>
                  <a:pt x="356824" y="18067"/>
                  <a:pt x="351595" y="18067"/>
                </a:cubicBezTo>
                <a:cubicBezTo>
                  <a:pt x="346366" y="18067"/>
                  <a:pt x="341680" y="20036"/>
                  <a:pt x="337537" y="23972"/>
                </a:cubicBezTo>
                <a:cubicBezTo>
                  <a:pt x="333395" y="27909"/>
                  <a:pt x="330590" y="33726"/>
                  <a:pt x="329121" y="41423"/>
                </a:cubicBezTo>
                <a:lnTo>
                  <a:pt x="368693" y="41423"/>
                </a:lnTo>
                <a:close/>
                <a:moveTo>
                  <a:pt x="395554" y="69626"/>
                </a:moveTo>
                <a:lnTo>
                  <a:pt x="420055" y="65748"/>
                </a:lnTo>
                <a:cubicBezTo>
                  <a:pt x="422229" y="70919"/>
                  <a:pt x="424932" y="74576"/>
                  <a:pt x="428163" y="76721"/>
                </a:cubicBezTo>
                <a:cubicBezTo>
                  <a:pt x="431395" y="78865"/>
                  <a:pt x="435802" y="79938"/>
                  <a:pt x="441383" y="79938"/>
                </a:cubicBezTo>
                <a:cubicBezTo>
                  <a:pt x="447141" y="79938"/>
                  <a:pt x="451754" y="78645"/>
                  <a:pt x="455220" y="76060"/>
                </a:cubicBezTo>
                <a:cubicBezTo>
                  <a:pt x="457629" y="74297"/>
                  <a:pt x="458834" y="72152"/>
                  <a:pt x="458834" y="69626"/>
                </a:cubicBezTo>
                <a:cubicBezTo>
                  <a:pt x="458834" y="67922"/>
                  <a:pt x="458217" y="66394"/>
                  <a:pt x="456983" y="65043"/>
                </a:cubicBezTo>
                <a:cubicBezTo>
                  <a:pt x="455690" y="63750"/>
                  <a:pt x="452194" y="62164"/>
                  <a:pt x="446495" y="60284"/>
                </a:cubicBezTo>
                <a:cubicBezTo>
                  <a:pt x="431219" y="55231"/>
                  <a:pt x="421759" y="51235"/>
                  <a:pt x="418116" y="48297"/>
                </a:cubicBezTo>
                <a:cubicBezTo>
                  <a:pt x="412417" y="43714"/>
                  <a:pt x="409567" y="37721"/>
                  <a:pt x="409567" y="30318"/>
                </a:cubicBezTo>
                <a:cubicBezTo>
                  <a:pt x="409567" y="22915"/>
                  <a:pt x="412329" y="16540"/>
                  <a:pt x="417852" y="11193"/>
                </a:cubicBezTo>
                <a:cubicBezTo>
                  <a:pt x="425549" y="3731"/>
                  <a:pt x="436977" y="0"/>
                  <a:pt x="452136" y="0"/>
                </a:cubicBezTo>
                <a:cubicBezTo>
                  <a:pt x="464181" y="0"/>
                  <a:pt x="473288" y="2203"/>
                  <a:pt x="479457" y="6610"/>
                </a:cubicBezTo>
                <a:cubicBezTo>
                  <a:pt x="485627" y="11017"/>
                  <a:pt x="489534" y="16980"/>
                  <a:pt x="491179" y="24501"/>
                </a:cubicBezTo>
                <a:lnTo>
                  <a:pt x="467824" y="28555"/>
                </a:lnTo>
                <a:cubicBezTo>
                  <a:pt x="466590" y="25148"/>
                  <a:pt x="464592" y="22592"/>
                  <a:pt x="461830" y="20888"/>
                </a:cubicBezTo>
                <a:cubicBezTo>
                  <a:pt x="458070" y="18596"/>
                  <a:pt x="453546" y="17451"/>
                  <a:pt x="448258" y="17451"/>
                </a:cubicBezTo>
                <a:cubicBezTo>
                  <a:pt x="442970" y="17451"/>
                  <a:pt x="439165" y="18332"/>
                  <a:pt x="436844" y="20095"/>
                </a:cubicBezTo>
                <a:cubicBezTo>
                  <a:pt x="434524" y="21857"/>
                  <a:pt x="433363" y="23884"/>
                  <a:pt x="433363" y="26176"/>
                </a:cubicBezTo>
                <a:cubicBezTo>
                  <a:pt x="433363" y="28526"/>
                  <a:pt x="434538" y="30465"/>
                  <a:pt x="436889" y="31993"/>
                </a:cubicBezTo>
                <a:cubicBezTo>
                  <a:pt x="438357" y="32933"/>
                  <a:pt x="443087" y="34578"/>
                  <a:pt x="451078" y="36928"/>
                </a:cubicBezTo>
                <a:cubicBezTo>
                  <a:pt x="463417" y="40512"/>
                  <a:pt x="471672" y="44038"/>
                  <a:pt x="475844" y="47504"/>
                </a:cubicBezTo>
                <a:cubicBezTo>
                  <a:pt x="481719" y="52381"/>
                  <a:pt x="484657" y="58257"/>
                  <a:pt x="484657" y="65131"/>
                </a:cubicBezTo>
                <a:cubicBezTo>
                  <a:pt x="484657" y="74003"/>
                  <a:pt x="480926" y="81700"/>
                  <a:pt x="473464" y="88222"/>
                </a:cubicBezTo>
                <a:cubicBezTo>
                  <a:pt x="466002" y="94744"/>
                  <a:pt x="455485" y="98005"/>
                  <a:pt x="441912" y="98005"/>
                </a:cubicBezTo>
                <a:cubicBezTo>
                  <a:pt x="428398" y="98005"/>
                  <a:pt x="417954" y="95523"/>
                  <a:pt x="410581" y="90558"/>
                </a:cubicBezTo>
                <a:cubicBezTo>
                  <a:pt x="403207" y="85593"/>
                  <a:pt x="398198" y="78616"/>
                  <a:pt x="395554" y="69626"/>
                </a:cubicBezTo>
                <a:close/>
                <a:moveTo>
                  <a:pt x="495478" y="69626"/>
                </a:moveTo>
                <a:lnTo>
                  <a:pt x="519979" y="65748"/>
                </a:lnTo>
                <a:cubicBezTo>
                  <a:pt x="522153" y="70919"/>
                  <a:pt x="524856" y="74576"/>
                  <a:pt x="528087" y="76721"/>
                </a:cubicBezTo>
                <a:cubicBezTo>
                  <a:pt x="531319" y="78865"/>
                  <a:pt x="535725" y="79938"/>
                  <a:pt x="541307" y="79938"/>
                </a:cubicBezTo>
                <a:cubicBezTo>
                  <a:pt x="547065" y="79938"/>
                  <a:pt x="551678" y="78645"/>
                  <a:pt x="555144" y="76060"/>
                </a:cubicBezTo>
                <a:cubicBezTo>
                  <a:pt x="557553" y="74297"/>
                  <a:pt x="558758" y="72152"/>
                  <a:pt x="558758" y="69626"/>
                </a:cubicBezTo>
                <a:cubicBezTo>
                  <a:pt x="558758" y="67922"/>
                  <a:pt x="558141" y="66394"/>
                  <a:pt x="556907" y="65043"/>
                </a:cubicBezTo>
                <a:cubicBezTo>
                  <a:pt x="555614" y="63750"/>
                  <a:pt x="552118" y="62164"/>
                  <a:pt x="546419" y="60284"/>
                </a:cubicBezTo>
                <a:cubicBezTo>
                  <a:pt x="531142" y="55231"/>
                  <a:pt x="521683" y="51235"/>
                  <a:pt x="518040" y="48297"/>
                </a:cubicBezTo>
                <a:cubicBezTo>
                  <a:pt x="512341" y="43714"/>
                  <a:pt x="509491" y="37721"/>
                  <a:pt x="509491" y="30318"/>
                </a:cubicBezTo>
                <a:cubicBezTo>
                  <a:pt x="509491" y="22915"/>
                  <a:pt x="512252" y="16540"/>
                  <a:pt x="517775" y="11193"/>
                </a:cubicBezTo>
                <a:cubicBezTo>
                  <a:pt x="525473" y="3731"/>
                  <a:pt x="536901" y="0"/>
                  <a:pt x="552060" y="0"/>
                </a:cubicBezTo>
                <a:cubicBezTo>
                  <a:pt x="564105" y="0"/>
                  <a:pt x="573212" y="2203"/>
                  <a:pt x="579381" y="6610"/>
                </a:cubicBezTo>
                <a:cubicBezTo>
                  <a:pt x="585551" y="11017"/>
                  <a:pt x="589458" y="16980"/>
                  <a:pt x="591103" y="24501"/>
                </a:cubicBezTo>
                <a:lnTo>
                  <a:pt x="567748" y="28555"/>
                </a:lnTo>
                <a:cubicBezTo>
                  <a:pt x="566514" y="25148"/>
                  <a:pt x="564516" y="22592"/>
                  <a:pt x="561754" y="20888"/>
                </a:cubicBezTo>
                <a:cubicBezTo>
                  <a:pt x="557994" y="18596"/>
                  <a:pt x="553470" y="17451"/>
                  <a:pt x="548182" y="17451"/>
                </a:cubicBezTo>
                <a:cubicBezTo>
                  <a:pt x="542894" y="17451"/>
                  <a:pt x="539089" y="18332"/>
                  <a:pt x="536768" y="20095"/>
                </a:cubicBezTo>
                <a:cubicBezTo>
                  <a:pt x="534448" y="21857"/>
                  <a:pt x="533287" y="23884"/>
                  <a:pt x="533287" y="26176"/>
                </a:cubicBezTo>
                <a:cubicBezTo>
                  <a:pt x="533287" y="28526"/>
                  <a:pt x="534462" y="30465"/>
                  <a:pt x="536812" y="31993"/>
                </a:cubicBezTo>
                <a:cubicBezTo>
                  <a:pt x="538281" y="32933"/>
                  <a:pt x="543011" y="34578"/>
                  <a:pt x="551002" y="36928"/>
                </a:cubicBezTo>
                <a:cubicBezTo>
                  <a:pt x="563341" y="40512"/>
                  <a:pt x="571596" y="44038"/>
                  <a:pt x="575768" y="47504"/>
                </a:cubicBezTo>
                <a:cubicBezTo>
                  <a:pt x="581643" y="52381"/>
                  <a:pt x="584581" y="58257"/>
                  <a:pt x="584581" y="65131"/>
                </a:cubicBezTo>
                <a:cubicBezTo>
                  <a:pt x="584581" y="74003"/>
                  <a:pt x="580850" y="81700"/>
                  <a:pt x="573388" y="88222"/>
                </a:cubicBezTo>
                <a:cubicBezTo>
                  <a:pt x="565926" y="94744"/>
                  <a:pt x="555409" y="98005"/>
                  <a:pt x="541836" y="98005"/>
                </a:cubicBezTo>
                <a:cubicBezTo>
                  <a:pt x="528322" y="98005"/>
                  <a:pt x="517878" y="95523"/>
                  <a:pt x="510504" y="90558"/>
                </a:cubicBezTo>
                <a:cubicBezTo>
                  <a:pt x="503131" y="85593"/>
                  <a:pt x="498122" y="78616"/>
                  <a:pt x="495478" y="696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C0034-8D33-4DF4-8E98-789CAEAC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41" y="2022207"/>
            <a:ext cx="278919" cy="3067809"/>
          </a:xfrm>
          <a:custGeom xmlns:a="http://schemas.openxmlformats.org/drawingml/2006/main">
            <a:pathLst>
              <a:path w="278919" h="3067809">
                <a:moveTo>
                  <a:pt x="10744" y="10744"/>
                </a:moveTo>
                <a:lnTo>
                  <a:pt x="168266" y="10744"/>
                </a:lnTo>
                <a:lnTo>
                  <a:pt x="168266" y="0"/>
                </a:lnTo>
                <a:lnTo>
                  <a:pt x="0" y="0"/>
                </a:lnTo>
                <a:lnTo>
                  <a:pt x="0" y="3035577"/>
                </a:lnTo>
                <a:lnTo>
                  <a:pt x="182224" y="3035577"/>
                </a:lnTo>
                <a:lnTo>
                  <a:pt x="182224" y="3067809"/>
                </a:lnTo>
                <a:lnTo>
                  <a:pt x="278919" y="3019462"/>
                </a:lnTo>
                <a:lnTo>
                  <a:pt x="182224" y="2971113"/>
                </a:lnTo>
                <a:lnTo>
                  <a:pt x="182224" y="3003346"/>
                </a:lnTo>
                <a:lnTo>
                  <a:pt x="32232" y="3003346"/>
                </a:lnTo>
                <a:lnTo>
                  <a:pt x="32232" y="32232"/>
                </a:lnTo>
                <a:lnTo>
                  <a:pt x="168266" y="32232"/>
                </a:lnTo>
                <a:lnTo>
                  <a:pt x="168266" y="21488"/>
                </a:lnTo>
                <a:lnTo>
                  <a:pt x="21487" y="21488"/>
                </a:lnTo>
                <a:lnTo>
                  <a:pt x="21487" y="3014089"/>
                </a:lnTo>
                <a:lnTo>
                  <a:pt x="182224" y="3014089"/>
                </a:lnTo>
                <a:lnTo>
                  <a:pt x="182224" y="3024834"/>
                </a:lnTo>
                <a:lnTo>
                  <a:pt x="10744" y="3024834"/>
                </a:lnTo>
                <a:lnTo>
                  <a:pt x="10744" y="107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T">
            <a:extLst xmlns:a="http://schemas.openxmlformats.org/drawingml/2006/main">
              <a:ext uri="{FF2B5EF4-FFF2-40B4-BE49-F238E27FC236}">
                <a16:creationId xmlns:a16="http://schemas.microsoft.com/office/drawing/2014/main" id="{07481626-81BA-4D3D-A657-C52D77A9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86" y="2326546"/>
            <a:ext cx="97306" cy="119976"/>
          </a:xfrm>
          <a:custGeom xmlns:a="http://schemas.openxmlformats.org/drawingml/2006/main">
            <a:pathLst>
              <a:path w="97306" h="119976">
                <a:moveTo>
                  <a:pt x="17186" y="119976"/>
                </a:moveTo>
                <a:lnTo>
                  <a:pt x="39364" y="13667"/>
                </a:lnTo>
                <a:lnTo>
                  <a:pt x="0" y="13667"/>
                </a:lnTo>
                <a:lnTo>
                  <a:pt x="2864" y="0"/>
                </a:lnTo>
                <a:lnTo>
                  <a:pt x="97306" y="0"/>
                </a:lnTo>
                <a:lnTo>
                  <a:pt x="94442" y="13667"/>
                </a:lnTo>
                <a:lnTo>
                  <a:pt x="55405" y="13667"/>
                </a:lnTo>
                <a:lnTo>
                  <a:pt x="33227" y="119976"/>
                </a:lnTo>
                <a:lnTo>
                  <a:pt x="17186" y="1199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ableswitch">
            <a:extLst xmlns:a="http://schemas.openxmlformats.org/drawingml/2006/main">
              <a:ext uri="{FF2B5EF4-FFF2-40B4-BE49-F238E27FC236}">
                <a16:creationId xmlns:a16="http://schemas.microsoft.com/office/drawing/2014/main" id="{BA65C4A3-CC46-4BFC-B14F-7285BB6A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924" y="2326546"/>
            <a:ext cx="817776" cy="121940"/>
          </a:xfrm>
          <a:custGeom xmlns:a="http://schemas.openxmlformats.org/drawingml/2006/main">
            <a:pathLst>
              <a:path w="817776" h="121940">
                <a:moveTo>
                  <a:pt x="56796" y="109173"/>
                </a:moveTo>
                <a:cubicBezTo>
                  <a:pt x="51668" y="113592"/>
                  <a:pt x="46730" y="116825"/>
                  <a:pt x="41983" y="118871"/>
                </a:cubicBezTo>
                <a:cubicBezTo>
                  <a:pt x="37237" y="120917"/>
                  <a:pt x="32163" y="121940"/>
                  <a:pt x="26761" y="121940"/>
                </a:cubicBezTo>
                <a:cubicBezTo>
                  <a:pt x="18741" y="121940"/>
                  <a:pt x="12276" y="119580"/>
                  <a:pt x="7365" y="114861"/>
                </a:cubicBezTo>
                <a:cubicBezTo>
                  <a:pt x="2455" y="110141"/>
                  <a:pt x="0" y="104099"/>
                  <a:pt x="0" y="96733"/>
                </a:cubicBezTo>
                <a:cubicBezTo>
                  <a:pt x="0" y="91878"/>
                  <a:pt x="1105" y="87581"/>
                  <a:pt x="3314" y="83844"/>
                </a:cubicBezTo>
                <a:cubicBezTo>
                  <a:pt x="5524" y="80107"/>
                  <a:pt x="8457" y="77106"/>
                  <a:pt x="12112" y="74842"/>
                </a:cubicBezTo>
                <a:cubicBezTo>
                  <a:pt x="15768" y="72577"/>
                  <a:pt x="20241" y="70954"/>
                  <a:pt x="25534" y="69972"/>
                </a:cubicBezTo>
                <a:cubicBezTo>
                  <a:pt x="28862" y="69317"/>
                  <a:pt x="35177" y="68799"/>
                  <a:pt x="44479" y="68417"/>
                </a:cubicBezTo>
                <a:cubicBezTo>
                  <a:pt x="53782" y="68035"/>
                  <a:pt x="60452" y="67053"/>
                  <a:pt x="64489" y="65471"/>
                </a:cubicBezTo>
                <a:cubicBezTo>
                  <a:pt x="65635" y="61434"/>
                  <a:pt x="66208" y="58078"/>
                  <a:pt x="66208" y="55405"/>
                </a:cubicBezTo>
                <a:cubicBezTo>
                  <a:pt x="66208" y="51968"/>
                  <a:pt x="64953" y="49267"/>
                  <a:pt x="62443" y="47303"/>
                </a:cubicBezTo>
                <a:cubicBezTo>
                  <a:pt x="59006" y="44575"/>
                  <a:pt x="53986" y="43211"/>
                  <a:pt x="47385" y="43211"/>
                </a:cubicBezTo>
                <a:cubicBezTo>
                  <a:pt x="41165" y="43211"/>
                  <a:pt x="36077" y="44588"/>
                  <a:pt x="32122" y="47344"/>
                </a:cubicBezTo>
                <a:cubicBezTo>
                  <a:pt x="28166" y="50099"/>
                  <a:pt x="25288" y="54014"/>
                  <a:pt x="23488" y="59088"/>
                </a:cubicBezTo>
                <a:lnTo>
                  <a:pt x="8511" y="57778"/>
                </a:lnTo>
                <a:cubicBezTo>
                  <a:pt x="11567" y="49158"/>
                  <a:pt x="16409" y="42556"/>
                  <a:pt x="23038" y="37973"/>
                </a:cubicBezTo>
                <a:cubicBezTo>
                  <a:pt x="29667" y="33390"/>
                  <a:pt x="38028" y="31099"/>
                  <a:pt x="48121" y="31099"/>
                </a:cubicBezTo>
                <a:cubicBezTo>
                  <a:pt x="58869" y="31099"/>
                  <a:pt x="67381" y="33663"/>
                  <a:pt x="73655" y="38792"/>
                </a:cubicBezTo>
                <a:cubicBezTo>
                  <a:pt x="78456" y="42611"/>
                  <a:pt x="80857" y="47576"/>
                  <a:pt x="80857" y="53686"/>
                </a:cubicBezTo>
                <a:cubicBezTo>
                  <a:pt x="80857" y="58324"/>
                  <a:pt x="80175" y="63698"/>
                  <a:pt x="78811" y="69808"/>
                </a:cubicBezTo>
                <a:lnTo>
                  <a:pt x="73982" y="91414"/>
                </a:lnTo>
                <a:cubicBezTo>
                  <a:pt x="72455" y="98288"/>
                  <a:pt x="71691" y="103881"/>
                  <a:pt x="71691" y="108191"/>
                </a:cubicBezTo>
                <a:cubicBezTo>
                  <a:pt x="71691" y="110919"/>
                  <a:pt x="72291" y="114847"/>
                  <a:pt x="73491" y="119976"/>
                </a:cubicBezTo>
                <a:lnTo>
                  <a:pt x="58515" y="119976"/>
                </a:lnTo>
                <a:cubicBezTo>
                  <a:pt x="57696" y="117139"/>
                  <a:pt x="57123" y="113538"/>
                  <a:pt x="56796" y="109173"/>
                </a:cubicBezTo>
                <a:moveTo>
                  <a:pt x="62279" y="75946"/>
                </a:moveTo>
                <a:cubicBezTo>
                  <a:pt x="60206" y="76765"/>
                  <a:pt x="57983" y="77392"/>
                  <a:pt x="55609" y="77829"/>
                </a:cubicBezTo>
                <a:cubicBezTo>
                  <a:pt x="53236" y="78265"/>
                  <a:pt x="49267" y="78729"/>
                  <a:pt x="43702" y="79220"/>
                </a:cubicBezTo>
                <a:cubicBezTo>
                  <a:pt x="35082" y="79984"/>
                  <a:pt x="28998" y="80952"/>
                  <a:pt x="25452" y="82125"/>
                </a:cubicBezTo>
                <a:cubicBezTo>
                  <a:pt x="21906" y="83298"/>
                  <a:pt x="19232" y="85167"/>
                  <a:pt x="17432" y="87731"/>
                </a:cubicBezTo>
                <a:cubicBezTo>
                  <a:pt x="15631" y="90295"/>
                  <a:pt x="14731" y="93133"/>
                  <a:pt x="14731" y="96242"/>
                </a:cubicBezTo>
                <a:cubicBezTo>
                  <a:pt x="14731" y="100389"/>
                  <a:pt x="16163" y="103799"/>
                  <a:pt x="19028" y="106472"/>
                </a:cubicBezTo>
                <a:cubicBezTo>
                  <a:pt x="21892" y="109146"/>
                  <a:pt x="25970" y="110482"/>
                  <a:pt x="31262" y="110482"/>
                </a:cubicBezTo>
                <a:cubicBezTo>
                  <a:pt x="36173" y="110482"/>
                  <a:pt x="40892" y="109187"/>
                  <a:pt x="45421" y="106595"/>
                </a:cubicBezTo>
                <a:cubicBezTo>
                  <a:pt x="49949" y="104003"/>
                  <a:pt x="53523" y="100389"/>
                  <a:pt x="56141" y="95751"/>
                </a:cubicBezTo>
                <a:cubicBezTo>
                  <a:pt x="58760" y="91114"/>
                  <a:pt x="60806" y="84512"/>
                  <a:pt x="62279" y="75946"/>
                </a:cubicBezTo>
                <a:close/>
                <a:moveTo>
                  <a:pt x="91673" y="119976"/>
                </a:moveTo>
                <a:lnTo>
                  <a:pt x="116716" y="0"/>
                </a:lnTo>
                <a:lnTo>
                  <a:pt x="131529" y="0"/>
                </a:lnTo>
                <a:lnTo>
                  <a:pt x="122608" y="42884"/>
                </a:lnTo>
                <a:cubicBezTo>
                  <a:pt x="127300" y="38573"/>
                  <a:pt x="131556" y="35532"/>
                  <a:pt x="135375" y="33758"/>
                </a:cubicBezTo>
                <a:cubicBezTo>
                  <a:pt x="139194" y="31985"/>
                  <a:pt x="143177" y="31099"/>
                  <a:pt x="147324" y="31099"/>
                </a:cubicBezTo>
                <a:cubicBezTo>
                  <a:pt x="155453" y="31099"/>
                  <a:pt x="162232" y="34127"/>
                  <a:pt x="167661" y="40183"/>
                </a:cubicBezTo>
                <a:cubicBezTo>
                  <a:pt x="173089" y="46239"/>
                  <a:pt x="175804" y="55050"/>
                  <a:pt x="175804" y="66617"/>
                </a:cubicBezTo>
                <a:cubicBezTo>
                  <a:pt x="175804" y="74310"/>
                  <a:pt x="174712" y="81348"/>
                  <a:pt x="172530" y="87731"/>
                </a:cubicBezTo>
                <a:cubicBezTo>
                  <a:pt x="170348" y="94115"/>
                  <a:pt x="167647" y="99475"/>
                  <a:pt x="164428" y="103812"/>
                </a:cubicBezTo>
                <a:cubicBezTo>
                  <a:pt x="161209" y="108150"/>
                  <a:pt x="157881" y="111614"/>
                  <a:pt x="154444" y="114206"/>
                </a:cubicBezTo>
                <a:cubicBezTo>
                  <a:pt x="151006" y="116798"/>
                  <a:pt x="147487" y="118734"/>
                  <a:pt x="143886" y="120017"/>
                </a:cubicBezTo>
                <a:cubicBezTo>
                  <a:pt x="140286" y="121299"/>
                  <a:pt x="136821" y="121940"/>
                  <a:pt x="133493" y="121940"/>
                </a:cubicBezTo>
                <a:cubicBezTo>
                  <a:pt x="127764" y="121940"/>
                  <a:pt x="122718" y="120426"/>
                  <a:pt x="118353" y="117398"/>
                </a:cubicBezTo>
                <a:cubicBezTo>
                  <a:pt x="113988" y="114370"/>
                  <a:pt x="110578" y="109746"/>
                  <a:pt x="108123" y="103526"/>
                </a:cubicBezTo>
                <a:lnTo>
                  <a:pt x="104686" y="119976"/>
                </a:lnTo>
                <a:lnTo>
                  <a:pt x="91673" y="119976"/>
                </a:lnTo>
                <a:moveTo>
                  <a:pt x="113606" y="84294"/>
                </a:moveTo>
                <a:lnTo>
                  <a:pt x="113524" y="87076"/>
                </a:lnTo>
                <a:cubicBezTo>
                  <a:pt x="113524" y="94496"/>
                  <a:pt x="115297" y="100143"/>
                  <a:pt x="118844" y="104017"/>
                </a:cubicBezTo>
                <a:cubicBezTo>
                  <a:pt x="122390" y="107891"/>
                  <a:pt x="126809" y="109828"/>
                  <a:pt x="132102" y="109828"/>
                </a:cubicBezTo>
                <a:cubicBezTo>
                  <a:pt x="137285" y="109828"/>
                  <a:pt x="142045" y="108014"/>
                  <a:pt x="146383" y="104385"/>
                </a:cubicBezTo>
                <a:cubicBezTo>
                  <a:pt x="150720" y="100757"/>
                  <a:pt x="154280" y="95097"/>
                  <a:pt x="157063" y="87404"/>
                </a:cubicBezTo>
                <a:cubicBezTo>
                  <a:pt x="159845" y="79711"/>
                  <a:pt x="161236" y="72618"/>
                  <a:pt x="161236" y="66126"/>
                </a:cubicBezTo>
                <a:cubicBezTo>
                  <a:pt x="161236" y="58815"/>
                  <a:pt x="159477" y="53141"/>
                  <a:pt x="155958" y="49103"/>
                </a:cubicBezTo>
                <a:cubicBezTo>
                  <a:pt x="152439" y="45066"/>
                  <a:pt x="148088" y="43047"/>
                  <a:pt x="142904" y="43047"/>
                </a:cubicBezTo>
                <a:cubicBezTo>
                  <a:pt x="137558" y="43047"/>
                  <a:pt x="132647" y="45107"/>
                  <a:pt x="128173" y="49226"/>
                </a:cubicBezTo>
                <a:cubicBezTo>
                  <a:pt x="123700" y="53345"/>
                  <a:pt x="119962" y="59688"/>
                  <a:pt x="116962" y="68254"/>
                </a:cubicBezTo>
                <a:cubicBezTo>
                  <a:pt x="114725" y="74637"/>
                  <a:pt x="113606" y="79984"/>
                  <a:pt x="113606" y="84294"/>
                </a:cubicBezTo>
                <a:close/>
                <a:moveTo>
                  <a:pt x="184001" y="119976"/>
                </a:moveTo>
                <a:lnTo>
                  <a:pt x="209044" y="0"/>
                </a:lnTo>
                <a:lnTo>
                  <a:pt x="223857" y="0"/>
                </a:lnTo>
                <a:lnTo>
                  <a:pt x="198814" y="119976"/>
                </a:lnTo>
                <a:lnTo>
                  <a:pt x="184001" y="119976"/>
                </a:lnTo>
                <a:close/>
                <a:moveTo>
                  <a:pt x="286056" y="90432"/>
                </a:moveTo>
                <a:lnTo>
                  <a:pt x="300459" y="91905"/>
                </a:lnTo>
                <a:cubicBezTo>
                  <a:pt x="298386" y="99052"/>
                  <a:pt x="293626" y="105845"/>
                  <a:pt x="286179" y="112283"/>
                </a:cubicBezTo>
                <a:cubicBezTo>
                  <a:pt x="278731" y="118721"/>
                  <a:pt x="269852" y="121940"/>
                  <a:pt x="259540" y="121940"/>
                </a:cubicBezTo>
                <a:cubicBezTo>
                  <a:pt x="253102" y="121940"/>
                  <a:pt x="247196" y="120453"/>
                  <a:pt x="241822" y="117480"/>
                </a:cubicBezTo>
                <a:cubicBezTo>
                  <a:pt x="236448" y="114506"/>
                  <a:pt x="232356" y="110182"/>
                  <a:pt x="229546" y="104508"/>
                </a:cubicBezTo>
                <a:cubicBezTo>
                  <a:pt x="226736" y="98834"/>
                  <a:pt x="225331" y="92369"/>
                  <a:pt x="225331" y="85112"/>
                </a:cubicBezTo>
                <a:cubicBezTo>
                  <a:pt x="225331" y="75619"/>
                  <a:pt x="227527" y="66412"/>
                  <a:pt x="231919" y="57492"/>
                </a:cubicBezTo>
                <a:cubicBezTo>
                  <a:pt x="236311" y="48571"/>
                  <a:pt x="241999" y="41942"/>
                  <a:pt x="248983" y="37605"/>
                </a:cubicBezTo>
                <a:cubicBezTo>
                  <a:pt x="255966" y="33267"/>
                  <a:pt x="263523" y="31099"/>
                  <a:pt x="271652" y="31099"/>
                </a:cubicBezTo>
                <a:cubicBezTo>
                  <a:pt x="282018" y="31099"/>
                  <a:pt x="290298" y="34318"/>
                  <a:pt x="296490" y="40756"/>
                </a:cubicBezTo>
                <a:cubicBezTo>
                  <a:pt x="302683" y="47194"/>
                  <a:pt x="305779" y="55978"/>
                  <a:pt x="305779" y="67108"/>
                </a:cubicBezTo>
                <a:cubicBezTo>
                  <a:pt x="305779" y="71363"/>
                  <a:pt x="305397" y="75728"/>
                  <a:pt x="304633" y="80202"/>
                </a:cubicBezTo>
                <a:lnTo>
                  <a:pt x="240635" y="80202"/>
                </a:lnTo>
                <a:cubicBezTo>
                  <a:pt x="240417" y="81893"/>
                  <a:pt x="240308" y="83421"/>
                  <a:pt x="240308" y="84785"/>
                </a:cubicBezTo>
                <a:cubicBezTo>
                  <a:pt x="240308" y="92914"/>
                  <a:pt x="242177" y="99120"/>
                  <a:pt x="245914" y="103403"/>
                </a:cubicBezTo>
                <a:cubicBezTo>
                  <a:pt x="249651" y="107686"/>
                  <a:pt x="254221" y="109828"/>
                  <a:pt x="259622" y="109828"/>
                </a:cubicBezTo>
                <a:cubicBezTo>
                  <a:pt x="264696" y="109828"/>
                  <a:pt x="269688" y="108164"/>
                  <a:pt x="274598" y="104835"/>
                </a:cubicBezTo>
                <a:cubicBezTo>
                  <a:pt x="279509" y="101507"/>
                  <a:pt x="283328" y="96706"/>
                  <a:pt x="286056" y="90432"/>
                </a:cubicBezTo>
                <a:moveTo>
                  <a:pt x="243009" y="68908"/>
                </a:moveTo>
                <a:lnTo>
                  <a:pt x="291785" y="68908"/>
                </a:lnTo>
                <a:cubicBezTo>
                  <a:pt x="291839" y="67381"/>
                  <a:pt x="291866" y="66289"/>
                  <a:pt x="291866" y="65635"/>
                </a:cubicBezTo>
                <a:cubicBezTo>
                  <a:pt x="291866" y="58215"/>
                  <a:pt x="290011" y="52527"/>
                  <a:pt x="286301" y="48571"/>
                </a:cubicBezTo>
                <a:cubicBezTo>
                  <a:pt x="282591" y="44616"/>
                  <a:pt x="277817" y="42638"/>
                  <a:pt x="271980" y="42638"/>
                </a:cubicBezTo>
                <a:cubicBezTo>
                  <a:pt x="265651" y="42638"/>
                  <a:pt x="259881" y="44820"/>
                  <a:pt x="254671" y="49185"/>
                </a:cubicBezTo>
                <a:cubicBezTo>
                  <a:pt x="249460" y="53550"/>
                  <a:pt x="245573" y="60124"/>
                  <a:pt x="243009" y="68908"/>
                </a:cubicBezTo>
                <a:close/>
                <a:moveTo>
                  <a:pt x="363815" y="90268"/>
                </a:moveTo>
                <a:lnTo>
                  <a:pt x="378628" y="89368"/>
                </a:lnTo>
                <a:cubicBezTo>
                  <a:pt x="378628" y="93624"/>
                  <a:pt x="379283" y="97252"/>
                  <a:pt x="380592" y="100252"/>
                </a:cubicBezTo>
                <a:cubicBezTo>
                  <a:pt x="381901" y="103253"/>
                  <a:pt x="384316" y="105708"/>
                  <a:pt x="387835" y="107618"/>
                </a:cubicBezTo>
                <a:cubicBezTo>
                  <a:pt x="391354" y="109528"/>
                  <a:pt x="395459" y="110482"/>
                  <a:pt x="400151" y="110482"/>
                </a:cubicBezTo>
                <a:cubicBezTo>
                  <a:pt x="406699" y="110482"/>
                  <a:pt x="411609" y="109173"/>
                  <a:pt x="414882" y="106554"/>
                </a:cubicBezTo>
                <a:cubicBezTo>
                  <a:pt x="418156" y="103935"/>
                  <a:pt x="419793" y="100853"/>
                  <a:pt x="419793" y="97306"/>
                </a:cubicBezTo>
                <a:cubicBezTo>
                  <a:pt x="419793" y="94742"/>
                  <a:pt x="418811" y="92314"/>
                  <a:pt x="416847" y="90023"/>
                </a:cubicBezTo>
                <a:cubicBezTo>
                  <a:pt x="414828" y="87731"/>
                  <a:pt x="409904" y="84908"/>
                  <a:pt x="402075" y="81552"/>
                </a:cubicBezTo>
                <a:cubicBezTo>
                  <a:pt x="394245" y="78197"/>
                  <a:pt x="389240" y="75837"/>
                  <a:pt x="387057" y="74473"/>
                </a:cubicBezTo>
                <a:cubicBezTo>
                  <a:pt x="383402" y="72236"/>
                  <a:pt x="380647" y="69604"/>
                  <a:pt x="378792" y="66576"/>
                </a:cubicBezTo>
                <a:cubicBezTo>
                  <a:pt x="376936" y="63548"/>
                  <a:pt x="376009" y="60070"/>
                  <a:pt x="376009" y="56141"/>
                </a:cubicBezTo>
                <a:cubicBezTo>
                  <a:pt x="376009" y="49267"/>
                  <a:pt x="378737" y="43375"/>
                  <a:pt x="384193" y="38464"/>
                </a:cubicBezTo>
                <a:cubicBezTo>
                  <a:pt x="389649" y="33554"/>
                  <a:pt x="397287" y="31099"/>
                  <a:pt x="407108" y="31099"/>
                </a:cubicBezTo>
                <a:cubicBezTo>
                  <a:pt x="418020" y="31099"/>
                  <a:pt x="426326" y="33622"/>
                  <a:pt x="432028" y="38669"/>
                </a:cubicBezTo>
                <a:cubicBezTo>
                  <a:pt x="437729" y="43716"/>
                  <a:pt x="440689" y="50358"/>
                  <a:pt x="440907" y="58597"/>
                </a:cubicBezTo>
                <a:lnTo>
                  <a:pt x="426422" y="59579"/>
                </a:lnTo>
                <a:cubicBezTo>
                  <a:pt x="426203" y="54341"/>
                  <a:pt x="424348" y="50194"/>
                  <a:pt x="420857" y="47139"/>
                </a:cubicBezTo>
                <a:cubicBezTo>
                  <a:pt x="417365" y="44084"/>
                  <a:pt x="412427" y="42556"/>
                  <a:pt x="406044" y="42556"/>
                </a:cubicBezTo>
                <a:cubicBezTo>
                  <a:pt x="400915" y="42556"/>
                  <a:pt x="396932" y="43729"/>
                  <a:pt x="394095" y="46075"/>
                </a:cubicBezTo>
                <a:cubicBezTo>
                  <a:pt x="391258" y="48421"/>
                  <a:pt x="389840" y="50958"/>
                  <a:pt x="389840" y="53686"/>
                </a:cubicBezTo>
                <a:cubicBezTo>
                  <a:pt x="389840" y="56414"/>
                  <a:pt x="391067" y="58815"/>
                  <a:pt x="393522" y="60888"/>
                </a:cubicBezTo>
                <a:cubicBezTo>
                  <a:pt x="395159" y="62307"/>
                  <a:pt x="399388" y="64489"/>
                  <a:pt x="406207" y="67435"/>
                </a:cubicBezTo>
                <a:cubicBezTo>
                  <a:pt x="417556" y="72345"/>
                  <a:pt x="424703" y="76219"/>
                  <a:pt x="427649" y="79056"/>
                </a:cubicBezTo>
                <a:cubicBezTo>
                  <a:pt x="432341" y="83585"/>
                  <a:pt x="434687" y="89095"/>
                  <a:pt x="434687" y="95588"/>
                </a:cubicBezTo>
                <a:cubicBezTo>
                  <a:pt x="434687" y="99898"/>
                  <a:pt x="433364" y="104126"/>
                  <a:pt x="430718" y="108273"/>
                </a:cubicBezTo>
                <a:cubicBezTo>
                  <a:pt x="428072" y="112419"/>
                  <a:pt x="424035" y="115734"/>
                  <a:pt x="418606" y="118216"/>
                </a:cubicBezTo>
                <a:cubicBezTo>
                  <a:pt x="413177" y="120699"/>
                  <a:pt x="406780" y="121940"/>
                  <a:pt x="399415" y="121940"/>
                </a:cubicBezTo>
                <a:cubicBezTo>
                  <a:pt x="389376" y="121940"/>
                  <a:pt x="380837" y="119457"/>
                  <a:pt x="373799" y="114492"/>
                </a:cubicBezTo>
                <a:cubicBezTo>
                  <a:pt x="366761" y="109528"/>
                  <a:pt x="363433" y="101453"/>
                  <a:pt x="363815" y="90268"/>
                </a:cubicBezTo>
                <a:close/>
                <a:moveTo>
                  <a:pt x="462758" y="119976"/>
                </a:moveTo>
                <a:lnTo>
                  <a:pt x="453674" y="33063"/>
                </a:lnTo>
                <a:lnTo>
                  <a:pt x="467914" y="33063"/>
                </a:lnTo>
                <a:lnTo>
                  <a:pt x="471842" y="72100"/>
                </a:lnTo>
                <a:lnTo>
                  <a:pt x="473397" y="94033"/>
                </a:lnTo>
                <a:cubicBezTo>
                  <a:pt x="473506" y="95670"/>
                  <a:pt x="473670" y="98970"/>
                  <a:pt x="473888" y="103935"/>
                </a:cubicBezTo>
                <a:cubicBezTo>
                  <a:pt x="475525" y="98370"/>
                  <a:pt x="476916" y="94101"/>
                  <a:pt x="478062" y="91127"/>
                </a:cubicBezTo>
                <a:cubicBezTo>
                  <a:pt x="479208" y="88154"/>
                  <a:pt x="481035" y="83912"/>
                  <a:pt x="483545" y="78402"/>
                </a:cubicBezTo>
                <a:lnTo>
                  <a:pt x="504250" y="33063"/>
                </a:lnTo>
                <a:lnTo>
                  <a:pt x="520373" y="33063"/>
                </a:lnTo>
                <a:lnTo>
                  <a:pt x="523237" y="76519"/>
                </a:lnTo>
                <a:cubicBezTo>
                  <a:pt x="523673" y="83121"/>
                  <a:pt x="523946" y="91932"/>
                  <a:pt x="524055" y="102953"/>
                </a:cubicBezTo>
                <a:cubicBezTo>
                  <a:pt x="526783" y="95642"/>
                  <a:pt x="531230" y="85494"/>
                  <a:pt x="537395" y="72509"/>
                </a:cubicBezTo>
                <a:lnTo>
                  <a:pt x="556054" y="33063"/>
                </a:lnTo>
                <a:lnTo>
                  <a:pt x="570867" y="33063"/>
                </a:lnTo>
                <a:lnTo>
                  <a:pt x="528393" y="119976"/>
                </a:lnTo>
                <a:lnTo>
                  <a:pt x="513007" y="119976"/>
                </a:lnTo>
                <a:lnTo>
                  <a:pt x="509734" y="68990"/>
                </a:lnTo>
                <a:cubicBezTo>
                  <a:pt x="509515" y="65826"/>
                  <a:pt x="509352" y="59660"/>
                  <a:pt x="509243" y="50495"/>
                </a:cubicBezTo>
                <a:cubicBezTo>
                  <a:pt x="507006" y="56332"/>
                  <a:pt x="504359" y="62634"/>
                  <a:pt x="501304" y="69399"/>
                </a:cubicBezTo>
                <a:lnTo>
                  <a:pt x="478307" y="119976"/>
                </a:lnTo>
                <a:lnTo>
                  <a:pt x="462758" y="119976"/>
                </a:lnTo>
                <a:close/>
                <a:moveTo>
                  <a:pt x="588136" y="16777"/>
                </a:moveTo>
                <a:lnTo>
                  <a:pt x="591656" y="0"/>
                </a:lnTo>
                <a:lnTo>
                  <a:pt x="606387" y="0"/>
                </a:lnTo>
                <a:lnTo>
                  <a:pt x="602867" y="16777"/>
                </a:lnTo>
                <a:lnTo>
                  <a:pt x="588136" y="16777"/>
                </a:lnTo>
                <a:moveTo>
                  <a:pt x="566531" y="119976"/>
                </a:moveTo>
                <a:lnTo>
                  <a:pt x="584699" y="33063"/>
                </a:lnTo>
                <a:lnTo>
                  <a:pt x="599512" y="33063"/>
                </a:lnTo>
                <a:lnTo>
                  <a:pt x="581344" y="119976"/>
                </a:lnTo>
                <a:lnTo>
                  <a:pt x="566531" y="119976"/>
                </a:lnTo>
                <a:close/>
                <a:moveTo>
                  <a:pt x="638796" y="107945"/>
                </a:moveTo>
                <a:lnTo>
                  <a:pt x="636341" y="120057"/>
                </a:lnTo>
                <a:cubicBezTo>
                  <a:pt x="632795" y="120985"/>
                  <a:pt x="629357" y="121449"/>
                  <a:pt x="626029" y="121449"/>
                </a:cubicBezTo>
                <a:cubicBezTo>
                  <a:pt x="620137" y="121449"/>
                  <a:pt x="615445" y="120003"/>
                  <a:pt x="611953" y="117111"/>
                </a:cubicBezTo>
                <a:cubicBezTo>
                  <a:pt x="609334" y="114929"/>
                  <a:pt x="608025" y="111955"/>
                  <a:pt x="608025" y="108191"/>
                </a:cubicBezTo>
                <a:cubicBezTo>
                  <a:pt x="608025" y="106281"/>
                  <a:pt x="608734" y="101889"/>
                  <a:pt x="610153" y="95015"/>
                </a:cubicBezTo>
                <a:lnTo>
                  <a:pt x="620710" y="44520"/>
                </a:lnTo>
                <a:lnTo>
                  <a:pt x="609007" y="44520"/>
                </a:lnTo>
                <a:lnTo>
                  <a:pt x="611380" y="33063"/>
                </a:lnTo>
                <a:lnTo>
                  <a:pt x="623083" y="33063"/>
                </a:lnTo>
                <a:lnTo>
                  <a:pt x="627584" y="11703"/>
                </a:lnTo>
                <a:lnTo>
                  <a:pt x="644525" y="1473"/>
                </a:lnTo>
                <a:lnTo>
                  <a:pt x="637896" y="33063"/>
                </a:lnTo>
                <a:lnTo>
                  <a:pt x="652463" y="33063"/>
                </a:lnTo>
                <a:lnTo>
                  <a:pt x="650008" y="44520"/>
                </a:lnTo>
                <a:lnTo>
                  <a:pt x="635523" y="44520"/>
                </a:lnTo>
                <a:lnTo>
                  <a:pt x="625456" y="92560"/>
                </a:lnTo>
                <a:cubicBezTo>
                  <a:pt x="624202" y="98670"/>
                  <a:pt x="623574" y="102326"/>
                  <a:pt x="623574" y="103526"/>
                </a:cubicBezTo>
                <a:cubicBezTo>
                  <a:pt x="623574" y="105272"/>
                  <a:pt x="624079" y="106609"/>
                  <a:pt x="625088" y="107536"/>
                </a:cubicBezTo>
                <a:cubicBezTo>
                  <a:pt x="626098" y="108464"/>
                  <a:pt x="627748" y="108927"/>
                  <a:pt x="630039" y="108927"/>
                </a:cubicBezTo>
                <a:cubicBezTo>
                  <a:pt x="633313" y="108927"/>
                  <a:pt x="636232" y="108600"/>
                  <a:pt x="638796" y="107945"/>
                </a:cubicBezTo>
                <a:close/>
                <a:moveTo>
                  <a:pt x="710895" y="88304"/>
                </a:moveTo>
                <a:lnTo>
                  <a:pt x="725708" y="89859"/>
                </a:lnTo>
                <a:cubicBezTo>
                  <a:pt x="721998" y="100716"/>
                  <a:pt x="716719" y="108777"/>
                  <a:pt x="709872" y="114042"/>
                </a:cubicBezTo>
                <a:cubicBezTo>
                  <a:pt x="703025" y="119307"/>
                  <a:pt x="695236" y="121940"/>
                  <a:pt x="686507" y="121940"/>
                </a:cubicBezTo>
                <a:cubicBezTo>
                  <a:pt x="677068" y="121940"/>
                  <a:pt x="669416" y="118884"/>
                  <a:pt x="663551" y="112774"/>
                </a:cubicBezTo>
                <a:cubicBezTo>
                  <a:pt x="657686" y="106663"/>
                  <a:pt x="654753" y="98125"/>
                  <a:pt x="654753" y="87158"/>
                </a:cubicBezTo>
                <a:cubicBezTo>
                  <a:pt x="654753" y="77665"/>
                  <a:pt x="656636" y="68335"/>
                  <a:pt x="660400" y="59169"/>
                </a:cubicBezTo>
                <a:cubicBezTo>
                  <a:pt x="664165" y="50003"/>
                  <a:pt x="669553" y="43034"/>
                  <a:pt x="676563" y="38260"/>
                </a:cubicBezTo>
                <a:cubicBezTo>
                  <a:pt x="683574" y="33486"/>
                  <a:pt x="691581" y="31099"/>
                  <a:pt x="700583" y="31099"/>
                </a:cubicBezTo>
                <a:cubicBezTo>
                  <a:pt x="709913" y="31099"/>
                  <a:pt x="717305" y="33731"/>
                  <a:pt x="722761" y="38996"/>
                </a:cubicBezTo>
                <a:cubicBezTo>
                  <a:pt x="728217" y="44261"/>
                  <a:pt x="730945" y="51231"/>
                  <a:pt x="730945" y="59906"/>
                </a:cubicBezTo>
                <a:lnTo>
                  <a:pt x="716378" y="60888"/>
                </a:lnTo>
                <a:cubicBezTo>
                  <a:pt x="716323" y="55378"/>
                  <a:pt x="714728" y="51067"/>
                  <a:pt x="711590" y="47958"/>
                </a:cubicBezTo>
                <a:cubicBezTo>
                  <a:pt x="708453" y="44848"/>
                  <a:pt x="704320" y="43293"/>
                  <a:pt x="699192" y="43293"/>
                </a:cubicBezTo>
                <a:cubicBezTo>
                  <a:pt x="693245" y="43293"/>
                  <a:pt x="688089" y="45175"/>
                  <a:pt x="683724" y="48940"/>
                </a:cubicBezTo>
                <a:cubicBezTo>
                  <a:pt x="679360" y="52704"/>
                  <a:pt x="675936" y="58419"/>
                  <a:pt x="673454" y="66085"/>
                </a:cubicBezTo>
                <a:cubicBezTo>
                  <a:pt x="670971" y="73750"/>
                  <a:pt x="669730" y="81129"/>
                  <a:pt x="669730" y="88222"/>
                </a:cubicBezTo>
                <a:cubicBezTo>
                  <a:pt x="669730" y="95642"/>
                  <a:pt x="671367" y="101207"/>
                  <a:pt x="674640" y="104917"/>
                </a:cubicBezTo>
                <a:cubicBezTo>
                  <a:pt x="677914" y="108627"/>
                  <a:pt x="681951" y="110482"/>
                  <a:pt x="686752" y="110482"/>
                </a:cubicBezTo>
                <a:cubicBezTo>
                  <a:pt x="691554" y="110482"/>
                  <a:pt x="696150" y="108655"/>
                  <a:pt x="700542" y="104999"/>
                </a:cubicBezTo>
                <a:cubicBezTo>
                  <a:pt x="704934" y="101344"/>
                  <a:pt x="708385" y="95779"/>
                  <a:pt x="710895" y="88304"/>
                </a:cubicBezTo>
                <a:close/>
                <a:moveTo>
                  <a:pt x="734710" y="119976"/>
                </a:moveTo>
                <a:lnTo>
                  <a:pt x="759752" y="0"/>
                </a:lnTo>
                <a:lnTo>
                  <a:pt x="774565" y="0"/>
                </a:lnTo>
                <a:lnTo>
                  <a:pt x="764990" y="46075"/>
                </a:lnTo>
                <a:cubicBezTo>
                  <a:pt x="770501" y="40728"/>
                  <a:pt x="775629" y="36896"/>
                  <a:pt x="780376" y="34577"/>
                </a:cubicBezTo>
                <a:cubicBezTo>
                  <a:pt x="785122" y="32258"/>
                  <a:pt x="790005" y="31099"/>
                  <a:pt x="795025" y="31099"/>
                </a:cubicBezTo>
                <a:cubicBezTo>
                  <a:pt x="802227" y="31099"/>
                  <a:pt x="807819" y="32995"/>
                  <a:pt x="811802" y="36787"/>
                </a:cubicBezTo>
                <a:cubicBezTo>
                  <a:pt x="815785" y="40578"/>
                  <a:pt x="817776" y="45584"/>
                  <a:pt x="817776" y="51804"/>
                </a:cubicBezTo>
                <a:cubicBezTo>
                  <a:pt x="817776" y="54859"/>
                  <a:pt x="816903" y="60479"/>
                  <a:pt x="815157" y="68663"/>
                </a:cubicBezTo>
                <a:lnTo>
                  <a:pt x="804436" y="119976"/>
                </a:lnTo>
                <a:lnTo>
                  <a:pt x="789624" y="119976"/>
                </a:lnTo>
                <a:lnTo>
                  <a:pt x="800672" y="67353"/>
                </a:lnTo>
                <a:cubicBezTo>
                  <a:pt x="802254" y="59715"/>
                  <a:pt x="803045" y="54914"/>
                  <a:pt x="803045" y="52950"/>
                </a:cubicBezTo>
                <a:cubicBezTo>
                  <a:pt x="803045" y="50113"/>
                  <a:pt x="802063" y="47794"/>
                  <a:pt x="800099" y="45993"/>
                </a:cubicBezTo>
                <a:cubicBezTo>
                  <a:pt x="798135" y="44193"/>
                  <a:pt x="795298" y="43293"/>
                  <a:pt x="791588" y="43293"/>
                </a:cubicBezTo>
                <a:cubicBezTo>
                  <a:pt x="786241" y="43293"/>
                  <a:pt x="781140" y="44698"/>
                  <a:pt x="776284" y="47507"/>
                </a:cubicBezTo>
                <a:cubicBezTo>
                  <a:pt x="771428" y="50317"/>
                  <a:pt x="767623" y="54164"/>
                  <a:pt x="764867" y="59047"/>
                </a:cubicBezTo>
                <a:cubicBezTo>
                  <a:pt x="762112" y="63930"/>
                  <a:pt x="759589" y="71800"/>
                  <a:pt x="757297" y="82657"/>
                </a:cubicBezTo>
                <a:lnTo>
                  <a:pt x="749523" y="119976"/>
                </a:lnTo>
                <a:lnTo>
                  <a:pt x="734710" y="1199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&amp;update">
            <a:extLst xmlns:a="http://schemas.openxmlformats.org/drawingml/2006/main">
              <a:ext uri="{FF2B5EF4-FFF2-40B4-BE49-F238E27FC236}">
                <a16:creationId xmlns:a16="http://schemas.microsoft.com/office/drawing/2014/main" id="{B69A0608-18FA-4580-B1D5-FD2CCB32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61" y="2494684"/>
            <a:ext cx="654270" cy="155330"/>
          </a:xfrm>
          <a:custGeom xmlns:a="http://schemas.openxmlformats.org/drawingml/2006/main">
            <a:pathLst>
              <a:path w="654270" h="155330">
                <a:moveTo>
                  <a:pt x="69972" y="110319"/>
                </a:moveTo>
                <a:cubicBezTo>
                  <a:pt x="63152" y="115884"/>
                  <a:pt x="57314" y="119662"/>
                  <a:pt x="52459" y="121653"/>
                </a:cubicBezTo>
                <a:cubicBezTo>
                  <a:pt x="47603" y="123645"/>
                  <a:pt x="42229" y="124640"/>
                  <a:pt x="36336" y="124640"/>
                </a:cubicBezTo>
                <a:cubicBezTo>
                  <a:pt x="25425" y="124640"/>
                  <a:pt x="16641" y="121435"/>
                  <a:pt x="9984" y="115024"/>
                </a:cubicBezTo>
                <a:cubicBezTo>
                  <a:pt x="3328" y="108614"/>
                  <a:pt x="0" y="100553"/>
                  <a:pt x="0" y="90841"/>
                </a:cubicBezTo>
                <a:cubicBezTo>
                  <a:pt x="0" y="84512"/>
                  <a:pt x="1241" y="78920"/>
                  <a:pt x="3724" y="74064"/>
                </a:cubicBezTo>
                <a:cubicBezTo>
                  <a:pt x="6206" y="69208"/>
                  <a:pt x="9902" y="64816"/>
                  <a:pt x="14813" y="60888"/>
                </a:cubicBezTo>
                <a:cubicBezTo>
                  <a:pt x="18577" y="57942"/>
                  <a:pt x="24142" y="54805"/>
                  <a:pt x="31508" y="51477"/>
                </a:cubicBezTo>
                <a:cubicBezTo>
                  <a:pt x="28671" y="45202"/>
                  <a:pt x="26952" y="41001"/>
                  <a:pt x="26352" y="38873"/>
                </a:cubicBezTo>
                <a:cubicBezTo>
                  <a:pt x="25588" y="35818"/>
                  <a:pt x="25206" y="32545"/>
                  <a:pt x="25206" y="29053"/>
                </a:cubicBezTo>
                <a:cubicBezTo>
                  <a:pt x="25206" y="24470"/>
                  <a:pt x="26488" y="19819"/>
                  <a:pt x="29053" y="15099"/>
                </a:cubicBezTo>
                <a:cubicBezTo>
                  <a:pt x="31617" y="10380"/>
                  <a:pt x="35245" y="6683"/>
                  <a:pt x="39937" y="4010"/>
                </a:cubicBezTo>
                <a:cubicBezTo>
                  <a:pt x="44629" y="1337"/>
                  <a:pt x="49731" y="0"/>
                  <a:pt x="55241" y="0"/>
                </a:cubicBezTo>
                <a:cubicBezTo>
                  <a:pt x="62934" y="0"/>
                  <a:pt x="69140" y="2237"/>
                  <a:pt x="73859" y="6711"/>
                </a:cubicBezTo>
                <a:cubicBezTo>
                  <a:pt x="78579" y="11185"/>
                  <a:pt x="80939" y="16613"/>
                  <a:pt x="80939" y="22997"/>
                </a:cubicBezTo>
                <a:cubicBezTo>
                  <a:pt x="80939" y="28398"/>
                  <a:pt x="78920" y="33759"/>
                  <a:pt x="74882" y="39078"/>
                </a:cubicBezTo>
                <a:cubicBezTo>
                  <a:pt x="70845" y="44398"/>
                  <a:pt x="62907" y="50031"/>
                  <a:pt x="51067" y="55978"/>
                </a:cubicBezTo>
                <a:cubicBezTo>
                  <a:pt x="58215" y="68908"/>
                  <a:pt x="65089" y="79520"/>
                  <a:pt x="71691" y="87813"/>
                </a:cubicBezTo>
                <a:cubicBezTo>
                  <a:pt x="75674" y="82957"/>
                  <a:pt x="79465" y="77256"/>
                  <a:pt x="83066" y="70709"/>
                </a:cubicBezTo>
                <a:lnTo>
                  <a:pt x="95997" y="77338"/>
                </a:lnTo>
                <a:cubicBezTo>
                  <a:pt x="92396" y="84921"/>
                  <a:pt x="87404" y="92341"/>
                  <a:pt x="81020" y="99598"/>
                </a:cubicBezTo>
                <a:cubicBezTo>
                  <a:pt x="84567" y="104126"/>
                  <a:pt x="89177" y="109582"/>
                  <a:pt x="94851" y="115966"/>
                </a:cubicBezTo>
                <a:lnTo>
                  <a:pt x="83721" y="124886"/>
                </a:lnTo>
                <a:cubicBezTo>
                  <a:pt x="78156" y="120139"/>
                  <a:pt x="73573" y="115284"/>
                  <a:pt x="69972" y="110319"/>
                </a:cubicBezTo>
                <a:moveTo>
                  <a:pt x="45666" y="44929"/>
                </a:moveTo>
                <a:cubicBezTo>
                  <a:pt x="53686" y="40838"/>
                  <a:pt x="59415" y="36636"/>
                  <a:pt x="62852" y="32326"/>
                </a:cubicBezTo>
                <a:cubicBezTo>
                  <a:pt x="65253" y="29380"/>
                  <a:pt x="66453" y="26379"/>
                  <a:pt x="66453" y="23324"/>
                </a:cubicBezTo>
                <a:cubicBezTo>
                  <a:pt x="66453" y="20105"/>
                  <a:pt x="65348" y="17391"/>
                  <a:pt x="63139" y="15181"/>
                </a:cubicBezTo>
                <a:cubicBezTo>
                  <a:pt x="60929" y="12971"/>
                  <a:pt x="58242" y="11867"/>
                  <a:pt x="55077" y="11867"/>
                </a:cubicBezTo>
                <a:cubicBezTo>
                  <a:pt x="51258" y="11867"/>
                  <a:pt x="47889" y="13408"/>
                  <a:pt x="44970" y="16491"/>
                </a:cubicBezTo>
                <a:cubicBezTo>
                  <a:pt x="42051" y="19573"/>
                  <a:pt x="40592" y="23242"/>
                  <a:pt x="40592" y="27498"/>
                </a:cubicBezTo>
                <a:cubicBezTo>
                  <a:pt x="40592" y="32681"/>
                  <a:pt x="42283" y="38492"/>
                  <a:pt x="45666" y="44929"/>
                </a:cubicBezTo>
                <a:moveTo>
                  <a:pt x="61379" y="98943"/>
                </a:moveTo>
                <a:cubicBezTo>
                  <a:pt x="51177" y="85576"/>
                  <a:pt x="43238" y="73600"/>
                  <a:pt x="37564" y="63016"/>
                </a:cubicBezTo>
                <a:cubicBezTo>
                  <a:pt x="30144" y="66508"/>
                  <a:pt x="24852" y="69890"/>
                  <a:pt x="21687" y="73164"/>
                </a:cubicBezTo>
                <a:cubicBezTo>
                  <a:pt x="17268" y="77747"/>
                  <a:pt x="15058" y="83066"/>
                  <a:pt x="15058" y="89122"/>
                </a:cubicBezTo>
                <a:cubicBezTo>
                  <a:pt x="15058" y="95342"/>
                  <a:pt x="17173" y="100593"/>
                  <a:pt x="21401" y="104876"/>
                </a:cubicBezTo>
                <a:cubicBezTo>
                  <a:pt x="25629" y="109159"/>
                  <a:pt x="30799" y="111301"/>
                  <a:pt x="36909" y="111301"/>
                </a:cubicBezTo>
                <a:cubicBezTo>
                  <a:pt x="45148" y="111301"/>
                  <a:pt x="53304" y="107182"/>
                  <a:pt x="61379" y="98943"/>
                </a:cubicBezTo>
                <a:close/>
                <a:moveTo>
                  <a:pt x="209607" y="106309"/>
                </a:moveTo>
                <a:cubicBezTo>
                  <a:pt x="199186" y="118093"/>
                  <a:pt x="188520" y="123986"/>
                  <a:pt x="177608" y="123986"/>
                </a:cubicBezTo>
                <a:cubicBezTo>
                  <a:pt x="170897" y="123986"/>
                  <a:pt x="165482" y="122063"/>
                  <a:pt x="161363" y="118216"/>
                </a:cubicBezTo>
                <a:cubicBezTo>
                  <a:pt x="157244" y="114370"/>
                  <a:pt x="155184" y="109664"/>
                  <a:pt x="155184" y="104099"/>
                </a:cubicBezTo>
                <a:cubicBezTo>
                  <a:pt x="155184" y="100443"/>
                  <a:pt x="156112" y="94169"/>
                  <a:pt x="157967" y="85276"/>
                </a:cubicBezTo>
                <a:lnTo>
                  <a:pt x="168442" y="35109"/>
                </a:lnTo>
                <a:lnTo>
                  <a:pt x="183255" y="35109"/>
                </a:lnTo>
                <a:lnTo>
                  <a:pt x="171634" y="90677"/>
                </a:lnTo>
                <a:cubicBezTo>
                  <a:pt x="170652" y="95315"/>
                  <a:pt x="170160" y="98916"/>
                  <a:pt x="170160" y="101480"/>
                </a:cubicBezTo>
                <a:cubicBezTo>
                  <a:pt x="170160" y="104754"/>
                  <a:pt x="171156" y="107304"/>
                  <a:pt x="173148" y="109132"/>
                </a:cubicBezTo>
                <a:cubicBezTo>
                  <a:pt x="175139" y="110960"/>
                  <a:pt x="178072" y="111874"/>
                  <a:pt x="181945" y="111874"/>
                </a:cubicBezTo>
                <a:cubicBezTo>
                  <a:pt x="186092" y="111874"/>
                  <a:pt x="190143" y="110864"/>
                  <a:pt x="194098" y="108846"/>
                </a:cubicBezTo>
                <a:cubicBezTo>
                  <a:pt x="198054" y="106827"/>
                  <a:pt x="201464" y="104099"/>
                  <a:pt x="204328" y="100662"/>
                </a:cubicBezTo>
                <a:cubicBezTo>
                  <a:pt x="207193" y="97224"/>
                  <a:pt x="209525" y="93160"/>
                  <a:pt x="211325" y="88468"/>
                </a:cubicBezTo>
                <a:cubicBezTo>
                  <a:pt x="212526" y="85467"/>
                  <a:pt x="213917" y="80202"/>
                  <a:pt x="215499" y="72673"/>
                </a:cubicBezTo>
                <a:lnTo>
                  <a:pt x="223356" y="35109"/>
                </a:lnTo>
                <a:lnTo>
                  <a:pt x="238169" y="35109"/>
                </a:lnTo>
                <a:lnTo>
                  <a:pt x="220000" y="122022"/>
                </a:lnTo>
                <a:lnTo>
                  <a:pt x="206333" y="122022"/>
                </a:lnTo>
                <a:lnTo>
                  <a:pt x="209607" y="106309"/>
                </a:lnTo>
                <a:close/>
                <a:moveTo>
                  <a:pt x="236430" y="155330"/>
                </a:moveTo>
                <a:lnTo>
                  <a:pt x="261555" y="35109"/>
                </a:lnTo>
                <a:lnTo>
                  <a:pt x="275222" y="35109"/>
                </a:lnTo>
                <a:lnTo>
                  <a:pt x="272685" y="47221"/>
                </a:lnTo>
                <a:cubicBezTo>
                  <a:pt x="277759" y="41929"/>
                  <a:pt x="282301" y="38260"/>
                  <a:pt x="286311" y="36214"/>
                </a:cubicBezTo>
                <a:cubicBezTo>
                  <a:pt x="290321" y="34168"/>
                  <a:pt x="294563" y="33145"/>
                  <a:pt x="299037" y="33145"/>
                </a:cubicBezTo>
                <a:cubicBezTo>
                  <a:pt x="307330" y="33145"/>
                  <a:pt x="314204" y="36159"/>
                  <a:pt x="319660" y="42188"/>
                </a:cubicBezTo>
                <a:cubicBezTo>
                  <a:pt x="325116" y="48217"/>
                  <a:pt x="327844" y="56851"/>
                  <a:pt x="327844" y="68090"/>
                </a:cubicBezTo>
                <a:cubicBezTo>
                  <a:pt x="327844" y="77147"/>
                  <a:pt x="326344" y="85399"/>
                  <a:pt x="323343" y="92846"/>
                </a:cubicBezTo>
                <a:cubicBezTo>
                  <a:pt x="320342" y="100293"/>
                  <a:pt x="316660" y="106281"/>
                  <a:pt x="312295" y="110810"/>
                </a:cubicBezTo>
                <a:cubicBezTo>
                  <a:pt x="307930" y="115338"/>
                  <a:pt x="303511" y="118666"/>
                  <a:pt x="299037" y="120794"/>
                </a:cubicBezTo>
                <a:cubicBezTo>
                  <a:pt x="294563" y="122922"/>
                  <a:pt x="289980" y="123986"/>
                  <a:pt x="285288" y="123986"/>
                </a:cubicBezTo>
                <a:cubicBezTo>
                  <a:pt x="274867" y="123986"/>
                  <a:pt x="266792" y="118693"/>
                  <a:pt x="261064" y="108109"/>
                </a:cubicBezTo>
                <a:lnTo>
                  <a:pt x="251243" y="155330"/>
                </a:lnTo>
                <a:lnTo>
                  <a:pt x="236430" y="155330"/>
                </a:lnTo>
                <a:moveTo>
                  <a:pt x="265729" y="86504"/>
                </a:moveTo>
                <a:cubicBezTo>
                  <a:pt x="265729" y="92996"/>
                  <a:pt x="266192" y="97497"/>
                  <a:pt x="267120" y="100007"/>
                </a:cubicBezTo>
                <a:cubicBezTo>
                  <a:pt x="268484" y="103553"/>
                  <a:pt x="270721" y="106418"/>
                  <a:pt x="273831" y="108600"/>
                </a:cubicBezTo>
                <a:cubicBezTo>
                  <a:pt x="276940" y="110782"/>
                  <a:pt x="280541" y="111874"/>
                  <a:pt x="284633" y="111874"/>
                </a:cubicBezTo>
                <a:cubicBezTo>
                  <a:pt x="293145" y="111874"/>
                  <a:pt x="300019" y="107086"/>
                  <a:pt x="305257" y="97511"/>
                </a:cubicBezTo>
                <a:cubicBezTo>
                  <a:pt x="310494" y="87936"/>
                  <a:pt x="313113" y="78156"/>
                  <a:pt x="313113" y="68172"/>
                </a:cubicBezTo>
                <a:cubicBezTo>
                  <a:pt x="313113" y="60806"/>
                  <a:pt x="311354" y="55118"/>
                  <a:pt x="307835" y="51108"/>
                </a:cubicBezTo>
                <a:cubicBezTo>
                  <a:pt x="304316" y="47098"/>
                  <a:pt x="299937" y="45093"/>
                  <a:pt x="294699" y="45093"/>
                </a:cubicBezTo>
                <a:cubicBezTo>
                  <a:pt x="290935" y="45093"/>
                  <a:pt x="287443" y="46089"/>
                  <a:pt x="284224" y="48080"/>
                </a:cubicBezTo>
                <a:cubicBezTo>
                  <a:pt x="281005" y="50072"/>
                  <a:pt x="278018" y="53045"/>
                  <a:pt x="275263" y="57001"/>
                </a:cubicBezTo>
                <a:cubicBezTo>
                  <a:pt x="272508" y="60956"/>
                  <a:pt x="270230" y="65798"/>
                  <a:pt x="268429" y="71527"/>
                </a:cubicBezTo>
                <a:cubicBezTo>
                  <a:pt x="266629" y="77256"/>
                  <a:pt x="265729" y="82248"/>
                  <a:pt x="265729" y="86504"/>
                </a:cubicBezTo>
                <a:close/>
                <a:moveTo>
                  <a:pt x="395751" y="109418"/>
                </a:moveTo>
                <a:cubicBezTo>
                  <a:pt x="387294" y="119130"/>
                  <a:pt x="378455" y="123986"/>
                  <a:pt x="369235" y="123986"/>
                </a:cubicBezTo>
                <a:cubicBezTo>
                  <a:pt x="360997" y="123986"/>
                  <a:pt x="354136" y="120944"/>
                  <a:pt x="348653" y="114861"/>
                </a:cubicBezTo>
                <a:cubicBezTo>
                  <a:pt x="343169" y="108777"/>
                  <a:pt x="340428" y="99952"/>
                  <a:pt x="340428" y="88386"/>
                </a:cubicBezTo>
                <a:cubicBezTo>
                  <a:pt x="340428" y="77801"/>
                  <a:pt x="342596" y="68131"/>
                  <a:pt x="346934" y="59374"/>
                </a:cubicBezTo>
                <a:cubicBezTo>
                  <a:pt x="351271" y="50617"/>
                  <a:pt x="356700" y="44057"/>
                  <a:pt x="363220" y="39692"/>
                </a:cubicBezTo>
                <a:cubicBezTo>
                  <a:pt x="369740" y="35327"/>
                  <a:pt x="376273" y="33145"/>
                  <a:pt x="382820" y="33145"/>
                </a:cubicBezTo>
                <a:cubicBezTo>
                  <a:pt x="393623" y="33145"/>
                  <a:pt x="401780" y="38355"/>
                  <a:pt x="407290" y="48776"/>
                </a:cubicBezTo>
                <a:lnTo>
                  <a:pt x="417111" y="2046"/>
                </a:lnTo>
                <a:lnTo>
                  <a:pt x="431842" y="2046"/>
                </a:lnTo>
                <a:lnTo>
                  <a:pt x="406799" y="122022"/>
                </a:lnTo>
                <a:lnTo>
                  <a:pt x="393132" y="122022"/>
                </a:lnTo>
                <a:lnTo>
                  <a:pt x="395751" y="109418"/>
                </a:lnTo>
                <a:moveTo>
                  <a:pt x="355159" y="85603"/>
                </a:moveTo>
                <a:cubicBezTo>
                  <a:pt x="355159" y="91659"/>
                  <a:pt x="355759" y="96433"/>
                  <a:pt x="356959" y="99925"/>
                </a:cubicBezTo>
                <a:cubicBezTo>
                  <a:pt x="358159" y="103417"/>
                  <a:pt x="360205" y="106322"/>
                  <a:pt x="363097" y="108641"/>
                </a:cubicBezTo>
                <a:cubicBezTo>
                  <a:pt x="365989" y="110960"/>
                  <a:pt x="369453" y="112119"/>
                  <a:pt x="373491" y="112119"/>
                </a:cubicBezTo>
                <a:cubicBezTo>
                  <a:pt x="380201" y="112119"/>
                  <a:pt x="386285" y="108627"/>
                  <a:pt x="391741" y="101644"/>
                </a:cubicBezTo>
                <a:cubicBezTo>
                  <a:pt x="399052" y="92369"/>
                  <a:pt x="402707" y="80911"/>
                  <a:pt x="402707" y="67271"/>
                </a:cubicBezTo>
                <a:cubicBezTo>
                  <a:pt x="402707" y="60397"/>
                  <a:pt x="400907" y="55023"/>
                  <a:pt x="397306" y="51149"/>
                </a:cubicBezTo>
                <a:cubicBezTo>
                  <a:pt x="393705" y="47276"/>
                  <a:pt x="389176" y="45339"/>
                  <a:pt x="383720" y="45339"/>
                </a:cubicBezTo>
                <a:cubicBezTo>
                  <a:pt x="380174" y="45339"/>
                  <a:pt x="376941" y="46130"/>
                  <a:pt x="374023" y="47712"/>
                </a:cubicBezTo>
                <a:cubicBezTo>
                  <a:pt x="371104" y="49294"/>
                  <a:pt x="368212" y="51981"/>
                  <a:pt x="365348" y="55773"/>
                </a:cubicBezTo>
                <a:cubicBezTo>
                  <a:pt x="362483" y="59565"/>
                  <a:pt x="360069" y="64380"/>
                  <a:pt x="358105" y="70218"/>
                </a:cubicBezTo>
                <a:cubicBezTo>
                  <a:pt x="356141" y="76055"/>
                  <a:pt x="355159" y="81184"/>
                  <a:pt x="355159" y="85603"/>
                </a:cubicBezTo>
                <a:close/>
                <a:moveTo>
                  <a:pt x="489191" y="111219"/>
                </a:moveTo>
                <a:cubicBezTo>
                  <a:pt x="484062" y="115638"/>
                  <a:pt x="479125" y="118871"/>
                  <a:pt x="474378" y="120917"/>
                </a:cubicBezTo>
                <a:cubicBezTo>
                  <a:pt x="469631" y="122963"/>
                  <a:pt x="464557" y="123986"/>
                  <a:pt x="459156" y="123986"/>
                </a:cubicBezTo>
                <a:cubicBezTo>
                  <a:pt x="451136" y="123986"/>
                  <a:pt x="444671" y="121626"/>
                  <a:pt x="439760" y="116907"/>
                </a:cubicBezTo>
                <a:cubicBezTo>
                  <a:pt x="434850" y="112187"/>
                  <a:pt x="432395" y="106145"/>
                  <a:pt x="432395" y="98779"/>
                </a:cubicBezTo>
                <a:cubicBezTo>
                  <a:pt x="432395" y="93924"/>
                  <a:pt x="433500" y="89627"/>
                  <a:pt x="435709" y="85890"/>
                </a:cubicBezTo>
                <a:cubicBezTo>
                  <a:pt x="437919" y="82152"/>
                  <a:pt x="440851" y="79152"/>
                  <a:pt x="444507" y="76888"/>
                </a:cubicBezTo>
                <a:cubicBezTo>
                  <a:pt x="448162" y="74623"/>
                  <a:pt x="452636" y="73000"/>
                  <a:pt x="457928" y="72018"/>
                </a:cubicBezTo>
                <a:cubicBezTo>
                  <a:pt x="461257" y="71363"/>
                  <a:pt x="467572" y="70845"/>
                  <a:pt x="476874" y="70463"/>
                </a:cubicBezTo>
                <a:cubicBezTo>
                  <a:pt x="486177" y="70081"/>
                  <a:pt x="492846" y="69099"/>
                  <a:pt x="496884" y="67517"/>
                </a:cubicBezTo>
                <a:cubicBezTo>
                  <a:pt x="498029" y="63480"/>
                  <a:pt x="498602" y="60124"/>
                  <a:pt x="498602" y="57451"/>
                </a:cubicBezTo>
                <a:cubicBezTo>
                  <a:pt x="498602" y="54014"/>
                  <a:pt x="497347" y="51313"/>
                  <a:pt x="494838" y="49349"/>
                </a:cubicBezTo>
                <a:cubicBezTo>
                  <a:pt x="491401" y="46621"/>
                  <a:pt x="486381" y="45257"/>
                  <a:pt x="479779" y="45257"/>
                </a:cubicBezTo>
                <a:cubicBezTo>
                  <a:pt x="473560" y="45257"/>
                  <a:pt x="468472" y="46634"/>
                  <a:pt x="464517" y="49390"/>
                </a:cubicBezTo>
                <a:cubicBezTo>
                  <a:pt x="460561" y="52145"/>
                  <a:pt x="457683" y="56060"/>
                  <a:pt x="455883" y="61134"/>
                </a:cubicBezTo>
                <a:lnTo>
                  <a:pt x="440906" y="59824"/>
                </a:lnTo>
                <a:cubicBezTo>
                  <a:pt x="443961" y="51204"/>
                  <a:pt x="448803" y="44602"/>
                  <a:pt x="455432" y="40019"/>
                </a:cubicBezTo>
                <a:cubicBezTo>
                  <a:pt x="462061" y="35436"/>
                  <a:pt x="470423" y="33145"/>
                  <a:pt x="480516" y="33145"/>
                </a:cubicBezTo>
                <a:cubicBezTo>
                  <a:pt x="491264" y="33145"/>
                  <a:pt x="499775" y="35709"/>
                  <a:pt x="506050" y="40838"/>
                </a:cubicBezTo>
                <a:cubicBezTo>
                  <a:pt x="510851" y="44657"/>
                  <a:pt x="513251" y="49622"/>
                  <a:pt x="513251" y="55732"/>
                </a:cubicBezTo>
                <a:cubicBezTo>
                  <a:pt x="513251" y="60370"/>
                  <a:pt x="512570" y="65744"/>
                  <a:pt x="511206" y="71854"/>
                </a:cubicBezTo>
                <a:lnTo>
                  <a:pt x="506377" y="93460"/>
                </a:lnTo>
                <a:cubicBezTo>
                  <a:pt x="504849" y="100334"/>
                  <a:pt x="504086" y="105927"/>
                  <a:pt x="504086" y="110237"/>
                </a:cubicBezTo>
                <a:cubicBezTo>
                  <a:pt x="504086" y="112965"/>
                  <a:pt x="504686" y="116893"/>
                  <a:pt x="505886" y="122022"/>
                </a:cubicBezTo>
                <a:lnTo>
                  <a:pt x="490910" y="122022"/>
                </a:lnTo>
                <a:cubicBezTo>
                  <a:pt x="490091" y="119185"/>
                  <a:pt x="489518" y="115584"/>
                  <a:pt x="489191" y="111219"/>
                </a:cubicBezTo>
                <a:moveTo>
                  <a:pt x="494674" y="77992"/>
                </a:moveTo>
                <a:cubicBezTo>
                  <a:pt x="492601" y="78811"/>
                  <a:pt x="490378" y="79438"/>
                  <a:pt x="488004" y="79875"/>
                </a:cubicBezTo>
                <a:cubicBezTo>
                  <a:pt x="485631" y="80311"/>
                  <a:pt x="481662" y="80775"/>
                  <a:pt x="476097" y="81266"/>
                </a:cubicBezTo>
                <a:cubicBezTo>
                  <a:pt x="467476" y="82030"/>
                  <a:pt x="461393" y="82998"/>
                  <a:pt x="457847" y="84171"/>
                </a:cubicBezTo>
                <a:cubicBezTo>
                  <a:pt x="454300" y="85344"/>
                  <a:pt x="451627" y="87213"/>
                  <a:pt x="449826" y="89777"/>
                </a:cubicBezTo>
                <a:cubicBezTo>
                  <a:pt x="448026" y="92341"/>
                  <a:pt x="447126" y="95178"/>
                  <a:pt x="447126" y="98288"/>
                </a:cubicBezTo>
                <a:cubicBezTo>
                  <a:pt x="447126" y="102435"/>
                  <a:pt x="448558" y="105845"/>
                  <a:pt x="451422" y="108518"/>
                </a:cubicBezTo>
                <a:cubicBezTo>
                  <a:pt x="454287" y="111192"/>
                  <a:pt x="458365" y="112528"/>
                  <a:pt x="463657" y="112528"/>
                </a:cubicBezTo>
                <a:cubicBezTo>
                  <a:pt x="468568" y="112528"/>
                  <a:pt x="473287" y="111233"/>
                  <a:pt x="477815" y="108641"/>
                </a:cubicBezTo>
                <a:cubicBezTo>
                  <a:pt x="482344" y="106049"/>
                  <a:pt x="485917" y="102435"/>
                  <a:pt x="488536" y="97797"/>
                </a:cubicBezTo>
                <a:cubicBezTo>
                  <a:pt x="491155" y="93160"/>
                  <a:pt x="493201" y="86558"/>
                  <a:pt x="494674" y="77992"/>
                </a:cubicBezTo>
                <a:close/>
                <a:moveTo>
                  <a:pt x="558652" y="109991"/>
                </a:moveTo>
                <a:lnTo>
                  <a:pt x="556197" y="122103"/>
                </a:lnTo>
                <a:cubicBezTo>
                  <a:pt x="552651" y="123031"/>
                  <a:pt x="549214" y="123495"/>
                  <a:pt x="545886" y="123495"/>
                </a:cubicBezTo>
                <a:cubicBezTo>
                  <a:pt x="539993" y="123495"/>
                  <a:pt x="535301" y="122049"/>
                  <a:pt x="531809" y="119157"/>
                </a:cubicBezTo>
                <a:cubicBezTo>
                  <a:pt x="529190" y="116975"/>
                  <a:pt x="527881" y="114001"/>
                  <a:pt x="527881" y="110237"/>
                </a:cubicBezTo>
                <a:cubicBezTo>
                  <a:pt x="527881" y="108327"/>
                  <a:pt x="528590" y="103935"/>
                  <a:pt x="530009" y="97061"/>
                </a:cubicBezTo>
                <a:lnTo>
                  <a:pt x="540566" y="46566"/>
                </a:lnTo>
                <a:lnTo>
                  <a:pt x="528863" y="46566"/>
                </a:lnTo>
                <a:lnTo>
                  <a:pt x="531236" y="35109"/>
                </a:lnTo>
                <a:lnTo>
                  <a:pt x="542939" y="35109"/>
                </a:lnTo>
                <a:lnTo>
                  <a:pt x="547441" y="13749"/>
                </a:lnTo>
                <a:lnTo>
                  <a:pt x="564381" y="3519"/>
                </a:lnTo>
                <a:lnTo>
                  <a:pt x="557752" y="35109"/>
                </a:lnTo>
                <a:lnTo>
                  <a:pt x="572319" y="35109"/>
                </a:lnTo>
                <a:lnTo>
                  <a:pt x="569864" y="46566"/>
                </a:lnTo>
                <a:lnTo>
                  <a:pt x="555379" y="46566"/>
                </a:lnTo>
                <a:lnTo>
                  <a:pt x="545313" y="94606"/>
                </a:lnTo>
                <a:cubicBezTo>
                  <a:pt x="544058" y="100716"/>
                  <a:pt x="543430" y="104372"/>
                  <a:pt x="543430" y="105572"/>
                </a:cubicBezTo>
                <a:cubicBezTo>
                  <a:pt x="543430" y="107318"/>
                  <a:pt x="543935" y="108655"/>
                  <a:pt x="544944" y="109582"/>
                </a:cubicBezTo>
                <a:cubicBezTo>
                  <a:pt x="545954" y="110510"/>
                  <a:pt x="547604" y="110973"/>
                  <a:pt x="549896" y="110973"/>
                </a:cubicBezTo>
                <a:cubicBezTo>
                  <a:pt x="553169" y="110973"/>
                  <a:pt x="556088" y="110646"/>
                  <a:pt x="558652" y="109991"/>
                </a:cubicBezTo>
                <a:close/>
                <a:moveTo>
                  <a:pt x="634547" y="92478"/>
                </a:moveTo>
                <a:lnTo>
                  <a:pt x="648951" y="93951"/>
                </a:lnTo>
                <a:cubicBezTo>
                  <a:pt x="646877" y="101098"/>
                  <a:pt x="642117" y="107891"/>
                  <a:pt x="634670" y="114329"/>
                </a:cubicBezTo>
                <a:cubicBezTo>
                  <a:pt x="627222" y="120767"/>
                  <a:pt x="618343" y="123986"/>
                  <a:pt x="608031" y="123986"/>
                </a:cubicBezTo>
                <a:cubicBezTo>
                  <a:pt x="601593" y="123986"/>
                  <a:pt x="595687" y="122499"/>
                  <a:pt x="590313" y="119526"/>
                </a:cubicBezTo>
                <a:cubicBezTo>
                  <a:pt x="584939" y="116552"/>
                  <a:pt x="580847" y="112228"/>
                  <a:pt x="578037" y="106554"/>
                </a:cubicBezTo>
                <a:cubicBezTo>
                  <a:pt x="575227" y="100880"/>
                  <a:pt x="573823" y="94415"/>
                  <a:pt x="573823" y="87158"/>
                </a:cubicBezTo>
                <a:cubicBezTo>
                  <a:pt x="573823" y="77665"/>
                  <a:pt x="576019" y="68458"/>
                  <a:pt x="580411" y="59538"/>
                </a:cubicBezTo>
                <a:cubicBezTo>
                  <a:pt x="584803" y="50617"/>
                  <a:pt x="590490" y="43988"/>
                  <a:pt x="597474" y="39651"/>
                </a:cubicBezTo>
                <a:cubicBezTo>
                  <a:pt x="604458" y="35313"/>
                  <a:pt x="612014" y="33145"/>
                  <a:pt x="620143" y="33145"/>
                </a:cubicBezTo>
                <a:cubicBezTo>
                  <a:pt x="630510" y="33145"/>
                  <a:pt x="638789" y="36364"/>
                  <a:pt x="644981" y="42802"/>
                </a:cubicBezTo>
                <a:cubicBezTo>
                  <a:pt x="651174" y="49240"/>
                  <a:pt x="654270" y="58024"/>
                  <a:pt x="654270" y="69154"/>
                </a:cubicBezTo>
                <a:cubicBezTo>
                  <a:pt x="654270" y="73409"/>
                  <a:pt x="653888" y="77774"/>
                  <a:pt x="653124" y="82248"/>
                </a:cubicBezTo>
                <a:lnTo>
                  <a:pt x="589126" y="82248"/>
                </a:lnTo>
                <a:cubicBezTo>
                  <a:pt x="588908" y="83939"/>
                  <a:pt x="588799" y="85467"/>
                  <a:pt x="588799" y="86831"/>
                </a:cubicBezTo>
                <a:cubicBezTo>
                  <a:pt x="588799" y="94960"/>
                  <a:pt x="590668" y="101166"/>
                  <a:pt x="594405" y="105449"/>
                </a:cubicBezTo>
                <a:cubicBezTo>
                  <a:pt x="598142" y="109732"/>
                  <a:pt x="602712" y="111874"/>
                  <a:pt x="608113" y="111874"/>
                </a:cubicBezTo>
                <a:cubicBezTo>
                  <a:pt x="613187" y="111874"/>
                  <a:pt x="618179" y="110210"/>
                  <a:pt x="623090" y="106881"/>
                </a:cubicBezTo>
                <a:cubicBezTo>
                  <a:pt x="628000" y="103553"/>
                  <a:pt x="631819" y="98752"/>
                  <a:pt x="634547" y="92478"/>
                </a:cubicBezTo>
                <a:moveTo>
                  <a:pt x="591500" y="70954"/>
                </a:moveTo>
                <a:lnTo>
                  <a:pt x="640276" y="70954"/>
                </a:lnTo>
                <a:cubicBezTo>
                  <a:pt x="640330" y="69427"/>
                  <a:pt x="640357" y="68335"/>
                  <a:pt x="640357" y="67681"/>
                </a:cubicBezTo>
                <a:cubicBezTo>
                  <a:pt x="640357" y="60261"/>
                  <a:pt x="638502" y="54573"/>
                  <a:pt x="634792" y="50617"/>
                </a:cubicBezTo>
                <a:cubicBezTo>
                  <a:pt x="631082" y="46662"/>
                  <a:pt x="626309" y="44684"/>
                  <a:pt x="620471" y="44684"/>
                </a:cubicBezTo>
                <a:cubicBezTo>
                  <a:pt x="614142" y="44684"/>
                  <a:pt x="608372" y="46866"/>
                  <a:pt x="603162" y="51231"/>
                </a:cubicBezTo>
                <a:cubicBezTo>
                  <a:pt x="597951" y="55596"/>
                  <a:pt x="594064" y="62170"/>
                  <a:pt x="591500" y="709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35D5B-8955-42D6-891A-1B661470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8" y="2022207"/>
            <a:ext cx="417867" cy="1486774"/>
          </a:xfrm>
          <a:custGeom xmlns:a="http://schemas.openxmlformats.org/drawingml/2006/main">
            <a:pathLst>
              <a:path w="417867" h="1486774">
                <a:moveTo>
                  <a:pt x="10745" y="10744"/>
                </a:moveTo>
                <a:lnTo>
                  <a:pt x="168268" y="10744"/>
                </a:lnTo>
                <a:lnTo>
                  <a:pt x="168268" y="0"/>
                </a:lnTo>
                <a:lnTo>
                  <a:pt x="0" y="0"/>
                </a:lnTo>
                <a:lnTo>
                  <a:pt x="0" y="1454542"/>
                </a:lnTo>
                <a:lnTo>
                  <a:pt x="321171" y="1454542"/>
                </a:lnTo>
                <a:lnTo>
                  <a:pt x="321171" y="1486774"/>
                </a:lnTo>
                <a:lnTo>
                  <a:pt x="417867" y="1438427"/>
                </a:lnTo>
                <a:lnTo>
                  <a:pt x="321171" y="1390079"/>
                </a:lnTo>
                <a:lnTo>
                  <a:pt x="321171" y="1422311"/>
                </a:lnTo>
                <a:lnTo>
                  <a:pt x="32232" y="1422311"/>
                </a:lnTo>
                <a:lnTo>
                  <a:pt x="32232" y="32232"/>
                </a:lnTo>
                <a:lnTo>
                  <a:pt x="168268" y="32232"/>
                </a:lnTo>
                <a:lnTo>
                  <a:pt x="168268" y="21488"/>
                </a:lnTo>
                <a:lnTo>
                  <a:pt x="21488" y="21488"/>
                </a:lnTo>
                <a:lnTo>
                  <a:pt x="21488" y="1433054"/>
                </a:lnTo>
                <a:lnTo>
                  <a:pt x="321171" y="1433054"/>
                </a:lnTo>
                <a:lnTo>
                  <a:pt x="321171" y="1443798"/>
                </a:lnTo>
                <a:lnTo>
                  <a:pt x="10745" y="1443798"/>
                </a:lnTo>
                <a:lnTo>
                  <a:pt x="10745" y="107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5ab84790a4174"/>
          <a:stretch xmlns:a="http://schemas.openxmlformats.org/drawingml/2006/main"/>
        </p:blipFill>
        <p:spPr>
          <a:xfrm xmlns:a="http://schemas.openxmlformats.org/drawingml/2006/main">
            <a:off x="600242" y="3186050"/>
            <a:ext cx="1185102" cy="603381"/>
          </a:xfrm>
          <a:prstGeom xmlns:a="http://schemas.openxmlformats.org/drawingml/2006/main" prst="rect">
            <a:avLst/>
          </a:prstGeom>
        </p:spPr>
      </p:pic>
      <p:pic>
        <p:nvPicPr>
          <p:cNvPr id="3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6ff8cc1b24c9e"/>
          <a:stretch xmlns:a="http://schemas.openxmlformats.org/drawingml/2006/main"/>
        </p:blipFill>
        <p:spPr>
          <a:xfrm xmlns:a="http://schemas.openxmlformats.org/drawingml/2006/main">
            <a:off x="615714" y="3176767"/>
            <a:ext cx="1151065" cy="646701"/>
          </a:xfrm>
          <a:prstGeom xmlns:a="http://schemas.openxmlformats.org/drawingml/2006/main" prst="rect">
            <a:avLst/>
          </a:prstGeom>
        </p:spPr>
      </p:pic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52C13-1553-4933-8029-B203571E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6" y="3219117"/>
            <a:ext cx="1065896" cy="483031"/>
          </a:xfrm>
          <a:custGeom xmlns:a="http://schemas.openxmlformats.org/drawingml/2006/main">
            <a:pathLst>
              <a:path w="1065896" h="483031">
                <a:moveTo>
                  <a:pt x="0" y="483031"/>
                </a:moveTo>
                <a:lnTo>
                  <a:pt x="1065896" y="483031"/>
                </a:lnTo>
                <a:lnTo>
                  <a:pt x="1065896" y="0"/>
                </a:lnTo>
                <a:lnTo>
                  <a:pt x="0" y="0"/>
                </a:lnTo>
                <a:lnTo>
                  <a:pt x="0" y="483031"/>
                </a:lnTo>
                <a:close/>
              </a:path>
            </a:pathLst>
          </a:custGeom>
          <a:solidFill xmlns:a="http://schemas.openxmlformats.org/drawingml/2006/main">
            <a:srgbClr val="D6DC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4EBC9-C00D-41E2-B088-C1D110E2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7" y="3219117"/>
            <a:ext cx="1065896" cy="483031"/>
          </a:xfrm>
          <a:custGeom xmlns:a="http://schemas.openxmlformats.org/drawingml/2006/main">
            <a:pathLst>
              <a:path w="1065896" h="483031" fill="none">
                <a:moveTo>
                  <a:pt x="0" y="0"/>
                </a:moveTo>
                <a:lnTo>
                  <a:pt x="1065896" y="0"/>
                </a:lnTo>
                <a:lnTo>
                  <a:pt x="1065896" y="483031"/>
                </a:lnTo>
                <a:lnTo>
                  <a:pt x="0" y="4830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893" cap="flat">
            <a:solidFill>
              <a:srgbClr val="000000"/>
            </a:solidFill>
            <a:miter/>
          </a:ln>
        </p:spPr>
      </p:sp>
      <p:sp>
        <p:nvSpPr>
          <p:cNvPr id="156" name="Text SecureABI">
            <a:extLst xmlns:a="http://schemas.openxmlformats.org/drawingml/2006/main">
              <a:ext uri="{FF2B5EF4-FFF2-40B4-BE49-F238E27FC236}">
                <a16:creationId xmlns:a16="http://schemas.microsoft.com/office/drawing/2014/main" id="{080D46FD-00C1-44CA-A83F-90A3F0C1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043" y="3299192"/>
            <a:ext cx="815732" cy="124068"/>
          </a:xfrm>
          <a:custGeom xmlns:a="http://schemas.openxmlformats.org/drawingml/2006/main">
            <a:pathLst>
              <a:path w="815732" h="124068">
                <a:moveTo>
                  <a:pt x="0" y="83476"/>
                </a:moveTo>
                <a:lnTo>
                  <a:pt x="14976" y="82166"/>
                </a:lnTo>
                <a:cubicBezTo>
                  <a:pt x="15686" y="88168"/>
                  <a:pt x="17336" y="93092"/>
                  <a:pt x="19928" y="96938"/>
                </a:cubicBezTo>
                <a:cubicBezTo>
                  <a:pt x="22519" y="100784"/>
                  <a:pt x="26543" y="103894"/>
                  <a:pt x="31999" y="106268"/>
                </a:cubicBezTo>
                <a:cubicBezTo>
                  <a:pt x="37455" y="108641"/>
                  <a:pt x="43593" y="109828"/>
                  <a:pt x="50413" y="109828"/>
                </a:cubicBezTo>
                <a:cubicBezTo>
                  <a:pt x="56469" y="109828"/>
                  <a:pt x="61816" y="108927"/>
                  <a:pt x="66453" y="107127"/>
                </a:cubicBezTo>
                <a:cubicBezTo>
                  <a:pt x="71091" y="105326"/>
                  <a:pt x="74541" y="102858"/>
                  <a:pt x="76806" y="99721"/>
                </a:cubicBezTo>
                <a:cubicBezTo>
                  <a:pt x="79070" y="96583"/>
                  <a:pt x="80202" y="93160"/>
                  <a:pt x="80202" y="89450"/>
                </a:cubicBezTo>
                <a:cubicBezTo>
                  <a:pt x="80202" y="85685"/>
                  <a:pt x="79111" y="82398"/>
                  <a:pt x="76928" y="79588"/>
                </a:cubicBezTo>
                <a:cubicBezTo>
                  <a:pt x="74746" y="76778"/>
                  <a:pt x="71145" y="74419"/>
                  <a:pt x="66126" y="72509"/>
                </a:cubicBezTo>
                <a:cubicBezTo>
                  <a:pt x="62907" y="71254"/>
                  <a:pt x="55787" y="69304"/>
                  <a:pt x="44766" y="66658"/>
                </a:cubicBezTo>
                <a:cubicBezTo>
                  <a:pt x="33745" y="64012"/>
                  <a:pt x="26025" y="61515"/>
                  <a:pt x="21605" y="59169"/>
                </a:cubicBezTo>
                <a:cubicBezTo>
                  <a:pt x="15877" y="56169"/>
                  <a:pt x="11607" y="52445"/>
                  <a:pt x="8798" y="47998"/>
                </a:cubicBezTo>
                <a:cubicBezTo>
                  <a:pt x="5988" y="43552"/>
                  <a:pt x="4583" y="38573"/>
                  <a:pt x="4583" y="33063"/>
                </a:cubicBezTo>
                <a:cubicBezTo>
                  <a:pt x="4583" y="27007"/>
                  <a:pt x="6302" y="21346"/>
                  <a:pt x="9739" y="16081"/>
                </a:cubicBezTo>
                <a:cubicBezTo>
                  <a:pt x="13176" y="10816"/>
                  <a:pt x="18195" y="6820"/>
                  <a:pt x="24797" y="4092"/>
                </a:cubicBezTo>
                <a:cubicBezTo>
                  <a:pt x="31399" y="1364"/>
                  <a:pt x="38737" y="0"/>
                  <a:pt x="46812" y="0"/>
                </a:cubicBezTo>
                <a:cubicBezTo>
                  <a:pt x="55705" y="0"/>
                  <a:pt x="63548" y="1432"/>
                  <a:pt x="70340" y="4297"/>
                </a:cubicBezTo>
                <a:cubicBezTo>
                  <a:pt x="77133" y="7161"/>
                  <a:pt x="82357" y="11376"/>
                  <a:pt x="86013" y="16941"/>
                </a:cubicBezTo>
                <a:cubicBezTo>
                  <a:pt x="89668" y="22506"/>
                  <a:pt x="91632" y="28807"/>
                  <a:pt x="91905" y="35845"/>
                </a:cubicBezTo>
                <a:lnTo>
                  <a:pt x="76683" y="36991"/>
                </a:lnTo>
                <a:cubicBezTo>
                  <a:pt x="75865" y="29407"/>
                  <a:pt x="73096" y="23679"/>
                  <a:pt x="68376" y="19805"/>
                </a:cubicBezTo>
                <a:cubicBezTo>
                  <a:pt x="63657" y="15931"/>
                  <a:pt x="56687" y="13994"/>
                  <a:pt x="47466" y="13994"/>
                </a:cubicBezTo>
                <a:cubicBezTo>
                  <a:pt x="37864" y="13994"/>
                  <a:pt x="30867" y="15754"/>
                  <a:pt x="26475" y="19273"/>
                </a:cubicBezTo>
                <a:cubicBezTo>
                  <a:pt x="22083" y="22792"/>
                  <a:pt x="19887" y="27034"/>
                  <a:pt x="19887" y="31999"/>
                </a:cubicBezTo>
                <a:cubicBezTo>
                  <a:pt x="19887" y="36309"/>
                  <a:pt x="21442" y="39855"/>
                  <a:pt x="24552" y="42638"/>
                </a:cubicBezTo>
                <a:cubicBezTo>
                  <a:pt x="27607" y="45421"/>
                  <a:pt x="35586" y="48271"/>
                  <a:pt x="48489" y="51190"/>
                </a:cubicBezTo>
                <a:cubicBezTo>
                  <a:pt x="61393" y="54109"/>
                  <a:pt x="70245" y="56660"/>
                  <a:pt x="75046" y="58842"/>
                </a:cubicBezTo>
                <a:cubicBezTo>
                  <a:pt x="82030" y="62061"/>
                  <a:pt x="87186" y="66139"/>
                  <a:pt x="90514" y="71077"/>
                </a:cubicBezTo>
                <a:cubicBezTo>
                  <a:pt x="93842" y="76015"/>
                  <a:pt x="95506" y="81702"/>
                  <a:pt x="95506" y="88140"/>
                </a:cubicBezTo>
                <a:cubicBezTo>
                  <a:pt x="95506" y="94524"/>
                  <a:pt x="93678" y="100539"/>
                  <a:pt x="90023" y="106186"/>
                </a:cubicBezTo>
                <a:cubicBezTo>
                  <a:pt x="86367" y="111833"/>
                  <a:pt x="81116" y="116225"/>
                  <a:pt x="74269" y="119362"/>
                </a:cubicBezTo>
                <a:cubicBezTo>
                  <a:pt x="67422" y="122499"/>
                  <a:pt x="59715" y="124068"/>
                  <a:pt x="51149" y="124068"/>
                </a:cubicBezTo>
                <a:cubicBezTo>
                  <a:pt x="40292" y="124068"/>
                  <a:pt x="31194" y="122485"/>
                  <a:pt x="23856" y="119321"/>
                </a:cubicBezTo>
                <a:cubicBezTo>
                  <a:pt x="16518" y="116156"/>
                  <a:pt x="10762" y="111396"/>
                  <a:pt x="6588" y="105040"/>
                </a:cubicBezTo>
                <a:cubicBezTo>
                  <a:pt x="2414" y="98684"/>
                  <a:pt x="218" y="91496"/>
                  <a:pt x="0" y="83476"/>
                </a:cubicBezTo>
                <a:close/>
                <a:moveTo>
                  <a:pt x="174222" y="94033"/>
                </a:moveTo>
                <a:lnTo>
                  <a:pt x="189444" y="95915"/>
                </a:lnTo>
                <a:cubicBezTo>
                  <a:pt x="187044" y="104808"/>
                  <a:pt x="182597" y="111710"/>
                  <a:pt x="176105" y="116620"/>
                </a:cubicBezTo>
                <a:cubicBezTo>
                  <a:pt x="169612" y="121531"/>
                  <a:pt x="161319" y="123986"/>
                  <a:pt x="151226" y="123986"/>
                </a:cubicBezTo>
                <a:cubicBezTo>
                  <a:pt x="138513" y="123986"/>
                  <a:pt x="128434" y="120071"/>
                  <a:pt x="120986" y="112242"/>
                </a:cubicBezTo>
                <a:cubicBezTo>
                  <a:pt x="113539" y="104413"/>
                  <a:pt x="109815" y="93433"/>
                  <a:pt x="109815" y="79302"/>
                </a:cubicBezTo>
                <a:cubicBezTo>
                  <a:pt x="109815" y="64680"/>
                  <a:pt x="113580" y="53332"/>
                  <a:pt x="121109" y="45257"/>
                </a:cubicBezTo>
                <a:cubicBezTo>
                  <a:pt x="128638" y="37182"/>
                  <a:pt x="138404" y="33145"/>
                  <a:pt x="150407" y="33145"/>
                </a:cubicBezTo>
                <a:cubicBezTo>
                  <a:pt x="162028" y="33145"/>
                  <a:pt x="171522" y="37100"/>
                  <a:pt x="178887" y="45011"/>
                </a:cubicBezTo>
                <a:cubicBezTo>
                  <a:pt x="186253" y="52922"/>
                  <a:pt x="189935" y="64052"/>
                  <a:pt x="189935" y="78402"/>
                </a:cubicBezTo>
                <a:cubicBezTo>
                  <a:pt x="189935" y="79274"/>
                  <a:pt x="189908" y="80584"/>
                  <a:pt x="189854" y="82330"/>
                </a:cubicBezTo>
                <a:lnTo>
                  <a:pt x="125037" y="82330"/>
                </a:lnTo>
                <a:cubicBezTo>
                  <a:pt x="125583" y="91878"/>
                  <a:pt x="128283" y="99189"/>
                  <a:pt x="133139" y="104263"/>
                </a:cubicBezTo>
                <a:cubicBezTo>
                  <a:pt x="137995" y="109337"/>
                  <a:pt x="144051" y="111874"/>
                  <a:pt x="151307" y="111874"/>
                </a:cubicBezTo>
                <a:cubicBezTo>
                  <a:pt x="156709" y="111874"/>
                  <a:pt x="161319" y="110455"/>
                  <a:pt x="165138" y="107618"/>
                </a:cubicBezTo>
                <a:cubicBezTo>
                  <a:pt x="168957" y="104781"/>
                  <a:pt x="171985" y="100252"/>
                  <a:pt x="174222" y="94033"/>
                </a:cubicBezTo>
                <a:moveTo>
                  <a:pt x="125856" y="70218"/>
                </a:moveTo>
                <a:lnTo>
                  <a:pt x="174386" y="70218"/>
                </a:lnTo>
                <a:cubicBezTo>
                  <a:pt x="173731" y="62907"/>
                  <a:pt x="171876" y="57424"/>
                  <a:pt x="168821" y="53768"/>
                </a:cubicBezTo>
                <a:cubicBezTo>
                  <a:pt x="164129" y="48094"/>
                  <a:pt x="158045" y="45257"/>
                  <a:pt x="150571" y="45257"/>
                </a:cubicBezTo>
                <a:cubicBezTo>
                  <a:pt x="143806" y="45257"/>
                  <a:pt x="138118" y="47521"/>
                  <a:pt x="133508" y="52049"/>
                </a:cubicBezTo>
                <a:cubicBezTo>
                  <a:pt x="128897" y="56578"/>
                  <a:pt x="126347" y="62634"/>
                  <a:pt x="125856" y="70218"/>
                </a:cubicBezTo>
                <a:close/>
                <a:moveTo>
                  <a:pt x="264914" y="90186"/>
                </a:moveTo>
                <a:lnTo>
                  <a:pt x="279399" y="92069"/>
                </a:lnTo>
                <a:cubicBezTo>
                  <a:pt x="277817" y="102053"/>
                  <a:pt x="273766" y="109869"/>
                  <a:pt x="267246" y="115515"/>
                </a:cubicBezTo>
                <a:cubicBezTo>
                  <a:pt x="260726" y="121162"/>
                  <a:pt x="252720" y="123986"/>
                  <a:pt x="243226" y="123986"/>
                </a:cubicBezTo>
                <a:cubicBezTo>
                  <a:pt x="231332" y="123986"/>
                  <a:pt x="221771" y="120098"/>
                  <a:pt x="214542" y="112324"/>
                </a:cubicBezTo>
                <a:cubicBezTo>
                  <a:pt x="207313" y="104549"/>
                  <a:pt x="203698" y="93405"/>
                  <a:pt x="203698" y="78893"/>
                </a:cubicBezTo>
                <a:cubicBezTo>
                  <a:pt x="203698" y="69508"/>
                  <a:pt x="205253" y="61297"/>
                  <a:pt x="208363" y="54259"/>
                </a:cubicBezTo>
                <a:cubicBezTo>
                  <a:pt x="211473" y="47221"/>
                  <a:pt x="216206" y="41942"/>
                  <a:pt x="222562" y="38423"/>
                </a:cubicBezTo>
                <a:cubicBezTo>
                  <a:pt x="228918" y="34904"/>
                  <a:pt x="235834" y="33145"/>
                  <a:pt x="243308" y="33145"/>
                </a:cubicBezTo>
                <a:cubicBezTo>
                  <a:pt x="252747" y="33145"/>
                  <a:pt x="260467" y="35532"/>
                  <a:pt x="266468" y="40306"/>
                </a:cubicBezTo>
                <a:cubicBezTo>
                  <a:pt x="272470" y="45080"/>
                  <a:pt x="276316" y="51859"/>
                  <a:pt x="278008" y="60643"/>
                </a:cubicBezTo>
                <a:lnTo>
                  <a:pt x="263686" y="62852"/>
                </a:lnTo>
                <a:cubicBezTo>
                  <a:pt x="262322" y="57014"/>
                  <a:pt x="259908" y="52622"/>
                  <a:pt x="256443" y="49676"/>
                </a:cubicBezTo>
                <a:cubicBezTo>
                  <a:pt x="252979" y="46730"/>
                  <a:pt x="248791" y="45257"/>
                  <a:pt x="243881" y="45257"/>
                </a:cubicBezTo>
                <a:cubicBezTo>
                  <a:pt x="236461" y="45257"/>
                  <a:pt x="230432" y="47917"/>
                  <a:pt x="225795" y="53236"/>
                </a:cubicBezTo>
                <a:cubicBezTo>
                  <a:pt x="221157" y="58556"/>
                  <a:pt x="218838" y="66971"/>
                  <a:pt x="218838" y="78483"/>
                </a:cubicBezTo>
                <a:cubicBezTo>
                  <a:pt x="218838" y="90159"/>
                  <a:pt x="221075" y="98643"/>
                  <a:pt x="225549" y="103935"/>
                </a:cubicBezTo>
                <a:cubicBezTo>
                  <a:pt x="230023" y="109227"/>
                  <a:pt x="235861" y="111874"/>
                  <a:pt x="243063" y="111874"/>
                </a:cubicBezTo>
                <a:cubicBezTo>
                  <a:pt x="248846" y="111874"/>
                  <a:pt x="253674" y="110100"/>
                  <a:pt x="257548" y="106554"/>
                </a:cubicBezTo>
                <a:cubicBezTo>
                  <a:pt x="261422" y="103008"/>
                  <a:pt x="263877" y="97552"/>
                  <a:pt x="264914" y="90186"/>
                </a:cubicBezTo>
                <a:close/>
                <a:moveTo>
                  <a:pt x="348962" y="122022"/>
                </a:moveTo>
                <a:lnTo>
                  <a:pt x="348962" y="109255"/>
                </a:lnTo>
                <a:cubicBezTo>
                  <a:pt x="342197" y="119075"/>
                  <a:pt x="333003" y="123986"/>
                  <a:pt x="321382" y="123986"/>
                </a:cubicBezTo>
                <a:cubicBezTo>
                  <a:pt x="316254" y="123986"/>
                  <a:pt x="311466" y="123004"/>
                  <a:pt x="307020" y="121040"/>
                </a:cubicBezTo>
                <a:cubicBezTo>
                  <a:pt x="302573" y="119075"/>
                  <a:pt x="299272" y="116607"/>
                  <a:pt x="297117" y="113633"/>
                </a:cubicBezTo>
                <a:cubicBezTo>
                  <a:pt x="294962" y="110660"/>
                  <a:pt x="293448" y="107018"/>
                  <a:pt x="292575" y="102708"/>
                </a:cubicBezTo>
                <a:cubicBezTo>
                  <a:pt x="291975" y="99816"/>
                  <a:pt x="291675" y="95233"/>
                  <a:pt x="291675" y="88959"/>
                </a:cubicBezTo>
                <a:lnTo>
                  <a:pt x="291675" y="35109"/>
                </a:lnTo>
                <a:lnTo>
                  <a:pt x="306406" y="35109"/>
                </a:lnTo>
                <a:lnTo>
                  <a:pt x="306406" y="83312"/>
                </a:lnTo>
                <a:cubicBezTo>
                  <a:pt x="306406" y="91005"/>
                  <a:pt x="306706" y="96188"/>
                  <a:pt x="307306" y="98861"/>
                </a:cubicBezTo>
                <a:cubicBezTo>
                  <a:pt x="308234" y="102735"/>
                  <a:pt x="310198" y="105777"/>
                  <a:pt x="313198" y="107986"/>
                </a:cubicBezTo>
                <a:cubicBezTo>
                  <a:pt x="316199" y="110196"/>
                  <a:pt x="319909" y="111301"/>
                  <a:pt x="324328" y="111301"/>
                </a:cubicBezTo>
                <a:cubicBezTo>
                  <a:pt x="328748" y="111301"/>
                  <a:pt x="332894" y="110169"/>
                  <a:pt x="336768" y="107904"/>
                </a:cubicBezTo>
                <a:cubicBezTo>
                  <a:pt x="340642" y="105640"/>
                  <a:pt x="343383" y="102558"/>
                  <a:pt x="344993" y="98657"/>
                </a:cubicBezTo>
                <a:cubicBezTo>
                  <a:pt x="346602" y="94756"/>
                  <a:pt x="347407" y="89095"/>
                  <a:pt x="347407" y="81675"/>
                </a:cubicBezTo>
                <a:lnTo>
                  <a:pt x="347407" y="35109"/>
                </a:lnTo>
                <a:lnTo>
                  <a:pt x="362138" y="35109"/>
                </a:lnTo>
                <a:lnTo>
                  <a:pt x="362138" y="122022"/>
                </a:lnTo>
                <a:lnTo>
                  <a:pt x="348962" y="122022"/>
                </a:lnTo>
                <a:close/>
                <a:moveTo>
                  <a:pt x="385312" y="122022"/>
                </a:moveTo>
                <a:lnTo>
                  <a:pt x="385312" y="35109"/>
                </a:lnTo>
                <a:lnTo>
                  <a:pt x="398570" y="35109"/>
                </a:lnTo>
                <a:lnTo>
                  <a:pt x="398570" y="48285"/>
                </a:lnTo>
                <a:cubicBezTo>
                  <a:pt x="401953" y="42120"/>
                  <a:pt x="405076" y="38055"/>
                  <a:pt x="407941" y="36091"/>
                </a:cubicBezTo>
                <a:cubicBezTo>
                  <a:pt x="410805" y="34127"/>
                  <a:pt x="413956" y="33145"/>
                  <a:pt x="417393" y="33145"/>
                </a:cubicBezTo>
                <a:cubicBezTo>
                  <a:pt x="422358" y="33145"/>
                  <a:pt x="427405" y="34727"/>
                  <a:pt x="432533" y="37891"/>
                </a:cubicBezTo>
                <a:lnTo>
                  <a:pt x="427459" y="51558"/>
                </a:lnTo>
                <a:cubicBezTo>
                  <a:pt x="423858" y="49431"/>
                  <a:pt x="420258" y="48367"/>
                  <a:pt x="416657" y="48367"/>
                </a:cubicBezTo>
                <a:cubicBezTo>
                  <a:pt x="413438" y="48367"/>
                  <a:pt x="410546" y="49335"/>
                  <a:pt x="407982" y="51272"/>
                </a:cubicBezTo>
                <a:cubicBezTo>
                  <a:pt x="405417" y="53209"/>
                  <a:pt x="403590" y="55896"/>
                  <a:pt x="402498" y="59333"/>
                </a:cubicBezTo>
                <a:cubicBezTo>
                  <a:pt x="400862" y="64571"/>
                  <a:pt x="400043" y="70300"/>
                  <a:pt x="400043" y="76519"/>
                </a:cubicBezTo>
                <a:lnTo>
                  <a:pt x="400043" y="122022"/>
                </a:lnTo>
                <a:lnTo>
                  <a:pt x="385312" y="122022"/>
                </a:lnTo>
                <a:close/>
                <a:moveTo>
                  <a:pt x="501372" y="94033"/>
                </a:moveTo>
                <a:lnTo>
                  <a:pt x="516594" y="95915"/>
                </a:lnTo>
                <a:cubicBezTo>
                  <a:pt x="514194" y="104808"/>
                  <a:pt x="509747" y="111710"/>
                  <a:pt x="503254" y="116620"/>
                </a:cubicBezTo>
                <a:cubicBezTo>
                  <a:pt x="496762" y="121531"/>
                  <a:pt x="488469" y="123986"/>
                  <a:pt x="478375" y="123986"/>
                </a:cubicBezTo>
                <a:cubicBezTo>
                  <a:pt x="465663" y="123986"/>
                  <a:pt x="455583" y="120071"/>
                  <a:pt x="448136" y="112242"/>
                </a:cubicBezTo>
                <a:cubicBezTo>
                  <a:pt x="440689" y="104413"/>
                  <a:pt x="436965" y="93433"/>
                  <a:pt x="436965" y="79302"/>
                </a:cubicBezTo>
                <a:cubicBezTo>
                  <a:pt x="436965" y="64680"/>
                  <a:pt x="440730" y="53332"/>
                  <a:pt x="448259" y="45257"/>
                </a:cubicBezTo>
                <a:cubicBezTo>
                  <a:pt x="455788" y="37182"/>
                  <a:pt x="465554" y="33145"/>
                  <a:pt x="477557" y="33145"/>
                </a:cubicBezTo>
                <a:cubicBezTo>
                  <a:pt x="489178" y="33145"/>
                  <a:pt x="498671" y="37100"/>
                  <a:pt x="506037" y="45011"/>
                </a:cubicBezTo>
                <a:cubicBezTo>
                  <a:pt x="513402" y="52922"/>
                  <a:pt x="517085" y="64052"/>
                  <a:pt x="517085" y="78402"/>
                </a:cubicBezTo>
                <a:cubicBezTo>
                  <a:pt x="517085" y="79274"/>
                  <a:pt x="517058" y="80584"/>
                  <a:pt x="517003" y="82330"/>
                </a:cubicBezTo>
                <a:lnTo>
                  <a:pt x="452187" y="82330"/>
                </a:lnTo>
                <a:cubicBezTo>
                  <a:pt x="452733" y="91878"/>
                  <a:pt x="455433" y="99189"/>
                  <a:pt x="460289" y="104263"/>
                </a:cubicBezTo>
                <a:cubicBezTo>
                  <a:pt x="465145" y="109337"/>
                  <a:pt x="471201" y="111874"/>
                  <a:pt x="478457" y="111874"/>
                </a:cubicBezTo>
                <a:cubicBezTo>
                  <a:pt x="483859" y="111874"/>
                  <a:pt x="488469" y="110455"/>
                  <a:pt x="492288" y="107618"/>
                </a:cubicBezTo>
                <a:cubicBezTo>
                  <a:pt x="496107" y="104781"/>
                  <a:pt x="499135" y="100252"/>
                  <a:pt x="501372" y="94033"/>
                </a:cubicBezTo>
                <a:moveTo>
                  <a:pt x="453005" y="70218"/>
                </a:moveTo>
                <a:lnTo>
                  <a:pt x="501536" y="70218"/>
                </a:lnTo>
                <a:cubicBezTo>
                  <a:pt x="500881" y="62907"/>
                  <a:pt x="499026" y="57424"/>
                  <a:pt x="495971" y="53768"/>
                </a:cubicBezTo>
                <a:cubicBezTo>
                  <a:pt x="491279" y="48094"/>
                  <a:pt x="485195" y="45257"/>
                  <a:pt x="477721" y="45257"/>
                </a:cubicBezTo>
                <a:cubicBezTo>
                  <a:pt x="470955" y="45257"/>
                  <a:pt x="465268" y="47521"/>
                  <a:pt x="460657" y="52049"/>
                </a:cubicBezTo>
                <a:cubicBezTo>
                  <a:pt x="456047" y="56578"/>
                  <a:pt x="453496" y="62634"/>
                  <a:pt x="453005" y="70218"/>
                </a:cubicBezTo>
                <a:close/>
                <a:moveTo>
                  <a:pt x="561566" y="122022"/>
                </a:moveTo>
                <a:lnTo>
                  <a:pt x="607641" y="2046"/>
                </a:lnTo>
                <a:lnTo>
                  <a:pt x="624745" y="2046"/>
                </a:lnTo>
                <a:lnTo>
                  <a:pt x="673848" y="122022"/>
                </a:lnTo>
                <a:lnTo>
                  <a:pt x="655762" y="122022"/>
                </a:lnTo>
                <a:lnTo>
                  <a:pt x="641768" y="85685"/>
                </a:lnTo>
                <a:lnTo>
                  <a:pt x="591600" y="85685"/>
                </a:lnTo>
                <a:lnTo>
                  <a:pt x="578424" y="122022"/>
                </a:lnTo>
                <a:lnTo>
                  <a:pt x="561566" y="122022"/>
                </a:lnTo>
                <a:moveTo>
                  <a:pt x="596183" y="72755"/>
                </a:moveTo>
                <a:lnTo>
                  <a:pt x="636857" y="72755"/>
                </a:lnTo>
                <a:lnTo>
                  <a:pt x="624336" y="39528"/>
                </a:lnTo>
                <a:cubicBezTo>
                  <a:pt x="620517" y="29435"/>
                  <a:pt x="617680" y="21142"/>
                  <a:pt x="615825" y="14649"/>
                </a:cubicBezTo>
                <a:cubicBezTo>
                  <a:pt x="614297" y="22342"/>
                  <a:pt x="612142" y="29980"/>
                  <a:pt x="609359" y="37564"/>
                </a:cubicBezTo>
                <a:lnTo>
                  <a:pt x="596183" y="72755"/>
                </a:lnTo>
                <a:close/>
                <a:moveTo>
                  <a:pt x="685293" y="122022"/>
                </a:moveTo>
                <a:lnTo>
                  <a:pt x="685293" y="2046"/>
                </a:lnTo>
                <a:lnTo>
                  <a:pt x="730305" y="2046"/>
                </a:lnTo>
                <a:cubicBezTo>
                  <a:pt x="739470" y="2046"/>
                  <a:pt x="746822" y="3260"/>
                  <a:pt x="752360" y="5688"/>
                </a:cubicBezTo>
                <a:cubicBezTo>
                  <a:pt x="757898" y="8116"/>
                  <a:pt x="762235" y="11853"/>
                  <a:pt x="765372" y="16900"/>
                </a:cubicBezTo>
                <a:cubicBezTo>
                  <a:pt x="768510" y="21946"/>
                  <a:pt x="770078" y="27225"/>
                  <a:pt x="770078" y="32736"/>
                </a:cubicBezTo>
                <a:cubicBezTo>
                  <a:pt x="770078" y="37864"/>
                  <a:pt x="768687" y="42693"/>
                  <a:pt x="765904" y="47221"/>
                </a:cubicBezTo>
                <a:cubicBezTo>
                  <a:pt x="763122" y="51749"/>
                  <a:pt x="758921" y="55405"/>
                  <a:pt x="753301" y="58187"/>
                </a:cubicBezTo>
                <a:cubicBezTo>
                  <a:pt x="760558" y="60315"/>
                  <a:pt x="766136" y="63943"/>
                  <a:pt x="770037" y="69072"/>
                </a:cubicBezTo>
                <a:cubicBezTo>
                  <a:pt x="773938" y="74200"/>
                  <a:pt x="775889" y="80257"/>
                  <a:pt x="775889" y="87240"/>
                </a:cubicBezTo>
                <a:cubicBezTo>
                  <a:pt x="775889" y="92860"/>
                  <a:pt x="774702" y="98084"/>
                  <a:pt x="772329" y="102912"/>
                </a:cubicBezTo>
                <a:cubicBezTo>
                  <a:pt x="769955" y="107741"/>
                  <a:pt x="767023" y="111464"/>
                  <a:pt x="763531" y="114083"/>
                </a:cubicBezTo>
                <a:cubicBezTo>
                  <a:pt x="760039" y="116702"/>
                  <a:pt x="755661" y="118680"/>
                  <a:pt x="750396" y="120017"/>
                </a:cubicBezTo>
                <a:cubicBezTo>
                  <a:pt x="745131" y="121353"/>
                  <a:pt x="738679" y="122022"/>
                  <a:pt x="731041" y="122022"/>
                </a:cubicBezTo>
                <a:lnTo>
                  <a:pt x="685293" y="122022"/>
                </a:lnTo>
                <a:moveTo>
                  <a:pt x="701170" y="52459"/>
                </a:moveTo>
                <a:lnTo>
                  <a:pt x="727113" y="52459"/>
                </a:lnTo>
                <a:cubicBezTo>
                  <a:pt x="734151" y="52459"/>
                  <a:pt x="739198" y="51995"/>
                  <a:pt x="742253" y="51067"/>
                </a:cubicBezTo>
                <a:cubicBezTo>
                  <a:pt x="746290" y="49867"/>
                  <a:pt x="749332" y="47876"/>
                  <a:pt x="751378" y="45093"/>
                </a:cubicBezTo>
                <a:cubicBezTo>
                  <a:pt x="753424" y="42311"/>
                  <a:pt x="754447" y="38819"/>
                  <a:pt x="754447" y="34618"/>
                </a:cubicBezTo>
                <a:cubicBezTo>
                  <a:pt x="754447" y="30635"/>
                  <a:pt x="753492" y="27130"/>
                  <a:pt x="751583" y="24102"/>
                </a:cubicBezTo>
                <a:cubicBezTo>
                  <a:pt x="749673" y="21073"/>
                  <a:pt x="746945" y="19000"/>
                  <a:pt x="743399" y="17882"/>
                </a:cubicBezTo>
                <a:cubicBezTo>
                  <a:pt x="739852" y="16763"/>
                  <a:pt x="733769" y="16204"/>
                  <a:pt x="725149" y="16204"/>
                </a:cubicBezTo>
                <a:lnTo>
                  <a:pt x="701170" y="16204"/>
                </a:lnTo>
                <a:lnTo>
                  <a:pt x="701170" y="52459"/>
                </a:lnTo>
                <a:moveTo>
                  <a:pt x="701170" y="107863"/>
                </a:moveTo>
                <a:lnTo>
                  <a:pt x="731041" y="107863"/>
                </a:lnTo>
                <a:cubicBezTo>
                  <a:pt x="736170" y="107863"/>
                  <a:pt x="739771" y="107673"/>
                  <a:pt x="741844" y="107291"/>
                </a:cubicBezTo>
                <a:cubicBezTo>
                  <a:pt x="745499" y="106636"/>
                  <a:pt x="748555" y="105545"/>
                  <a:pt x="751010" y="104017"/>
                </a:cubicBezTo>
                <a:cubicBezTo>
                  <a:pt x="753465" y="102489"/>
                  <a:pt x="755484" y="100266"/>
                  <a:pt x="757066" y="97347"/>
                </a:cubicBezTo>
                <a:cubicBezTo>
                  <a:pt x="758648" y="94428"/>
                  <a:pt x="759439" y="91059"/>
                  <a:pt x="759439" y="87240"/>
                </a:cubicBezTo>
                <a:cubicBezTo>
                  <a:pt x="759439" y="82766"/>
                  <a:pt x="758293" y="78879"/>
                  <a:pt x="756002" y="75578"/>
                </a:cubicBezTo>
                <a:cubicBezTo>
                  <a:pt x="753710" y="72277"/>
                  <a:pt x="750532" y="69959"/>
                  <a:pt x="746468" y="68622"/>
                </a:cubicBezTo>
                <a:cubicBezTo>
                  <a:pt x="742403" y="67285"/>
                  <a:pt x="736552" y="66617"/>
                  <a:pt x="728913" y="66617"/>
                </a:cubicBezTo>
                <a:lnTo>
                  <a:pt x="701170" y="66617"/>
                </a:lnTo>
                <a:lnTo>
                  <a:pt x="701170" y="107863"/>
                </a:lnTo>
                <a:close/>
                <a:moveTo>
                  <a:pt x="799855" y="122022"/>
                </a:moveTo>
                <a:lnTo>
                  <a:pt x="799855" y="2046"/>
                </a:lnTo>
                <a:lnTo>
                  <a:pt x="815732" y="2046"/>
                </a:lnTo>
                <a:lnTo>
                  <a:pt x="815732" y="122022"/>
                </a:lnTo>
                <a:lnTo>
                  <a:pt x="799855" y="1220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(">
            <a:extLst xmlns:a="http://schemas.openxmlformats.org/drawingml/2006/main">
              <a:ext uri="{FF2B5EF4-FFF2-40B4-BE49-F238E27FC236}">
                <a16:creationId xmlns:a16="http://schemas.microsoft.com/office/drawing/2014/main" id="{32997DD1-6FDD-4102-B5FC-BFB66BA7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61" y="3478659"/>
            <a:ext cx="55077" cy="157294"/>
          </a:xfrm>
          <a:custGeom xmlns:a="http://schemas.openxmlformats.org/drawingml/2006/main">
            <a:pathLst>
              <a:path w="55077" h="157294">
                <a:moveTo>
                  <a:pt x="12849" y="157294"/>
                </a:moveTo>
                <a:cubicBezTo>
                  <a:pt x="4283" y="138526"/>
                  <a:pt x="0" y="119239"/>
                  <a:pt x="0" y="99434"/>
                </a:cubicBezTo>
                <a:cubicBezTo>
                  <a:pt x="0" y="86231"/>
                  <a:pt x="1732" y="73941"/>
                  <a:pt x="5197" y="62566"/>
                </a:cubicBezTo>
                <a:cubicBezTo>
                  <a:pt x="8661" y="51190"/>
                  <a:pt x="13940" y="39937"/>
                  <a:pt x="21033" y="28807"/>
                </a:cubicBezTo>
                <a:cubicBezTo>
                  <a:pt x="25725" y="21387"/>
                  <a:pt x="33227" y="11785"/>
                  <a:pt x="43538" y="0"/>
                </a:cubicBezTo>
                <a:lnTo>
                  <a:pt x="55077" y="0"/>
                </a:lnTo>
                <a:cubicBezTo>
                  <a:pt x="48694" y="6820"/>
                  <a:pt x="41942" y="16422"/>
                  <a:pt x="34822" y="28807"/>
                </a:cubicBezTo>
                <a:cubicBezTo>
                  <a:pt x="27702" y="41192"/>
                  <a:pt x="22533" y="53359"/>
                  <a:pt x="19314" y="65307"/>
                </a:cubicBezTo>
                <a:cubicBezTo>
                  <a:pt x="16095" y="77256"/>
                  <a:pt x="14485" y="89259"/>
                  <a:pt x="14485" y="101316"/>
                </a:cubicBezTo>
                <a:cubicBezTo>
                  <a:pt x="14485" y="119321"/>
                  <a:pt x="17623" y="137980"/>
                  <a:pt x="23897" y="157294"/>
                </a:cubicBezTo>
                <a:lnTo>
                  <a:pt x="12849" y="157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§IV">
            <a:extLst xmlns:a="http://schemas.openxmlformats.org/drawingml/2006/main">
              <a:ext uri="{FF2B5EF4-FFF2-40B4-BE49-F238E27FC236}">
                <a16:creationId xmlns:a16="http://schemas.microsoft.com/office/drawing/2014/main" id="{535179D0-E34D-4874-A844-E9BB4FB9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83" y="3478659"/>
            <a:ext cx="261977" cy="157294"/>
          </a:xfrm>
          <a:custGeom xmlns:a="http://schemas.openxmlformats.org/drawingml/2006/main">
            <a:pathLst>
              <a:path w="261977" h="157294">
                <a:moveTo>
                  <a:pt x="0" y="129387"/>
                </a:moveTo>
                <a:lnTo>
                  <a:pt x="13585" y="125950"/>
                </a:lnTo>
                <a:cubicBezTo>
                  <a:pt x="14895" y="132497"/>
                  <a:pt x="17609" y="137516"/>
                  <a:pt x="21728" y="141008"/>
                </a:cubicBezTo>
                <a:cubicBezTo>
                  <a:pt x="25847" y="144500"/>
                  <a:pt x="30690" y="146246"/>
                  <a:pt x="36255" y="146246"/>
                </a:cubicBezTo>
                <a:cubicBezTo>
                  <a:pt x="41656" y="146246"/>
                  <a:pt x="46089" y="144664"/>
                  <a:pt x="49553" y="141499"/>
                </a:cubicBezTo>
                <a:cubicBezTo>
                  <a:pt x="53018" y="138335"/>
                  <a:pt x="54750" y="134734"/>
                  <a:pt x="54750" y="130697"/>
                </a:cubicBezTo>
                <a:cubicBezTo>
                  <a:pt x="54750" y="129005"/>
                  <a:pt x="54396" y="127327"/>
                  <a:pt x="53686" y="125663"/>
                </a:cubicBezTo>
                <a:cubicBezTo>
                  <a:pt x="52977" y="123999"/>
                  <a:pt x="51913" y="122322"/>
                  <a:pt x="50495" y="120630"/>
                </a:cubicBezTo>
                <a:cubicBezTo>
                  <a:pt x="48476" y="118175"/>
                  <a:pt x="40510" y="111383"/>
                  <a:pt x="26598" y="100252"/>
                </a:cubicBezTo>
                <a:cubicBezTo>
                  <a:pt x="21087" y="95888"/>
                  <a:pt x="17377" y="92641"/>
                  <a:pt x="15468" y="90514"/>
                </a:cubicBezTo>
                <a:cubicBezTo>
                  <a:pt x="12576" y="87349"/>
                  <a:pt x="10530" y="84389"/>
                  <a:pt x="9330" y="81634"/>
                </a:cubicBezTo>
                <a:cubicBezTo>
                  <a:pt x="8129" y="78879"/>
                  <a:pt x="7529" y="75755"/>
                  <a:pt x="7529" y="72264"/>
                </a:cubicBezTo>
                <a:cubicBezTo>
                  <a:pt x="7529" y="66317"/>
                  <a:pt x="9275" y="61093"/>
                  <a:pt x="12767" y="56592"/>
                </a:cubicBezTo>
                <a:cubicBezTo>
                  <a:pt x="16259" y="52090"/>
                  <a:pt x="22260" y="47712"/>
                  <a:pt x="30771" y="43456"/>
                </a:cubicBezTo>
                <a:cubicBezTo>
                  <a:pt x="26461" y="38219"/>
                  <a:pt x="24306" y="32708"/>
                  <a:pt x="24306" y="26925"/>
                </a:cubicBezTo>
                <a:cubicBezTo>
                  <a:pt x="24306" y="19287"/>
                  <a:pt x="27102" y="12890"/>
                  <a:pt x="32695" y="7734"/>
                </a:cubicBezTo>
                <a:cubicBezTo>
                  <a:pt x="38287" y="2578"/>
                  <a:pt x="46103" y="0"/>
                  <a:pt x="56141" y="0"/>
                </a:cubicBezTo>
                <a:cubicBezTo>
                  <a:pt x="65635" y="0"/>
                  <a:pt x="72932" y="2182"/>
                  <a:pt x="78033" y="6547"/>
                </a:cubicBezTo>
                <a:cubicBezTo>
                  <a:pt x="83135" y="10912"/>
                  <a:pt x="86449" y="17977"/>
                  <a:pt x="87977" y="27743"/>
                </a:cubicBezTo>
                <a:lnTo>
                  <a:pt x="73164" y="29462"/>
                </a:lnTo>
                <a:cubicBezTo>
                  <a:pt x="73109" y="23897"/>
                  <a:pt x="71500" y="19573"/>
                  <a:pt x="68335" y="16491"/>
                </a:cubicBezTo>
                <a:cubicBezTo>
                  <a:pt x="65171" y="13408"/>
                  <a:pt x="60833" y="11867"/>
                  <a:pt x="55323" y="11867"/>
                </a:cubicBezTo>
                <a:cubicBezTo>
                  <a:pt x="50304" y="11867"/>
                  <a:pt x="46212" y="13312"/>
                  <a:pt x="43047" y="16204"/>
                </a:cubicBezTo>
                <a:cubicBezTo>
                  <a:pt x="39883" y="19096"/>
                  <a:pt x="38301" y="22506"/>
                  <a:pt x="38301" y="26434"/>
                </a:cubicBezTo>
                <a:cubicBezTo>
                  <a:pt x="38301" y="29271"/>
                  <a:pt x="39351" y="32381"/>
                  <a:pt x="41451" y="35764"/>
                </a:cubicBezTo>
                <a:cubicBezTo>
                  <a:pt x="43552" y="39146"/>
                  <a:pt x="48612" y="44084"/>
                  <a:pt x="56632" y="50576"/>
                </a:cubicBezTo>
                <a:cubicBezTo>
                  <a:pt x="68308" y="60015"/>
                  <a:pt x="75715" y="66699"/>
                  <a:pt x="78852" y="70627"/>
                </a:cubicBezTo>
                <a:cubicBezTo>
                  <a:pt x="81989" y="74555"/>
                  <a:pt x="83557" y="79029"/>
                  <a:pt x="83557" y="84048"/>
                </a:cubicBezTo>
                <a:cubicBezTo>
                  <a:pt x="83557" y="89232"/>
                  <a:pt x="81689" y="94278"/>
                  <a:pt x="77951" y="99189"/>
                </a:cubicBezTo>
                <a:cubicBezTo>
                  <a:pt x="74214" y="104099"/>
                  <a:pt x="68472" y="108382"/>
                  <a:pt x="60724" y="112037"/>
                </a:cubicBezTo>
                <a:cubicBezTo>
                  <a:pt x="63452" y="115038"/>
                  <a:pt x="65498" y="118093"/>
                  <a:pt x="66862" y="121203"/>
                </a:cubicBezTo>
                <a:cubicBezTo>
                  <a:pt x="68226" y="124313"/>
                  <a:pt x="68908" y="127478"/>
                  <a:pt x="68908" y="130697"/>
                </a:cubicBezTo>
                <a:cubicBezTo>
                  <a:pt x="68908" y="137789"/>
                  <a:pt x="65976" y="143995"/>
                  <a:pt x="60111" y="149315"/>
                </a:cubicBezTo>
                <a:cubicBezTo>
                  <a:pt x="54245" y="154634"/>
                  <a:pt x="46266" y="157294"/>
                  <a:pt x="36173" y="157294"/>
                </a:cubicBezTo>
                <a:cubicBezTo>
                  <a:pt x="26625" y="157294"/>
                  <a:pt x="18673" y="154798"/>
                  <a:pt x="12317" y="149806"/>
                </a:cubicBezTo>
                <a:cubicBezTo>
                  <a:pt x="5961" y="144814"/>
                  <a:pt x="1855" y="138007"/>
                  <a:pt x="0" y="129387"/>
                </a:cubicBezTo>
                <a:moveTo>
                  <a:pt x="53359" y="104263"/>
                </a:moveTo>
                <a:cubicBezTo>
                  <a:pt x="59251" y="101535"/>
                  <a:pt x="63452" y="98520"/>
                  <a:pt x="65962" y="95219"/>
                </a:cubicBezTo>
                <a:cubicBezTo>
                  <a:pt x="68472" y="91919"/>
                  <a:pt x="69727" y="88795"/>
                  <a:pt x="69727" y="85849"/>
                </a:cubicBezTo>
                <a:cubicBezTo>
                  <a:pt x="69727" y="83503"/>
                  <a:pt x="69140" y="81361"/>
                  <a:pt x="67967" y="79425"/>
                </a:cubicBezTo>
                <a:cubicBezTo>
                  <a:pt x="66794" y="77488"/>
                  <a:pt x="62852" y="73764"/>
                  <a:pt x="56141" y="68254"/>
                </a:cubicBezTo>
                <a:cubicBezTo>
                  <a:pt x="46975" y="60670"/>
                  <a:pt x="40510" y="54777"/>
                  <a:pt x="36746" y="50576"/>
                </a:cubicBezTo>
                <a:cubicBezTo>
                  <a:pt x="26161" y="56578"/>
                  <a:pt x="20869" y="63261"/>
                  <a:pt x="20869" y="70627"/>
                </a:cubicBezTo>
                <a:cubicBezTo>
                  <a:pt x="20869" y="72864"/>
                  <a:pt x="21442" y="75019"/>
                  <a:pt x="22587" y="77092"/>
                </a:cubicBezTo>
                <a:cubicBezTo>
                  <a:pt x="24279" y="79984"/>
                  <a:pt x="28262" y="83967"/>
                  <a:pt x="34536" y="89041"/>
                </a:cubicBezTo>
                <a:lnTo>
                  <a:pt x="53359" y="104263"/>
                </a:lnTo>
                <a:close/>
                <a:moveTo>
                  <a:pt x="97974" y="122022"/>
                </a:moveTo>
                <a:lnTo>
                  <a:pt x="123098" y="2046"/>
                </a:lnTo>
                <a:lnTo>
                  <a:pt x="139057" y="2046"/>
                </a:lnTo>
                <a:lnTo>
                  <a:pt x="114014" y="122022"/>
                </a:lnTo>
                <a:lnTo>
                  <a:pt x="97974" y="122022"/>
                </a:lnTo>
                <a:close/>
                <a:moveTo>
                  <a:pt x="178992" y="122022"/>
                </a:moveTo>
                <a:lnTo>
                  <a:pt x="155914" y="2046"/>
                </a:lnTo>
                <a:lnTo>
                  <a:pt x="171381" y="2046"/>
                </a:lnTo>
                <a:lnTo>
                  <a:pt x="185294" y="73573"/>
                </a:lnTo>
                <a:cubicBezTo>
                  <a:pt x="187858" y="86558"/>
                  <a:pt x="189522" y="97034"/>
                  <a:pt x="190286" y="104999"/>
                </a:cubicBezTo>
                <a:cubicBezTo>
                  <a:pt x="195306" y="94742"/>
                  <a:pt x="199425" y="86613"/>
                  <a:pt x="202644" y="80611"/>
                </a:cubicBezTo>
                <a:lnTo>
                  <a:pt x="245446" y="2046"/>
                </a:lnTo>
                <a:lnTo>
                  <a:pt x="261977" y="2046"/>
                </a:lnTo>
                <a:lnTo>
                  <a:pt x="196179" y="122022"/>
                </a:lnTo>
                <a:lnTo>
                  <a:pt x="178992" y="1220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-A)">
            <a:extLst xmlns:a="http://schemas.openxmlformats.org/drawingml/2006/main">
              <a:ext uri="{FF2B5EF4-FFF2-40B4-BE49-F238E27FC236}">
                <a16:creationId xmlns:a16="http://schemas.microsoft.com/office/drawing/2014/main" id="{7188D584-E18B-4B9F-8B21-60365C24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304" y="3478659"/>
            <a:ext cx="205995" cy="157294"/>
          </a:xfrm>
          <a:custGeom xmlns:a="http://schemas.openxmlformats.org/drawingml/2006/main">
            <a:pathLst>
              <a:path w="205995" h="157294">
                <a:moveTo>
                  <a:pt x="0" y="86013"/>
                </a:moveTo>
                <a:lnTo>
                  <a:pt x="3110" y="71200"/>
                </a:lnTo>
                <a:lnTo>
                  <a:pt x="48285" y="71200"/>
                </a:lnTo>
                <a:lnTo>
                  <a:pt x="45257" y="86013"/>
                </a:lnTo>
                <a:lnTo>
                  <a:pt x="0" y="86013"/>
                </a:lnTo>
                <a:close/>
                <a:moveTo>
                  <a:pt x="45276" y="122022"/>
                </a:moveTo>
                <a:lnTo>
                  <a:pt x="113284" y="2046"/>
                </a:lnTo>
                <a:lnTo>
                  <a:pt x="132189" y="2046"/>
                </a:lnTo>
                <a:lnTo>
                  <a:pt x="151994" y="122022"/>
                </a:lnTo>
                <a:lnTo>
                  <a:pt x="136444" y="122022"/>
                </a:lnTo>
                <a:lnTo>
                  <a:pt x="130634" y="87486"/>
                </a:lnTo>
                <a:lnTo>
                  <a:pt x="82103" y="87486"/>
                </a:lnTo>
                <a:lnTo>
                  <a:pt x="62871" y="122022"/>
                </a:lnTo>
                <a:lnTo>
                  <a:pt x="45276" y="122022"/>
                </a:lnTo>
                <a:moveTo>
                  <a:pt x="88978" y="75128"/>
                </a:moveTo>
                <a:lnTo>
                  <a:pt x="128670" y="75128"/>
                </a:lnTo>
                <a:lnTo>
                  <a:pt x="124005" y="45011"/>
                </a:lnTo>
                <a:cubicBezTo>
                  <a:pt x="122204" y="33063"/>
                  <a:pt x="121086" y="23106"/>
                  <a:pt x="120649" y="15140"/>
                </a:cubicBezTo>
                <a:cubicBezTo>
                  <a:pt x="117921" y="22015"/>
                  <a:pt x="113939" y="30171"/>
                  <a:pt x="108701" y="39610"/>
                </a:cubicBezTo>
                <a:lnTo>
                  <a:pt x="88978" y="75128"/>
                </a:lnTo>
                <a:close/>
                <a:moveTo>
                  <a:pt x="193064" y="0"/>
                </a:moveTo>
                <a:cubicBezTo>
                  <a:pt x="201685" y="18768"/>
                  <a:pt x="205995" y="38028"/>
                  <a:pt x="205995" y="57778"/>
                </a:cubicBezTo>
                <a:cubicBezTo>
                  <a:pt x="205995" y="71036"/>
                  <a:pt x="204263" y="83339"/>
                  <a:pt x="200798" y="94687"/>
                </a:cubicBezTo>
                <a:cubicBezTo>
                  <a:pt x="197333" y="106036"/>
                  <a:pt x="192055" y="117302"/>
                  <a:pt x="184962" y="128487"/>
                </a:cubicBezTo>
                <a:cubicBezTo>
                  <a:pt x="180216" y="135907"/>
                  <a:pt x="172714" y="145509"/>
                  <a:pt x="162457" y="157294"/>
                </a:cubicBezTo>
                <a:lnTo>
                  <a:pt x="150917" y="157294"/>
                </a:lnTo>
                <a:cubicBezTo>
                  <a:pt x="157246" y="150420"/>
                  <a:pt x="163984" y="140790"/>
                  <a:pt x="171131" y="128405"/>
                </a:cubicBezTo>
                <a:cubicBezTo>
                  <a:pt x="178279" y="116020"/>
                  <a:pt x="183448" y="103867"/>
                  <a:pt x="186640" y="91946"/>
                </a:cubicBezTo>
                <a:cubicBezTo>
                  <a:pt x="189832" y="80025"/>
                  <a:pt x="191427" y="68008"/>
                  <a:pt x="191427" y="55896"/>
                </a:cubicBezTo>
                <a:cubicBezTo>
                  <a:pt x="191427" y="37891"/>
                  <a:pt x="188290" y="19259"/>
                  <a:pt x="182016" y="0"/>
                </a:cubicBezTo>
                <a:lnTo>
                  <a:pt x="19306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5bb0a460848b0"/>
          <a:stretch xmlns:a="http://schemas.openxmlformats.org/drawingml/2006/main"/>
        </p:blipFill>
        <p:spPr>
          <a:xfrm xmlns:a="http://schemas.openxmlformats.org/drawingml/2006/main">
            <a:off x="349607" y="3142730"/>
            <a:ext cx="312520" cy="309426"/>
          </a:xfrm>
          <a:prstGeom xmlns:a="http://schemas.openxmlformats.org/drawingml/2006/main" prst="rect">
            <a:avLst/>
          </a:prstGeom>
        </p:spPr>
      </p:pic>
      <p:sp>
        <p:nvSpPr>
          <p:cNvPr id="161" name="Text Compiletime">
            <a:extLst xmlns:a="http://schemas.openxmlformats.org/drawingml/2006/main">
              <a:ext uri="{FF2B5EF4-FFF2-40B4-BE49-F238E27FC236}">
                <a16:creationId xmlns:a16="http://schemas.microsoft.com/office/drawing/2014/main" id="{7AE3DCDC-E9D0-4560-BAAA-12F7ADB0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34" y="449378"/>
            <a:ext cx="964579" cy="155330"/>
          </a:xfrm>
          <a:custGeom xmlns:a="http://schemas.openxmlformats.org/drawingml/2006/main">
            <a:pathLst>
              <a:path w="964579" h="155330">
                <a:moveTo>
                  <a:pt x="90186" y="79956"/>
                </a:moveTo>
                <a:lnTo>
                  <a:pt x="106063" y="83967"/>
                </a:lnTo>
                <a:cubicBezTo>
                  <a:pt x="102735" y="97006"/>
                  <a:pt x="96747" y="106950"/>
                  <a:pt x="88099" y="113797"/>
                </a:cubicBezTo>
                <a:cubicBezTo>
                  <a:pt x="79452" y="120644"/>
                  <a:pt x="68881" y="124068"/>
                  <a:pt x="56387" y="124068"/>
                </a:cubicBezTo>
                <a:cubicBezTo>
                  <a:pt x="43456" y="124068"/>
                  <a:pt x="32940" y="121435"/>
                  <a:pt x="24838" y="116170"/>
                </a:cubicBezTo>
                <a:cubicBezTo>
                  <a:pt x="16736" y="110905"/>
                  <a:pt x="10571" y="103281"/>
                  <a:pt x="6343" y="93296"/>
                </a:cubicBezTo>
                <a:cubicBezTo>
                  <a:pt x="2114" y="83312"/>
                  <a:pt x="0" y="72591"/>
                  <a:pt x="0" y="61134"/>
                </a:cubicBezTo>
                <a:cubicBezTo>
                  <a:pt x="0" y="48640"/>
                  <a:pt x="2387" y="37741"/>
                  <a:pt x="7161" y="28439"/>
                </a:cubicBezTo>
                <a:cubicBezTo>
                  <a:pt x="11935" y="19137"/>
                  <a:pt x="18727" y="12071"/>
                  <a:pt x="27539" y="7243"/>
                </a:cubicBezTo>
                <a:cubicBezTo>
                  <a:pt x="36350" y="2414"/>
                  <a:pt x="46048" y="0"/>
                  <a:pt x="56632" y="0"/>
                </a:cubicBezTo>
                <a:cubicBezTo>
                  <a:pt x="68635" y="0"/>
                  <a:pt x="78729" y="3055"/>
                  <a:pt x="86913" y="9166"/>
                </a:cubicBezTo>
                <a:cubicBezTo>
                  <a:pt x="95097" y="15277"/>
                  <a:pt x="100798" y="23870"/>
                  <a:pt x="104017" y="34945"/>
                </a:cubicBezTo>
                <a:lnTo>
                  <a:pt x="88386" y="38628"/>
                </a:lnTo>
                <a:cubicBezTo>
                  <a:pt x="85603" y="29898"/>
                  <a:pt x="81566" y="23542"/>
                  <a:pt x="76274" y="19559"/>
                </a:cubicBezTo>
                <a:cubicBezTo>
                  <a:pt x="70981" y="15577"/>
                  <a:pt x="64325" y="13585"/>
                  <a:pt x="56305" y="13585"/>
                </a:cubicBezTo>
                <a:cubicBezTo>
                  <a:pt x="47085" y="13585"/>
                  <a:pt x="39378" y="15795"/>
                  <a:pt x="33186" y="20214"/>
                </a:cubicBezTo>
                <a:cubicBezTo>
                  <a:pt x="26993" y="24633"/>
                  <a:pt x="22642" y="30567"/>
                  <a:pt x="20132" y="38014"/>
                </a:cubicBezTo>
                <a:cubicBezTo>
                  <a:pt x="17623" y="45461"/>
                  <a:pt x="16368" y="53141"/>
                  <a:pt x="16368" y="61052"/>
                </a:cubicBezTo>
                <a:cubicBezTo>
                  <a:pt x="16368" y="71254"/>
                  <a:pt x="17854" y="80161"/>
                  <a:pt x="20828" y="87772"/>
                </a:cubicBezTo>
                <a:cubicBezTo>
                  <a:pt x="23801" y="95383"/>
                  <a:pt x="28425" y="101071"/>
                  <a:pt x="34700" y="104835"/>
                </a:cubicBezTo>
                <a:cubicBezTo>
                  <a:pt x="40974" y="108600"/>
                  <a:pt x="47767" y="110482"/>
                  <a:pt x="55077" y="110482"/>
                </a:cubicBezTo>
                <a:cubicBezTo>
                  <a:pt x="63971" y="110482"/>
                  <a:pt x="71500" y="107918"/>
                  <a:pt x="77665" y="102789"/>
                </a:cubicBezTo>
                <a:cubicBezTo>
                  <a:pt x="83830" y="97661"/>
                  <a:pt x="88004" y="90050"/>
                  <a:pt x="90186" y="79956"/>
                </a:cubicBezTo>
                <a:close/>
                <a:moveTo>
                  <a:pt x="118095" y="78565"/>
                </a:moveTo>
                <a:cubicBezTo>
                  <a:pt x="118095" y="62470"/>
                  <a:pt x="122569" y="50549"/>
                  <a:pt x="131516" y="42802"/>
                </a:cubicBezTo>
                <a:cubicBezTo>
                  <a:pt x="138991" y="36364"/>
                  <a:pt x="148102" y="33145"/>
                  <a:pt x="158850" y="33145"/>
                </a:cubicBezTo>
                <a:cubicBezTo>
                  <a:pt x="170799" y="33145"/>
                  <a:pt x="180565" y="37059"/>
                  <a:pt x="188149" y="44889"/>
                </a:cubicBezTo>
                <a:cubicBezTo>
                  <a:pt x="195733" y="52718"/>
                  <a:pt x="199524" y="63534"/>
                  <a:pt x="199524" y="77338"/>
                </a:cubicBezTo>
                <a:cubicBezTo>
                  <a:pt x="199524" y="88522"/>
                  <a:pt x="197847" y="97320"/>
                  <a:pt x="194491" y="103731"/>
                </a:cubicBezTo>
                <a:cubicBezTo>
                  <a:pt x="191136" y="110141"/>
                  <a:pt x="186253" y="115120"/>
                  <a:pt x="179842" y="118666"/>
                </a:cubicBezTo>
                <a:cubicBezTo>
                  <a:pt x="173431" y="122213"/>
                  <a:pt x="166434" y="123986"/>
                  <a:pt x="158850" y="123986"/>
                </a:cubicBezTo>
                <a:cubicBezTo>
                  <a:pt x="146684" y="123986"/>
                  <a:pt x="136850" y="120085"/>
                  <a:pt x="129348" y="112283"/>
                </a:cubicBezTo>
                <a:cubicBezTo>
                  <a:pt x="121846" y="104481"/>
                  <a:pt x="118095" y="93242"/>
                  <a:pt x="118095" y="78565"/>
                </a:cubicBezTo>
                <a:moveTo>
                  <a:pt x="133235" y="78565"/>
                </a:moveTo>
                <a:cubicBezTo>
                  <a:pt x="133235" y="89695"/>
                  <a:pt x="135663" y="98029"/>
                  <a:pt x="140519" y="103567"/>
                </a:cubicBezTo>
                <a:cubicBezTo>
                  <a:pt x="145374" y="109105"/>
                  <a:pt x="151485" y="111874"/>
                  <a:pt x="158850" y="111874"/>
                </a:cubicBezTo>
                <a:cubicBezTo>
                  <a:pt x="166161" y="111874"/>
                  <a:pt x="172245" y="109091"/>
                  <a:pt x="177101" y="103526"/>
                </a:cubicBezTo>
                <a:cubicBezTo>
                  <a:pt x="181956" y="97961"/>
                  <a:pt x="184384" y="89477"/>
                  <a:pt x="184384" y="78074"/>
                </a:cubicBezTo>
                <a:cubicBezTo>
                  <a:pt x="184384" y="67326"/>
                  <a:pt x="181943" y="59183"/>
                  <a:pt x="177060" y="53645"/>
                </a:cubicBezTo>
                <a:cubicBezTo>
                  <a:pt x="172177" y="48108"/>
                  <a:pt x="166107" y="45339"/>
                  <a:pt x="158850" y="45339"/>
                </a:cubicBezTo>
                <a:cubicBezTo>
                  <a:pt x="151485" y="45339"/>
                  <a:pt x="145374" y="48094"/>
                  <a:pt x="140519" y="53604"/>
                </a:cubicBezTo>
                <a:cubicBezTo>
                  <a:pt x="135663" y="59115"/>
                  <a:pt x="133235" y="67435"/>
                  <a:pt x="133235" y="78565"/>
                </a:cubicBezTo>
                <a:close/>
                <a:moveTo>
                  <a:pt x="217136" y="122022"/>
                </a:moveTo>
                <a:lnTo>
                  <a:pt x="217136" y="35109"/>
                </a:lnTo>
                <a:lnTo>
                  <a:pt x="230312" y="35109"/>
                </a:lnTo>
                <a:lnTo>
                  <a:pt x="230312" y="47303"/>
                </a:lnTo>
                <a:cubicBezTo>
                  <a:pt x="233040" y="43047"/>
                  <a:pt x="236668" y="39624"/>
                  <a:pt x="241196" y="37032"/>
                </a:cubicBezTo>
                <a:cubicBezTo>
                  <a:pt x="245725" y="34440"/>
                  <a:pt x="250880" y="33145"/>
                  <a:pt x="256664" y="33145"/>
                </a:cubicBezTo>
                <a:cubicBezTo>
                  <a:pt x="263102" y="33145"/>
                  <a:pt x="268380" y="34481"/>
                  <a:pt x="272499" y="37155"/>
                </a:cubicBezTo>
                <a:cubicBezTo>
                  <a:pt x="276619" y="39828"/>
                  <a:pt x="279524" y="43566"/>
                  <a:pt x="281215" y="48367"/>
                </a:cubicBezTo>
                <a:cubicBezTo>
                  <a:pt x="288090" y="38219"/>
                  <a:pt x="297037" y="33145"/>
                  <a:pt x="308058" y="33145"/>
                </a:cubicBezTo>
                <a:cubicBezTo>
                  <a:pt x="316679" y="33145"/>
                  <a:pt x="323308" y="35532"/>
                  <a:pt x="327945" y="40306"/>
                </a:cubicBezTo>
                <a:cubicBezTo>
                  <a:pt x="332583" y="45080"/>
                  <a:pt x="334902" y="52431"/>
                  <a:pt x="334902" y="62361"/>
                </a:cubicBezTo>
                <a:lnTo>
                  <a:pt x="334902" y="122022"/>
                </a:lnTo>
                <a:lnTo>
                  <a:pt x="320252" y="122022"/>
                </a:lnTo>
                <a:lnTo>
                  <a:pt x="320252" y="67271"/>
                </a:lnTo>
                <a:cubicBezTo>
                  <a:pt x="320252" y="61379"/>
                  <a:pt x="319775" y="57137"/>
                  <a:pt x="318820" y="54546"/>
                </a:cubicBezTo>
                <a:cubicBezTo>
                  <a:pt x="317865" y="51954"/>
                  <a:pt x="316133" y="49867"/>
                  <a:pt x="313623" y="48285"/>
                </a:cubicBezTo>
                <a:cubicBezTo>
                  <a:pt x="311114" y="46703"/>
                  <a:pt x="308168" y="45912"/>
                  <a:pt x="304785" y="45912"/>
                </a:cubicBezTo>
                <a:cubicBezTo>
                  <a:pt x="298674" y="45912"/>
                  <a:pt x="293600" y="47944"/>
                  <a:pt x="289563" y="52009"/>
                </a:cubicBezTo>
                <a:cubicBezTo>
                  <a:pt x="285525" y="56073"/>
                  <a:pt x="283507" y="62579"/>
                  <a:pt x="283507" y="71527"/>
                </a:cubicBezTo>
                <a:lnTo>
                  <a:pt x="283507" y="122022"/>
                </a:lnTo>
                <a:lnTo>
                  <a:pt x="268776" y="122022"/>
                </a:lnTo>
                <a:lnTo>
                  <a:pt x="268776" y="65553"/>
                </a:lnTo>
                <a:cubicBezTo>
                  <a:pt x="268776" y="59006"/>
                  <a:pt x="267575" y="54095"/>
                  <a:pt x="265175" y="50822"/>
                </a:cubicBezTo>
                <a:cubicBezTo>
                  <a:pt x="262774" y="47548"/>
                  <a:pt x="258846" y="45912"/>
                  <a:pt x="253390" y="45912"/>
                </a:cubicBezTo>
                <a:cubicBezTo>
                  <a:pt x="249244" y="45912"/>
                  <a:pt x="245411" y="47003"/>
                  <a:pt x="241892" y="49185"/>
                </a:cubicBezTo>
                <a:cubicBezTo>
                  <a:pt x="238373" y="51367"/>
                  <a:pt x="235822" y="54559"/>
                  <a:pt x="234240" y="58760"/>
                </a:cubicBezTo>
                <a:cubicBezTo>
                  <a:pt x="232658" y="62961"/>
                  <a:pt x="231867" y="69017"/>
                  <a:pt x="231867" y="76928"/>
                </a:cubicBezTo>
                <a:lnTo>
                  <a:pt x="231867" y="122022"/>
                </a:lnTo>
                <a:lnTo>
                  <a:pt x="217136" y="122022"/>
                </a:lnTo>
                <a:close/>
                <a:moveTo>
                  <a:pt x="357287" y="155330"/>
                </a:moveTo>
                <a:lnTo>
                  <a:pt x="357287" y="35109"/>
                </a:lnTo>
                <a:lnTo>
                  <a:pt x="370709" y="35109"/>
                </a:lnTo>
                <a:lnTo>
                  <a:pt x="370709" y="46403"/>
                </a:lnTo>
                <a:cubicBezTo>
                  <a:pt x="373873" y="41983"/>
                  <a:pt x="377447" y="38669"/>
                  <a:pt x="381430" y="36459"/>
                </a:cubicBezTo>
                <a:cubicBezTo>
                  <a:pt x="385413" y="34250"/>
                  <a:pt x="390241" y="33145"/>
                  <a:pt x="395915" y="33145"/>
                </a:cubicBezTo>
                <a:cubicBezTo>
                  <a:pt x="403335" y="33145"/>
                  <a:pt x="409883" y="35054"/>
                  <a:pt x="415557" y="38873"/>
                </a:cubicBezTo>
                <a:cubicBezTo>
                  <a:pt x="421231" y="42693"/>
                  <a:pt x="425514" y="48080"/>
                  <a:pt x="428405" y="55037"/>
                </a:cubicBezTo>
                <a:cubicBezTo>
                  <a:pt x="431297" y="61993"/>
                  <a:pt x="432743" y="69618"/>
                  <a:pt x="432743" y="77911"/>
                </a:cubicBezTo>
                <a:cubicBezTo>
                  <a:pt x="432743" y="86804"/>
                  <a:pt x="431147" y="94810"/>
                  <a:pt x="427955" y="101930"/>
                </a:cubicBezTo>
                <a:cubicBezTo>
                  <a:pt x="424764" y="109050"/>
                  <a:pt x="420126" y="114506"/>
                  <a:pt x="414043" y="118298"/>
                </a:cubicBezTo>
                <a:cubicBezTo>
                  <a:pt x="407959" y="122090"/>
                  <a:pt x="401562" y="123986"/>
                  <a:pt x="394851" y="123986"/>
                </a:cubicBezTo>
                <a:cubicBezTo>
                  <a:pt x="389941" y="123986"/>
                  <a:pt x="385535" y="122949"/>
                  <a:pt x="381635" y="120876"/>
                </a:cubicBezTo>
                <a:cubicBezTo>
                  <a:pt x="377734" y="118803"/>
                  <a:pt x="374528" y="116184"/>
                  <a:pt x="372018" y="113019"/>
                </a:cubicBezTo>
                <a:lnTo>
                  <a:pt x="372018" y="155330"/>
                </a:lnTo>
                <a:lnTo>
                  <a:pt x="357287" y="155330"/>
                </a:lnTo>
                <a:moveTo>
                  <a:pt x="370627" y="79056"/>
                </a:moveTo>
                <a:cubicBezTo>
                  <a:pt x="370627" y="90241"/>
                  <a:pt x="372891" y="98507"/>
                  <a:pt x="377420" y="103853"/>
                </a:cubicBezTo>
                <a:cubicBezTo>
                  <a:pt x="381948" y="109200"/>
                  <a:pt x="387431" y="111874"/>
                  <a:pt x="393869" y="111874"/>
                </a:cubicBezTo>
                <a:cubicBezTo>
                  <a:pt x="400417" y="111874"/>
                  <a:pt x="406022" y="109105"/>
                  <a:pt x="410687" y="103567"/>
                </a:cubicBezTo>
                <a:cubicBezTo>
                  <a:pt x="415352" y="98029"/>
                  <a:pt x="417684" y="89450"/>
                  <a:pt x="417684" y="77829"/>
                </a:cubicBezTo>
                <a:cubicBezTo>
                  <a:pt x="417684" y="66753"/>
                  <a:pt x="415407" y="58460"/>
                  <a:pt x="410851" y="52950"/>
                </a:cubicBezTo>
                <a:cubicBezTo>
                  <a:pt x="406295" y="47439"/>
                  <a:pt x="400853" y="44684"/>
                  <a:pt x="394524" y="44684"/>
                </a:cubicBezTo>
                <a:cubicBezTo>
                  <a:pt x="388250" y="44684"/>
                  <a:pt x="382698" y="47617"/>
                  <a:pt x="377870" y="53482"/>
                </a:cubicBezTo>
                <a:cubicBezTo>
                  <a:pt x="373041" y="59347"/>
                  <a:pt x="370627" y="67872"/>
                  <a:pt x="370627" y="79056"/>
                </a:cubicBezTo>
                <a:close/>
                <a:moveTo>
                  <a:pt x="450927" y="18987"/>
                </a:moveTo>
                <a:lnTo>
                  <a:pt x="450927" y="2046"/>
                </a:lnTo>
                <a:lnTo>
                  <a:pt x="465658" y="2046"/>
                </a:lnTo>
                <a:lnTo>
                  <a:pt x="465658" y="18987"/>
                </a:lnTo>
                <a:lnTo>
                  <a:pt x="450927" y="18987"/>
                </a:lnTo>
                <a:moveTo>
                  <a:pt x="450927" y="122022"/>
                </a:moveTo>
                <a:lnTo>
                  <a:pt x="450927" y="35109"/>
                </a:lnTo>
                <a:lnTo>
                  <a:pt x="465658" y="35109"/>
                </a:lnTo>
                <a:lnTo>
                  <a:pt x="465658" y="122022"/>
                </a:lnTo>
                <a:lnTo>
                  <a:pt x="450927" y="122022"/>
                </a:lnTo>
                <a:close/>
                <a:moveTo>
                  <a:pt x="487592" y="122022"/>
                </a:moveTo>
                <a:lnTo>
                  <a:pt x="487592" y="2046"/>
                </a:lnTo>
                <a:lnTo>
                  <a:pt x="502323" y="2046"/>
                </a:lnTo>
                <a:lnTo>
                  <a:pt x="502323" y="122022"/>
                </a:lnTo>
                <a:lnTo>
                  <a:pt x="487592" y="122022"/>
                </a:lnTo>
                <a:close/>
                <a:moveTo>
                  <a:pt x="584491" y="94033"/>
                </a:moveTo>
                <a:lnTo>
                  <a:pt x="599713" y="95915"/>
                </a:lnTo>
                <a:cubicBezTo>
                  <a:pt x="597312" y="104808"/>
                  <a:pt x="592866" y="111710"/>
                  <a:pt x="586373" y="116620"/>
                </a:cubicBezTo>
                <a:cubicBezTo>
                  <a:pt x="579880" y="121531"/>
                  <a:pt x="571587" y="123986"/>
                  <a:pt x="561494" y="123986"/>
                </a:cubicBezTo>
                <a:cubicBezTo>
                  <a:pt x="548782" y="123986"/>
                  <a:pt x="538702" y="120071"/>
                  <a:pt x="531255" y="112242"/>
                </a:cubicBezTo>
                <a:cubicBezTo>
                  <a:pt x="523807" y="104413"/>
                  <a:pt x="520084" y="93433"/>
                  <a:pt x="520084" y="79302"/>
                </a:cubicBezTo>
                <a:cubicBezTo>
                  <a:pt x="520084" y="64680"/>
                  <a:pt x="523848" y="53332"/>
                  <a:pt x="531377" y="45257"/>
                </a:cubicBezTo>
                <a:cubicBezTo>
                  <a:pt x="538906" y="37182"/>
                  <a:pt x="548673" y="33145"/>
                  <a:pt x="560676" y="33145"/>
                </a:cubicBezTo>
                <a:cubicBezTo>
                  <a:pt x="572297" y="33145"/>
                  <a:pt x="581790" y="37100"/>
                  <a:pt x="589155" y="45011"/>
                </a:cubicBezTo>
                <a:cubicBezTo>
                  <a:pt x="596521" y="52922"/>
                  <a:pt x="600204" y="64052"/>
                  <a:pt x="600204" y="78402"/>
                </a:cubicBezTo>
                <a:cubicBezTo>
                  <a:pt x="600204" y="79274"/>
                  <a:pt x="600176" y="80584"/>
                  <a:pt x="600122" y="82330"/>
                </a:cubicBezTo>
                <a:lnTo>
                  <a:pt x="535306" y="82330"/>
                </a:lnTo>
                <a:cubicBezTo>
                  <a:pt x="535851" y="91878"/>
                  <a:pt x="538552" y="99189"/>
                  <a:pt x="543408" y="104263"/>
                </a:cubicBezTo>
                <a:cubicBezTo>
                  <a:pt x="548263" y="109337"/>
                  <a:pt x="554319" y="111874"/>
                  <a:pt x="561576" y="111874"/>
                </a:cubicBezTo>
                <a:cubicBezTo>
                  <a:pt x="566977" y="111874"/>
                  <a:pt x="571587" y="110455"/>
                  <a:pt x="575407" y="107618"/>
                </a:cubicBezTo>
                <a:cubicBezTo>
                  <a:pt x="579226" y="104781"/>
                  <a:pt x="582254" y="100252"/>
                  <a:pt x="584491" y="94033"/>
                </a:cubicBezTo>
                <a:moveTo>
                  <a:pt x="536124" y="70218"/>
                </a:moveTo>
                <a:lnTo>
                  <a:pt x="584654" y="70218"/>
                </a:lnTo>
                <a:cubicBezTo>
                  <a:pt x="584000" y="62907"/>
                  <a:pt x="582145" y="57424"/>
                  <a:pt x="579089" y="53768"/>
                </a:cubicBezTo>
                <a:cubicBezTo>
                  <a:pt x="574397" y="48094"/>
                  <a:pt x="568314" y="45257"/>
                  <a:pt x="560839" y="45257"/>
                </a:cubicBezTo>
                <a:cubicBezTo>
                  <a:pt x="554074" y="45257"/>
                  <a:pt x="548386" y="47521"/>
                  <a:pt x="543776" y="52049"/>
                </a:cubicBezTo>
                <a:cubicBezTo>
                  <a:pt x="539166" y="56578"/>
                  <a:pt x="536615" y="62634"/>
                  <a:pt x="536124" y="70218"/>
                </a:cubicBezTo>
                <a:close/>
                <a:moveTo>
                  <a:pt x="697510" y="108846"/>
                </a:moveTo>
                <a:lnTo>
                  <a:pt x="699637" y="121858"/>
                </a:lnTo>
                <a:cubicBezTo>
                  <a:pt x="695491" y="122731"/>
                  <a:pt x="691781" y="123167"/>
                  <a:pt x="688507" y="123167"/>
                </a:cubicBezTo>
                <a:cubicBezTo>
                  <a:pt x="683160" y="123167"/>
                  <a:pt x="679014" y="122322"/>
                  <a:pt x="676068" y="120630"/>
                </a:cubicBezTo>
                <a:cubicBezTo>
                  <a:pt x="673122" y="118939"/>
                  <a:pt x="671048" y="116716"/>
                  <a:pt x="669848" y="113960"/>
                </a:cubicBezTo>
                <a:cubicBezTo>
                  <a:pt x="668648" y="111205"/>
                  <a:pt x="668048" y="105408"/>
                  <a:pt x="668048" y="96570"/>
                </a:cubicBezTo>
                <a:lnTo>
                  <a:pt x="668048" y="46566"/>
                </a:lnTo>
                <a:lnTo>
                  <a:pt x="657245" y="46566"/>
                </a:lnTo>
                <a:lnTo>
                  <a:pt x="657245" y="35109"/>
                </a:lnTo>
                <a:lnTo>
                  <a:pt x="668048" y="35109"/>
                </a:lnTo>
                <a:lnTo>
                  <a:pt x="668048" y="13585"/>
                </a:lnTo>
                <a:lnTo>
                  <a:pt x="682697" y="4747"/>
                </a:lnTo>
                <a:lnTo>
                  <a:pt x="682697" y="35109"/>
                </a:lnTo>
                <a:lnTo>
                  <a:pt x="697510" y="35109"/>
                </a:lnTo>
                <a:lnTo>
                  <a:pt x="697510" y="46566"/>
                </a:lnTo>
                <a:lnTo>
                  <a:pt x="682697" y="46566"/>
                </a:lnTo>
                <a:lnTo>
                  <a:pt x="682697" y="97388"/>
                </a:lnTo>
                <a:cubicBezTo>
                  <a:pt x="682697" y="101589"/>
                  <a:pt x="682956" y="104290"/>
                  <a:pt x="683474" y="105490"/>
                </a:cubicBezTo>
                <a:cubicBezTo>
                  <a:pt x="683992" y="106690"/>
                  <a:pt x="684838" y="107645"/>
                  <a:pt x="686011" y="108355"/>
                </a:cubicBezTo>
                <a:cubicBezTo>
                  <a:pt x="687184" y="109064"/>
                  <a:pt x="688862" y="109418"/>
                  <a:pt x="691044" y="109418"/>
                </a:cubicBezTo>
                <a:cubicBezTo>
                  <a:pt x="692681" y="109418"/>
                  <a:pt x="694836" y="109227"/>
                  <a:pt x="697510" y="108846"/>
                </a:cubicBezTo>
                <a:close/>
                <a:moveTo>
                  <a:pt x="712224" y="18987"/>
                </a:moveTo>
                <a:lnTo>
                  <a:pt x="712224" y="2046"/>
                </a:lnTo>
                <a:lnTo>
                  <a:pt x="726955" y="2046"/>
                </a:lnTo>
                <a:lnTo>
                  <a:pt x="726955" y="18987"/>
                </a:lnTo>
                <a:lnTo>
                  <a:pt x="712224" y="18987"/>
                </a:lnTo>
                <a:moveTo>
                  <a:pt x="712224" y="122022"/>
                </a:moveTo>
                <a:lnTo>
                  <a:pt x="712224" y="35109"/>
                </a:lnTo>
                <a:lnTo>
                  <a:pt x="726955" y="35109"/>
                </a:lnTo>
                <a:lnTo>
                  <a:pt x="726955" y="122022"/>
                </a:lnTo>
                <a:lnTo>
                  <a:pt x="712224" y="122022"/>
                </a:lnTo>
                <a:close/>
                <a:moveTo>
                  <a:pt x="749217" y="122022"/>
                </a:moveTo>
                <a:lnTo>
                  <a:pt x="749217" y="35109"/>
                </a:lnTo>
                <a:lnTo>
                  <a:pt x="762393" y="35109"/>
                </a:lnTo>
                <a:lnTo>
                  <a:pt x="762393" y="47303"/>
                </a:lnTo>
                <a:cubicBezTo>
                  <a:pt x="765121" y="43047"/>
                  <a:pt x="768749" y="39624"/>
                  <a:pt x="773278" y="37032"/>
                </a:cubicBezTo>
                <a:cubicBezTo>
                  <a:pt x="777806" y="34440"/>
                  <a:pt x="782962" y="33145"/>
                  <a:pt x="788745" y="33145"/>
                </a:cubicBezTo>
                <a:cubicBezTo>
                  <a:pt x="795183" y="33145"/>
                  <a:pt x="800462" y="34481"/>
                  <a:pt x="804581" y="37155"/>
                </a:cubicBezTo>
                <a:cubicBezTo>
                  <a:pt x="808700" y="39828"/>
                  <a:pt x="811605" y="43566"/>
                  <a:pt x="813297" y="48367"/>
                </a:cubicBezTo>
                <a:cubicBezTo>
                  <a:pt x="820171" y="38219"/>
                  <a:pt x="829119" y="33145"/>
                  <a:pt x="840140" y="33145"/>
                </a:cubicBezTo>
                <a:cubicBezTo>
                  <a:pt x="848760" y="33145"/>
                  <a:pt x="855389" y="35532"/>
                  <a:pt x="860027" y="40306"/>
                </a:cubicBezTo>
                <a:cubicBezTo>
                  <a:pt x="864664" y="45080"/>
                  <a:pt x="866983" y="52431"/>
                  <a:pt x="866983" y="62361"/>
                </a:cubicBezTo>
                <a:lnTo>
                  <a:pt x="866983" y="122022"/>
                </a:lnTo>
                <a:lnTo>
                  <a:pt x="852334" y="122022"/>
                </a:lnTo>
                <a:lnTo>
                  <a:pt x="852334" y="67271"/>
                </a:lnTo>
                <a:cubicBezTo>
                  <a:pt x="852334" y="61379"/>
                  <a:pt x="851856" y="57137"/>
                  <a:pt x="850902" y="54546"/>
                </a:cubicBezTo>
                <a:cubicBezTo>
                  <a:pt x="849947" y="51954"/>
                  <a:pt x="848215" y="49867"/>
                  <a:pt x="845705" y="48285"/>
                </a:cubicBezTo>
                <a:cubicBezTo>
                  <a:pt x="843195" y="46703"/>
                  <a:pt x="840249" y="45912"/>
                  <a:pt x="836866" y="45912"/>
                </a:cubicBezTo>
                <a:cubicBezTo>
                  <a:pt x="830756" y="45912"/>
                  <a:pt x="825682" y="47944"/>
                  <a:pt x="821644" y="52009"/>
                </a:cubicBezTo>
                <a:cubicBezTo>
                  <a:pt x="817607" y="56073"/>
                  <a:pt x="815588" y="62579"/>
                  <a:pt x="815588" y="71527"/>
                </a:cubicBezTo>
                <a:lnTo>
                  <a:pt x="815588" y="122022"/>
                </a:lnTo>
                <a:lnTo>
                  <a:pt x="800857" y="122022"/>
                </a:lnTo>
                <a:lnTo>
                  <a:pt x="800857" y="65553"/>
                </a:lnTo>
                <a:cubicBezTo>
                  <a:pt x="800857" y="59006"/>
                  <a:pt x="799657" y="54095"/>
                  <a:pt x="797256" y="50822"/>
                </a:cubicBezTo>
                <a:cubicBezTo>
                  <a:pt x="794856" y="47548"/>
                  <a:pt x="790927" y="45912"/>
                  <a:pt x="785471" y="45912"/>
                </a:cubicBezTo>
                <a:cubicBezTo>
                  <a:pt x="781325" y="45912"/>
                  <a:pt x="777492" y="47003"/>
                  <a:pt x="773973" y="49185"/>
                </a:cubicBezTo>
                <a:cubicBezTo>
                  <a:pt x="770454" y="51367"/>
                  <a:pt x="767903" y="54559"/>
                  <a:pt x="766321" y="58760"/>
                </a:cubicBezTo>
                <a:cubicBezTo>
                  <a:pt x="764739" y="62961"/>
                  <a:pt x="763948" y="69017"/>
                  <a:pt x="763948" y="76928"/>
                </a:cubicBezTo>
                <a:lnTo>
                  <a:pt x="763948" y="122022"/>
                </a:lnTo>
                <a:lnTo>
                  <a:pt x="749217" y="122022"/>
                </a:lnTo>
                <a:close/>
                <a:moveTo>
                  <a:pt x="948866" y="94033"/>
                </a:moveTo>
                <a:lnTo>
                  <a:pt x="964088" y="95915"/>
                </a:lnTo>
                <a:cubicBezTo>
                  <a:pt x="961687" y="104808"/>
                  <a:pt x="957241" y="111710"/>
                  <a:pt x="950748" y="116620"/>
                </a:cubicBezTo>
                <a:cubicBezTo>
                  <a:pt x="944255" y="121531"/>
                  <a:pt x="935962" y="123986"/>
                  <a:pt x="925869" y="123986"/>
                </a:cubicBezTo>
                <a:cubicBezTo>
                  <a:pt x="913157" y="123986"/>
                  <a:pt x="903077" y="120071"/>
                  <a:pt x="895630" y="112242"/>
                </a:cubicBezTo>
                <a:cubicBezTo>
                  <a:pt x="888182" y="104413"/>
                  <a:pt x="884459" y="93433"/>
                  <a:pt x="884459" y="79302"/>
                </a:cubicBezTo>
                <a:cubicBezTo>
                  <a:pt x="884459" y="64680"/>
                  <a:pt x="888223" y="53332"/>
                  <a:pt x="895752" y="45257"/>
                </a:cubicBezTo>
                <a:cubicBezTo>
                  <a:pt x="903281" y="37182"/>
                  <a:pt x="913048" y="33145"/>
                  <a:pt x="925051" y="33145"/>
                </a:cubicBezTo>
                <a:cubicBezTo>
                  <a:pt x="936672" y="33145"/>
                  <a:pt x="946165" y="37100"/>
                  <a:pt x="953530" y="45011"/>
                </a:cubicBezTo>
                <a:cubicBezTo>
                  <a:pt x="960896" y="52922"/>
                  <a:pt x="964579" y="64052"/>
                  <a:pt x="964579" y="78402"/>
                </a:cubicBezTo>
                <a:cubicBezTo>
                  <a:pt x="964579" y="79274"/>
                  <a:pt x="964551" y="80584"/>
                  <a:pt x="964497" y="82330"/>
                </a:cubicBezTo>
                <a:lnTo>
                  <a:pt x="899681" y="82330"/>
                </a:lnTo>
                <a:cubicBezTo>
                  <a:pt x="900226" y="91878"/>
                  <a:pt x="902927" y="99189"/>
                  <a:pt x="907783" y="104263"/>
                </a:cubicBezTo>
                <a:cubicBezTo>
                  <a:pt x="912638" y="109337"/>
                  <a:pt x="918694" y="111874"/>
                  <a:pt x="925951" y="111874"/>
                </a:cubicBezTo>
                <a:cubicBezTo>
                  <a:pt x="931352" y="111874"/>
                  <a:pt x="935962" y="110455"/>
                  <a:pt x="939782" y="107618"/>
                </a:cubicBezTo>
                <a:cubicBezTo>
                  <a:pt x="943601" y="104781"/>
                  <a:pt x="946629" y="100252"/>
                  <a:pt x="948866" y="94033"/>
                </a:cubicBezTo>
                <a:moveTo>
                  <a:pt x="900499" y="70218"/>
                </a:moveTo>
                <a:lnTo>
                  <a:pt x="949029" y="70218"/>
                </a:lnTo>
                <a:cubicBezTo>
                  <a:pt x="948375" y="62907"/>
                  <a:pt x="946520" y="57424"/>
                  <a:pt x="943464" y="53768"/>
                </a:cubicBezTo>
                <a:cubicBezTo>
                  <a:pt x="938772" y="48094"/>
                  <a:pt x="932689" y="45257"/>
                  <a:pt x="925214" y="45257"/>
                </a:cubicBezTo>
                <a:cubicBezTo>
                  <a:pt x="918449" y="45257"/>
                  <a:pt x="912761" y="47521"/>
                  <a:pt x="908151" y="52049"/>
                </a:cubicBezTo>
                <a:cubicBezTo>
                  <a:pt x="903541" y="56578"/>
                  <a:pt x="900990" y="62634"/>
                  <a:pt x="900499" y="702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D16B2-7D1E-4F88-A0A6-373ACF0E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923" y="996940"/>
            <a:ext cx="661182" cy="2233546"/>
          </a:xfrm>
          <a:custGeom xmlns:a="http://schemas.openxmlformats.org/drawingml/2006/main">
            <a:pathLst>
              <a:path w="661182" h="2233546">
                <a:moveTo>
                  <a:pt x="585528" y="1614451"/>
                </a:moveTo>
                <a:lnTo>
                  <a:pt x="575159" y="1514370"/>
                </a:lnTo>
                <a:lnTo>
                  <a:pt x="563403" y="1415713"/>
                </a:lnTo>
                <a:lnTo>
                  <a:pt x="550314" y="1318685"/>
                </a:lnTo>
                <a:lnTo>
                  <a:pt x="535948" y="1223486"/>
                </a:lnTo>
                <a:lnTo>
                  <a:pt x="520361" y="1130321"/>
                </a:lnTo>
                <a:lnTo>
                  <a:pt x="503605" y="1039391"/>
                </a:lnTo>
                <a:lnTo>
                  <a:pt x="485737" y="950897"/>
                </a:lnTo>
                <a:lnTo>
                  <a:pt x="466812" y="865045"/>
                </a:lnTo>
                <a:lnTo>
                  <a:pt x="446885" y="782033"/>
                </a:lnTo>
                <a:lnTo>
                  <a:pt x="426008" y="702065"/>
                </a:lnTo>
                <a:lnTo>
                  <a:pt x="404237" y="625341"/>
                </a:lnTo>
                <a:lnTo>
                  <a:pt x="381624" y="552063"/>
                </a:lnTo>
                <a:lnTo>
                  <a:pt x="358223" y="482429"/>
                </a:lnTo>
                <a:lnTo>
                  <a:pt x="334086" y="416641"/>
                </a:lnTo>
                <a:lnTo>
                  <a:pt x="309262" y="354895"/>
                </a:lnTo>
                <a:lnTo>
                  <a:pt x="283822" y="297436"/>
                </a:lnTo>
                <a:lnTo>
                  <a:pt x="270850" y="270295"/>
                </a:lnTo>
                <a:lnTo>
                  <a:pt x="257752" y="244328"/>
                </a:lnTo>
                <a:lnTo>
                  <a:pt x="244519" y="219518"/>
                </a:lnTo>
                <a:lnTo>
                  <a:pt x="231153" y="195891"/>
                </a:lnTo>
                <a:lnTo>
                  <a:pt x="217658" y="173469"/>
                </a:lnTo>
                <a:lnTo>
                  <a:pt x="204039" y="152278"/>
                </a:lnTo>
                <a:lnTo>
                  <a:pt x="190300" y="132340"/>
                </a:lnTo>
                <a:lnTo>
                  <a:pt x="176440" y="113679"/>
                </a:lnTo>
                <a:lnTo>
                  <a:pt x="162462" y="96322"/>
                </a:lnTo>
                <a:lnTo>
                  <a:pt x="148366" y="80292"/>
                </a:lnTo>
                <a:lnTo>
                  <a:pt x="134150" y="65614"/>
                </a:lnTo>
                <a:lnTo>
                  <a:pt x="119812" y="52316"/>
                </a:lnTo>
                <a:lnTo>
                  <a:pt x="105349" y="40429"/>
                </a:lnTo>
                <a:lnTo>
                  <a:pt x="90755" y="29983"/>
                </a:lnTo>
                <a:lnTo>
                  <a:pt x="76025" y="21016"/>
                </a:lnTo>
                <a:lnTo>
                  <a:pt x="61161" y="13570"/>
                </a:lnTo>
                <a:lnTo>
                  <a:pt x="46163" y="7692"/>
                </a:lnTo>
                <a:lnTo>
                  <a:pt x="31043" y="3431"/>
                </a:lnTo>
                <a:lnTo>
                  <a:pt x="15827" y="841"/>
                </a:lnTo>
                <a:lnTo>
                  <a:pt x="1102" y="0"/>
                </a:lnTo>
                <a:lnTo>
                  <a:pt x="0" y="19307"/>
                </a:lnTo>
                <a:lnTo>
                  <a:pt x="13645" y="20087"/>
                </a:lnTo>
                <a:lnTo>
                  <a:pt x="26790" y="22325"/>
                </a:lnTo>
                <a:lnTo>
                  <a:pt x="39993" y="26046"/>
                </a:lnTo>
                <a:lnTo>
                  <a:pt x="53284" y="31255"/>
                </a:lnTo>
                <a:lnTo>
                  <a:pt x="66657" y="37953"/>
                </a:lnTo>
                <a:lnTo>
                  <a:pt x="80079" y="46125"/>
                </a:lnTo>
                <a:lnTo>
                  <a:pt x="93572" y="55782"/>
                </a:lnTo>
                <a:lnTo>
                  <a:pt x="107085" y="66888"/>
                </a:lnTo>
                <a:lnTo>
                  <a:pt x="120622" y="79443"/>
                </a:lnTo>
                <a:lnTo>
                  <a:pt x="134157" y="93419"/>
                </a:lnTo>
                <a:lnTo>
                  <a:pt x="147644" y="108756"/>
                </a:lnTo>
                <a:lnTo>
                  <a:pt x="161148" y="125524"/>
                </a:lnTo>
                <a:lnTo>
                  <a:pt x="174563" y="143586"/>
                </a:lnTo>
                <a:lnTo>
                  <a:pt x="187936" y="162989"/>
                </a:lnTo>
                <a:lnTo>
                  <a:pt x="201234" y="183684"/>
                </a:lnTo>
                <a:lnTo>
                  <a:pt x="214452" y="205645"/>
                </a:lnTo>
                <a:lnTo>
                  <a:pt x="227559" y="228815"/>
                </a:lnTo>
                <a:lnTo>
                  <a:pt x="240593" y="253251"/>
                </a:lnTo>
                <a:lnTo>
                  <a:pt x="253495" y="278831"/>
                </a:lnTo>
                <a:lnTo>
                  <a:pt x="266256" y="305528"/>
                </a:lnTo>
                <a:lnTo>
                  <a:pt x="291443" y="362416"/>
                </a:lnTo>
                <a:lnTo>
                  <a:pt x="316022" y="423552"/>
                </a:lnTo>
                <a:lnTo>
                  <a:pt x="339979" y="488848"/>
                </a:lnTo>
                <a:lnTo>
                  <a:pt x="363206" y="557965"/>
                </a:lnTo>
                <a:lnTo>
                  <a:pt x="385701" y="630862"/>
                </a:lnTo>
                <a:lnTo>
                  <a:pt x="407358" y="707186"/>
                </a:lnTo>
                <a:lnTo>
                  <a:pt x="428125" y="786738"/>
                </a:lnTo>
                <a:lnTo>
                  <a:pt x="447973" y="869419"/>
                </a:lnTo>
                <a:lnTo>
                  <a:pt x="466821" y="954924"/>
                </a:lnTo>
                <a:lnTo>
                  <a:pt x="484618" y="1043067"/>
                </a:lnTo>
                <a:lnTo>
                  <a:pt x="501305" y="1133627"/>
                </a:lnTo>
                <a:lnTo>
                  <a:pt x="516846" y="1226507"/>
                </a:lnTo>
                <a:lnTo>
                  <a:pt x="531164" y="1321387"/>
                </a:lnTo>
                <a:lnTo>
                  <a:pt x="544213" y="1418119"/>
                </a:lnTo>
                <a:lnTo>
                  <a:pt x="555936" y="1516495"/>
                </a:lnTo>
                <a:lnTo>
                  <a:pt x="566275" y="1616290"/>
                </a:lnTo>
                <a:lnTo>
                  <a:pt x="575178" y="1717330"/>
                </a:lnTo>
                <a:lnTo>
                  <a:pt x="582584" y="1819374"/>
                </a:lnTo>
                <a:lnTo>
                  <a:pt x="588437" y="1922145"/>
                </a:lnTo>
                <a:lnTo>
                  <a:pt x="592688" y="2025605"/>
                </a:lnTo>
                <a:lnTo>
                  <a:pt x="595280" y="2129459"/>
                </a:lnTo>
                <a:lnTo>
                  <a:pt x="595695" y="2178672"/>
                </a:lnTo>
                <a:lnTo>
                  <a:pt x="568202" y="2132440"/>
                </a:lnTo>
                <a:lnTo>
                  <a:pt x="567844" y="2131882"/>
                </a:lnTo>
                <a:lnTo>
                  <a:pt x="567455" y="2131357"/>
                </a:lnTo>
                <a:lnTo>
                  <a:pt x="567037" y="2130865"/>
                </a:lnTo>
                <a:lnTo>
                  <a:pt x="566591" y="2130407"/>
                </a:lnTo>
                <a:lnTo>
                  <a:pt x="566120" y="2129983"/>
                </a:lnTo>
                <a:lnTo>
                  <a:pt x="565625" y="2129593"/>
                </a:lnTo>
                <a:lnTo>
                  <a:pt x="565108" y="2129239"/>
                </a:lnTo>
                <a:lnTo>
                  <a:pt x="564572" y="2128920"/>
                </a:lnTo>
                <a:lnTo>
                  <a:pt x="564019" y="2128637"/>
                </a:lnTo>
                <a:lnTo>
                  <a:pt x="563450" y="2128391"/>
                </a:lnTo>
                <a:lnTo>
                  <a:pt x="562867" y="2128182"/>
                </a:lnTo>
                <a:lnTo>
                  <a:pt x="562273" y="2128010"/>
                </a:lnTo>
                <a:lnTo>
                  <a:pt x="561668" y="2127877"/>
                </a:lnTo>
                <a:lnTo>
                  <a:pt x="561056" y="2127783"/>
                </a:lnTo>
                <a:lnTo>
                  <a:pt x="560439" y="2127727"/>
                </a:lnTo>
                <a:lnTo>
                  <a:pt x="559818" y="2127711"/>
                </a:lnTo>
                <a:lnTo>
                  <a:pt x="559194" y="2127735"/>
                </a:lnTo>
                <a:lnTo>
                  <a:pt x="558571" y="2127800"/>
                </a:lnTo>
                <a:lnTo>
                  <a:pt x="557951" y="2127906"/>
                </a:lnTo>
                <a:lnTo>
                  <a:pt x="557334" y="2128054"/>
                </a:lnTo>
                <a:lnTo>
                  <a:pt x="556723" y="2128244"/>
                </a:lnTo>
                <a:lnTo>
                  <a:pt x="556121" y="2128476"/>
                </a:lnTo>
                <a:lnTo>
                  <a:pt x="555528" y="2128752"/>
                </a:lnTo>
                <a:lnTo>
                  <a:pt x="554948" y="2129071"/>
                </a:lnTo>
                <a:lnTo>
                  <a:pt x="554390" y="2129428"/>
                </a:lnTo>
                <a:lnTo>
                  <a:pt x="553865" y="2129818"/>
                </a:lnTo>
                <a:lnTo>
                  <a:pt x="553373" y="2130236"/>
                </a:lnTo>
                <a:lnTo>
                  <a:pt x="552915" y="2130682"/>
                </a:lnTo>
                <a:lnTo>
                  <a:pt x="552491" y="2131153"/>
                </a:lnTo>
                <a:lnTo>
                  <a:pt x="552101" y="2131648"/>
                </a:lnTo>
                <a:lnTo>
                  <a:pt x="551747" y="2132165"/>
                </a:lnTo>
                <a:lnTo>
                  <a:pt x="551428" y="2132701"/>
                </a:lnTo>
                <a:lnTo>
                  <a:pt x="551145" y="2133254"/>
                </a:lnTo>
                <a:lnTo>
                  <a:pt x="550899" y="2133823"/>
                </a:lnTo>
                <a:lnTo>
                  <a:pt x="550690" y="2134406"/>
                </a:lnTo>
                <a:lnTo>
                  <a:pt x="550519" y="2135000"/>
                </a:lnTo>
                <a:lnTo>
                  <a:pt x="550386" y="2135605"/>
                </a:lnTo>
                <a:lnTo>
                  <a:pt x="550291" y="2136216"/>
                </a:lnTo>
                <a:lnTo>
                  <a:pt x="550235" y="2136834"/>
                </a:lnTo>
                <a:lnTo>
                  <a:pt x="550219" y="2137455"/>
                </a:lnTo>
                <a:lnTo>
                  <a:pt x="550244" y="2138078"/>
                </a:lnTo>
                <a:lnTo>
                  <a:pt x="550309" y="2138701"/>
                </a:lnTo>
                <a:lnTo>
                  <a:pt x="550415" y="2139322"/>
                </a:lnTo>
                <a:lnTo>
                  <a:pt x="550562" y="2139939"/>
                </a:lnTo>
                <a:lnTo>
                  <a:pt x="550752" y="2140549"/>
                </a:lnTo>
                <a:lnTo>
                  <a:pt x="550984" y="2141152"/>
                </a:lnTo>
                <a:lnTo>
                  <a:pt x="551260" y="2141744"/>
                </a:lnTo>
                <a:lnTo>
                  <a:pt x="551579" y="2142325"/>
                </a:lnTo>
                <a:lnTo>
                  <a:pt x="605827" y="2233546"/>
                </a:lnTo>
                <a:lnTo>
                  <a:pt x="658530" y="2141425"/>
                </a:lnTo>
                <a:lnTo>
                  <a:pt x="658839" y="2140839"/>
                </a:lnTo>
                <a:lnTo>
                  <a:pt x="659105" y="2140242"/>
                </a:lnTo>
                <a:lnTo>
                  <a:pt x="659327" y="2139636"/>
                </a:lnTo>
                <a:lnTo>
                  <a:pt x="659506" y="2139022"/>
                </a:lnTo>
                <a:lnTo>
                  <a:pt x="659644" y="2138403"/>
                </a:lnTo>
                <a:lnTo>
                  <a:pt x="659739" y="2137780"/>
                </a:lnTo>
                <a:lnTo>
                  <a:pt x="659794" y="2137156"/>
                </a:lnTo>
                <a:lnTo>
                  <a:pt x="659807" y="2136533"/>
                </a:lnTo>
                <a:lnTo>
                  <a:pt x="659781" y="2135912"/>
                </a:lnTo>
                <a:lnTo>
                  <a:pt x="659715" y="2135295"/>
                </a:lnTo>
                <a:lnTo>
                  <a:pt x="659610" y="2134685"/>
                </a:lnTo>
                <a:lnTo>
                  <a:pt x="659467" y="2134083"/>
                </a:lnTo>
                <a:lnTo>
                  <a:pt x="659285" y="2133492"/>
                </a:lnTo>
                <a:lnTo>
                  <a:pt x="659067" y="2132913"/>
                </a:lnTo>
                <a:lnTo>
                  <a:pt x="658811" y="2132348"/>
                </a:lnTo>
                <a:lnTo>
                  <a:pt x="658519" y="2131799"/>
                </a:lnTo>
                <a:lnTo>
                  <a:pt x="658191" y="2131269"/>
                </a:lnTo>
                <a:lnTo>
                  <a:pt x="657828" y="2130758"/>
                </a:lnTo>
                <a:lnTo>
                  <a:pt x="657430" y="2130270"/>
                </a:lnTo>
                <a:lnTo>
                  <a:pt x="656998" y="2129806"/>
                </a:lnTo>
                <a:lnTo>
                  <a:pt x="656532" y="2129368"/>
                </a:lnTo>
                <a:lnTo>
                  <a:pt x="656033" y="2128958"/>
                </a:lnTo>
                <a:lnTo>
                  <a:pt x="655501" y="2128578"/>
                </a:lnTo>
                <a:lnTo>
                  <a:pt x="654938" y="2128230"/>
                </a:lnTo>
                <a:lnTo>
                  <a:pt x="654352" y="2127921"/>
                </a:lnTo>
                <a:lnTo>
                  <a:pt x="653755" y="2127655"/>
                </a:lnTo>
                <a:lnTo>
                  <a:pt x="653149" y="2127433"/>
                </a:lnTo>
                <a:lnTo>
                  <a:pt x="652535" y="2127253"/>
                </a:lnTo>
                <a:lnTo>
                  <a:pt x="651916" y="2127116"/>
                </a:lnTo>
                <a:lnTo>
                  <a:pt x="651294" y="2127021"/>
                </a:lnTo>
                <a:lnTo>
                  <a:pt x="650670" y="2126966"/>
                </a:lnTo>
                <a:lnTo>
                  <a:pt x="650046" y="2126952"/>
                </a:lnTo>
                <a:lnTo>
                  <a:pt x="649425" y="2126979"/>
                </a:lnTo>
                <a:lnTo>
                  <a:pt x="648809" y="2127045"/>
                </a:lnTo>
                <a:lnTo>
                  <a:pt x="648199" y="2127149"/>
                </a:lnTo>
                <a:lnTo>
                  <a:pt x="647597" y="2127293"/>
                </a:lnTo>
                <a:lnTo>
                  <a:pt x="647005" y="2127474"/>
                </a:lnTo>
                <a:lnTo>
                  <a:pt x="646426" y="2127693"/>
                </a:lnTo>
                <a:lnTo>
                  <a:pt x="645861" y="2127949"/>
                </a:lnTo>
                <a:lnTo>
                  <a:pt x="645313" y="2128241"/>
                </a:lnTo>
                <a:lnTo>
                  <a:pt x="644782" y="2128568"/>
                </a:lnTo>
                <a:lnTo>
                  <a:pt x="644272" y="2128931"/>
                </a:lnTo>
                <a:lnTo>
                  <a:pt x="643784" y="2129329"/>
                </a:lnTo>
                <a:lnTo>
                  <a:pt x="643320" y="2129761"/>
                </a:lnTo>
                <a:lnTo>
                  <a:pt x="642882" y="2130227"/>
                </a:lnTo>
                <a:lnTo>
                  <a:pt x="642471" y="2130726"/>
                </a:lnTo>
                <a:lnTo>
                  <a:pt x="642091" y="2131257"/>
                </a:lnTo>
                <a:lnTo>
                  <a:pt x="641743" y="2131821"/>
                </a:lnTo>
                <a:lnTo>
                  <a:pt x="615033" y="2178509"/>
                </a:lnTo>
                <a:lnTo>
                  <a:pt x="614617" y="2129131"/>
                </a:lnTo>
                <a:lnTo>
                  <a:pt x="612018" y="2024968"/>
                </a:lnTo>
                <a:lnTo>
                  <a:pt x="607754" y="1921215"/>
                </a:lnTo>
                <a:lnTo>
                  <a:pt x="601880" y="1818077"/>
                </a:lnTo>
                <a:lnTo>
                  <a:pt x="594453" y="1715755"/>
                </a:lnTo>
                <a:lnTo>
                  <a:pt x="585528" y="16144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428175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2026-09-05T14:35:14.5310000Z</dcterms:created>
  <dcterms:modified xsi:type="dcterms:W3CDTF">2026-09-05T14:35:14.5310000Z</dcterms:modified>
</coreProperties>
</file>