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b2a67a0b1492f" /><Relationship Type="http://schemas.openxmlformats.org/officeDocument/2006/relationships/extended-properties" Target="/docProps/app.xml" Id="R2b752e5da21a4e12" /><Relationship Type="http://schemas.openxmlformats.org/officeDocument/2006/relationships/officeDocument" Target="/ppt/presentation.xml" Id="Rb3330010ccd5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b435d0a9944a1d"/>
  </p:sldMasterIdLst>
  <p:notesMasterIdLst>
    <p:notesMasterId xmlns:r="http://schemas.openxmlformats.org/officeDocument/2006/relationships" r:id="Re7d52b136ccb4e8f"/>
  </p:notesMasterIdLst>
  <p:sldIdLst>
    <p:sldId xmlns:r="http://schemas.openxmlformats.org/officeDocument/2006/relationships" id="256" r:id="R2c635f2fc2d34cc1"/>
  </p:sldIdLst>
  <p:sldSz cx="16459200" cy="1366113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dcd7d3f574b85" /><Relationship Type="http://schemas.openxmlformats.org/officeDocument/2006/relationships/slideMaster" Target="/ppt/slideMasters/slideMaster1.xml" Id="Rdbb435d0a9944a1d" /><Relationship Type="http://schemas.openxmlformats.org/officeDocument/2006/relationships/notesMaster" Target="/ppt/notesMasters/notesMaster1.xml" Id="Re7d52b136ccb4e8f" /><Relationship Type="http://schemas.openxmlformats.org/officeDocument/2006/relationships/presProps" Target="/ppt/presProps.xml" Id="R868fe6bb30284913" /><Relationship Type="http://schemas.openxmlformats.org/officeDocument/2006/relationships/tableStyles" Target="/ppt/tableStyles.xml" Id="Radf3b1e731c34333" /><Relationship Type="http://schemas.openxmlformats.org/officeDocument/2006/relationships/slide" Target="/ppt/slides/slide1.xml" Id="R2c635f2fc2d34c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a429f6716441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4c31b1c94d4b9f" /><Relationship Type="http://schemas.openxmlformats.org/officeDocument/2006/relationships/notesMaster" Target="/ppt/notesMasters/notesMaster1.xml" Id="R175526bdebd44d8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素材ID：SEC-059</ns1:t>
            </ns1:r>
          </ns1:p>
          <ns1:p>
            <ns1:r>
              <ns1:t>论文：Auditing Apple’s DifferentialPrivacy.framework: Implementation Bugs, Misconfigurations, and Practical Risks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借鉴点：应用/共享库、配置、守护进程、周期任务、隐私账本及输出报告形成多类对象协作图，颜色和文件样例强化层次。</ns1:t>
            </ns1:r>
          </ns1:p>
          <ns1:p>
            <ns1:r>
              <ns1:t>论文URL：https://arxiv.org/pdf/2605.21378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f621afd0a4f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98f570162453f" /><Relationship Type="http://schemas.openxmlformats.org/officeDocument/2006/relationships/slideLayout" Target="/ppt/slideLayouts/slideLayout1.xml" Id="R961f8e8ec61844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f8e8ec61844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f881d17b848fe" /><Relationship Type="http://schemas.openxmlformats.org/officeDocument/2006/relationships/image" Target="/ppt/media/image.png" Id="R29456d6582dc4673" /><Relationship Type="http://schemas.openxmlformats.org/officeDocument/2006/relationships/image" Target="/ppt/media/image2.png" Id="R1080662c39884313" /><Relationship Type="http://schemas.openxmlformats.org/officeDocument/2006/relationships/image" Target="/ppt/media/image3.png" Id="Rf969b8e415924f04" /><Relationship Type="http://schemas.openxmlformats.org/officeDocument/2006/relationships/image" Target="/ppt/media/image4.png" Id="Rc764f83648de4e8a" /><Relationship Type="http://schemas.openxmlformats.org/officeDocument/2006/relationships/image" Target="/ppt/media/image5.png" Id="Rd138ca23eaed4ba4" /><Relationship Type="http://schemas.openxmlformats.org/officeDocument/2006/relationships/image" Target="/ppt/media/image6.png" Id="R53e89ae010a34f3d" /><Relationship Type="http://schemas.openxmlformats.org/officeDocument/2006/relationships/image" Target="/ppt/media/image7.png" Id="Rda3c6407c0c74497" /><Relationship Type="http://schemas.openxmlformats.org/officeDocument/2006/relationships/image" Target="/ppt/media/image8.png" Id="R5c402f2e3099492e" /><Relationship Type="http://schemas.openxmlformats.org/officeDocument/2006/relationships/notesSlide" Target="/ppt/notesSlides/notesSlide1.xml" Id="R436a9c4d5038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SEC-059-1">
            <a:extLst xmlns:a="http://schemas.openxmlformats.org/drawingml/2006/main">
              <a:ext uri="{FF2B5EF4-FFF2-40B4-BE49-F238E27FC236}">
                <a16:creationId xmlns:a16="http://schemas.microsoft.com/office/drawing/2014/main" id="{1C7452CB-EF74-4EB0-A9DD-12F49E36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" y="276225"/>
            <a:ext cx="9658350" cy="24765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DEE0"/>
          </a:solidFill>
          <a:ln xmlns:a="http://schemas.openxmlformats.org/drawingml/2006/main" w="0">
            <a:noFill/>
          </a:ln>
        </p:spPr>
      </p:sp>
      <p:sp>
        <p:nvSpPr>
          <p:cNvPr id="2" name="SEC-059-2">
            <a:extLst xmlns:a="http://schemas.openxmlformats.org/drawingml/2006/main">
              <a:ext uri="{FF2B5EF4-FFF2-40B4-BE49-F238E27FC236}">
                <a16:creationId xmlns:a16="http://schemas.microsoft.com/office/drawing/2014/main" id="{7682E2B4-13EC-4437-9782-AA01723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371475"/>
            <a:ext cx="577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Apple’s Apps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56d6582dc4673"/>
          <a:stretch xmlns:a="http://schemas.openxmlformats.org/drawingml/2006/main"/>
        </p:blipFill>
        <p:spPr>
          <a:xfrm xmlns:a="http://schemas.openxmlformats.org/drawingml/2006/main">
            <a:off x="346352" y="1047750"/>
            <a:ext cx="1536146" cy="1552575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0662c39884313"/>
          <a:stretch xmlns:a="http://schemas.openxmlformats.org/drawingml/2006/main"/>
        </p:blipFill>
        <p:spPr>
          <a:xfrm xmlns:a="http://schemas.openxmlformats.org/drawingml/2006/main">
            <a:off x="2460902" y="1047750"/>
            <a:ext cx="1536146" cy="1552575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9b8e415924f04"/>
          <a:stretch xmlns:a="http://schemas.openxmlformats.org/drawingml/2006/main"/>
        </p:blipFill>
        <p:spPr>
          <a:xfrm xmlns:a="http://schemas.openxmlformats.org/drawingml/2006/main">
            <a:off x="4461152" y="1047750"/>
            <a:ext cx="1536146" cy="155257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4f83648de4e8a"/>
          <a:stretch xmlns:a="http://schemas.openxmlformats.org/drawingml/2006/main"/>
        </p:blipFill>
        <p:spPr>
          <a:xfrm xmlns:a="http://schemas.openxmlformats.org/drawingml/2006/main">
            <a:off x="8010525" y="1048409"/>
            <a:ext cx="1543050" cy="1551258"/>
          </a:xfrm>
          <a:prstGeom xmlns:a="http://schemas.openxmlformats.org/drawingml/2006/main" prst="rect">
            <a:avLst/>
          </a:prstGeom>
        </p:spPr>
      </p:pic>
      <p:sp>
        <p:nvSpPr>
          <p:cNvPr id="7" name="SEC-059-3">
            <a:extLst xmlns:a="http://schemas.openxmlformats.org/drawingml/2006/main">
              <a:ext uri="{FF2B5EF4-FFF2-40B4-BE49-F238E27FC236}">
                <a16:creationId xmlns:a16="http://schemas.microsoft.com/office/drawing/2014/main" id="{97426C7A-CA01-47A1-8981-B93369FE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173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" name="SEC-059-4">
            <a:extLst xmlns:a="http://schemas.openxmlformats.org/drawingml/2006/main">
              <a:ext uri="{FF2B5EF4-FFF2-40B4-BE49-F238E27FC236}">
                <a16:creationId xmlns:a16="http://schemas.microsoft.com/office/drawing/2014/main" id="{C0E8E61A-8DC7-44A4-A70D-626B5ACB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73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" name="SEC-059-5">
            <a:extLst xmlns:a="http://schemas.openxmlformats.org/drawingml/2006/main">
              <a:ext uri="{FF2B5EF4-FFF2-40B4-BE49-F238E27FC236}">
                <a16:creationId xmlns:a16="http://schemas.microsoft.com/office/drawing/2014/main" id="{BF6701ED-0DC0-45FC-AD35-56B6B7E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173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SEC-059-6">
            <a:extLst xmlns:a="http://schemas.openxmlformats.org/drawingml/2006/main">
              <a:ext uri="{FF2B5EF4-FFF2-40B4-BE49-F238E27FC236}">
                <a16:creationId xmlns:a16="http://schemas.microsoft.com/office/drawing/2014/main" id="{829F5855-25E6-426E-9F45-F166B75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362325"/>
            <a:ext cx="6877050" cy="1809750"/>
          </a:xfrm>
          <a:prstGeom xmlns:a="http://schemas.openxmlformats.org/drawingml/2006/main" prst="roundRect">
            <a:avLst>
              <a:gd name="adj" fmla="val 34737"/>
            </a:avLst>
          </a:prstGeom>
          <a:solidFill xmlns:a="http://schemas.openxmlformats.org/drawingml/2006/main">
            <a:srgbClr val="4DA0F5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1" name="SEC-059-7">
            <a:extLst xmlns:a="http://schemas.openxmlformats.org/drawingml/2006/main">
              <a:ext uri="{FF2B5EF4-FFF2-40B4-BE49-F238E27FC236}">
                <a16:creationId xmlns:a16="http://schemas.microsoft.com/office/drawing/2014/main" id="{8B1820A8-DA3C-4B4B-8BDD-D690B183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975" y="3562350"/>
            <a:ext cx="5600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library</a:t>
            </a:r>
          </a:p>
        </p:txBody>
      </p:sp>
      <p:sp>
        <p:nvSpPr>
          <p:cNvPr id="12" name="SEC-059-8">
            <a:extLst xmlns:a="http://schemas.openxmlformats.org/drawingml/2006/main">
              <a:ext uri="{FF2B5EF4-FFF2-40B4-BE49-F238E27FC236}">
                <a16:creationId xmlns:a16="http://schemas.microsoft.com/office/drawing/2014/main" id="{F4BA3439-F48C-4065-AC86-7EA4542E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286250"/>
            <a:ext cx="6600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DifferentialPrivacy.framework</a:t>
            </a:r>
          </a:p>
        </p:txBody>
      </p:sp>
      <p:sp>
        <p:nvSpPr>
          <p:cNvPr id="13" name="SEC-059-9">
            <a:extLst xmlns:a="http://schemas.openxmlformats.org/drawingml/2006/main">
              <a:ext uri="{FF2B5EF4-FFF2-40B4-BE49-F238E27FC236}">
                <a16:creationId xmlns:a16="http://schemas.microsoft.com/office/drawing/2014/main" id="{DC5DE065-01C1-413C-A761-06073502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4625" y="190500"/>
            <a:ext cx="5953125" cy="5010150"/>
          </a:xfrm>
          <a:prstGeom xmlns:a="http://schemas.openxmlformats.org/drawingml/2006/main" prst="roundRect">
            <a:avLst>
              <a:gd name="adj" fmla="val 12548"/>
            </a:avLst>
          </a:prstGeom>
          <a:solidFill xmlns:a="http://schemas.openxmlformats.org/drawingml/2006/main">
            <a:srgbClr val="4DA0F5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4" name="SEC-059-10">
            <a:extLst xmlns:a="http://schemas.openxmlformats.org/drawingml/2006/main">
              <a:ext uri="{FF2B5EF4-FFF2-40B4-BE49-F238E27FC236}">
                <a16:creationId xmlns:a16="http://schemas.microsoft.com/office/drawing/2014/main" id="{8B115C28-CCAA-45D2-88E3-33D9FE6C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76275"/>
            <a:ext cx="434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Periodic tasks</a:t>
            </a:r>
          </a:p>
        </p:txBody>
      </p:sp>
      <p:sp>
        <p:nvSpPr>
          <p:cNvPr id="15" name="SEC-059-11">
            <a:extLst xmlns:a="http://schemas.openxmlformats.org/drawingml/2006/main">
              <a:ext uri="{FF2B5EF4-FFF2-40B4-BE49-F238E27FC236}">
                <a16:creationId xmlns:a16="http://schemas.microsoft.com/office/drawing/2014/main" id="{6795312D-02A1-4873-B7F4-DE2381A3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1352550"/>
            <a:ext cx="573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PrivacyBudgetMaintenance,</a:t>
            </a:r>
          </a:p>
        </p:txBody>
      </p:sp>
      <p:sp>
        <p:nvSpPr>
          <p:cNvPr id="16" name="SEC-059-12">
            <a:extLst xmlns:a="http://schemas.openxmlformats.org/drawingml/2006/main">
              <a:ext uri="{FF2B5EF4-FFF2-40B4-BE49-F238E27FC236}">
                <a16:creationId xmlns:a16="http://schemas.microsoft.com/office/drawing/2014/main" id="{86380486-A5D0-4FDB-8021-C1B495E4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1895475"/>
            <a:ext cx="573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ReportGenerator,</a:t>
            </a:r>
          </a:p>
        </p:txBody>
      </p:sp>
      <p:sp>
        <p:nvSpPr>
          <p:cNvPr id="17" name="SEC-059-13">
            <a:extLst xmlns:a="http://schemas.openxmlformats.org/drawingml/2006/main">
              <a:ext uri="{FF2B5EF4-FFF2-40B4-BE49-F238E27FC236}">
                <a16:creationId xmlns:a16="http://schemas.microsoft.com/office/drawing/2014/main" id="{131EB17E-A0A6-406C-A471-90A67F8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2438400"/>
            <a:ext cx="573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ReportFilesMaintenance,</a:t>
            </a:r>
          </a:p>
        </p:txBody>
      </p:sp>
      <p:sp>
        <p:nvSpPr>
          <p:cNvPr id="18" name="SEC-059-14">
            <a:extLst xmlns:a="http://schemas.openxmlformats.org/drawingml/2006/main">
              <a:ext uri="{FF2B5EF4-FFF2-40B4-BE49-F238E27FC236}">
                <a16:creationId xmlns:a16="http://schemas.microsoft.com/office/drawing/2014/main" id="{1FD0E0FD-7418-49CA-BA2C-6D0ACE0D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2981325"/>
            <a:ext cx="573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StorageCulling,</a:t>
            </a:r>
          </a:p>
        </p:txBody>
      </p:sp>
      <p:sp>
        <p:nvSpPr>
          <p:cNvPr id="19" name="SEC-059-15">
            <a:extLst xmlns:a="http://schemas.openxmlformats.org/drawingml/2006/main">
              <a:ext uri="{FF2B5EF4-FFF2-40B4-BE49-F238E27FC236}">
                <a16:creationId xmlns:a16="http://schemas.microsoft.com/office/drawing/2014/main" id="{9F233578-FFFA-4660-9954-6F8B316A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3524250"/>
            <a:ext cx="573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StorageMaintenance,</a:t>
            </a:r>
          </a:p>
        </p:txBody>
      </p:sp>
      <p:sp>
        <p:nvSpPr>
          <p:cNvPr id="20" name="SEC-059-16">
            <a:extLst xmlns:a="http://schemas.openxmlformats.org/drawingml/2006/main">
              <a:ext uri="{FF2B5EF4-FFF2-40B4-BE49-F238E27FC236}">
                <a16:creationId xmlns:a16="http://schemas.microsoft.com/office/drawing/2014/main" id="{5BD69E52-9F73-46E7-8243-260270B2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4067175"/>
            <a:ext cx="573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7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PrioReporter…</a:t>
            </a:r>
          </a:p>
        </p:txBody>
      </p:sp>
      <p:sp>
        <p:nvSpPr>
          <p:cNvPr id="21" name="SEC-059-17">
            <a:extLst xmlns:a="http://schemas.openxmlformats.org/drawingml/2006/main">
              <a:ext uri="{FF2B5EF4-FFF2-40B4-BE49-F238E27FC236}">
                <a16:creationId xmlns:a16="http://schemas.microsoft.com/office/drawing/2014/main" id="{D8B0873E-5EDE-4C09-B775-98DB3950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0088" y="2819400"/>
            <a:ext cx="47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path-18">
            <a:extLst xmlns:a="http://schemas.openxmlformats.org/drawingml/2006/main">
              <a:ext uri="{FF2B5EF4-FFF2-40B4-BE49-F238E27FC236}">
                <a16:creationId xmlns:a16="http://schemas.microsoft.com/office/drawing/2014/main" id="{5700E134-F7DF-4988-996F-2EA71871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03" y="2819400"/>
            <a:ext cx="190593" cy="207790"/>
          </a:xfrm>
          <a:custGeom xmlns:a="http://schemas.openxmlformats.org/drawingml/2006/main">
            <a:pathLst>
              <a:path w="190593" h="207790">
                <a:moveTo>
                  <a:pt x="95297" y="0"/>
                </a:moveTo>
                <a:lnTo>
                  <a:pt x="190593" y="207790"/>
                </a:lnTo>
                <a:lnTo>
                  <a:pt x="0" y="207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3" name="SEC-059-19">
            <a:extLst xmlns:a="http://schemas.openxmlformats.org/drawingml/2006/main">
              <a:ext uri="{FF2B5EF4-FFF2-40B4-BE49-F238E27FC236}">
                <a16:creationId xmlns:a16="http://schemas.microsoft.com/office/drawing/2014/main" id="{5FB5C0DD-9AD5-47BF-9D9C-8BB72D2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0438" y="524827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4" name="path-20">
            <a:extLst xmlns:a="http://schemas.openxmlformats.org/drawingml/2006/main">
              <a:ext uri="{FF2B5EF4-FFF2-40B4-BE49-F238E27FC236}">
                <a16:creationId xmlns:a16="http://schemas.microsoft.com/office/drawing/2014/main" id="{2FE4736F-4BB0-438E-9BC7-8F2E635D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953" y="5507210"/>
            <a:ext cx="190593" cy="207790"/>
          </a:xfrm>
          <a:custGeom xmlns:a="http://schemas.openxmlformats.org/drawingml/2006/main">
            <a:pathLst>
              <a:path w="190593" h="207790">
                <a:moveTo>
                  <a:pt x="95297" y="207790"/>
                </a:moveTo>
                <a:lnTo>
                  <a:pt x="0" y="0"/>
                </a:lnTo>
                <a:lnTo>
                  <a:pt x="1905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5" name="SEC-059-21">
            <a:extLst xmlns:a="http://schemas.openxmlformats.org/drawingml/2006/main">
              <a:ext uri="{FF2B5EF4-FFF2-40B4-BE49-F238E27FC236}">
                <a16:creationId xmlns:a16="http://schemas.microsoft.com/office/drawing/2014/main" id="{B51ACFD7-5213-49A4-96F0-98B5ABD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1988" y="2886075"/>
            <a:ext cx="47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6E9"/>
          </a:solidFill>
          <a:ln xmlns:a="http://schemas.openxmlformats.org/drawingml/2006/main" w="0">
            <a:noFill/>
          </a:ln>
        </p:spPr>
      </p:sp>
      <p:sp>
        <p:nvSpPr>
          <p:cNvPr id="26" name="path-22">
            <a:extLst xmlns:a="http://schemas.openxmlformats.org/drawingml/2006/main">
              <a:ext uri="{FF2B5EF4-FFF2-40B4-BE49-F238E27FC236}">
                <a16:creationId xmlns:a16="http://schemas.microsoft.com/office/drawing/2014/main" id="{50DB6D77-CEC1-42D8-8521-07E8607A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03" y="5402435"/>
            <a:ext cx="190593" cy="207790"/>
          </a:xfrm>
          <a:custGeom xmlns:a="http://schemas.openxmlformats.org/drawingml/2006/main">
            <a:pathLst>
              <a:path w="190593" h="207790">
                <a:moveTo>
                  <a:pt x="95297" y="207790"/>
                </a:moveTo>
                <a:lnTo>
                  <a:pt x="0" y="0"/>
                </a:lnTo>
                <a:lnTo>
                  <a:pt x="190593" y="0"/>
                </a:lnTo>
                <a:close/>
              </a:path>
            </a:pathLst>
          </a:custGeom>
          <a:solidFill xmlns:a="http://schemas.openxmlformats.org/drawingml/2006/main">
            <a:srgbClr val="58A6E9"/>
          </a:solidFill>
          <a:ln xmlns:a="http://schemas.openxmlformats.org/drawingml/2006/main" w="0">
            <a:solidFill>
              <a:srgbClr val="58A6E9"/>
            </a:solidFill>
          </a:ln>
        </p:spPr>
      </p:sp>
      <p:sp>
        <p:nvSpPr>
          <p:cNvPr id="27" name="path-23">
            <a:extLst xmlns:a="http://schemas.openxmlformats.org/drawingml/2006/main">
              <a:ext uri="{FF2B5EF4-FFF2-40B4-BE49-F238E27FC236}">
                <a16:creationId xmlns:a16="http://schemas.microsoft.com/office/drawing/2014/main" id="{A5B58CE5-6F19-4FF0-80F1-7D68BD7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105400"/>
            <a:ext cx="723900" cy="742950"/>
          </a:xfrm>
          <a:custGeom xmlns:a="http://schemas.openxmlformats.org/drawingml/2006/main">
            <a:pathLst>
              <a:path w="723900" h="742950">
                <a:moveTo>
                  <a:pt x="0" y="742950"/>
                </a:moveTo>
                <a:lnTo>
                  <a:pt x="72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</a:ln>
        </p:spPr>
      </p:sp>
      <p:sp>
        <p:nvSpPr>
          <p:cNvPr id="28" name="path-24">
            <a:extLst xmlns:a="http://schemas.openxmlformats.org/drawingml/2006/main">
              <a:ext uri="{FF2B5EF4-FFF2-40B4-BE49-F238E27FC236}">
                <a16:creationId xmlns:a16="http://schemas.microsoft.com/office/drawing/2014/main" id="{2FAFD222-7CCD-4226-B3D2-76E4637A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462" y="5105400"/>
            <a:ext cx="213263" cy="215329"/>
          </a:xfrm>
          <a:custGeom xmlns:a="http://schemas.openxmlformats.org/drawingml/2006/main">
            <a:pathLst>
              <a:path w="213263" h="215329">
                <a:moveTo>
                  <a:pt x="213263" y="0"/>
                </a:moveTo>
                <a:lnTo>
                  <a:pt x="136509" y="215329"/>
                </a:lnTo>
                <a:lnTo>
                  <a:pt x="0" y="82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9" name="SEC-059-25">
            <a:extLst xmlns:a="http://schemas.openxmlformats.org/drawingml/2006/main">
              <a:ext uri="{FF2B5EF4-FFF2-40B4-BE49-F238E27FC236}">
                <a16:creationId xmlns:a16="http://schemas.microsoft.com/office/drawing/2014/main" id="{191791D4-B5D4-4963-8E12-ACD71D1C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5810250"/>
            <a:ext cx="5153025" cy="3067050"/>
          </a:xfrm>
          <a:prstGeom xmlns:a="http://schemas.openxmlformats.org/drawingml/2006/main" prst="roundRect">
            <a:avLst>
              <a:gd name="adj" fmla="val 16460"/>
            </a:avLst>
          </a:prstGeom>
          <a:solidFill xmlns:a="http://schemas.openxmlformats.org/drawingml/2006/main">
            <a:srgbClr val="DDDEE0"/>
          </a:solidFill>
          <a:ln xmlns:a="http://schemas.openxmlformats.org/drawingml/2006/main" w="0">
            <a:noFill/>
          </a:ln>
        </p:spPr>
      </p:sp>
      <p:sp>
        <p:nvSpPr>
          <p:cNvPr id="30" name="SEC-059-26">
            <a:extLst xmlns:a="http://schemas.openxmlformats.org/drawingml/2006/main">
              <a:ext uri="{FF2B5EF4-FFF2-40B4-BE49-F238E27FC236}">
                <a16:creationId xmlns:a16="http://schemas.microsoft.com/office/drawing/2014/main" id="{CB6F3C7F-3078-431F-938E-7650D6CC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5810250"/>
            <a:ext cx="2952750" cy="3067050"/>
          </a:xfrm>
          <a:prstGeom xmlns:a="http://schemas.openxmlformats.org/drawingml/2006/main" prst="roundRect">
            <a:avLst>
              <a:gd name="adj" fmla="val 17097"/>
            </a:avLst>
          </a:prstGeom>
          <a:solidFill xmlns:a="http://schemas.openxmlformats.org/drawingml/2006/main">
            <a:srgbClr val="DDDEE0"/>
          </a:solidFill>
          <a:ln xmlns:a="http://schemas.openxmlformats.org/drawingml/2006/main" w="0">
            <a:noFill/>
          </a:ln>
        </p:spPr>
      </p:sp>
      <p:sp>
        <p:nvSpPr>
          <p:cNvPr id="31" name="SEC-059-27">
            <a:extLst xmlns:a="http://schemas.openxmlformats.org/drawingml/2006/main">
              <a:ext uri="{FF2B5EF4-FFF2-40B4-BE49-F238E27FC236}">
                <a16:creationId xmlns:a16="http://schemas.microsoft.com/office/drawing/2014/main" id="{3A1FE4EE-0A27-40D6-A3A1-F284F286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1875" y="5810250"/>
            <a:ext cx="5067300" cy="3067050"/>
          </a:xfrm>
          <a:prstGeom xmlns:a="http://schemas.openxmlformats.org/drawingml/2006/main" prst="roundRect">
            <a:avLst>
              <a:gd name="adj" fmla="val 16460"/>
            </a:avLst>
          </a:prstGeom>
          <a:solidFill xmlns:a="http://schemas.openxmlformats.org/drawingml/2006/main">
            <a:srgbClr val="DDDEE0"/>
          </a:solidFill>
          <a:ln xmlns:a="http://schemas.openxmlformats.org/drawingml/2006/main" w="0">
            <a:noFill/>
          </a:ln>
        </p:spPr>
      </p:sp>
      <p:sp>
        <p:nvSpPr>
          <p:cNvPr id="32" name="SEC-059-28">
            <a:extLst xmlns:a="http://schemas.openxmlformats.org/drawingml/2006/main">
              <a:ext uri="{FF2B5EF4-FFF2-40B4-BE49-F238E27FC236}">
                <a16:creationId xmlns:a16="http://schemas.microsoft.com/office/drawing/2014/main" id="{AE00661D-C899-46EF-847C-6FC38E1F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5924550"/>
            <a:ext cx="490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Configurations</a:t>
            </a:r>
          </a:p>
        </p:txBody>
      </p:sp>
      <p:sp>
        <p:nvSpPr>
          <p:cNvPr id="33" name="SEC-059-29">
            <a:extLst xmlns:a="http://schemas.openxmlformats.org/drawingml/2006/main">
              <a:ext uri="{FF2B5EF4-FFF2-40B4-BE49-F238E27FC236}">
                <a16:creationId xmlns:a16="http://schemas.microsoft.com/office/drawing/2014/main" id="{E78F11AC-4F12-459F-9C08-86F0B3DA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6515100"/>
            <a:ext cx="4914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/System/Library/DifferentialPrivacy</a:t>
            </a:r>
          </a:p>
        </p:txBody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8ca23eaed4ba4"/>
          <a:stretch xmlns:a="http://schemas.openxmlformats.org/drawingml/2006/main"/>
        </p:blipFill>
        <p:spPr>
          <a:xfrm xmlns:a="http://schemas.openxmlformats.org/drawingml/2006/main">
            <a:off x="2095523" y="6934200"/>
            <a:ext cx="1552528" cy="1676400"/>
          </a:xfrm>
          <a:prstGeom xmlns:a="http://schemas.openxmlformats.org/drawingml/2006/main" prst="rect">
            <a:avLst/>
          </a:prstGeom>
        </p:spPr>
      </p:pic>
      <p:sp>
        <p:nvSpPr>
          <p:cNvPr id="35" name="SEC-059-30">
            <a:extLst xmlns:a="http://schemas.openxmlformats.org/drawingml/2006/main">
              <a:ext uri="{FF2B5EF4-FFF2-40B4-BE49-F238E27FC236}">
                <a16:creationId xmlns:a16="http://schemas.microsoft.com/office/drawing/2014/main" id="{4EBF0BFE-E221-488C-8FA3-91C530FF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9340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Daemon</a:t>
            </a:r>
          </a:p>
        </p:txBody>
      </p:sp>
      <p:sp>
        <p:nvSpPr>
          <p:cNvPr id="36" name="SEC-059-31">
            <a:extLst xmlns:a="http://schemas.openxmlformats.org/drawingml/2006/main">
              <a:ext uri="{FF2B5EF4-FFF2-40B4-BE49-F238E27FC236}">
                <a16:creationId xmlns:a16="http://schemas.microsoft.com/office/drawing/2014/main" id="{B55AE236-EF18-4739-8563-5CF1486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6496050"/>
            <a:ext cx="2647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com.apple.dprivacyd</a:t>
            </a:r>
          </a:p>
        </p:txBody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89ae010a34f3d"/>
          <a:stretch xmlns:a="http://schemas.openxmlformats.org/drawingml/2006/main"/>
        </p:blipFill>
        <p:spPr>
          <a:xfrm xmlns:a="http://schemas.openxmlformats.org/drawingml/2006/main">
            <a:off x="7315403" y="6838950"/>
            <a:ext cx="2056995" cy="1933575"/>
          </a:xfrm>
          <a:prstGeom xmlns:a="http://schemas.openxmlformats.org/drawingml/2006/main" prst="rect">
            <a:avLst/>
          </a:prstGeom>
        </p:spPr>
      </p:pic>
      <p:sp>
        <p:nvSpPr>
          <p:cNvPr id="38" name="SEC-059-32">
            <a:extLst xmlns:a="http://schemas.openxmlformats.org/drawingml/2006/main">
              <a:ext uri="{FF2B5EF4-FFF2-40B4-BE49-F238E27FC236}">
                <a16:creationId xmlns:a16="http://schemas.microsoft.com/office/drawing/2014/main" id="{C40A4C83-DCE3-41BD-8DFE-E88E474B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68199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EE0"/>
          </a:solidFill>
          <a:ln xmlns:a="http://schemas.openxmlformats.org/drawingml/2006/main" w="0">
            <a:noFill/>
          </a:ln>
        </p:spPr>
      </p:sp>
      <p:sp>
        <p:nvSpPr>
          <p:cNvPr id="39" name="SEC-059-33">
            <a:extLst xmlns:a="http://schemas.openxmlformats.org/drawingml/2006/main">
              <a:ext uri="{FF2B5EF4-FFF2-40B4-BE49-F238E27FC236}">
                <a16:creationId xmlns:a16="http://schemas.microsoft.com/office/drawing/2014/main" id="{9F513246-85B4-48F2-B885-538B701F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8725" y="6819900"/>
            <a:ext cx="5238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EE0"/>
          </a:solidFill>
          <a:ln xmlns:a="http://schemas.openxmlformats.org/drawingml/2006/main" w="0">
            <a:noFill/>
          </a:ln>
        </p:spPr>
      </p:sp>
      <p:sp>
        <p:nvSpPr>
          <p:cNvPr id="40" name="SEC-059-34">
            <a:extLst xmlns:a="http://schemas.openxmlformats.org/drawingml/2006/main">
              <a:ext uri="{FF2B5EF4-FFF2-40B4-BE49-F238E27FC236}">
                <a16:creationId xmlns:a16="http://schemas.microsoft.com/office/drawing/2014/main" id="{56BE94EE-41A1-4A4E-9528-66CEF49F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3800" y="5924550"/>
            <a:ext cx="4800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DP Ledger</a:t>
            </a:r>
          </a:p>
        </p:txBody>
      </p:sp>
      <p:sp>
        <p:nvSpPr>
          <p:cNvPr id="41" name="SEC-059-35">
            <a:extLst xmlns:a="http://schemas.openxmlformats.org/drawingml/2006/main">
              <a:ext uri="{FF2B5EF4-FFF2-40B4-BE49-F238E27FC236}">
                <a16:creationId xmlns:a16="http://schemas.microsoft.com/office/drawing/2014/main" id="{983F1AC7-F365-4613-BD7E-249CB2A1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175" y="6515100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/private/var/db/DifferentialPrivacy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c6407c0c74497"/>
          <a:stretch xmlns:a="http://schemas.openxmlformats.org/drawingml/2006/main"/>
        </p:blipFill>
        <p:spPr>
          <a:xfrm xmlns:a="http://schemas.openxmlformats.org/drawingml/2006/main">
            <a:off x="13021296" y="6905625"/>
            <a:ext cx="1408458" cy="1704975"/>
          </a:xfrm>
          <a:prstGeom xmlns:a="http://schemas.openxmlformats.org/drawingml/2006/main" prst="rect">
            <a:avLst/>
          </a:prstGeom>
        </p:spPr>
      </p:pic>
      <p:sp>
        <p:nvSpPr>
          <p:cNvPr id="43" name="SEC-059-36">
            <a:extLst xmlns:a="http://schemas.openxmlformats.org/drawingml/2006/main">
              <a:ext uri="{FF2B5EF4-FFF2-40B4-BE49-F238E27FC236}">
                <a16:creationId xmlns:a16="http://schemas.microsoft.com/office/drawing/2014/main" id="{8AC80B48-0506-481C-9D7E-8B882BD8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7196138"/>
            <a:ext cx="1209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6E9"/>
          </a:solidFill>
          <a:ln xmlns:a="http://schemas.openxmlformats.org/drawingml/2006/main" w="0">
            <a:noFill/>
          </a:ln>
        </p:spPr>
      </p:sp>
      <p:sp>
        <p:nvSpPr>
          <p:cNvPr id="44" name="path-37">
            <a:extLst xmlns:a="http://schemas.openxmlformats.org/drawingml/2006/main">
              <a:ext uri="{FF2B5EF4-FFF2-40B4-BE49-F238E27FC236}">
                <a16:creationId xmlns:a16="http://schemas.microsoft.com/office/drawing/2014/main" id="{FB782DC2-929D-47FA-A578-854BB0A9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485" y="7124653"/>
            <a:ext cx="207790" cy="190593"/>
          </a:xfrm>
          <a:custGeom xmlns:a="http://schemas.openxmlformats.org/drawingml/2006/main">
            <a:pathLst>
              <a:path w="207790" h="190593">
                <a:moveTo>
                  <a:pt x="207790" y="95297"/>
                </a:moveTo>
                <a:lnTo>
                  <a:pt x="0" y="190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8A6E9"/>
          </a:solidFill>
          <a:ln xmlns:a="http://schemas.openxmlformats.org/drawingml/2006/main" w="0">
            <a:solidFill>
              <a:srgbClr val="58A6E9"/>
            </a:solidFill>
          </a:ln>
        </p:spPr>
      </p:sp>
      <p:sp>
        <p:nvSpPr>
          <p:cNvPr id="45" name="SEC-059-38">
            <a:extLst xmlns:a="http://schemas.openxmlformats.org/drawingml/2006/main">
              <a:ext uri="{FF2B5EF4-FFF2-40B4-BE49-F238E27FC236}">
                <a16:creationId xmlns:a16="http://schemas.microsoft.com/office/drawing/2014/main" id="{7A5C59DE-77BE-473B-B0FA-F16363F2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7196138"/>
            <a:ext cx="1209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6E9"/>
          </a:solidFill>
          <a:ln xmlns:a="http://schemas.openxmlformats.org/drawingml/2006/main" w="0">
            <a:noFill/>
          </a:ln>
        </p:spPr>
      </p:sp>
      <p:sp>
        <p:nvSpPr>
          <p:cNvPr id="46" name="path-39">
            <a:extLst xmlns:a="http://schemas.openxmlformats.org/drawingml/2006/main">
              <a:ext uri="{FF2B5EF4-FFF2-40B4-BE49-F238E27FC236}">
                <a16:creationId xmlns:a16="http://schemas.microsoft.com/office/drawing/2014/main" id="{554A9BD7-D50D-4517-B8E3-D166423D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735" y="7124653"/>
            <a:ext cx="207790" cy="190593"/>
          </a:xfrm>
          <a:custGeom xmlns:a="http://schemas.openxmlformats.org/drawingml/2006/main">
            <a:pathLst>
              <a:path w="207790" h="190593">
                <a:moveTo>
                  <a:pt x="207790" y="95297"/>
                </a:moveTo>
                <a:lnTo>
                  <a:pt x="0" y="190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8A6E9"/>
          </a:solidFill>
          <a:ln xmlns:a="http://schemas.openxmlformats.org/drawingml/2006/main" w="0">
            <a:solidFill>
              <a:srgbClr val="58A6E9"/>
            </a:solidFill>
          </a:ln>
        </p:spPr>
      </p:sp>
      <p:sp>
        <p:nvSpPr>
          <p:cNvPr id="47" name="SEC-059-40">
            <a:extLst xmlns:a="http://schemas.openxmlformats.org/drawingml/2006/main">
              <a:ext uri="{FF2B5EF4-FFF2-40B4-BE49-F238E27FC236}">
                <a16:creationId xmlns:a16="http://schemas.microsoft.com/office/drawing/2014/main" id="{BF021A44-39B4-489A-AC25-544D7448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1988" y="89344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6E9"/>
          </a:solidFill>
          <a:ln xmlns:a="http://schemas.openxmlformats.org/drawingml/2006/main" w="0">
            <a:noFill/>
          </a:ln>
        </p:spPr>
      </p:sp>
      <p:sp>
        <p:nvSpPr>
          <p:cNvPr id="48" name="path-41">
            <a:extLst xmlns:a="http://schemas.openxmlformats.org/drawingml/2006/main">
              <a:ext uri="{FF2B5EF4-FFF2-40B4-BE49-F238E27FC236}">
                <a16:creationId xmlns:a16="http://schemas.microsoft.com/office/drawing/2014/main" id="{7220AA22-50D1-49CD-9A55-9152A7AA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03" y="9202910"/>
            <a:ext cx="190593" cy="207790"/>
          </a:xfrm>
          <a:custGeom xmlns:a="http://schemas.openxmlformats.org/drawingml/2006/main">
            <a:pathLst>
              <a:path w="190593" h="207790">
                <a:moveTo>
                  <a:pt x="95297" y="207790"/>
                </a:moveTo>
                <a:lnTo>
                  <a:pt x="0" y="0"/>
                </a:lnTo>
                <a:lnTo>
                  <a:pt x="190593" y="0"/>
                </a:lnTo>
                <a:close/>
              </a:path>
            </a:pathLst>
          </a:custGeom>
          <a:solidFill xmlns:a="http://schemas.openxmlformats.org/drawingml/2006/main">
            <a:srgbClr val="58A6E9"/>
          </a:solidFill>
          <a:ln xmlns:a="http://schemas.openxmlformats.org/drawingml/2006/main" w="0">
            <a:solidFill>
              <a:srgbClr val="58A6E9"/>
            </a:solidFill>
          </a:ln>
        </p:spPr>
      </p:sp>
      <p:sp>
        <p:nvSpPr>
          <p:cNvPr id="49" name="SEC-059-42">
            <a:extLst xmlns:a="http://schemas.openxmlformats.org/drawingml/2006/main">
              <a:ext uri="{FF2B5EF4-FFF2-40B4-BE49-F238E27FC236}">
                <a16:creationId xmlns:a16="http://schemas.microsoft.com/office/drawing/2014/main" id="{D5BB44C2-AEAC-41B8-845C-FE3C2622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9496425"/>
            <a:ext cx="12020550" cy="3990975"/>
          </a:xfrm>
          <a:prstGeom xmlns:a="http://schemas.openxmlformats.org/drawingml/2006/main" prst="roundRect">
            <a:avLst>
              <a:gd name="adj" fmla="val 17661"/>
            </a:avLst>
          </a:prstGeom>
          <a:solidFill xmlns:a="http://schemas.openxmlformats.org/drawingml/2006/main">
            <a:srgbClr val="DDDEE0"/>
          </a:solidFill>
          <a:ln xmlns:a="http://schemas.openxmlformats.org/drawingml/2006/main" w="0">
            <a:noFill/>
          </a:ln>
        </p:spPr>
      </p:sp>
      <p:sp>
        <p:nvSpPr>
          <p:cNvPr id="50" name="SEC-059-43">
            <a:extLst xmlns:a="http://schemas.openxmlformats.org/drawingml/2006/main">
              <a:ext uri="{FF2B5EF4-FFF2-40B4-BE49-F238E27FC236}">
                <a16:creationId xmlns:a16="http://schemas.microsoft.com/office/drawing/2014/main" id="{5A5E7793-3C46-4853-9A77-96A74C1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3275" y="95821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Privacy Preserving Measurements</a:t>
            </a:r>
          </a:p>
        </p:txBody>
      </p:sp>
      <p:sp>
        <p:nvSpPr>
          <p:cNvPr id="51" name="SEC-059-44">
            <a:extLst xmlns:a="http://schemas.openxmlformats.org/drawingml/2006/main">
              <a:ext uri="{FF2B5EF4-FFF2-40B4-BE49-F238E27FC236}">
                <a16:creationId xmlns:a16="http://schemas.microsoft.com/office/drawing/2014/main" id="{34024B96-0C83-4ED1-B353-BBC17F5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10267950"/>
            <a:ext cx="8963025" cy="2847975"/>
          </a:xfrm>
          <a:prstGeom xmlns:a="http://schemas.openxmlformats.org/drawingml/2006/main" prst="roundRect">
            <a:avLst>
              <a:gd name="adj" fmla="val 14716"/>
            </a:avLst>
          </a:prstGeom>
          <a:solidFill xmlns:a="http://schemas.openxmlformats.org/drawingml/2006/main">
            <a:srgbClr val="B6DCF7"/>
          </a:solidFill>
          <a:ln xmlns:a="http://schemas.openxmlformats.org/drawingml/2006/main" w="28575">
            <a:solidFill>
              <a:srgbClr val="58A6E9"/>
            </a:solidFill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02f2e3099492e"/>
          <a:stretch xmlns:a="http://schemas.openxmlformats.org/drawingml/2006/main"/>
        </p:blipFill>
        <p:spPr>
          <a:xfrm xmlns:a="http://schemas.openxmlformats.org/drawingml/2006/main">
            <a:off x="11772900" y="10451107"/>
            <a:ext cx="2552700" cy="2519762"/>
          </a:xfrm>
          <a:prstGeom xmlns:a="http://schemas.openxmlformats.org/drawingml/2006/main" prst="rect">
            <a:avLst/>
          </a:prstGeom>
        </p:spPr>
      </p:pic>
      <p:sp>
        <p:nvSpPr>
          <p:cNvPr id="53" name="SEC-059-45">
            <a:extLst xmlns:a="http://schemas.openxmlformats.org/drawingml/2006/main">
              <a:ext uri="{FF2B5EF4-FFF2-40B4-BE49-F238E27FC236}">
                <a16:creationId xmlns:a16="http://schemas.microsoft.com/office/drawing/2014/main" id="{EFFB9B9A-D493-4089-BE93-4E2CC928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0496550"/>
            <a:ext cx="6981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/var/db/DifferentialPrivacy</a:t>
            </a:r>
          </a:p>
        </p:txBody>
      </p:sp>
      <p:sp>
        <p:nvSpPr>
          <p:cNvPr id="54" name="SEC-059-46">
            <a:extLst xmlns:a="http://schemas.openxmlformats.org/drawingml/2006/main">
              <a:ext uri="{FF2B5EF4-FFF2-40B4-BE49-F238E27FC236}">
                <a16:creationId xmlns:a16="http://schemas.microsoft.com/office/drawing/2014/main" id="{3337D1C2-D69A-4A5B-8991-D6E87DB9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10896600"/>
            <a:ext cx="824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Reports</a:t>
            </a:r>
          </a:p>
        </p:txBody>
      </p:sp>
      <p:sp>
        <p:nvSpPr>
          <p:cNvPr id="55" name="SEC-059-47">
            <a:extLst xmlns:a="http://schemas.openxmlformats.org/drawingml/2006/main">
              <a:ext uri="{FF2B5EF4-FFF2-40B4-BE49-F238E27FC236}">
                <a16:creationId xmlns:a16="http://schemas.microsoft.com/office/drawing/2014/main" id="{3B14A3AE-EEAA-416D-84B3-8FA54E11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1229975"/>
            <a:ext cx="7715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DifferentialPrivacy_2022-04-10-024129.diff_privacy.anon</a:t>
            </a:r>
          </a:p>
        </p:txBody>
      </p:sp>
      <p:sp>
        <p:nvSpPr>
          <p:cNvPr id="56" name="SEC-059-48">
            <a:extLst xmlns:a="http://schemas.openxmlformats.org/drawingml/2006/main">
              <a:ext uri="{FF2B5EF4-FFF2-40B4-BE49-F238E27FC236}">
                <a16:creationId xmlns:a16="http://schemas.microsoft.com/office/drawing/2014/main" id="{DACF0858-4EAE-4F9A-80B0-FCAFA9DE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1563350"/>
            <a:ext cx="7715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Dedisco_2022-12-24-023338.json.anon</a:t>
            </a:r>
          </a:p>
        </p:txBody>
      </p:sp>
      <p:sp>
        <p:nvSpPr>
          <p:cNvPr id="57" name="SEC-059-49">
            <a:extLst xmlns:a="http://schemas.openxmlformats.org/drawingml/2006/main">
              <a:ext uri="{FF2B5EF4-FFF2-40B4-BE49-F238E27FC236}">
                <a16:creationId xmlns:a16="http://schemas.microsoft.com/office/drawing/2014/main" id="{BD4ECD41-BEB6-4E2D-A4DA-2807EC3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11906250"/>
            <a:ext cx="824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Retired</a:t>
            </a:r>
          </a:p>
        </p:txBody>
      </p:sp>
      <p:sp>
        <p:nvSpPr>
          <p:cNvPr id="58" name="SEC-059-50">
            <a:extLst xmlns:a="http://schemas.openxmlformats.org/drawingml/2006/main">
              <a:ext uri="{FF2B5EF4-FFF2-40B4-BE49-F238E27FC236}">
                <a16:creationId xmlns:a16="http://schemas.microsoft.com/office/drawing/2014/main" id="{8DD6583A-5E48-4FB9-9B59-3836C2E4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2239625"/>
            <a:ext cx="872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/var/log/PrivacyPreservingMeasurement</a:t>
            </a:r>
          </a:p>
        </p:txBody>
      </p:sp>
      <p:sp>
        <p:nvSpPr>
          <p:cNvPr id="59" name="SEC-059-51">
            <a:extLst xmlns:a="http://schemas.openxmlformats.org/drawingml/2006/main">
              <a:ext uri="{FF2B5EF4-FFF2-40B4-BE49-F238E27FC236}">
                <a16:creationId xmlns:a16="http://schemas.microsoft.com/office/drawing/2014/main" id="{3DAB5282-E947-4B53-9A41-5FCE9E7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12573000"/>
            <a:ext cx="823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PrivacyPreservingMeasurements_2024-12-07-114346.json.anon</a:t>
            </a:r>
          </a:p>
        </p:txBody>
      </p:sp>
      <p:sp>
        <p:nvSpPr>
          <p:cNvPr id="60" name="SEC-059-52">
            <a:extLst xmlns:a="http://schemas.openxmlformats.org/drawingml/2006/main">
              <a:ext uri="{FF2B5EF4-FFF2-40B4-BE49-F238E27FC236}">
                <a16:creationId xmlns:a16="http://schemas.microsoft.com/office/drawing/2014/main" id="{7DE15A06-1596-4D45-8548-043FBC31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8925" y="10858500"/>
            <a:ext cx="19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1" name="SEC-059-53">
            <a:extLst xmlns:a="http://schemas.openxmlformats.org/drawingml/2006/main">
              <a:ext uri="{FF2B5EF4-FFF2-40B4-BE49-F238E27FC236}">
                <a16:creationId xmlns:a16="http://schemas.microsoft.com/office/drawing/2014/main" id="{7ED06E25-95E6-49CF-989C-44883D2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110204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2" name="SEC-059-54">
            <a:extLst xmlns:a="http://schemas.openxmlformats.org/drawingml/2006/main">
              <a:ext uri="{FF2B5EF4-FFF2-40B4-BE49-F238E27FC236}">
                <a16:creationId xmlns:a16="http://schemas.microsoft.com/office/drawing/2014/main" id="{F56F8E96-F5B5-4B1E-90CA-1249CFD3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120110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3" name="SEC-059-55">
            <a:extLst xmlns:a="http://schemas.openxmlformats.org/drawingml/2006/main">
              <a:ext uri="{FF2B5EF4-FFF2-40B4-BE49-F238E27FC236}">
                <a16:creationId xmlns:a16="http://schemas.microsoft.com/office/drawing/2014/main" id="{41678669-F79C-4534-A019-2E709B7C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11201400"/>
            <a:ext cx="19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4" name="SEC-059-56">
            <a:extLst xmlns:a="http://schemas.openxmlformats.org/drawingml/2006/main">
              <a:ext uri="{FF2B5EF4-FFF2-40B4-BE49-F238E27FC236}">
                <a16:creationId xmlns:a16="http://schemas.microsoft.com/office/drawing/2014/main" id="{3FE33BE2-618A-4C7E-8B92-A0E8558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113538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5" name="SEC-059-57">
            <a:extLst xmlns:a="http://schemas.openxmlformats.org/drawingml/2006/main">
              <a:ext uri="{FF2B5EF4-FFF2-40B4-BE49-F238E27FC236}">
                <a16:creationId xmlns:a16="http://schemas.microsoft.com/office/drawing/2014/main" id="{A3C6AA7D-EE2B-40A9-80E5-5DD4F694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116776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6" name="SEC-059-58">
            <a:extLst xmlns:a="http://schemas.openxmlformats.org/drawingml/2006/main">
              <a:ext uri="{FF2B5EF4-FFF2-40B4-BE49-F238E27FC236}">
                <a16:creationId xmlns:a16="http://schemas.microsoft.com/office/drawing/2014/main" id="{848639F0-C2B1-496E-BD01-09027DFC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125730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7" name="SEC-059-59">
            <a:extLst xmlns:a="http://schemas.openxmlformats.org/drawingml/2006/main">
              <a:ext uri="{FF2B5EF4-FFF2-40B4-BE49-F238E27FC236}">
                <a16:creationId xmlns:a16="http://schemas.microsoft.com/office/drawing/2014/main" id="{97455867-DD2A-42D5-8022-829C8604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7975" y="127730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48039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2026-09-05T17:31:10.3520000Z</dcterms:created>
  <dcterms:modified xsi:type="dcterms:W3CDTF">2026-09-05T17:31:10.3520000Z</dcterms:modified>
</coreProperties>
</file>