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4d8ea0875b46c4" /><Relationship Type="http://schemas.openxmlformats.org/officeDocument/2006/relationships/extended-properties" Target="/docProps/app.xml" Id="R1e175abf468b4e83" /><Relationship Type="http://schemas.openxmlformats.org/officeDocument/2006/relationships/officeDocument" Target="/ppt/presentation.xml" Id="R3069586a28e0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f1f796ae240b5"/>
  </p:sldMasterIdLst>
  <p:notesMasterIdLst>
    <p:notesMasterId xmlns:r="http://schemas.openxmlformats.org/officeDocument/2006/relationships" r:id="Rd46783e5cb5c4af7"/>
  </p:notesMasterIdLst>
  <p:sldIdLst>
    <p:sldId xmlns:r="http://schemas.openxmlformats.org/officeDocument/2006/relationships" id="256" r:id="Rdcdff7feab324d7e"/>
  </p:sldIdLst>
  <p:sldSz cx="19050000" cy="4495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82ae3d5104acd" /><Relationship Type="http://schemas.openxmlformats.org/officeDocument/2006/relationships/slideMaster" Target="/ppt/slideMasters/slideMaster1.xml" Id="R357f1f796ae240b5" /><Relationship Type="http://schemas.openxmlformats.org/officeDocument/2006/relationships/notesMaster" Target="/ppt/notesMasters/notesMaster1.xml" Id="Rd46783e5cb5c4af7" /><Relationship Type="http://schemas.openxmlformats.org/officeDocument/2006/relationships/presProps" Target="/ppt/presProps.xml" Id="Re137868db1b64bc7" /><Relationship Type="http://schemas.openxmlformats.org/officeDocument/2006/relationships/tableStyles" Target="/ppt/tableStyles.xml" Id="R596b5f11bf15439f" /><Relationship Type="http://schemas.openxmlformats.org/officeDocument/2006/relationships/slide" Target="/ppt/slides/slide1.xml" Id="Rdcdff7feab32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d3ceec9959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75d646db84ac1" /><Relationship Type="http://schemas.openxmlformats.org/officeDocument/2006/relationships/notesMaster" Target="/ppt/notesMasters/notesMaster1.xml" Id="R29435883a7654afe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素材ID：SEC-087</ns1:t>
            </ns1:r>
          </ns1:p>
          <ns1:p>
            <ns1:r>
              <ns1:t>论文：The Great Request Robbery: An Empirical Study of Client-side Request Hijacking Vulnerabilities on the Web</ns1:t>
            </ns1:r>
          </ns1:p>
          <ns1:p>
            <ns1:r>
              <ns1:t>会议：IEEE S&amp;P 2024</ns1:t>
            </ns1:r>
          </ns1:p>
          <ns1:p>
            <ns1:r>
              <ns1:t>奖项：Distinguished Paper Award</ns1:t>
            </ns1:r>
          </ns1:p>
          <ns1:p>
            <ns1:r>
              <ns1:t>图号：Figure 2，PDF第7页</ns1:t>
            </ns1:r>
          </ns1:p>
          <ns1:p>
            <ns1:r>
              <ns1:t>类型：系统架构</ns1:t>
            </ns1:r>
          </ns1:p>
          <ns1:p>
            <ns1:r>
              <ns1:t>借鉴点：四个编号阶段包含浏览器编排、静态和动态图融合、带语义标记的图查询与验证浏览器栈。</ns1:t>
            </ns1:r>
          </ns1:p>
          <ns1:p>
            <ns1:r>
              <ns1:t>论文URL：https://trouge.net/papers/sp24_request_hijacking.pdf</ns1:t>
            </ns1:r>
          </ns1:p>
          <ns1:p>
            <ns1:r>
              <ns1:t>官方获奖URL：https://www.ieee-security.org/TC/SP2024/awards.html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编辑与保真说明：四阶段框架、所有阶段标签/模块文字、模型组合、查询节点、图数据库节点与关系及跨阶段箭头均原生。22个原浏览器/工具/设备小图标独立保留；TNR和Courier New替代原图字体，图标比例及部分字距有轻微近似。</ns1:t>
            </ns1:r>
          </ns1:p>
          <ns1:p>
            <ns1:r>
              <ns1:t>复刻方式：Native four-stage architecture and text reconstruction with independent original small artwork, never a full-figure bitmap.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28e94062249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a2ded4a82470c" /><Relationship Type="http://schemas.openxmlformats.org/officeDocument/2006/relationships/slideLayout" Target="/ppt/slideLayouts/slideLayout1.xml" Id="Ra92c9c7f62ff41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c9c7f62ff41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582c8e3c0457c" /><Relationship Type="http://schemas.openxmlformats.org/officeDocument/2006/relationships/image" Target="/ppt/media/image.png" Id="R89963689657a492c" /><Relationship Type="http://schemas.openxmlformats.org/officeDocument/2006/relationships/image" Target="/ppt/media/image2.png" Id="Ra031ef0faf0843ad" /><Relationship Type="http://schemas.openxmlformats.org/officeDocument/2006/relationships/image" Target="/ppt/media/image3.png" Id="R5fc4f82943c940b2" /><Relationship Type="http://schemas.openxmlformats.org/officeDocument/2006/relationships/image" Target="/ppt/media/image4.png" Id="Rc5887da2c3374a8b" /><Relationship Type="http://schemas.openxmlformats.org/officeDocument/2006/relationships/image" Target="/ppt/media/image5.png" Id="Rfe51dfc2ff9c4a53" /><Relationship Type="http://schemas.openxmlformats.org/officeDocument/2006/relationships/image" Target="/ppt/media/image6.png" Id="R69bc7c14af544018" /><Relationship Type="http://schemas.openxmlformats.org/officeDocument/2006/relationships/image" Target="/ppt/media/image7.png" Id="Re3aa37ad8e5f4136" /><Relationship Type="http://schemas.openxmlformats.org/officeDocument/2006/relationships/image" Target="/ppt/media/image8.png" Id="R6e8db58c90084996" /><Relationship Type="http://schemas.openxmlformats.org/officeDocument/2006/relationships/image" Target="/ppt/media/image9.png" Id="R3e93ffe4863045c7" /><Relationship Type="http://schemas.openxmlformats.org/officeDocument/2006/relationships/image" Target="/ppt/media/image10.png" Id="Raf22c75ae2274de2" /><Relationship Type="http://schemas.openxmlformats.org/officeDocument/2006/relationships/image" Target="/ppt/media/image11.png" Id="Rc87207f59e6f4653" /><Relationship Type="http://schemas.openxmlformats.org/officeDocument/2006/relationships/image" Target="/ppt/media/image12.png" Id="Ra4752091d605419d" /><Relationship Type="http://schemas.openxmlformats.org/officeDocument/2006/relationships/image" Target="/ppt/media/image13.png" Id="Rbe3ce4760f7c490e" /><Relationship Type="http://schemas.openxmlformats.org/officeDocument/2006/relationships/image" Target="/ppt/media/image14.png" Id="R54316ac69c3d40a2" /><Relationship Type="http://schemas.openxmlformats.org/officeDocument/2006/relationships/image" Target="/ppt/media/image15.png" Id="R9bd03f8170724ab2" /><Relationship Type="http://schemas.openxmlformats.org/officeDocument/2006/relationships/image" Target="/ppt/media/image16.png" Id="Rc73edd502fa94565" /><Relationship Type="http://schemas.openxmlformats.org/officeDocument/2006/relationships/image" Target="/ppt/media/image17.png" Id="Ra612203c13aa4b4f" /><Relationship Type="http://schemas.openxmlformats.org/officeDocument/2006/relationships/image" Target="/ppt/media/image18.png" Id="R7747866f357c4a47" /><Relationship Type="http://schemas.openxmlformats.org/officeDocument/2006/relationships/image" Target="/ppt/media/image19.png" Id="R75ff9915407e4e2d" /><Relationship Type="http://schemas.openxmlformats.org/officeDocument/2006/relationships/image" Target="/ppt/media/image20.png" Id="Rfad2a26647ff40b4" /><Relationship Type="http://schemas.openxmlformats.org/officeDocument/2006/relationships/image" Target="/ppt/media/image21.png" Id="R1dfad645ff9a43c4" /><Relationship Type="http://schemas.openxmlformats.org/officeDocument/2006/relationships/image" Target="/ppt/media/image22.png" Id="Rd4bfe70ce0fa45da" /><Relationship Type="http://schemas.openxmlformats.org/officeDocument/2006/relationships/notesSlide" Target="/ppt/notesSlides/notesSlide1.xml" Id="Rb8d60b2b39cb42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SEC087-1">
            <a:extLst xmlns:a="http://schemas.openxmlformats.org/drawingml/2006/main">
              <a:ext uri="{FF2B5EF4-FFF2-40B4-BE49-F238E27FC236}">
                <a16:creationId xmlns:a16="http://schemas.microsoft.com/office/drawing/2014/main" id="{1AAAAC88-B612-49E1-9FCF-B97C849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3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F759440F-8C05-4E98-ABBB-8602F9C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3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ext Data Collection">
            <a:extLst xmlns:a="http://schemas.openxmlformats.org/drawingml/2006/main">
              <a:ext uri="{FF2B5EF4-FFF2-40B4-BE49-F238E27FC236}">
                <a16:creationId xmlns:a16="http://schemas.microsoft.com/office/drawing/2014/main" id="{49D06EEC-9703-4A57-9405-A1F39F20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625"/>
            <a:ext cx="3114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rPr>
              <a:t>Data Collection</a:t>
            </a:r>
          </a:p>
        </p:txBody>
      </p:sp>
      <p:sp>
        <p:nvSpPr>
          <p:cNvPr id="4" name="SEC087-2">
            <a:extLst xmlns:a="http://schemas.openxmlformats.org/drawingml/2006/main">
              <a:ext uri="{FF2B5EF4-FFF2-40B4-BE49-F238E27FC236}">
                <a16:creationId xmlns:a16="http://schemas.microsoft.com/office/drawing/2014/main" id="{1E39A545-F417-4627-B8B6-AD2E49A9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23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DB3227C-DA40-4CDE-92F8-DB42A82F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3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" name="Text Data Modeling">
            <a:extLst xmlns:a="http://schemas.openxmlformats.org/drawingml/2006/main">
              <a:ext uri="{FF2B5EF4-FFF2-40B4-BE49-F238E27FC236}">
                <a16:creationId xmlns:a16="http://schemas.microsoft.com/office/drawing/2014/main" id="{8FBCBC27-5C9F-461E-BE8F-444AF4BA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7625"/>
            <a:ext cx="2828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rPr>
              <a:t>Data Modeling</a:t>
            </a:r>
          </a:p>
        </p:txBody>
      </p:sp>
      <p:sp>
        <p:nvSpPr>
          <p:cNvPr id="7" name="SEC087-3">
            <a:extLst xmlns:a="http://schemas.openxmlformats.org/drawingml/2006/main">
              <a:ext uri="{FF2B5EF4-FFF2-40B4-BE49-F238E27FC236}">
                <a16:creationId xmlns:a16="http://schemas.microsoft.com/office/drawing/2014/main" id="{8E4C9FC5-0343-4D49-B829-414A1673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23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5F68EC9F-56EA-4EC2-BE61-45FEF61E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33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Text Vulnerability Analysis">
            <a:extLst xmlns:a="http://schemas.openxmlformats.org/drawingml/2006/main">
              <a:ext uri="{FF2B5EF4-FFF2-40B4-BE49-F238E27FC236}">
                <a16:creationId xmlns:a16="http://schemas.microsoft.com/office/drawing/2014/main" id="{B598E8CC-DF30-4AEA-99E0-28FFF27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7625"/>
            <a:ext cx="3895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rPr>
              <a:t>Vulnerability Analysis</a:t>
            </a:r>
          </a:p>
        </p:txBody>
      </p:sp>
      <p:sp>
        <p:nvSpPr>
          <p:cNvPr id="10" name="SEC087-4">
            <a:extLst xmlns:a="http://schemas.openxmlformats.org/drawingml/2006/main">
              <a:ext uri="{FF2B5EF4-FFF2-40B4-BE49-F238E27FC236}">
                <a16:creationId xmlns:a16="http://schemas.microsoft.com/office/drawing/2014/main" id="{C272FBFB-56B3-4F90-8E53-138C9372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23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noFill/>
          </a:ln>
        </p:spPr>
      </p:sp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FCA48CE7-DA98-49AC-9AC9-1D0F2D5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33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2" name="Text Verification">
            <a:extLst xmlns:a="http://schemas.openxmlformats.org/drawingml/2006/main">
              <a:ext uri="{FF2B5EF4-FFF2-40B4-BE49-F238E27FC236}">
                <a16:creationId xmlns:a16="http://schemas.microsoft.com/office/drawing/2014/main" id="{3AAD0B4F-44FD-4849-AAA4-BAFBE97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7625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9DAE"/>
                </a:solidFill>
                <a:latin typeface="Times New Roman"/>
                <a:ea typeface="Times New Roman"/>
                <a:cs typeface="Times New Roman"/>
              </a:rPr>
              <a:t>Verification</a:t>
            </a:r>
          </a:p>
        </p:txBody>
      </p:sp>
      <p:sp>
        <p:nvSpPr>
          <p:cNvPr id="13" name="SEC087-5">
            <a:extLst xmlns:a="http://schemas.openxmlformats.org/drawingml/2006/main">
              <a:ext uri="{FF2B5EF4-FFF2-40B4-BE49-F238E27FC236}">
                <a16:creationId xmlns:a16="http://schemas.microsoft.com/office/drawing/2014/main" id="{8FC0AB9F-2BE1-483E-A9F3-0E38C972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00075"/>
            <a:ext cx="4333875" cy="3705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5555"/>
            </a:solidFill>
          </a:ln>
        </p:spPr>
      </p:sp>
      <p:sp>
        <p:nvSpPr>
          <p:cNvPr id="14" name="SEC087-6">
            <a:extLst xmlns:a="http://schemas.openxmlformats.org/drawingml/2006/main">
              <a:ext uri="{FF2B5EF4-FFF2-40B4-BE49-F238E27FC236}">
                <a16:creationId xmlns:a16="http://schemas.microsoft.com/office/drawing/2014/main" id="{34329459-A457-48E4-B7F9-EA7F248F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00075"/>
            <a:ext cx="27527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5555"/>
            </a:solidFill>
          </a:ln>
        </p:spPr>
      </p:sp>
      <p:sp>
        <p:nvSpPr>
          <p:cNvPr id="15" name="SEC087-7">
            <a:extLst xmlns:a="http://schemas.openxmlformats.org/drawingml/2006/main">
              <a:ext uri="{FF2B5EF4-FFF2-40B4-BE49-F238E27FC236}">
                <a16:creationId xmlns:a16="http://schemas.microsoft.com/office/drawing/2014/main" id="{E7FDEDAC-C064-4422-B289-58AADC51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38375"/>
            <a:ext cx="27527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5555"/>
            </a:solidFill>
          </a:ln>
        </p:spPr>
      </p:sp>
      <p:sp>
        <p:nvSpPr>
          <p:cNvPr id="16" name="SEC087-8">
            <a:extLst xmlns:a="http://schemas.openxmlformats.org/drawingml/2006/main">
              <a:ext uri="{FF2B5EF4-FFF2-40B4-BE49-F238E27FC236}">
                <a16:creationId xmlns:a16="http://schemas.microsoft.com/office/drawing/2014/main" id="{310ECCD0-CDE9-41ED-9785-A7DD29FF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71500"/>
            <a:ext cx="464820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5555"/>
            </a:solidFill>
          </a:ln>
        </p:spPr>
      </p:sp>
      <p:sp>
        <p:nvSpPr>
          <p:cNvPr id="17" name="SEC087-9">
            <a:extLst xmlns:a="http://schemas.openxmlformats.org/drawingml/2006/main">
              <a:ext uri="{FF2B5EF4-FFF2-40B4-BE49-F238E27FC236}">
                <a16:creationId xmlns:a16="http://schemas.microsoft.com/office/drawing/2014/main" id="{8517B909-9CAD-4CC0-8F63-9DC81F45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523875"/>
            <a:ext cx="2257425" cy="380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555555"/>
            </a:solidFill>
          </a:ln>
        </p:spPr>
      </p:sp>
      <p:sp>
        <p:nvSpPr>
          <p:cNvPr id="18" name="Text Site List">
            <a:extLst xmlns:a="http://schemas.openxmlformats.org/drawingml/2006/main">
              <a:ext uri="{FF2B5EF4-FFF2-40B4-BE49-F238E27FC236}">
                <a16:creationId xmlns:a16="http://schemas.microsoft.com/office/drawing/2014/main" id="{912FC75E-42E2-4BA1-B828-535714C2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621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Site List</a:t>
            </a:r>
          </a:p>
        </p:txBody>
      </p:sp>
      <p:sp>
        <p:nvSpPr>
          <p:cNvPr id="19" name="SEC087-10">
            <a:extLst xmlns:a="http://schemas.openxmlformats.org/drawingml/2006/main">
              <a:ext uri="{FF2B5EF4-FFF2-40B4-BE49-F238E27FC236}">
                <a16:creationId xmlns:a16="http://schemas.microsoft.com/office/drawing/2014/main" id="{DCAA43CE-9814-4BEA-B684-13B57A9C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20" name="SEC087-route-11">
            <a:extLst xmlns:a="http://schemas.openxmlformats.org/drawingml/2006/main">
              <a:ext uri="{FF2B5EF4-FFF2-40B4-BE49-F238E27FC236}">
                <a16:creationId xmlns:a16="http://schemas.microsoft.com/office/drawing/2014/main" id="{3CA80867-9FF1-4730-94C7-F5A10EB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809625" cy="10"/>
          </a:xfrm>
          <a:custGeom xmlns:a="http://schemas.openxmlformats.org/drawingml/2006/main">
            <a:pathLst>
              <a:path w="809625" h="10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555555"/>
            </a:solidFill>
          </a:ln>
        </p:spPr>
      </p:sp>
      <p:sp>
        <p:nvSpPr>
          <p:cNvPr id="21" name="SEC087-route-12">
            <a:extLst xmlns:a="http://schemas.openxmlformats.org/drawingml/2006/main">
              <a:ext uri="{FF2B5EF4-FFF2-40B4-BE49-F238E27FC236}">
                <a16:creationId xmlns:a16="http://schemas.microsoft.com/office/drawing/2014/main" id="{17B4D16A-40A7-403D-89D2-66B373D7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91" y="2384391"/>
            <a:ext cx="206534" cy="146117"/>
          </a:xfrm>
          <a:custGeom xmlns:a="http://schemas.openxmlformats.org/drawingml/2006/main">
            <a:pathLst>
              <a:path w="206534" h="146117">
                <a:moveTo>
                  <a:pt x="206534" y="73059"/>
                </a:moveTo>
                <a:lnTo>
                  <a:pt x="0" y="146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63689657a492c"/>
          <a:stretch xmlns:a="http://schemas.openxmlformats.org/drawingml/2006/main"/>
        </p:blipFill>
        <p:spPr>
          <a:xfrm xmlns:a="http://schemas.openxmlformats.org/drawingml/2006/main">
            <a:off x="266700" y="2657475"/>
            <a:ext cx="504825" cy="495300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1ef0faf0843ad"/>
          <a:stretch xmlns:a="http://schemas.openxmlformats.org/drawingml/2006/main"/>
        </p:blipFill>
        <p:spPr>
          <a:xfrm xmlns:a="http://schemas.openxmlformats.org/drawingml/2006/main">
            <a:off x="1266825" y="704850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4" name="Text Crawler Orchestration">
            <a:extLst xmlns:a="http://schemas.openxmlformats.org/drawingml/2006/main">
              <a:ext uri="{FF2B5EF4-FFF2-40B4-BE49-F238E27FC236}">
                <a16:creationId xmlns:a16="http://schemas.microsoft.com/office/drawing/2014/main" id="{A72D8920-D09F-4752-81EE-17652DDD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714375"/>
            <a:ext cx="3676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Crawler Orchestration</a:t>
            </a:r>
          </a:p>
        </p:txBody>
      </p:sp>
      <p:sp>
        <p:nvSpPr>
          <p:cNvPr id="25" name="SEC087-13">
            <a:extLst xmlns:a="http://schemas.openxmlformats.org/drawingml/2006/main">
              <a:ext uri="{FF2B5EF4-FFF2-40B4-BE49-F238E27FC236}">
                <a16:creationId xmlns:a16="http://schemas.microsoft.com/office/drawing/2014/main" id="{68337880-8823-42D4-8469-54E6D917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152525"/>
            <a:ext cx="1504950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FA"/>
          </a:solidFill>
          <a:ln xmlns:a="http://schemas.openxmlformats.org/drawingml/2006/main" w="13335">
            <a:solidFill>
              <a:srgbClr val="BFBFBF"/>
            </a:solidFill>
            <a:prstDash val="dash"/>
          </a:ln>
        </p:spPr>
      </p:sp>
      <p:sp>
        <p:nvSpPr>
          <p:cNvPr id="26" name="SEC087-14">
            <a:extLst xmlns:a="http://schemas.openxmlformats.org/drawingml/2006/main">
              <a:ext uri="{FF2B5EF4-FFF2-40B4-BE49-F238E27FC236}">
                <a16:creationId xmlns:a16="http://schemas.microsoft.com/office/drawing/2014/main" id="{0D24D9B3-0D66-44A6-AD00-9ECD75F6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05225"/>
            <a:ext cx="1504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CD"/>
          </a:solidFill>
          <a:ln xmlns:a="http://schemas.openxmlformats.org/drawingml/2006/main" w="13335">
            <a:solidFill>
              <a:srgbClr val="999999"/>
            </a:solidFill>
            <a:prstDash val="dash"/>
          </a:ln>
        </p:spPr>
      </p:sp>
      <p:sp>
        <p:nvSpPr>
          <p:cNvPr id="27" name="Text C">
            <a:extLst xmlns:a="http://schemas.openxmlformats.org/drawingml/2006/main">
              <a:ext uri="{FF2B5EF4-FFF2-40B4-BE49-F238E27FC236}">
                <a16:creationId xmlns:a16="http://schemas.microsoft.com/office/drawing/2014/main" id="{54123C55-5FE7-4C00-A731-616795A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382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" name="Text 1">
            <a:extLst xmlns:a="http://schemas.openxmlformats.org/drawingml/2006/main">
              <a:ext uri="{FF2B5EF4-FFF2-40B4-BE49-F238E27FC236}">
                <a16:creationId xmlns:a16="http://schemas.microsoft.com/office/drawing/2014/main" id="{70A67B2B-D080-403F-B2D9-4566501C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5811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4f82943c940b2"/>
          <a:stretch xmlns:a="http://schemas.openxmlformats.org/drawingml/2006/main"/>
        </p:blipFill>
        <p:spPr>
          <a:xfrm xmlns:a="http://schemas.openxmlformats.org/drawingml/2006/main">
            <a:off x="1943100" y="133350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30" name="Text C">
            <a:extLst xmlns:a="http://schemas.openxmlformats.org/drawingml/2006/main">
              <a:ext uri="{FF2B5EF4-FFF2-40B4-BE49-F238E27FC236}">
                <a16:creationId xmlns:a16="http://schemas.microsoft.com/office/drawing/2014/main" id="{5613DF8F-6E31-411B-A375-F50BFAE0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14550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50D20349-7DE2-42F2-A728-B5D8E504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574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87da2c3374a8b"/>
          <a:stretch xmlns:a="http://schemas.openxmlformats.org/drawingml/2006/main"/>
        </p:blipFill>
        <p:spPr>
          <a:xfrm xmlns:a="http://schemas.openxmlformats.org/drawingml/2006/main">
            <a:off x="1943100" y="2009775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33" name="Text C">
            <a:extLst xmlns:a="http://schemas.openxmlformats.org/drawingml/2006/main">
              <a:ext uri="{FF2B5EF4-FFF2-40B4-BE49-F238E27FC236}">
                <a16:creationId xmlns:a16="http://schemas.microsoft.com/office/drawing/2014/main" id="{108BB8D6-172A-4E2B-B01E-16343270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33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4" name="Text n">
            <a:extLst xmlns:a="http://schemas.openxmlformats.org/drawingml/2006/main">
              <a:ext uri="{FF2B5EF4-FFF2-40B4-BE49-F238E27FC236}">
                <a16:creationId xmlns:a16="http://schemas.microsoft.com/office/drawing/2014/main" id="{355C988F-686F-45CE-B58E-DF83945C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766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1dfc2ff9c4a53"/>
          <a:stretch xmlns:a="http://schemas.openxmlformats.org/drawingml/2006/main"/>
        </p:blipFill>
        <p:spPr>
          <a:xfrm xmlns:a="http://schemas.openxmlformats.org/drawingml/2006/main">
            <a:off x="1943100" y="30289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36" name="Text ⋮">
            <a:extLst xmlns:a="http://schemas.openxmlformats.org/drawingml/2006/main">
              <a:ext uri="{FF2B5EF4-FFF2-40B4-BE49-F238E27FC236}">
                <a16:creationId xmlns:a16="http://schemas.microsoft.com/office/drawing/2014/main" id="{F1CB5197-51B2-4B5B-98BA-76C93AA8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81275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37" name="SEC087-15">
            <a:extLst xmlns:a="http://schemas.openxmlformats.org/drawingml/2006/main">
              <a:ext uri="{FF2B5EF4-FFF2-40B4-BE49-F238E27FC236}">
                <a16:creationId xmlns:a16="http://schemas.microsoft.com/office/drawing/2014/main" id="{A840C9EC-50AF-45A0-9A52-251BD897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247775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BBBBBB"/>
            </a:solidFill>
          </a:ln>
        </p:spPr>
      </p:sp>
      <p:sp>
        <p:nvSpPr>
          <p:cNvPr id="38" name="Text Playwright">
            <a:extLst xmlns:a="http://schemas.openxmlformats.org/drawingml/2006/main">
              <a:ext uri="{FF2B5EF4-FFF2-40B4-BE49-F238E27FC236}">
                <a16:creationId xmlns:a16="http://schemas.microsoft.com/office/drawing/2014/main" id="{5F34BBD0-13B4-43EF-AEFC-19FE622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668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Playwright</a:t>
            </a:r>
          </a:p>
        </p:txBody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c7c14af544018"/>
          <a:stretch xmlns:a="http://schemas.openxmlformats.org/drawingml/2006/main"/>
        </p:blipFill>
        <p:spPr>
          <a:xfrm xmlns:a="http://schemas.openxmlformats.org/drawingml/2006/main">
            <a:off x="3990975" y="1247775"/>
            <a:ext cx="590550" cy="466725"/>
          </a:xfrm>
          <a:prstGeom xmlns:a="http://schemas.openxmlformats.org/drawingml/2006/main" prst="rect">
            <a:avLst/>
          </a:prstGeom>
        </p:spPr>
      </p:pic>
      <p:sp>
        <p:nvSpPr>
          <p:cNvPr id="40" name="SEC087-16">
            <a:extLst xmlns:a="http://schemas.openxmlformats.org/drawingml/2006/main">
              <a:ext uri="{FF2B5EF4-FFF2-40B4-BE49-F238E27FC236}">
                <a16:creationId xmlns:a16="http://schemas.microsoft.com/office/drawing/2014/main" id="{AACD82C0-F30E-4AF2-9FE1-AC9D00D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743075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CF"/>
          </a:solidFill>
          <a:ln xmlns:a="http://schemas.openxmlformats.org/drawingml/2006/main" w="9525">
            <a:solidFill>
              <a:srgbClr val="BBBBBB"/>
            </a:solidFill>
          </a:ln>
        </p:spPr>
      </p:sp>
      <p:sp>
        <p:nvSpPr>
          <p:cNvPr id="41" name="Text Taint-Aware">
            <a:extLst xmlns:a="http://schemas.openxmlformats.org/drawingml/2006/main">
              <a:ext uri="{FF2B5EF4-FFF2-40B4-BE49-F238E27FC236}">
                <a16:creationId xmlns:a16="http://schemas.microsoft.com/office/drawing/2014/main" id="{9DEC9032-8AD7-4D67-ACE3-7E57B983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400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5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B85A0A"/>
                </a:solidFill>
                <a:latin typeface="Times New Roman"/>
                <a:ea typeface="Times New Roman"/>
                <a:cs typeface="Times New Roman"/>
              </a:rPr>
              <a:t>Taint-Aware</a:t>
            </a:r>
          </a:p>
        </p:txBody>
      </p:sp>
      <p:sp>
        <p:nvSpPr>
          <p:cNvPr id="42" name="Text Webpages">
            <a:extLst xmlns:a="http://schemas.openxmlformats.org/drawingml/2006/main">
              <a:ext uri="{FF2B5EF4-FFF2-40B4-BE49-F238E27FC236}">
                <a16:creationId xmlns:a16="http://schemas.microsoft.com/office/drawing/2014/main" id="{B5C2FE10-FD9C-45AA-9B06-A13FE0E5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52675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Webpages</a:t>
            </a:r>
          </a:p>
        </p:txBody>
      </p:sp>
      <p:sp>
        <p:nvSpPr>
          <p:cNvPr id="43" name="Text Taintflows">
            <a:extLst xmlns:a="http://schemas.openxmlformats.org/drawingml/2006/main">
              <a:ext uri="{FF2B5EF4-FFF2-40B4-BE49-F238E27FC236}">
                <a16:creationId xmlns:a16="http://schemas.microsoft.com/office/drawing/2014/main" id="{9B447EB7-683D-476B-A2B7-6E03B6E6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52775"/>
            <a:ext cx="1352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Taintflows</a:t>
            </a:r>
          </a:p>
        </p:txBody>
      </p:sp>
      <p:sp>
        <p:nvSpPr>
          <p:cNvPr id="44" name="SEC087-route-17">
            <a:extLst xmlns:a="http://schemas.openxmlformats.org/drawingml/2006/main">
              <a:ext uri="{FF2B5EF4-FFF2-40B4-BE49-F238E27FC236}">
                <a16:creationId xmlns:a16="http://schemas.microsoft.com/office/drawing/2014/main" id="{037B3EF0-7EF4-4677-AD4E-9E7AF8C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09875"/>
            <a:ext cx="1123950" cy="10"/>
          </a:xfrm>
          <a:custGeom xmlns:a="http://schemas.openxmlformats.org/drawingml/2006/main">
            <a:pathLst>
              <a:path w="1123950" h="10">
                <a:moveTo>
                  <a:pt x="0" y="0"/>
                </a:moveTo>
                <a:lnTo>
                  <a:pt x="1123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555555"/>
            </a:solidFill>
            <a:prstDash val="dash"/>
          </a:ln>
        </p:spPr>
      </p:sp>
      <p:sp>
        <p:nvSpPr>
          <p:cNvPr id="45" name="SEC087-route-18">
            <a:extLst xmlns:a="http://schemas.openxmlformats.org/drawingml/2006/main">
              <a:ext uri="{FF2B5EF4-FFF2-40B4-BE49-F238E27FC236}">
                <a16:creationId xmlns:a16="http://schemas.microsoft.com/office/drawing/2014/main" id="{994C215A-4F16-409D-BE5F-C4EAACE2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730" y="2746346"/>
            <a:ext cx="179595" cy="127059"/>
          </a:xfrm>
          <a:custGeom xmlns:a="http://schemas.openxmlformats.org/drawingml/2006/main">
            <a:pathLst>
              <a:path w="179595" h="127059">
                <a:moveTo>
                  <a:pt x="179595" y="63529"/>
                </a:moveTo>
                <a:lnTo>
                  <a:pt x="0" y="1270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46" name="SEC087-route-19">
            <a:extLst xmlns:a="http://schemas.openxmlformats.org/drawingml/2006/main">
              <a:ext uri="{FF2B5EF4-FFF2-40B4-BE49-F238E27FC236}">
                <a16:creationId xmlns:a16="http://schemas.microsoft.com/office/drawing/2014/main" id="{2CCAA1DB-FB60-4579-9B48-8DC4602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00450"/>
            <a:ext cx="1123950" cy="10"/>
          </a:xfrm>
          <a:custGeom xmlns:a="http://schemas.openxmlformats.org/drawingml/2006/main">
            <a:pathLst>
              <a:path w="1123950" h="10">
                <a:moveTo>
                  <a:pt x="0" y="0"/>
                </a:moveTo>
                <a:lnTo>
                  <a:pt x="1123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555555"/>
            </a:solidFill>
            <a:prstDash val="dash"/>
          </a:ln>
        </p:spPr>
      </p:sp>
      <p:sp>
        <p:nvSpPr>
          <p:cNvPr id="47" name="SEC087-route-20">
            <a:extLst xmlns:a="http://schemas.openxmlformats.org/drawingml/2006/main">
              <a:ext uri="{FF2B5EF4-FFF2-40B4-BE49-F238E27FC236}">
                <a16:creationId xmlns:a16="http://schemas.microsoft.com/office/drawing/2014/main" id="{87107E82-899A-4562-A19F-E1746A87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730" y="3536921"/>
            <a:ext cx="179595" cy="127059"/>
          </a:xfrm>
          <a:custGeom xmlns:a="http://schemas.openxmlformats.org/drawingml/2006/main">
            <a:pathLst>
              <a:path w="179595" h="127059">
                <a:moveTo>
                  <a:pt x="179595" y="63529"/>
                </a:moveTo>
                <a:lnTo>
                  <a:pt x="0" y="1270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a37ad8e5f4136"/>
          <a:stretch xmlns:a="http://schemas.openxmlformats.org/drawingml/2006/main"/>
        </p:blipFill>
        <p:spPr>
          <a:xfrm xmlns:a="http://schemas.openxmlformats.org/drawingml/2006/main">
            <a:off x="4210050" y="2247900"/>
            <a:ext cx="1009650" cy="914400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db58c90084996"/>
          <a:stretch xmlns:a="http://schemas.openxmlformats.org/drawingml/2006/main"/>
        </p:blipFill>
        <p:spPr>
          <a:xfrm xmlns:a="http://schemas.openxmlformats.org/drawingml/2006/main">
            <a:off x="4324350" y="3276600"/>
            <a:ext cx="800100" cy="762000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3ffe4863045c7"/>
          <a:stretch xmlns:a="http://schemas.openxmlformats.org/drawingml/2006/main"/>
        </p:blipFill>
        <p:spPr>
          <a:xfrm xmlns:a="http://schemas.openxmlformats.org/drawingml/2006/main">
            <a:off x="1609725" y="3743325"/>
            <a:ext cx="323850" cy="428625"/>
          </a:xfrm>
          <a:prstGeom xmlns:a="http://schemas.openxmlformats.org/drawingml/2006/main" prst="rect">
            <a:avLst/>
          </a:prstGeom>
        </p:spPr>
      </p:pic>
      <p:sp>
        <p:nvSpPr>
          <p:cNvPr id="51" name="Text RAMFS">
            <a:extLst xmlns:a="http://schemas.openxmlformats.org/drawingml/2006/main">
              <a:ext uri="{FF2B5EF4-FFF2-40B4-BE49-F238E27FC236}">
                <a16:creationId xmlns:a16="http://schemas.microsoft.com/office/drawing/2014/main" id="{3A7932F8-5068-40B9-9FD1-95C400C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71900"/>
            <a:ext cx="962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RAMFS</a:t>
            </a:r>
          </a:p>
        </p:txBody>
      </p:sp>
      <p:sp>
        <p:nvSpPr>
          <p:cNvPr id="52" name="SEC087-route-21">
            <a:extLst xmlns:a="http://schemas.openxmlformats.org/drawingml/2006/main">
              <a:ext uri="{FF2B5EF4-FFF2-40B4-BE49-F238E27FC236}">
                <a16:creationId xmlns:a16="http://schemas.microsoft.com/office/drawing/2014/main" id="{BE3E2039-9138-406B-A844-47327E7C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85850"/>
            <a:ext cx="1190625" cy="10"/>
          </a:xfrm>
          <a:custGeom xmlns:a="http://schemas.openxmlformats.org/drawingml/2006/main">
            <a:pathLst>
              <a:path w="1190625" h="10">
                <a:moveTo>
                  <a:pt x="0" y="0"/>
                </a:move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55555"/>
            </a:solidFill>
          </a:ln>
        </p:spPr>
      </p:sp>
      <p:sp>
        <p:nvSpPr>
          <p:cNvPr id="53" name="SEC087-route-22">
            <a:extLst xmlns:a="http://schemas.openxmlformats.org/drawingml/2006/main">
              <a:ext uri="{FF2B5EF4-FFF2-40B4-BE49-F238E27FC236}">
                <a16:creationId xmlns:a16="http://schemas.microsoft.com/office/drawing/2014/main" id="{30B0B6C9-6BFA-403C-A080-4D5E5A0F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341" y="1012791"/>
            <a:ext cx="206534" cy="146117"/>
          </a:xfrm>
          <a:custGeom xmlns:a="http://schemas.openxmlformats.org/drawingml/2006/main">
            <a:pathLst>
              <a:path w="206534" h="146117">
                <a:moveTo>
                  <a:pt x="206534" y="73059"/>
                </a:moveTo>
                <a:lnTo>
                  <a:pt x="0" y="146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54" name="Text Webpages">
            <a:extLst xmlns:a="http://schemas.openxmlformats.org/drawingml/2006/main">
              <a:ext uri="{FF2B5EF4-FFF2-40B4-BE49-F238E27FC236}">
                <a16:creationId xmlns:a16="http://schemas.microsoft.com/office/drawing/2014/main" id="{E6FF1B63-07C4-42D7-A6B8-17D6A177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38175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Webpages</a:t>
            </a:r>
          </a:p>
        </p:txBody>
      </p:sp>
      <p:sp>
        <p:nvSpPr>
          <p:cNvPr id="55" name="SEC087-route-23">
            <a:extLst xmlns:a="http://schemas.openxmlformats.org/drawingml/2006/main">
              <a:ext uri="{FF2B5EF4-FFF2-40B4-BE49-F238E27FC236}">
                <a16:creationId xmlns:a16="http://schemas.microsoft.com/office/drawing/2014/main" id="{F19EF75F-563D-4023-8781-9A35A9A7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1162050" cy="10"/>
          </a:xfrm>
          <a:custGeom xmlns:a="http://schemas.openxmlformats.org/drawingml/2006/main">
            <a:pathLst>
              <a:path w="1162050" h="10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55555"/>
            </a:solidFill>
          </a:ln>
        </p:spPr>
      </p:sp>
      <p:sp>
        <p:nvSpPr>
          <p:cNvPr id="56" name="SEC087-route-24">
            <a:extLst xmlns:a="http://schemas.openxmlformats.org/drawingml/2006/main">
              <a:ext uri="{FF2B5EF4-FFF2-40B4-BE49-F238E27FC236}">
                <a16:creationId xmlns:a16="http://schemas.microsoft.com/office/drawing/2014/main" id="{1FB2D0DE-9E11-47BF-A478-15AB2761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766" y="3051141"/>
            <a:ext cx="206534" cy="146117"/>
          </a:xfrm>
          <a:custGeom xmlns:a="http://schemas.openxmlformats.org/drawingml/2006/main">
            <a:pathLst>
              <a:path w="206534" h="146117">
                <a:moveTo>
                  <a:pt x="206534" y="73059"/>
                </a:moveTo>
                <a:lnTo>
                  <a:pt x="0" y="146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57" name="Text Taintflows">
            <a:extLst xmlns:a="http://schemas.openxmlformats.org/drawingml/2006/main">
              <a:ext uri="{FF2B5EF4-FFF2-40B4-BE49-F238E27FC236}">
                <a16:creationId xmlns:a16="http://schemas.microsoft.com/office/drawing/2014/main" id="{AEDE2EA1-A42F-4D38-889F-8F57F408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125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Taintflows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2c75ae2274de2"/>
          <a:stretch xmlns:a="http://schemas.openxmlformats.org/drawingml/2006/main"/>
        </p:blipFill>
        <p:spPr>
          <a:xfrm xmlns:a="http://schemas.openxmlformats.org/drawingml/2006/main">
            <a:off x="6848475" y="638175"/>
            <a:ext cx="495300" cy="457200"/>
          </a:xfrm>
          <a:prstGeom xmlns:a="http://schemas.openxmlformats.org/drawingml/2006/main" prst="rect">
            <a:avLst/>
          </a:prstGeom>
        </p:spPr>
      </p:pic>
      <p:sp>
        <p:nvSpPr>
          <p:cNvPr id="59" name="Text Preprocessing">
            <a:extLst xmlns:a="http://schemas.openxmlformats.org/drawingml/2006/main">
              <a:ext uri="{FF2B5EF4-FFF2-40B4-BE49-F238E27FC236}">
                <a16:creationId xmlns:a16="http://schemas.microsoft.com/office/drawing/2014/main" id="{DD87996F-0816-4D2C-AFF3-028BBA89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714375"/>
            <a:ext cx="194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Preprocessing</a:t>
            </a:r>
          </a:p>
        </p:txBody>
      </p:sp>
      <p:sp>
        <p:nvSpPr>
          <p:cNvPr id="60" name="Text P1: Page Deduplication">
            <a:extLst xmlns:a="http://schemas.openxmlformats.org/drawingml/2006/main">
              <a:ext uri="{FF2B5EF4-FFF2-40B4-BE49-F238E27FC236}">
                <a16:creationId xmlns:a16="http://schemas.microsoft.com/office/drawing/2014/main" id="{8EF5E207-FE55-4D8E-8832-66948403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123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P1:</a:t>
            </a:r>
            <a:r>
              <a:rPr sz="16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Page Deduplication</a:t>
            </a:r>
          </a:p>
        </p:txBody>
      </p:sp>
      <p:sp>
        <p:nvSpPr>
          <p:cNvPr id="61" name="Text P2: Flow Frequency Search">
            <a:extLst xmlns:a="http://schemas.openxmlformats.org/drawingml/2006/main">
              <a:ext uri="{FF2B5EF4-FFF2-40B4-BE49-F238E27FC236}">
                <a16:creationId xmlns:a16="http://schemas.microsoft.com/office/drawing/2014/main" id="{ED07CBB2-E642-4620-9E4D-5CA93B33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62075"/>
            <a:ext cx="2505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P2:</a:t>
            </a:r>
            <a:r>
              <a:rPr sz="15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Flow Frequency Search</a:t>
            </a:r>
          </a:p>
        </p:txBody>
      </p:sp>
      <p:sp>
        <p:nvSpPr>
          <p:cNvPr id="62" name="SEC087-route-25">
            <a:extLst xmlns:a="http://schemas.openxmlformats.org/drawingml/2006/main">
              <a:ext uri="{FF2B5EF4-FFF2-40B4-BE49-F238E27FC236}">
                <a16:creationId xmlns:a16="http://schemas.microsoft.com/office/drawing/2014/main" id="{9A499D8B-D5AF-4139-A6E1-B63F510F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685925"/>
            <a:ext cx="10" cy="523875"/>
          </a:xfrm>
          <a:custGeom xmlns:a="http://schemas.openxmlformats.org/drawingml/2006/main">
            <a:pathLst>
              <a:path w="10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55555"/>
            </a:solidFill>
          </a:ln>
        </p:spPr>
      </p:sp>
      <p:sp>
        <p:nvSpPr>
          <p:cNvPr id="63" name="SEC087-route-26">
            <a:extLst xmlns:a="http://schemas.openxmlformats.org/drawingml/2006/main">
              <a:ext uri="{FF2B5EF4-FFF2-40B4-BE49-F238E27FC236}">
                <a16:creationId xmlns:a16="http://schemas.microsoft.com/office/drawing/2014/main" id="{E5441E34-E4C5-4DFC-929D-B555BE09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69" y="2021225"/>
            <a:ext cx="133412" cy="188575"/>
          </a:xfrm>
          <a:custGeom xmlns:a="http://schemas.openxmlformats.org/drawingml/2006/main">
            <a:pathLst>
              <a:path w="133412" h="188575">
                <a:moveTo>
                  <a:pt x="66706" y="188575"/>
                </a:moveTo>
                <a:lnTo>
                  <a:pt x="0" y="0"/>
                </a:lnTo>
                <a:lnTo>
                  <a:pt x="133412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4" name="Text Unique Pages">
            <a:extLst xmlns:a="http://schemas.openxmlformats.org/drawingml/2006/main">
              <a:ext uri="{FF2B5EF4-FFF2-40B4-BE49-F238E27FC236}">
                <a16:creationId xmlns:a16="http://schemas.microsoft.com/office/drawing/2014/main" id="{3A4C254B-3405-4691-9BDF-E520948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00225"/>
            <a:ext cx="2066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Unique Pages</a:t>
            </a:r>
          </a:p>
        </p:txBody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207f59e6f4653"/>
          <a:stretch xmlns:a="http://schemas.openxmlformats.org/drawingml/2006/main"/>
        </p:blipFill>
        <p:spPr>
          <a:xfrm xmlns:a="http://schemas.openxmlformats.org/drawingml/2006/main">
            <a:off x="6810375" y="2371725"/>
            <a:ext cx="514350" cy="419100"/>
          </a:xfrm>
          <a:prstGeom xmlns:a="http://schemas.openxmlformats.org/drawingml/2006/main" prst="rect">
            <a:avLst/>
          </a:prstGeom>
        </p:spPr>
      </p:pic>
      <p:sp>
        <p:nvSpPr>
          <p:cNvPr id="66" name="Text Model Building">
            <a:extLst xmlns:a="http://schemas.openxmlformats.org/drawingml/2006/main">
              <a:ext uri="{FF2B5EF4-FFF2-40B4-BE49-F238E27FC236}">
                <a16:creationId xmlns:a16="http://schemas.microsoft.com/office/drawing/2014/main" id="{A3604BA8-6D58-4920-BFDC-7BAF978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81250"/>
            <a:ext cx="2038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Model Building</a:t>
            </a:r>
          </a:p>
        </p:txBody>
      </p:sp>
      <p:sp>
        <p:nvSpPr>
          <p:cNvPr id="67" name="SEC087-27">
            <a:extLst xmlns:a="http://schemas.openxmlformats.org/drawingml/2006/main">
              <a:ext uri="{FF2B5EF4-FFF2-40B4-BE49-F238E27FC236}">
                <a16:creationId xmlns:a16="http://schemas.microsoft.com/office/drawing/2014/main" id="{D8878CA0-69A3-4760-B693-244D9807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FA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68" name="Text Static Model">
            <a:extLst xmlns:a="http://schemas.openxmlformats.org/drawingml/2006/main">
              <a:ext uri="{FF2B5EF4-FFF2-40B4-BE49-F238E27FC236}">
                <a16:creationId xmlns:a16="http://schemas.microsoft.com/office/drawing/2014/main" id="{724B48B3-9040-4167-A5DF-A879385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Static Model</a:t>
            </a:r>
          </a:p>
        </p:txBody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52091d605419d"/>
          <a:stretch xmlns:a="http://schemas.openxmlformats.org/drawingml/2006/main"/>
        </p:blipFill>
        <p:spPr>
          <a:xfrm xmlns:a="http://schemas.openxmlformats.org/drawingml/2006/main">
            <a:off x="8772525" y="2905125"/>
            <a:ext cx="523875" cy="485775"/>
          </a:xfrm>
          <a:prstGeom xmlns:a="http://schemas.openxmlformats.org/drawingml/2006/main" prst="rect">
            <a:avLst/>
          </a:prstGeom>
        </p:spPr>
      </p:pic>
      <p:sp>
        <p:nvSpPr>
          <p:cNvPr id="70" name="SEC087-28">
            <a:extLst xmlns:a="http://schemas.openxmlformats.org/drawingml/2006/main">
              <a:ext uri="{FF2B5EF4-FFF2-40B4-BE49-F238E27FC236}">
                <a16:creationId xmlns:a16="http://schemas.microsoft.com/office/drawing/2014/main" id="{5B1A8D0A-8986-4A7E-AB49-6F8BA64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62325"/>
            <a:ext cx="381000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1828"/>
          </a:solidFill>
          <a:ln xmlns:a="http://schemas.openxmlformats.org/drawingml/2006/main" w="0">
            <a:noFill/>
          </a:ln>
        </p:spPr>
      </p:sp>
      <p:sp>
        <p:nvSpPr>
          <p:cNvPr id="71" name="Text +">
            <a:extLst xmlns:a="http://schemas.openxmlformats.org/drawingml/2006/main">
              <a:ext uri="{FF2B5EF4-FFF2-40B4-BE49-F238E27FC236}">
                <a16:creationId xmlns:a16="http://schemas.microsoft.com/office/drawing/2014/main" id="{1196B1D4-9CBC-44DF-B354-1899ED9C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24225"/>
            <a:ext cx="38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2" name="SEC087-29">
            <a:extLst xmlns:a="http://schemas.openxmlformats.org/drawingml/2006/main">
              <a:ext uri="{FF2B5EF4-FFF2-40B4-BE49-F238E27FC236}">
                <a16:creationId xmlns:a16="http://schemas.microsoft.com/office/drawing/2014/main" id="{B7E775BB-3F0B-473E-AA64-A0AFB29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1475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CF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73" name="Text Dynamic Model">
            <a:extLst xmlns:a="http://schemas.openxmlformats.org/drawingml/2006/main">
              <a:ext uri="{FF2B5EF4-FFF2-40B4-BE49-F238E27FC236}">
                <a16:creationId xmlns:a16="http://schemas.microsoft.com/office/drawing/2014/main" id="{3E430618-4009-4E1D-972C-A96C4E15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2427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5A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B85A0A"/>
                </a:solidFill>
                <a:latin typeface="Times New Roman"/>
                <a:ea typeface="Times New Roman"/>
                <a:cs typeface="Times New Roman"/>
              </a:rPr>
              <a:t>Dynamic Model</a:t>
            </a:r>
          </a:p>
        </p:txBody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ce4760f7c490e"/>
          <a:stretch xmlns:a="http://schemas.openxmlformats.org/drawingml/2006/main"/>
        </p:blipFill>
        <p:spPr>
          <a:xfrm xmlns:a="http://schemas.openxmlformats.org/drawingml/2006/main">
            <a:off x="8810625" y="3695700"/>
            <a:ext cx="485775" cy="476250"/>
          </a:xfrm>
          <a:prstGeom xmlns:a="http://schemas.openxmlformats.org/drawingml/2006/main" prst="rect">
            <a:avLst/>
          </a:prstGeom>
        </p:spPr>
      </p:pic>
      <p:sp>
        <p:nvSpPr>
          <p:cNvPr id="75" name="SEC087-route-30">
            <a:extLst xmlns:a="http://schemas.openxmlformats.org/drawingml/2006/main">
              <a:ext uri="{FF2B5EF4-FFF2-40B4-BE49-F238E27FC236}">
                <a16:creationId xmlns:a16="http://schemas.microsoft.com/office/drawing/2014/main" id="{FD54A594-54A1-41D9-8694-7B3FCC97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24200"/>
            <a:ext cx="952500" cy="10"/>
          </a:xfrm>
          <a:custGeom xmlns:a="http://schemas.openxmlformats.org/drawingml/2006/main">
            <a:pathLst>
              <a:path w="952500" h="10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55555"/>
            </a:solidFill>
          </a:ln>
        </p:spPr>
      </p:sp>
      <p:sp>
        <p:nvSpPr>
          <p:cNvPr id="76" name="SEC087-route-31">
            <a:extLst xmlns:a="http://schemas.openxmlformats.org/drawingml/2006/main">
              <a:ext uri="{FF2B5EF4-FFF2-40B4-BE49-F238E27FC236}">
                <a16:creationId xmlns:a16="http://schemas.microsoft.com/office/drawing/2014/main" id="{C5EB2FF5-6BB4-47B2-9803-FBA7EEC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16" y="3051141"/>
            <a:ext cx="206534" cy="146117"/>
          </a:xfrm>
          <a:custGeom xmlns:a="http://schemas.openxmlformats.org/drawingml/2006/main">
            <a:pathLst>
              <a:path w="206534" h="146117">
                <a:moveTo>
                  <a:pt x="206534" y="73059"/>
                </a:moveTo>
                <a:lnTo>
                  <a:pt x="0" y="146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77" name="Text TA-HPGs">
            <a:extLst xmlns:a="http://schemas.openxmlformats.org/drawingml/2006/main">
              <a:ext uri="{FF2B5EF4-FFF2-40B4-BE49-F238E27FC236}">
                <a16:creationId xmlns:a16="http://schemas.microsoft.com/office/drawing/2014/main" id="{C5CDF2A2-D054-4F6E-BD11-50F2BDE2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05100"/>
            <a:ext cx="1133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TA-HPGs</a:t>
            </a:r>
          </a:p>
        </p:txBody>
      </p:sp>
      <p:sp>
        <p:nvSpPr>
          <p:cNvPr id="78" name="SEC087-32">
            <a:extLst xmlns:a="http://schemas.openxmlformats.org/drawingml/2006/main">
              <a:ext uri="{FF2B5EF4-FFF2-40B4-BE49-F238E27FC236}">
                <a16:creationId xmlns:a16="http://schemas.microsoft.com/office/drawing/2014/main" id="{D76B4985-AD74-4EB1-AB45-5D79B0D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00100"/>
            <a:ext cx="10191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3335">
            <a:solidFill>
              <a:srgbClr val="BBBBBB"/>
            </a:solidFill>
            <a:prstDash val="dash"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16ac69c3d40a2"/>
          <a:stretch xmlns:a="http://schemas.openxmlformats.org/drawingml/2006/main"/>
        </p:blipFill>
        <p:spPr>
          <a:xfrm xmlns:a="http://schemas.openxmlformats.org/drawingml/2006/main">
            <a:off x="11077575" y="847725"/>
            <a:ext cx="742950" cy="285750"/>
          </a:xfrm>
          <a:prstGeom xmlns:a="http://schemas.openxmlformats.org/drawingml/2006/main" prst="rect">
            <a:avLst/>
          </a:prstGeom>
        </p:spPr>
      </p:pic>
      <p:sp>
        <p:nvSpPr>
          <p:cNvPr id="80" name="Text G">
            <a:extLst xmlns:a="http://schemas.openxmlformats.org/drawingml/2006/main">
              <a:ext uri="{FF2B5EF4-FFF2-40B4-BE49-F238E27FC236}">
                <a16:creationId xmlns:a16="http://schemas.microsoft.com/office/drawing/2014/main" id="{972E5BD5-773C-4891-89A9-5E148849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43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81" name="Text 1">
            <a:extLst xmlns:a="http://schemas.openxmlformats.org/drawingml/2006/main">
              <a:ext uri="{FF2B5EF4-FFF2-40B4-BE49-F238E27FC236}">
                <a16:creationId xmlns:a16="http://schemas.microsoft.com/office/drawing/2014/main" id="{A00398D2-183B-4549-8D39-1E9E4581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895475"/>
            <a:ext cx="133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2" name="Text G">
            <a:extLst xmlns:a="http://schemas.openxmlformats.org/drawingml/2006/main">
              <a:ext uri="{FF2B5EF4-FFF2-40B4-BE49-F238E27FC236}">
                <a16:creationId xmlns:a16="http://schemas.microsoft.com/office/drawing/2014/main" id="{E0F27CE9-D415-4266-ACD5-4A0BB25F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004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83" name="Text 2">
            <a:extLst xmlns:a="http://schemas.openxmlformats.org/drawingml/2006/main">
              <a:ext uri="{FF2B5EF4-FFF2-40B4-BE49-F238E27FC236}">
                <a16:creationId xmlns:a16="http://schemas.microsoft.com/office/drawing/2014/main" id="{E2F802BC-B9A3-44E0-BD6E-B205A74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52800"/>
            <a:ext cx="133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4" name="Text G">
            <a:extLst xmlns:a="http://schemas.openxmlformats.org/drawingml/2006/main">
              <a:ext uri="{FF2B5EF4-FFF2-40B4-BE49-F238E27FC236}">
                <a16:creationId xmlns:a16="http://schemas.microsoft.com/office/drawing/2014/main" id="{C4586563-8A08-48B6-BF26-70A13238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733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85" name="Text m">
            <a:extLst xmlns:a="http://schemas.openxmlformats.org/drawingml/2006/main">
              <a:ext uri="{FF2B5EF4-FFF2-40B4-BE49-F238E27FC236}">
                <a16:creationId xmlns:a16="http://schemas.microsoft.com/office/drawing/2014/main" id="{C5996DE0-97E9-41FD-BF0C-6E9983F1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886200"/>
            <a:ext cx="133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86" name="SEC087-route-33">
            <a:extLst xmlns:a="http://schemas.openxmlformats.org/drawingml/2006/main">
              <a:ext uri="{FF2B5EF4-FFF2-40B4-BE49-F238E27FC236}">
                <a16:creationId xmlns:a16="http://schemas.microsoft.com/office/drawing/2014/main" id="{BF7B294D-FF27-4501-94D1-018B678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26" y="1276350"/>
            <a:ext cx="184724" cy="376553"/>
          </a:xfrm>
          <a:custGeom xmlns:a="http://schemas.openxmlformats.org/drawingml/2006/main">
            <a:pathLst>
              <a:path w="184724" h="376553">
                <a:moveTo>
                  <a:pt x="184724" y="0"/>
                </a:moveTo>
                <a:lnTo>
                  <a:pt x="0" y="37655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83C4B"/>
            </a:solidFill>
          </a:ln>
        </p:spPr>
      </p:sp>
      <p:sp>
        <p:nvSpPr>
          <p:cNvPr id="87" name="SEC087-route-34">
            <a:extLst xmlns:a="http://schemas.openxmlformats.org/drawingml/2006/main">
              <a:ext uri="{FF2B5EF4-FFF2-40B4-BE49-F238E27FC236}">
                <a16:creationId xmlns:a16="http://schemas.microsoft.com/office/drawing/2014/main" id="{59447F62-0C3A-4A69-A24C-B533F16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326" y="1577216"/>
            <a:ext cx="54454" cy="75687"/>
          </a:xfrm>
          <a:custGeom xmlns:a="http://schemas.openxmlformats.org/drawingml/2006/main">
            <a:pathLst>
              <a:path w="54454" h="75687">
                <a:moveTo>
                  <a:pt x="0" y="75687"/>
                </a:moveTo>
                <a:lnTo>
                  <a:pt x="8825" y="0"/>
                </a:lnTo>
                <a:lnTo>
                  <a:pt x="54454" y="22384"/>
                </a:lnTo>
                <a:close/>
              </a:path>
            </a:pathLst>
          </a:custGeom>
          <a:solidFill xmlns:a="http://schemas.openxmlformats.org/drawingml/2006/main">
            <a:srgbClr val="083C4B"/>
          </a:solidFill>
          <a:ln xmlns:a="http://schemas.openxmlformats.org/drawingml/2006/main" w="0">
            <a:noFill/>
          </a:ln>
        </p:spPr>
      </p:sp>
      <p:sp>
        <p:nvSpPr>
          <p:cNvPr id="88" name="SEC087-route-35">
            <a:extLst xmlns:a="http://schemas.openxmlformats.org/drawingml/2006/main">
              <a:ext uri="{FF2B5EF4-FFF2-40B4-BE49-F238E27FC236}">
                <a16:creationId xmlns:a16="http://schemas.microsoft.com/office/drawing/2014/main" id="{C85BE136-6C0C-41DB-9205-8B7BAD0D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276350"/>
            <a:ext cx="192320" cy="377518"/>
          </a:xfrm>
          <a:custGeom xmlns:a="http://schemas.openxmlformats.org/drawingml/2006/main">
            <a:pathLst>
              <a:path w="192320" h="377518">
                <a:moveTo>
                  <a:pt x="0" y="0"/>
                </a:moveTo>
                <a:lnTo>
                  <a:pt x="192320" y="37751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83C4B"/>
            </a:solidFill>
          </a:ln>
        </p:spPr>
      </p:sp>
      <p:sp>
        <p:nvSpPr>
          <p:cNvPr id="89" name="SEC087-route-36">
            <a:extLst xmlns:a="http://schemas.openxmlformats.org/drawingml/2006/main">
              <a:ext uri="{FF2B5EF4-FFF2-40B4-BE49-F238E27FC236}">
                <a16:creationId xmlns:a16="http://schemas.microsoft.com/office/drawing/2014/main" id="{BD304519-B19A-4B54-887E-F46FA13E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118" y="1578322"/>
            <a:ext cx="55252" cy="75545"/>
          </a:xfrm>
          <a:custGeom xmlns:a="http://schemas.openxmlformats.org/drawingml/2006/main">
            <a:pathLst>
              <a:path w="55252" h="75545">
                <a:moveTo>
                  <a:pt x="55252" y="75545"/>
                </a:moveTo>
                <a:lnTo>
                  <a:pt x="0" y="23070"/>
                </a:lnTo>
                <a:lnTo>
                  <a:pt x="45286" y="0"/>
                </a:lnTo>
                <a:close/>
              </a:path>
            </a:pathLst>
          </a:custGeom>
          <a:solidFill xmlns:a="http://schemas.openxmlformats.org/drawingml/2006/main">
            <a:srgbClr val="083C4B"/>
          </a:solidFill>
          <a:ln xmlns:a="http://schemas.openxmlformats.org/drawingml/2006/main" w="0">
            <a:noFill/>
          </a:ln>
        </p:spPr>
      </p:sp>
      <p:sp>
        <p:nvSpPr>
          <p:cNvPr id="90" name="SEC087-route-37">
            <a:extLst xmlns:a="http://schemas.openxmlformats.org/drawingml/2006/main">
              <a:ext uri="{FF2B5EF4-FFF2-40B4-BE49-F238E27FC236}">
                <a16:creationId xmlns:a16="http://schemas.microsoft.com/office/drawing/2014/main" id="{4001F74B-7C2C-4FED-8D25-A8E8455F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028" y="1781175"/>
            <a:ext cx="162197" cy="373759"/>
          </a:xfrm>
          <a:custGeom xmlns:a="http://schemas.openxmlformats.org/drawingml/2006/main">
            <a:pathLst>
              <a:path w="162197" h="373759">
                <a:moveTo>
                  <a:pt x="162197" y="0"/>
                </a:moveTo>
                <a:lnTo>
                  <a:pt x="0" y="37375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83C4B"/>
            </a:solidFill>
          </a:ln>
        </p:spPr>
      </p:sp>
      <p:sp>
        <p:nvSpPr>
          <p:cNvPr id="91" name="SEC087-route-38">
            <a:extLst xmlns:a="http://schemas.openxmlformats.org/drawingml/2006/main">
              <a:ext uri="{FF2B5EF4-FFF2-40B4-BE49-F238E27FC236}">
                <a16:creationId xmlns:a16="http://schemas.microsoft.com/office/drawing/2014/main" id="{AAA51B19-B380-4425-BAEC-009731BC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028" y="2078918"/>
            <a:ext cx="51909" cy="76016"/>
          </a:xfrm>
          <a:custGeom xmlns:a="http://schemas.openxmlformats.org/drawingml/2006/main">
            <a:pathLst>
              <a:path w="51909" h="76016">
                <a:moveTo>
                  <a:pt x="0" y="76016"/>
                </a:moveTo>
                <a:lnTo>
                  <a:pt x="5287" y="0"/>
                </a:lnTo>
                <a:lnTo>
                  <a:pt x="51909" y="20232"/>
                </a:lnTo>
                <a:close/>
              </a:path>
            </a:pathLst>
          </a:custGeom>
          <a:solidFill xmlns:a="http://schemas.openxmlformats.org/drawingml/2006/main">
            <a:srgbClr val="083C4B"/>
          </a:solidFill>
          <a:ln xmlns:a="http://schemas.openxmlformats.org/drawingml/2006/main" w="0">
            <a:noFill/>
          </a:ln>
        </p:spPr>
      </p:sp>
      <p:sp>
        <p:nvSpPr>
          <p:cNvPr id="92" name="SEC087-route-39">
            <a:extLst xmlns:a="http://schemas.openxmlformats.org/drawingml/2006/main">
              <a:ext uri="{FF2B5EF4-FFF2-40B4-BE49-F238E27FC236}">
                <a16:creationId xmlns:a16="http://schemas.microsoft.com/office/drawing/2014/main" id="{467681CB-B210-47F6-B9C8-A7342DC0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551" y="2286000"/>
            <a:ext cx="197599" cy="299805"/>
          </a:xfrm>
          <a:custGeom xmlns:a="http://schemas.openxmlformats.org/drawingml/2006/main">
            <a:pathLst>
              <a:path w="197599" h="299805">
                <a:moveTo>
                  <a:pt x="197599" y="0"/>
                </a:moveTo>
                <a:lnTo>
                  <a:pt x="0" y="29980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83C4B"/>
            </a:solidFill>
          </a:ln>
        </p:spPr>
      </p:sp>
      <p:sp>
        <p:nvSpPr>
          <p:cNvPr id="93" name="SEC087-route-40">
            <a:extLst xmlns:a="http://schemas.openxmlformats.org/drawingml/2006/main">
              <a:ext uri="{FF2B5EF4-FFF2-40B4-BE49-F238E27FC236}">
                <a16:creationId xmlns:a16="http://schemas.microsoft.com/office/drawing/2014/main" id="{1FF47D91-E8FB-47D0-8CAE-B4892323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551" y="2511839"/>
            <a:ext cx="60751" cy="73966"/>
          </a:xfrm>
          <a:custGeom xmlns:a="http://schemas.openxmlformats.org/drawingml/2006/main">
            <a:pathLst>
              <a:path w="60751" h="73966">
                <a:moveTo>
                  <a:pt x="0" y="73966"/>
                </a:moveTo>
                <a:lnTo>
                  <a:pt x="18316" y="0"/>
                </a:lnTo>
                <a:lnTo>
                  <a:pt x="60751" y="27969"/>
                </a:lnTo>
                <a:close/>
              </a:path>
            </a:pathLst>
          </a:custGeom>
          <a:solidFill xmlns:a="http://schemas.openxmlformats.org/drawingml/2006/main">
            <a:srgbClr val="083C4B"/>
          </a:solidFill>
          <a:ln xmlns:a="http://schemas.openxmlformats.org/drawingml/2006/main" w="0">
            <a:noFill/>
          </a:ln>
        </p:spPr>
      </p:sp>
      <p:sp>
        <p:nvSpPr>
          <p:cNvPr id="94" name="SEC087-route-41">
            <a:extLst xmlns:a="http://schemas.openxmlformats.org/drawingml/2006/main">
              <a:ext uri="{FF2B5EF4-FFF2-40B4-BE49-F238E27FC236}">
                <a16:creationId xmlns:a16="http://schemas.microsoft.com/office/drawing/2014/main" id="{EA8FAE92-1E95-46C5-B1BB-0828319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286000"/>
            <a:ext cx="189994" cy="298562"/>
          </a:xfrm>
          <a:custGeom xmlns:a="http://schemas.openxmlformats.org/drawingml/2006/main">
            <a:pathLst>
              <a:path w="189994" h="298562">
                <a:moveTo>
                  <a:pt x="0" y="0"/>
                </a:moveTo>
                <a:lnTo>
                  <a:pt x="189994" y="29856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83C4B"/>
            </a:solidFill>
          </a:ln>
        </p:spPr>
      </p:sp>
      <p:sp>
        <p:nvSpPr>
          <p:cNvPr id="95" name="SEC087-route-42">
            <a:extLst xmlns:a="http://schemas.openxmlformats.org/drawingml/2006/main">
              <a:ext uri="{FF2B5EF4-FFF2-40B4-BE49-F238E27FC236}">
                <a16:creationId xmlns:a16="http://schemas.microsoft.com/office/drawing/2014/main" id="{075C1A08-5BC2-4A9D-9420-F5947F9E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7137" y="2510312"/>
            <a:ext cx="60007" cy="74250"/>
          </a:xfrm>
          <a:custGeom xmlns:a="http://schemas.openxmlformats.org/drawingml/2006/main">
            <a:pathLst>
              <a:path w="60007" h="74250">
                <a:moveTo>
                  <a:pt x="60007" y="74250"/>
                </a:moveTo>
                <a:lnTo>
                  <a:pt x="0" y="27286"/>
                </a:lnTo>
                <a:lnTo>
                  <a:pt x="42878" y="0"/>
                </a:lnTo>
                <a:close/>
              </a:path>
            </a:pathLst>
          </a:custGeom>
          <a:solidFill xmlns:a="http://schemas.openxmlformats.org/drawingml/2006/main">
            <a:srgbClr val="083C4B"/>
          </a:solidFill>
          <a:ln xmlns:a="http://schemas.openxmlformats.org/drawingml/2006/main" w="0">
            <a:noFill/>
          </a:ln>
        </p:spPr>
      </p:sp>
      <p:sp>
        <p:nvSpPr>
          <p:cNvPr id="96" name="SEC087-43">
            <a:extLst xmlns:a="http://schemas.openxmlformats.org/drawingml/2006/main">
              <a:ext uri="{FF2B5EF4-FFF2-40B4-BE49-F238E27FC236}">
                <a16:creationId xmlns:a16="http://schemas.microsoft.com/office/drawing/2014/main" id="{C76821D5-6ED7-4C29-81CC-604678AA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1152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E"/>
          </a:solidFill>
          <a:ln xmlns:a="http://schemas.openxmlformats.org/drawingml/2006/main" w="14288">
            <a:solidFill>
              <a:srgbClr val="0B3C49"/>
            </a:solidFill>
          </a:ln>
        </p:spPr>
      </p:sp>
      <p:sp>
        <p:nvSpPr>
          <p:cNvPr id="97" name="SEC087-44">
            <a:extLst xmlns:a="http://schemas.openxmlformats.org/drawingml/2006/main">
              <a:ext uri="{FF2B5EF4-FFF2-40B4-BE49-F238E27FC236}">
                <a16:creationId xmlns:a16="http://schemas.microsoft.com/office/drawing/2014/main" id="{BD5874BA-BB36-42C6-B506-740A8E0F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57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A2AB"/>
          </a:solidFill>
          <a:ln xmlns:a="http://schemas.openxmlformats.org/drawingml/2006/main" w="14288">
            <a:solidFill>
              <a:srgbClr val="0B3C49"/>
            </a:solidFill>
          </a:ln>
        </p:spPr>
      </p:sp>
      <p:sp>
        <p:nvSpPr>
          <p:cNvPr id="98" name="SEC087-45">
            <a:extLst xmlns:a="http://schemas.openxmlformats.org/drawingml/2006/main">
              <a:ext uri="{FF2B5EF4-FFF2-40B4-BE49-F238E27FC236}">
                <a16:creationId xmlns:a16="http://schemas.microsoft.com/office/drawing/2014/main" id="{CB8C1DE1-B390-418B-BF2B-D855034C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657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A2AB"/>
          </a:solidFill>
          <a:ln xmlns:a="http://schemas.openxmlformats.org/drawingml/2006/main" w="14288">
            <a:solidFill>
              <a:srgbClr val="0B3C49"/>
            </a:solidFill>
          </a:ln>
        </p:spPr>
      </p:sp>
      <p:sp>
        <p:nvSpPr>
          <p:cNvPr id="99" name="SEC087-46">
            <a:extLst xmlns:a="http://schemas.openxmlformats.org/drawingml/2006/main">
              <a:ext uri="{FF2B5EF4-FFF2-40B4-BE49-F238E27FC236}">
                <a16:creationId xmlns:a16="http://schemas.microsoft.com/office/drawing/2014/main" id="{5DF3F957-72AD-440F-A92B-C891D6ED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162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A2AB"/>
          </a:solidFill>
          <a:ln xmlns:a="http://schemas.openxmlformats.org/drawingml/2006/main" w="14288">
            <a:solidFill>
              <a:srgbClr val="0B3C49"/>
            </a:solidFill>
          </a:ln>
        </p:spPr>
      </p:sp>
      <p:sp>
        <p:nvSpPr>
          <p:cNvPr id="100" name="SEC087-47">
            <a:extLst xmlns:a="http://schemas.openxmlformats.org/drawingml/2006/main">
              <a:ext uri="{FF2B5EF4-FFF2-40B4-BE49-F238E27FC236}">
                <a16:creationId xmlns:a16="http://schemas.microsoft.com/office/drawing/2014/main" id="{E211B17A-14D8-4A71-8684-AF0F2CCE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2710"/>
          </a:solidFill>
          <a:ln xmlns:a="http://schemas.openxmlformats.org/drawingml/2006/main" w="14288">
            <a:solidFill>
              <a:srgbClr val="0B3C49"/>
            </a:solidFill>
          </a:ln>
        </p:spPr>
      </p:sp>
      <p:sp>
        <p:nvSpPr>
          <p:cNvPr id="101" name="SEC087-48">
            <a:extLst xmlns:a="http://schemas.openxmlformats.org/drawingml/2006/main">
              <a:ext uri="{FF2B5EF4-FFF2-40B4-BE49-F238E27FC236}">
                <a16:creationId xmlns:a16="http://schemas.microsoft.com/office/drawing/2014/main" id="{F82329AB-2374-40BA-A18B-3E006282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A2AB"/>
          </a:solidFill>
          <a:ln xmlns:a="http://schemas.openxmlformats.org/drawingml/2006/main" w="14288">
            <a:solidFill>
              <a:srgbClr val="0B3C49"/>
            </a:solidFill>
          </a:ln>
        </p:spPr>
      </p:sp>
      <p:sp>
        <p:nvSpPr>
          <p:cNvPr id="102" name="SEC087-49">
            <a:extLst xmlns:a="http://schemas.openxmlformats.org/drawingml/2006/main">
              <a:ext uri="{FF2B5EF4-FFF2-40B4-BE49-F238E27FC236}">
                <a16:creationId xmlns:a16="http://schemas.microsoft.com/office/drawing/2014/main" id="{5093EA58-019B-4E9C-884C-95AFC7D7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323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1C27"/>
          </a:solidFill>
          <a:ln xmlns:a="http://schemas.openxmlformats.org/drawingml/2006/main" w="0">
            <a:noFill/>
          </a:ln>
        </p:spPr>
      </p:sp>
      <p:sp>
        <p:nvSpPr>
          <p:cNvPr id="103" name="Text +">
            <a:extLst xmlns:a="http://schemas.openxmlformats.org/drawingml/2006/main">
              <a:ext uri="{FF2B5EF4-FFF2-40B4-BE49-F238E27FC236}">
                <a16:creationId xmlns:a16="http://schemas.microsoft.com/office/drawing/2014/main" id="{0B227A96-497D-4122-A30A-25AE1B7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295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4" name="SEC087-50">
            <a:extLst xmlns:a="http://schemas.openxmlformats.org/drawingml/2006/main">
              <a:ext uri="{FF2B5EF4-FFF2-40B4-BE49-F238E27FC236}">
                <a16:creationId xmlns:a16="http://schemas.microsoft.com/office/drawing/2014/main" id="{6FDB5A7F-6769-443B-B725-6AD561E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1971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1C27"/>
          </a:solidFill>
          <a:ln xmlns:a="http://schemas.openxmlformats.org/drawingml/2006/main" w="0">
            <a:noFill/>
          </a:ln>
        </p:spPr>
      </p:sp>
      <p:sp>
        <p:nvSpPr>
          <p:cNvPr id="105" name="Text +">
            <a:extLst xmlns:a="http://schemas.openxmlformats.org/drawingml/2006/main">
              <a:ext uri="{FF2B5EF4-FFF2-40B4-BE49-F238E27FC236}">
                <a16:creationId xmlns:a16="http://schemas.microsoft.com/office/drawing/2014/main" id="{2D4EC30B-9692-49FB-9487-B07FF57B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9431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6" name="SEC087-51">
            <a:extLst xmlns:a="http://schemas.openxmlformats.org/drawingml/2006/main">
              <a:ext uri="{FF2B5EF4-FFF2-40B4-BE49-F238E27FC236}">
                <a16:creationId xmlns:a16="http://schemas.microsoft.com/office/drawing/2014/main" id="{535E94F1-D4E8-4D25-8101-02204E2A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95625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3335">
            <a:solidFill>
              <a:srgbClr val="BBBBBB"/>
            </a:solidFill>
            <a:prstDash val="dash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03f8170724ab2"/>
          <a:stretch xmlns:a="http://schemas.openxmlformats.org/drawingml/2006/main"/>
        </p:blipFill>
        <p:spPr>
          <a:xfrm xmlns:a="http://schemas.openxmlformats.org/drawingml/2006/main">
            <a:off x="11077575" y="3124200"/>
            <a:ext cx="7429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SEC087-52">
            <a:extLst xmlns:a="http://schemas.openxmlformats.org/drawingml/2006/main">
              <a:ext uri="{FF2B5EF4-FFF2-40B4-BE49-F238E27FC236}">
                <a16:creationId xmlns:a16="http://schemas.microsoft.com/office/drawing/2014/main" id="{29377501-26FF-464F-A6F3-C06D3BBE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95700"/>
            <a:ext cx="10191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3335">
            <a:solidFill>
              <a:srgbClr val="BBBBBB"/>
            </a:solidFill>
            <a:prstDash val="dash"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edd502fa94565"/>
          <a:stretch xmlns:a="http://schemas.openxmlformats.org/drawingml/2006/main"/>
        </p:blipFill>
        <p:spPr>
          <a:xfrm xmlns:a="http://schemas.openxmlformats.org/drawingml/2006/main">
            <a:off x="11077575" y="3724275"/>
            <a:ext cx="742950" cy="285750"/>
          </a:xfrm>
          <a:prstGeom xmlns:a="http://schemas.openxmlformats.org/drawingml/2006/main" prst="rect">
            <a:avLst/>
          </a:prstGeom>
        </p:spPr>
      </p:pic>
      <p:sp>
        <p:nvSpPr>
          <p:cNvPr id="110" name="Text ⋮">
            <a:extLst xmlns:a="http://schemas.openxmlformats.org/drawingml/2006/main">
              <a:ext uri="{FF2B5EF4-FFF2-40B4-BE49-F238E27FC236}">
                <a16:creationId xmlns:a16="http://schemas.microsoft.com/office/drawing/2014/main" id="{920EDAA0-7CCD-491B-A30E-FF759335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4385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2203c13aa4b4f"/>
          <a:stretch xmlns:a="http://schemas.openxmlformats.org/drawingml/2006/main"/>
        </p:blipFill>
        <p:spPr>
          <a:xfrm xmlns:a="http://schemas.openxmlformats.org/drawingml/2006/main">
            <a:off x="12306300" y="723900"/>
            <a:ext cx="638175" cy="619125"/>
          </a:xfrm>
          <a:prstGeom xmlns:a="http://schemas.openxmlformats.org/drawingml/2006/main" prst="rect">
            <a:avLst/>
          </a:prstGeom>
        </p:spPr>
      </p:pic>
      <p:sp>
        <p:nvSpPr>
          <p:cNvPr id="112" name="Text Query Database">
            <a:extLst xmlns:a="http://schemas.openxmlformats.org/drawingml/2006/main">
              <a:ext uri="{FF2B5EF4-FFF2-40B4-BE49-F238E27FC236}">
                <a16:creationId xmlns:a16="http://schemas.microsoft.com/office/drawing/2014/main" id="{6BD6451D-0C68-4E41-8783-B7943319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8096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Query Database</a:t>
            </a:r>
          </a:p>
        </p:txBody>
      </p:sp>
      <p:sp>
        <p:nvSpPr>
          <p:cNvPr id="113" name="SEC087-53">
            <a:extLst xmlns:a="http://schemas.openxmlformats.org/drawingml/2006/main">
              <a:ext uri="{FF2B5EF4-FFF2-40B4-BE49-F238E27FC236}">
                <a16:creationId xmlns:a16="http://schemas.microsoft.com/office/drawing/2014/main" id="{C00E64F6-4D03-4ABA-9681-95BD689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1485900"/>
            <a:ext cx="1038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CCA"/>
          </a:solidFill>
          <a:ln xmlns:a="http://schemas.openxmlformats.org/drawingml/2006/main" w="9525">
            <a:solidFill>
              <a:srgbClr val="804A45"/>
            </a:solidFill>
          </a:ln>
        </p:spPr>
      </p:sp>
      <p:sp>
        <p:nvSpPr>
          <p:cNvPr id="114" name="SEC087-54">
            <a:extLst xmlns:a="http://schemas.openxmlformats.org/drawingml/2006/main">
              <a:ext uri="{FF2B5EF4-FFF2-40B4-BE49-F238E27FC236}">
                <a16:creationId xmlns:a16="http://schemas.microsoft.com/office/drawing/2014/main" id="{F7F0E44D-7BDB-4DF6-931C-623FE737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14859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CCA"/>
          </a:solidFill>
          <a:ln xmlns:a="http://schemas.openxmlformats.org/drawingml/2006/main" w="9525">
            <a:solidFill>
              <a:srgbClr val="804A45"/>
            </a:solidFill>
          </a:ln>
        </p:spPr>
      </p:sp>
      <p:sp>
        <p:nvSpPr>
          <p:cNvPr id="115" name="Text Fetch">
            <a:extLst xmlns:a="http://schemas.openxmlformats.org/drawingml/2006/main">
              <a:ext uri="{FF2B5EF4-FFF2-40B4-BE49-F238E27FC236}">
                <a16:creationId xmlns:a16="http://schemas.microsoft.com/office/drawing/2014/main" id="{C9247E04-89DD-4B28-9310-F557748B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152400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rPr>
              <a:t>Fetch</a:t>
            </a:r>
          </a:p>
        </p:txBody>
      </p:sp>
      <p:sp>
        <p:nvSpPr>
          <p:cNvPr id="116" name="Text Socket">
            <a:extLst xmlns:a="http://schemas.openxmlformats.org/drawingml/2006/main">
              <a:ext uri="{FF2B5EF4-FFF2-40B4-BE49-F238E27FC236}">
                <a16:creationId xmlns:a16="http://schemas.microsoft.com/office/drawing/2014/main" id="{F76E1F12-A315-47D7-B7CB-35AB4FB4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1524000"/>
            <a:ext cx="771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rPr>
              <a:t>Socket</a:t>
            </a:r>
          </a:p>
        </p:txBody>
      </p:sp>
      <p:sp>
        <p:nvSpPr>
          <p:cNvPr id="117" name="Text Q">
            <a:extLst xmlns:a="http://schemas.openxmlformats.org/drawingml/2006/main">
              <a:ext uri="{FF2B5EF4-FFF2-40B4-BE49-F238E27FC236}">
                <a16:creationId xmlns:a16="http://schemas.microsoft.com/office/drawing/2014/main" id="{69144D97-A84B-43F9-8EEE-7FE52E4C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1304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18" name="Text 1">
            <a:extLst xmlns:a="http://schemas.openxmlformats.org/drawingml/2006/main">
              <a:ext uri="{FF2B5EF4-FFF2-40B4-BE49-F238E27FC236}">
                <a16:creationId xmlns:a16="http://schemas.microsoft.com/office/drawing/2014/main" id="{0D5AC9B4-FC43-4559-A1F7-FD8F7D7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147637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9" name="Text Q">
            <a:extLst xmlns:a="http://schemas.openxmlformats.org/drawingml/2006/main">
              <a:ext uri="{FF2B5EF4-FFF2-40B4-BE49-F238E27FC236}">
                <a16:creationId xmlns:a16="http://schemas.microsoft.com/office/drawing/2014/main" id="{2A649CF9-2C55-4E9F-8D9F-02AFD2A3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304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20" name="Text k">
            <a:extLst xmlns:a="http://schemas.openxmlformats.org/drawingml/2006/main">
              <a:ext uri="{FF2B5EF4-FFF2-40B4-BE49-F238E27FC236}">
                <a16:creationId xmlns:a16="http://schemas.microsoft.com/office/drawing/2014/main" id="{F2F3271E-5214-49A8-A083-E6810112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1476375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65110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21" name="Text ...">
            <a:extLst xmlns:a="http://schemas.openxmlformats.org/drawingml/2006/main">
              <a:ext uri="{FF2B5EF4-FFF2-40B4-BE49-F238E27FC236}">
                <a16:creationId xmlns:a16="http://schemas.microsoft.com/office/drawing/2014/main" id="{F17BF86B-5843-4BC0-BF0F-6CCD746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5811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22" name="SEC087-55">
            <a:extLst xmlns:a="http://schemas.openxmlformats.org/drawingml/2006/main">
              <a:ext uri="{FF2B5EF4-FFF2-40B4-BE49-F238E27FC236}">
                <a16:creationId xmlns:a16="http://schemas.microsoft.com/office/drawing/2014/main" id="{019E3C22-D8CD-4805-8247-C0A07406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2076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E"/>
          </a:solidFill>
          <a:ln xmlns:a="http://schemas.openxmlformats.org/drawingml/2006/main" w="14288">
            <a:solidFill>
              <a:srgbClr val="073642"/>
            </a:solidFill>
          </a:ln>
        </p:spPr>
      </p:sp>
      <p:sp>
        <p:nvSpPr>
          <p:cNvPr id="123" name="Text INPUT_SOURCE">
            <a:extLst xmlns:a="http://schemas.openxmlformats.org/drawingml/2006/main">
              <a:ext uri="{FF2B5EF4-FFF2-40B4-BE49-F238E27FC236}">
                <a16:creationId xmlns:a16="http://schemas.microsoft.com/office/drawing/2014/main" id="{01F32D5E-F8A9-4547-8B92-BB32B64E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076450"/>
            <a:ext cx="2152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94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79417"/>
                </a:solidFill>
                <a:latin typeface="Courier New"/>
                <a:ea typeface="Courier New"/>
                <a:cs typeface="Courier New"/>
              </a:rPr>
              <a:t>INPUT_SOURCE</a:t>
            </a:r>
          </a:p>
        </p:txBody>
      </p:sp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7866f357c4a47"/>
          <a:stretch xmlns:a="http://schemas.openxmlformats.org/drawingml/2006/main"/>
        </p:blipFill>
        <p:spPr>
          <a:xfrm xmlns:a="http://schemas.openxmlformats.org/drawingml/2006/main">
            <a:off x="12963525" y="2390775"/>
            <a:ext cx="600075" cy="514350"/>
          </a:xfrm>
          <a:prstGeom xmlns:a="http://schemas.openxmlformats.org/drawingml/2006/main" prst="rect">
            <a:avLst/>
          </a:prstGeom>
        </p:spPr>
      </p:pic>
      <p:sp>
        <p:nvSpPr>
          <p:cNvPr id="125" name="Text Dataflow">
            <a:extLst xmlns:a="http://schemas.openxmlformats.org/drawingml/2006/main">
              <a:ext uri="{FF2B5EF4-FFF2-40B4-BE49-F238E27FC236}">
                <a16:creationId xmlns:a16="http://schemas.microsoft.com/office/drawing/2014/main" id="{261FA0B3-3779-4B7F-ABBF-01C565BA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39077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Dataflow</a:t>
            </a:r>
          </a:p>
        </p:txBody>
      </p:sp>
      <p:sp>
        <p:nvSpPr>
          <p:cNvPr id="126" name="SEC087-56">
            <a:extLst xmlns:a="http://schemas.openxmlformats.org/drawingml/2006/main">
              <a:ext uri="{FF2B5EF4-FFF2-40B4-BE49-F238E27FC236}">
                <a16:creationId xmlns:a16="http://schemas.microsoft.com/office/drawing/2014/main" id="{91FF8914-1D56-41F4-BE7B-E9DDC731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000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2710"/>
          </a:solidFill>
          <a:ln xmlns:a="http://schemas.openxmlformats.org/drawingml/2006/main" w="14288">
            <a:solidFill>
              <a:srgbClr val="073642"/>
            </a:solidFill>
          </a:ln>
        </p:spPr>
      </p:sp>
      <p:sp>
        <p:nvSpPr>
          <p:cNvPr id="127" name="Text REQUEST_SINK">
            <a:extLst xmlns:a="http://schemas.openxmlformats.org/drawingml/2006/main">
              <a:ext uri="{FF2B5EF4-FFF2-40B4-BE49-F238E27FC236}">
                <a16:creationId xmlns:a16="http://schemas.microsoft.com/office/drawing/2014/main" id="{6C950301-F213-478C-9DBB-C1F4594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99085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2C18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9B2C18"/>
                </a:solidFill>
                <a:latin typeface="Courier New"/>
                <a:ea typeface="Courier New"/>
                <a:cs typeface="Courier New"/>
              </a:rPr>
              <a:t>REQUEST_SINK</a:t>
            </a:r>
          </a:p>
        </p:txBody>
      </p:sp>
      <p:sp>
        <p:nvSpPr>
          <p:cNvPr id="128" name="SEC087-57">
            <a:extLst xmlns:a="http://schemas.openxmlformats.org/drawingml/2006/main">
              <a:ext uri="{FF2B5EF4-FFF2-40B4-BE49-F238E27FC236}">
                <a16:creationId xmlns:a16="http://schemas.microsoft.com/office/drawing/2014/main" id="{7CA7D54F-888A-4C73-985A-4898E469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19475"/>
            <a:ext cx="243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FA"/>
          </a:solidFill>
          <a:ln xmlns:a="http://schemas.openxmlformats.org/drawingml/2006/main" w="9525">
            <a:solidFill>
              <a:srgbClr val="888888"/>
            </a:solidFill>
          </a:ln>
        </p:spPr>
      </p:sp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f9915407e4e2d"/>
          <a:stretch xmlns:a="http://schemas.openxmlformats.org/drawingml/2006/main"/>
        </p:blipFill>
        <p:spPr>
          <a:xfrm xmlns:a="http://schemas.openxmlformats.org/drawingml/2006/main">
            <a:off x="12325350" y="3429000"/>
            <a:ext cx="342900" cy="485775"/>
          </a:xfrm>
          <a:prstGeom xmlns:a="http://schemas.openxmlformats.org/drawingml/2006/main" prst="rect">
            <a:avLst/>
          </a:prstGeom>
        </p:spPr>
      </p:pic>
      <p:sp>
        <p:nvSpPr>
          <p:cNvPr id="130" name="Text Sanitization Checks">
            <a:extLst xmlns:a="http://schemas.openxmlformats.org/drawingml/2006/main">
              <a:ext uri="{FF2B5EF4-FFF2-40B4-BE49-F238E27FC236}">
                <a16:creationId xmlns:a16="http://schemas.microsoft.com/office/drawing/2014/main" id="{AB0B50A3-F70D-4160-ACE5-F3EBFD5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55282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Sanitization Checks</a:t>
            </a:r>
          </a:p>
        </p:txBody>
      </p:sp>
      <p:sp>
        <p:nvSpPr>
          <p:cNvPr id="131" name="SEC087-route-58">
            <a:extLst xmlns:a="http://schemas.openxmlformats.org/drawingml/2006/main">
              <a:ext uri="{FF2B5EF4-FFF2-40B4-BE49-F238E27FC236}">
                <a16:creationId xmlns:a16="http://schemas.microsoft.com/office/drawing/2014/main" id="{061DCD05-F9E2-48EB-9A27-2CC7E96F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2419350"/>
            <a:ext cx="714375" cy="10"/>
          </a:xfrm>
          <a:custGeom xmlns:a="http://schemas.openxmlformats.org/drawingml/2006/main">
            <a:pathLst>
              <a:path w="714375" h="10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55555"/>
            </a:solidFill>
          </a:ln>
        </p:spPr>
      </p:sp>
      <p:sp>
        <p:nvSpPr>
          <p:cNvPr id="132" name="SEC087-route-59">
            <a:extLst xmlns:a="http://schemas.openxmlformats.org/drawingml/2006/main">
              <a:ext uri="{FF2B5EF4-FFF2-40B4-BE49-F238E27FC236}">
                <a16:creationId xmlns:a16="http://schemas.microsoft.com/office/drawing/2014/main" id="{3BACC44C-8180-4459-954C-B143D03C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4421" y="2349468"/>
            <a:ext cx="197554" cy="139764"/>
          </a:xfrm>
          <a:custGeom xmlns:a="http://schemas.openxmlformats.org/drawingml/2006/main">
            <a:pathLst>
              <a:path w="197554" h="139764">
                <a:moveTo>
                  <a:pt x="197554" y="69882"/>
                </a:moveTo>
                <a:lnTo>
                  <a:pt x="0" y="1397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33" name="Text Flows">
            <a:extLst xmlns:a="http://schemas.openxmlformats.org/drawingml/2006/main">
              <a:ext uri="{FF2B5EF4-FFF2-40B4-BE49-F238E27FC236}">
                <a16:creationId xmlns:a16="http://schemas.microsoft.com/office/drawing/2014/main" id="{5E09C33D-27A6-43E1-A9D5-6CDB6DC2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9621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Flows</a:t>
            </a:r>
          </a:p>
        </p:txBody>
      </p:sp>
      <p:sp>
        <p:nvSpPr>
          <p:cNvPr id="134" name="Text Program&#10;Instrumentation">
            <a:extLst xmlns:a="http://schemas.openxmlformats.org/drawingml/2006/main">
              <a:ext uri="{FF2B5EF4-FFF2-40B4-BE49-F238E27FC236}">
                <a16:creationId xmlns:a16="http://schemas.microsoft.com/office/drawing/2014/main" id="{8C0DC1EF-4C3F-44BA-9AF9-2A913A42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70485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Program</a:t>
            </a:r>
          </a:p>
          <a:p xmlns:a="http://schemas.openxmlformats.org/drawingml/2006/main">
            <a:pPr algn="l">
              <a:defRPr sz="1875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Instrumentation</a:t>
            </a:r>
          </a:p>
        </p:txBody>
      </p:sp>
      <p:sp>
        <p:nvSpPr>
          <p:cNvPr id="135" name="SEC087-route-60">
            <a:extLst xmlns:a="http://schemas.openxmlformats.org/drawingml/2006/main">
              <a:ext uri="{FF2B5EF4-FFF2-40B4-BE49-F238E27FC236}">
                <a16:creationId xmlns:a16="http://schemas.microsoft.com/office/drawing/2014/main" id="{8F3A7CD5-41D5-4DA2-868C-07BE10E2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0" y="1362075"/>
            <a:ext cx="10" cy="914400"/>
          </a:xfrm>
          <a:custGeom xmlns:a="http://schemas.openxmlformats.org/drawingml/2006/main">
            <a:pathLst>
              <a:path w="10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55555"/>
            </a:solidFill>
            <a:prstDash val="dash"/>
          </a:ln>
        </p:spPr>
      </p:sp>
      <p:sp>
        <p:nvSpPr>
          <p:cNvPr id="136" name="SEC087-route-61">
            <a:extLst xmlns:a="http://schemas.openxmlformats.org/drawingml/2006/main">
              <a:ext uri="{FF2B5EF4-FFF2-40B4-BE49-F238E27FC236}">
                <a16:creationId xmlns:a16="http://schemas.microsoft.com/office/drawing/2014/main" id="{AE397D69-3A4F-4026-8B38-E853378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24" y="2114840"/>
            <a:ext cx="114353" cy="161635"/>
          </a:xfrm>
          <a:custGeom xmlns:a="http://schemas.openxmlformats.org/drawingml/2006/main">
            <a:pathLst>
              <a:path w="114353" h="161635">
                <a:moveTo>
                  <a:pt x="57176" y="161635"/>
                </a:moveTo>
                <a:lnTo>
                  <a:pt x="0" y="0"/>
                </a:lnTo>
                <a:lnTo>
                  <a:pt x="114353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2a26647ff40b4"/>
          <a:stretch xmlns:a="http://schemas.openxmlformats.org/drawingml/2006/main"/>
        </p:blipFill>
        <p:spPr>
          <a:xfrm xmlns:a="http://schemas.openxmlformats.org/drawingml/2006/main">
            <a:off x="16830675" y="1428750"/>
            <a:ext cx="666750" cy="714375"/>
          </a:xfrm>
          <a:prstGeom xmlns:a="http://schemas.openxmlformats.org/drawingml/2006/main" prst="rect">
            <a:avLst/>
          </a:prstGeom>
        </p:spPr>
      </p:pic>
      <p:sp>
        <p:nvSpPr>
          <p:cNvPr id="138" name="Text Dynamic Analysis">
            <a:extLst xmlns:a="http://schemas.openxmlformats.org/drawingml/2006/main">
              <a:ext uri="{FF2B5EF4-FFF2-40B4-BE49-F238E27FC236}">
                <a16:creationId xmlns:a16="http://schemas.microsoft.com/office/drawing/2014/main" id="{E159692B-F660-4AE2-946D-DB77D5C1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2286000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73642"/>
                </a:solidFill>
                <a:latin typeface="Times New Roman"/>
                <a:ea typeface="Times New Roman"/>
                <a:cs typeface="Times New Roman"/>
              </a:rPr>
              <a:t>Dynamic Analysis</a:t>
            </a:r>
          </a:p>
        </p:txBody>
      </p:sp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ad645ff9a43c4"/>
          <a:stretch xmlns:a="http://schemas.openxmlformats.org/drawingml/2006/main"/>
        </p:blipFill>
        <p:spPr>
          <a:xfrm xmlns:a="http://schemas.openxmlformats.org/drawingml/2006/main">
            <a:off x="16363950" y="2752725"/>
            <a:ext cx="876300" cy="952500"/>
          </a:xfrm>
          <a:prstGeom xmlns:a="http://schemas.openxmlformats.org/drawingml/2006/main" prst="rect">
            <a:avLst/>
          </a:prstGeom>
        </p:spPr>
      </p:pic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fe70ce0fa45da"/>
          <a:stretch xmlns:a="http://schemas.openxmlformats.org/drawingml/2006/main"/>
        </p:blipFill>
        <p:spPr>
          <a:xfrm xmlns:a="http://schemas.openxmlformats.org/drawingml/2006/main">
            <a:off x="16211550" y="3733800"/>
            <a:ext cx="962025" cy="438150"/>
          </a:xfrm>
          <a:prstGeom xmlns:a="http://schemas.openxmlformats.org/drawingml/2006/main" prst="rect">
            <a:avLst/>
          </a:prstGeom>
        </p:spPr>
      </p:pic>
      <p:sp>
        <p:nvSpPr>
          <p:cNvPr id="141" name="SEC087-62">
            <a:extLst xmlns:a="http://schemas.openxmlformats.org/drawingml/2006/main">
              <a:ext uri="{FF2B5EF4-FFF2-40B4-BE49-F238E27FC236}">
                <a16:creationId xmlns:a16="http://schemas.microsoft.com/office/drawing/2014/main" id="{8FA881F1-F910-4A24-9279-5E740427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3705225"/>
            <a:ext cx="6953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CF"/>
          </a:solidFill>
          <a:ln xmlns:a="http://schemas.openxmlformats.org/drawingml/2006/main" w="5715">
            <a:solidFill>
              <a:srgbClr val="60788B"/>
            </a:solidFill>
          </a:ln>
        </p:spPr>
      </p:sp>
      <p:sp>
        <p:nvSpPr>
          <p:cNvPr id="142" name="Text CDP">
            <a:extLst xmlns:a="http://schemas.openxmlformats.org/drawingml/2006/main">
              <a:ext uri="{FF2B5EF4-FFF2-40B4-BE49-F238E27FC236}">
                <a16:creationId xmlns:a16="http://schemas.microsoft.com/office/drawing/2014/main" id="{C770D515-F8D5-4879-98E7-70C55E5D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1675" y="3657600"/>
            <a:ext cx="66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0B0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A80B07"/>
                </a:solidFill>
                <a:latin typeface="Times New Roman"/>
                <a:ea typeface="Times New Roman"/>
                <a:cs typeface="Times New Roman"/>
              </a:rPr>
              <a:t>CDP</a:t>
            </a:r>
          </a:p>
        </p:txBody>
      </p:sp>
      <p:sp>
        <p:nvSpPr>
          <p:cNvPr id="143" name="SEC087-route-63">
            <a:extLst xmlns:a="http://schemas.openxmlformats.org/drawingml/2006/main">
              <a:ext uri="{FF2B5EF4-FFF2-40B4-BE49-F238E27FC236}">
                <a16:creationId xmlns:a16="http://schemas.microsoft.com/office/drawing/2014/main" id="{0CB79DE5-BEA3-4863-8A58-38D9CCD9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0" y="2400300"/>
            <a:ext cx="866775" cy="10"/>
          </a:xfrm>
          <a:custGeom xmlns:a="http://schemas.openxmlformats.org/drawingml/2006/main">
            <a:pathLst>
              <a:path w="866775" h="10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55555"/>
            </a:solidFill>
          </a:ln>
        </p:spPr>
      </p:sp>
      <p:sp>
        <p:nvSpPr>
          <p:cNvPr id="144" name="SEC087-route-64">
            <a:extLst xmlns:a="http://schemas.openxmlformats.org/drawingml/2006/main">
              <a:ext uri="{FF2B5EF4-FFF2-40B4-BE49-F238E27FC236}">
                <a16:creationId xmlns:a16="http://schemas.microsoft.com/office/drawing/2014/main" id="{C6269CCD-FF93-4D7C-AE33-680A9E11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0661" y="2324065"/>
            <a:ext cx="215514" cy="152470"/>
          </a:xfrm>
          <a:custGeom xmlns:a="http://schemas.openxmlformats.org/drawingml/2006/main">
            <a:pathLst>
              <a:path w="215514" h="152470">
                <a:moveTo>
                  <a:pt x="215514" y="76235"/>
                </a:moveTo>
                <a:lnTo>
                  <a:pt x="0" y="1524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145" name="Text Vuln.">
            <a:extLst xmlns:a="http://schemas.openxmlformats.org/drawingml/2006/main">
              <a:ext uri="{FF2B5EF4-FFF2-40B4-BE49-F238E27FC236}">
                <a16:creationId xmlns:a16="http://schemas.microsoft.com/office/drawing/2014/main" id="{AC3EDA80-3C7E-4083-B7B0-46C9B66A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1952625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Vuln.</a:t>
            </a:r>
          </a:p>
        </p:txBody>
      </p:sp>
      <p:sp>
        <p:nvSpPr>
          <p:cNvPr id="146" name="Text Flows">
            <a:extLst xmlns:a="http://schemas.openxmlformats.org/drawingml/2006/main">
              <a:ext uri="{FF2B5EF4-FFF2-40B4-BE49-F238E27FC236}">
                <a16:creationId xmlns:a16="http://schemas.microsoft.com/office/drawing/2014/main" id="{BC33CC50-3336-4CBF-9D70-3BF9032B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2495550"/>
            <a:ext cx="866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Flows</a:t>
            </a:r>
          </a:p>
        </p:txBody>
      </p:sp>
    </p:spTree>
    <p:extLst>
      <p:ext uri="{BB962C8B-B14F-4D97-AF65-F5344CB8AC3E}">
        <p14:creationId xmlns:p14="http://schemas.microsoft.com/office/powerpoint/2010/main" val="1945321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2026-09-08T02:54:54.6810000Z</dcterms:created>
  <dcterms:modified xsi:type="dcterms:W3CDTF">2026-09-08T02:54:54.6810000Z</dcterms:modified>
</coreProperties>
</file>