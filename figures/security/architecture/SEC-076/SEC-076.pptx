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2c515747a1463b" /><Relationship Type="http://schemas.openxmlformats.org/officeDocument/2006/relationships/extended-properties" Target="/docProps/app.xml" Id="R222c82da0e80488c" /><Relationship Type="http://schemas.openxmlformats.org/officeDocument/2006/relationships/officeDocument" Target="/ppt/presentation.xml" Id="R0722edc79a8947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ec50177fa04a19"/>
  </p:sldMasterIdLst>
  <p:notesMasterIdLst>
    <p:notesMasterId xmlns:r="http://schemas.openxmlformats.org/officeDocument/2006/relationships" r:id="Rc1a7a107380045d3"/>
  </p:notesMasterIdLst>
  <p:sldIdLst>
    <p:sldId xmlns:r="http://schemas.openxmlformats.org/officeDocument/2006/relationships" id="256" r:id="Rad3d3326f42845b1"/>
  </p:sldIdLst>
  <p:sldSz cx="6286500" cy="5057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a4cf96e8364fb0" /><Relationship Type="http://schemas.openxmlformats.org/officeDocument/2006/relationships/slideMaster" Target="/ppt/slideMasters/slideMaster1.xml" Id="R31ec50177fa04a19" /><Relationship Type="http://schemas.openxmlformats.org/officeDocument/2006/relationships/notesMaster" Target="/ppt/notesMasters/notesMaster1.xml" Id="Rc1a7a107380045d3" /><Relationship Type="http://schemas.openxmlformats.org/officeDocument/2006/relationships/presProps" Target="/ppt/presProps.xml" Id="Re1526992f2864bfb" /><Relationship Type="http://schemas.openxmlformats.org/officeDocument/2006/relationships/tableStyles" Target="/ppt/tableStyles.xml" Id="Re75c1864fbfe4420" /><Relationship Type="http://schemas.openxmlformats.org/officeDocument/2006/relationships/slide" Target="/ppt/slides/slide1.xml" Id="Rad3d3326f42845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f9b0d8ba3147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7df43201046aa" /><Relationship Type="http://schemas.openxmlformats.org/officeDocument/2006/relationships/notesMaster" Target="/ppt/notesMasters/notesMaster1.xml" Id="Rb826f925d9d74b7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素材ID：SEC-076</ns1:t>
            </ns1:r>
          </ns1:p>
          <ns1:p>
            <ns1:r>
              <ns1:t>论文：Smudged Fingerprints: Characterizing and Improving the Performance of Web Application Fingerprinting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1，PDF第5页</ns1:t>
            </ns1:r>
          </ns1:p>
          <ns1:p>
            <ns1:r>
              <ns1:t>类型：系统架构</ns1:t>
            </ns1:r>
          </ns1:p>
          <ns1:p>
            <ns1:r>
              <ns1:t>借鉴点：依赖版本矩阵、源代码/安装脚本、目标应用、网络变换中间层及测试工具并列，编号明确区分搭建要素。</ns1:t>
            </ns1:r>
          </ns1:p>
          <ns1:p>
            <ns1:r>
              <ns1:t>论文URL：https://www.usenix.org/system/files/usenixsecurity24-kondracki.pdf</ns1:t>
            </ns1:r>
          </ns1:p>
          <ns1:p>
            <ns1:r>
              <ns1:t>官方获奖URL：https://www.usenix.org/conference/usenixsecurity24/presentation/kondracki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e08c087054c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2ada61f7fe406c" /><Relationship Type="http://schemas.openxmlformats.org/officeDocument/2006/relationships/slideLayout" Target="/ppt/slideLayouts/slideLayout1.xml" Id="R2102886e0daf41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02886e0daf41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18c4d97e843cc" /><Relationship Type="http://schemas.openxmlformats.org/officeDocument/2006/relationships/image" Target="/ppt/media/image.png" Id="Ra8c2d5b2035743e1" /><Relationship Type="http://schemas.openxmlformats.org/officeDocument/2006/relationships/image" Target="/ppt/media/image2.png" Id="R3d8c56acc9654650" /><Relationship Type="http://schemas.openxmlformats.org/officeDocument/2006/relationships/image" Target="/ppt/media/image3.png" Id="R2a45049bcdaf4977" /><Relationship Type="http://schemas.openxmlformats.org/officeDocument/2006/relationships/notesSlide" Target="/ppt/notesSlides/notesSlide1.xml" Id="R07305d256d794f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AAFF2-80FA-44B7-A9D9-293990BE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096" y="1208545"/>
            <a:ext cx="598802" cy="2496720"/>
          </a:xfrm>
          <a:custGeom xmlns:a="http://schemas.openxmlformats.org/drawingml/2006/main">
            <a:pathLst>
              <a:path w="598802" h="2496720">
                <a:moveTo>
                  <a:pt x="0" y="2496720"/>
                </a:moveTo>
                <a:lnTo>
                  <a:pt x="0" y="0"/>
                </a:lnTo>
                <a:lnTo>
                  <a:pt x="598802" y="0"/>
                </a:lnTo>
                <a:lnTo>
                  <a:pt x="598802" y="2496720"/>
                </a:lnTo>
                <a:lnTo>
                  <a:pt x="0" y="24967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4F4C1-10B3-4214-9F3B-753C881D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096" y="1208545"/>
            <a:ext cx="598802" cy="2496720"/>
          </a:xfrm>
          <a:custGeom xmlns:a="http://schemas.openxmlformats.org/drawingml/2006/main">
            <a:pathLst>
              <a:path w="598802" h="2496720" fill="none">
                <a:moveTo>
                  <a:pt x="0" y="2496720"/>
                </a:moveTo>
                <a:lnTo>
                  <a:pt x="0" y="0"/>
                </a:lnTo>
                <a:lnTo>
                  <a:pt x="598802" y="0"/>
                </a:lnTo>
                <a:lnTo>
                  <a:pt x="598802" y="2496720"/>
                </a:lnTo>
                <a:lnTo>
                  <a:pt x="0" y="24967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79203-7859-40A3-8DB6-93581088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520" y="4116821"/>
            <a:ext cx="1520767" cy="627317"/>
          </a:xfrm>
          <a:custGeom xmlns:a="http://schemas.openxmlformats.org/drawingml/2006/main">
            <a:pathLst>
              <a:path w="1520767" h="627317">
                <a:moveTo>
                  <a:pt x="0" y="0"/>
                </a:moveTo>
                <a:lnTo>
                  <a:pt x="1520767" y="0"/>
                </a:lnTo>
                <a:lnTo>
                  <a:pt x="1520767" y="627317"/>
                </a:lnTo>
                <a:lnTo>
                  <a:pt x="0" y="6273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B603A-794E-45A9-810A-ABF5EE1F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520" y="4116821"/>
            <a:ext cx="1520767" cy="627317"/>
          </a:xfrm>
          <a:custGeom xmlns:a="http://schemas.openxmlformats.org/drawingml/2006/main">
            <a:pathLst>
              <a:path w="1520767" h="627317" fill="none">
                <a:moveTo>
                  <a:pt x="0" y="0"/>
                </a:moveTo>
                <a:lnTo>
                  <a:pt x="1520767" y="0"/>
                </a:lnTo>
                <a:lnTo>
                  <a:pt x="1520767" y="627317"/>
                </a:lnTo>
                <a:lnTo>
                  <a:pt x="0" y="6273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92C47-2E2C-42AA-B3E0-B59F8F5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5" y="942219"/>
            <a:ext cx="5132590" cy="2965497"/>
          </a:xfrm>
          <a:custGeom xmlns:a="http://schemas.openxmlformats.org/drawingml/2006/main">
            <a:pathLst>
              <a:path w="5132590" h="2965497">
                <a:moveTo>
                  <a:pt x="0" y="0"/>
                </a:moveTo>
                <a:lnTo>
                  <a:pt x="5132590" y="0"/>
                </a:lnTo>
                <a:lnTo>
                  <a:pt x="5132590" y="2965497"/>
                </a:lnTo>
                <a:lnTo>
                  <a:pt x="0" y="29654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0FF2C-645B-4665-B550-2121AFF7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5" y="942219"/>
            <a:ext cx="5132590" cy="2965497"/>
          </a:xfrm>
          <a:custGeom xmlns:a="http://schemas.openxmlformats.org/drawingml/2006/main">
            <a:pathLst>
              <a:path w="5132590" h="2965497" fill="none">
                <a:moveTo>
                  <a:pt x="0" y="0"/>
                </a:moveTo>
                <a:lnTo>
                  <a:pt x="5132590" y="0"/>
                </a:lnTo>
                <a:lnTo>
                  <a:pt x="5132590" y="2965497"/>
                </a:lnTo>
                <a:lnTo>
                  <a:pt x="0" y="29654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6489A-36BD-4060-87C9-087412B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8" y="704599"/>
            <a:ext cx="648507" cy="532245"/>
          </a:xfrm>
          <a:custGeom xmlns:a="http://schemas.openxmlformats.org/drawingml/2006/main">
            <a:pathLst>
              <a:path w="648507" h="532245">
                <a:moveTo>
                  <a:pt x="554578" y="461543"/>
                </a:moveTo>
                <a:lnTo>
                  <a:pt x="553937" y="462049"/>
                </a:lnTo>
                <a:lnTo>
                  <a:pt x="535804" y="477275"/>
                </a:lnTo>
                <a:lnTo>
                  <a:pt x="496670" y="510215"/>
                </a:lnTo>
                <a:lnTo>
                  <a:pt x="496930" y="510342"/>
                </a:lnTo>
                <a:lnTo>
                  <a:pt x="497827" y="510633"/>
                </a:lnTo>
                <a:lnTo>
                  <a:pt x="498735" y="510895"/>
                </a:lnTo>
                <a:lnTo>
                  <a:pt x="499652" y="511129"/>
                </a:lnTo>
                <a:lnTo>
                  <a:pt x="500577" y="511338"/>
                </a:lnTo>
                <a:lnTo>
                  <a:pt x="501510" y="511520"/>
                </a:lnTo>
                <a:lnTo>
                  <a:pt x="502449" y="511678"/>
                </a:lnTo>
                <a:lnTo>
                  <a:pt x="503395" y="511811"/>
                </a:lnTo>
                <a:lnTo>
                  <a:pt x="504346" y="511921"/>
                </a:lnTo>
                <a:lnTo>
                  <a:pt x="505300" y="512009"/>
                </a:lnTo>
                <a:lnTo>
                  <a:pt x="506259" y="512075"/>
                </a:lnTo>
                <a:lnTo>
                  <a:pt x="507220" y="512121"/>
                </a:lnTo>
                <a:lnTo>
                  <a:pt x="508183" y="512146"/>
                </a:lnTo>
                <a:lnTo>
                  <a:pt x="509147" y="512152"/>
                </a:lnTo>
                <a:lnTo>
                  <a:pt x="510112" y="512139"/>
                </a:lnTo>
                <a:lnTo>
                  <a:pt x="511076" y="512109"/>
                </a:lnTo>
                <a:lnTo>
                  <a:pt x="512038" y="512062"/>
                </a:lnTo>
                <a:lnTo>
                  <a:pt x="512999" y="512000"/>
                </a:lnTo>
                <a:lnTo>
                  <a:pt x="513956" y="511921"/>
                </a:lnTo>
                <a:lnTo>
                  <a:pt x="514910" y="511829"/>
                </a:lnTo>
                <a:lnTo>
                  <a:pt x="515859" y="511723"/>
                </a:lnTo>
                <a:lnTo>
                  <a:pt x="516802" y="511604"/>
                </a:lnTo>
                <a:lnTo>
                  <a:pt x="517740" y="511474"/>
                </a:lnTo>
                <a:lnTo>
                  <a:pt x="518670" y="511332"/>
                </a:lnTo>
                <a:lnTo>
                  <a:pt x="519592" y="511180"/>
                </a:lnTo>
                <a:lnTo>
                  <a:pt x="520107" y="510972"/>
                </a:lnTo>
                <a:lnTo>
                  <a:pt x="520675" y="510741"/>
                </a:lnTo>
                <a:lnTo>
                  <a:pt x="521292" y="510490"/>
                </a:lnTo>
                <a:lnTo>
                  <a:pt x="521951" y="510222"/>
                </a:lnTo>
                <a:lnTo>
                  <a:pt x="522649" y="509939"/>
                </a:lnTo>
                <a:lnTo>
                  <a:pt x="523379" y="509647"/>
                </a:lnTo>
                <a:lnTo>
                  <a:pt x="524138" y="509346"/>
                </a:lnTo>
                <a:lnTo>
                  <a:pt x="524920" y="509042"/>
                </a:lnTo>
                <a:lnTo>
                  <a:pt x="525720" y="508735"/>
                </a:lnTo>
                <a:lnTo>
                  <a:pt x="526533" y="508431"/>
                </a:lnTo>
                <a:lnTo>
                  <a:pt x="527354" y="508132"/>
                </a:lnTo>
                <a:lnTo>
                  <a:pt x="528178" y="507841"/>
                </a:lnTo>
                <a:lnTo>
                  <a:pt x="529001" y="507561"/>
                </a:lnTo>
                <a:lnTo>
                  <a:pt x="529816" y="507296"/>
                </a:lnTo>
                <a:lnTo>
                  <a:pt x="530620" y="507048"/>
                </a:lnTo>
                <a:lnTo>
                  <a:pt x="531407" y="506821"/>
                </a:lnTo>
                <a:lnTo>
                  <a:pt x="532172" y="506618"/>
                </a:lnTo>
                <a:lnTo>
                  <a:pt x="532910" y="506442"/>
                </a:lnTo>
                <a:lnTo>
                  <a:pt x="533616" y="506296"/>
                </a:lnTo>
                <a:lnTo>
                  <a:pt x="534285" y="506184"/>
                </a:lnTo>
                <a:lnTo>
                  <a:pt x="534912" y="506108"/>
                </a:lnTo>
                <a:lnTo>
                  <a:pt x="535492" y="506071"/>
                </a:lnTo>
                <a:lnTo>
                  <a:pt x="536021" y="506078"/>
                </a:lnTo>
                <a:lnTo>
                  <a:pt x="536492" y="506130"/>
                </a:lnTo>
                <a:lnTo>
                  <a:pt x="537050" y="506219"/>
                </a:lnTo>
                <a:lnTo>
                  <a:pt x="537569" y="506472"/>
                </a:lnTo>
                <a:lnTo>
                  <a:pt x="537838" y="506602"/>
                </a:lnTo>
                <a:lnTo>
                  <a:pt x="538106" y="506735"/>
                </a:lnTo>
                <a:lnTo>
                  <a:pt x="538371" y="506874"/>
                </a:lnTo>
                <a:lnTo>
                  <a:pt x="538634" y="507018"/>
                </a:lnTo>
                <a:lnTo>
                  <a:pt x="538895" y="507167"/>
                </a:lnTo>
                <a:lnTo>
                  <a:pt x="539153" y="507320"/>
                </a:lnTo>
                <a:lnTo>
                  <a:pt x="539407" y="507480"/>
                </a:lnTo>
                <a:lnTo>
                  <a:pt x="539657" y="507644"/>
                </a:lnTo>
                <a:lnTo>
                  <a:pt x="539902" y="507814"/>
                </a:lnTo>
                <a:lnTo>
                  <a:pt x="540143" y="507989"/>
                </a:lnTo>
                <a:lnTo>
                  <a:pt x="540378" y="508170"/>
                </a:lnTo>
                <a:lnTo>
                  <a:pt x="540608" y="508357"/>
                </a:lnTo>
                <a:lnTo>
                  <a:pt x="540832" y="508549"/>
                </a:lnTo>
                <a:lnTo>
                  <a:pt x="541049" y="508747"/>
                </a:lnTo>
                <a:lnTo>
                  <a:pt x="541259" y="508952"/>
                </a:lnTo>
                <a:lnTo>
                  <a:pt x="541461" y="509162"/>
                </a:lnTo>
                <a:lnTo>
                  <a:pt x="541656" y="509379"/>
                </a:lnTo>
                <a:lnTo>
                  <a:pt x="541842" y="509602"/>
                </a:lnTo>
                <a:lnTo>
                  <a:pt x="542020" y="509831"/>
                </a:lnTo>
                <a:lnTo>
                  <a:pt x="542188" y="510067"/>
                </a:lnTo>
                <a:lnTo>
                  <a:pt x="542347" y="510310"/>
                </a:lnTo>
                <a:lnTo>
                  <a:pt x="542496" y="510559"/>
                </a:lnTo>
                <a:lnTo>
                  <a:pt x="542634" y="510815"/>
                </a:lnTo>
                <a:lnTo>
                  <a:pt x="542761" y="511078"/>
                </a:lnTo>
                <a:lnTo>
                  <a:pt x="543063" y="511708"/>
                </a:lnTo>
                <a:lnTo>
                  <a:pt x="543324" y="512337"/>
                </a:lnTo>
                <a:lnTo>
                  <a:pt x="543547" y="512964"/>
                </a:lnTo>
                <a:lnTo>
                  <a:pt x="543729" y="513588"/>
                </a:lnTo>
                <a:lnTo>
                  <a:pt x="543872" y="514208"/>
                </a:lnTo>
                <a:lnTo>
                  <a:pt x="543975" y="514824"/>
                </a:lnTo>
                <a:lnTo>
                  <a:pt x="544039" y="515435"/>
                </a:lnTo>
                <a:lnTo>
                  <a:pt x="544063" y="516038"/>
                </a:lnTo>
                <a:lnTo>
                  <a:pt x="544047" y="516634"/>
                </a:lnTo>
                <a:lnTo>
                  <a:pt x="543992" y="517222"/>
                </a:lnTo>
                <a:lnTo>
                  <a:pt x="543897" y="517800"/>
                </a:lnTo>
                <a:lnTo>
                  <a:pt x="543762" y="518368"/>
                </a:lnTo>
                <a:lnTo>
                  <a:pt x="543588" y="518924"/>
                </a:lnTo>
                <a:lnTo>
                  <a:pt x="543374" y="519469"/>
                </a:lnTo>
                <a:lnTo>
                  <a:pt x="543120" y="519999"/>
                </a:lnTo>
                <a:lnTo>
                  <a:pt x="542827" y="520516"/>
                </a:lnTo>
                <a:lnTo>
                  <a:pt x="542493" y="521017"/>
                </a:lnTo>
                <a:lnTo>
                  <a:pt x="542121" y="521503"/>
                </a:lnTo>
                <a:lnTo>
                  <a:pt x="541708" y="521971"/>
                </a:lnTo>
                <a:lnTo>
                  <a:pt x="541256" y="522421"/>
                </a:lnTo>
                <a:lnTo>
                  <a:pt x="540764" y="522852"/>
                </a:lnTo>
                <a:lnTo>
                  <a:pt x="540232" y="523263"/>
                </a:lnTo>
                <a:lnTo>
                  <a:pt x="539660" y="523653"/>
                </a:lnTo>
                <a:lnTo>
                  <a:pt x="539049" y="524021"/>
                </a:lnTo>
                <a:lnTo>
                  <a:pt x="537362" y="524973"/>
                </a:lnTo>
                <a:lnTo>
                  <a:pt x="535024" y="526227"/>
                </a:lnTo>
                <a:lnTo>
                  <a:pt x="532675" y="527358"/>
                </a:lnTo>
                <a:lnTo>
                  <a:pt x="530316" y="528367"/>
                </a:lnTo>
                <a:lnTo>
                  <a:pt x="527947" y="529256"/>
                </a:lnTo>
                <a:lnTo>
                  <a:pt x="525571" y="530026"/>
                </a:lnTo>
                <a:lnTo>
                  <a:pt x="523187" y="530679"/>
                </a:lnTo>
                <a:lnTo>
                  <a:pt x="520797" y="531217"/>
                </a:lnTo>
                <a:lnTo>
                  <a:pt x="518402" y="531641"/>
                </a:lnTo>
                <a:lnTo>
                  <a:pt x="516002" y="531953"/>
                </a:lnTo>
                <a:lnTo>
                  <a:pt x="513600" y="532153"/>
                </a:lnTo>
                <a:lnTo>
                  <a:pt x="511196" y="532245"/>
                </a:lnTo>
                <a:lnTo>
                  <a:pt x="508792" y="532229"/>
                </a:lnTo>
                <a:lnTo>
                  <a:pt x="506387" y="532107"/>
                </a:lnTo>
                <a:lnTo>
                  <a:pt x="503984" y="531880"/>
                </a:lnTo>
                <a:lnTo>
                  <a:pt x="501583" y="531550"/>
                </a:lnTo>
                <a:lnTo>
                  <a:pt x="499185" y="531120"/>
                </a:lnTo>
                <a:lnTo>
                  <a:pt x="496792" y="530589"/>
                </a:lnTo>
                <a:lnTo>
                  <a:pt x="494404" y="529960"/>
                </a:lnTo>
                <a:lnTo>
                  <a:pt x="492022" y="529234"/>
                </a:lnTo>
                <a:lnTo>
                  <a:pt x="489649" y="528413"/>
                </a:lnTo>
                <a:lnTo>
                  <a:pt x="487284" y="527499"/>
                </a:lnTo>
                <a:lnTo>
                  <a:pt x="484928" y="526493"/>
                </a:lnTo>
                <a:lnTo>
                  <a:pt x="482584" y="525397"/>
                </a:lnTo>
                <a:lnTo>
                  <a:pt x="480251" y="524211"/>
                </a:lnTo>
                <a:lnTo>
                  <a:pt x="479151" y="523612"/>
                </a:lnTo>
                <a:lnTo>
                  <a:pt x="478074" y="522990"/>
                </a:lnTo>
                <a:lnTo>
                  <a:pt x="477019" y="522345"/>
                </a:lnTo>
                <a:lnTo>
                  <a:pt x="475986" y="521676"/>
                </a:lnTo>
                <a:lnTo>
                  <a:pt x="474975" y="520985"/>
                </a:lnTo>
                <a:lnTo>
                  <a:pt x="473986" y="520272"/>
                </a:lnTo>
                <a:lnTo>
                  <a:pt x="473018" y="519536"/>
                </a:lnTo>
                <a:lnTo>
                  <a:pt x="472071" y="518779"/>
                </a:lnTo>
                <a:lnTo>
                  <a:pt x="471144" y="517999"/>
                </a:lnTo>
                <a:lnTo>
                  <a:pt x="470238" y="517199"/>
                </a:lnTo>
                <a:lnTo>
                  <a:pt x="469352" y="516377"/>
                </a:lnTo>
                <a:lnTo>
                  <a:pt x="468486" y="515535"/>
                </a:lnTo>
                <a:lnTo>
                  <a:pt x="467640" y="514673"/>
                </a:lnTo>
                <a:lnTo>
                  <a:pt x="466812" y="513790"/>
                </a:lnTo>
                <a:lnTo>
                  <a:pt x="466004" y="512887"/>
                </a:lnTo>
                <a:lnTo>
                  <a:pt x="465214" y="511964"/>
                </a:lnTo>
                <a:lnTo>
                  <a:pt x="464443" y="511022"/>
                </a:lnTo>
                <a:lnTo>
                  <a:pt x="463690" y="510061"/>
                </a:lnTo>
                <a:lnTo>
                  <a:pt x="462955" y="509081"/>
                </a:lnTo>
                <a:lnTo>
                  <a:pt x="462237" y="508083"/>
                </a:lnTo>
                <a:lnTo>
                  <a:pt x="461536" y="507066"/>
                </a:lnTo>
                <a:lnTo>
                  <a:pt x="460853" y="506032"/>
                </a:lnTo>
                <a:lnTo>
                  <a:pt x="460186" y="504979"/>
                </a:lnTo>
                <a:lnTo>
                  <a:pt x="459535" y="503909"/>
                </a:lnTo>
                <a:lnTo>
                  <a:pt x="458237" y="501917"/>
                </a:lnTo>
                <a:lnTo>
                  <a:pt x="456810" y="499377"/>
                </a:lnTo>
                <a:lnTo>
                  <a:pt x="455524" y="496827"/>
                </a:lnTo>
                <a:lnTo>
                  <a:pt x="454379" y="494269"/>
                </a:lnTo>
                <a:lnTo>
                  <a:pt x="453373" y="491704"/>
                </a:lnTo>
                <a:lnTo>
                  <a:pt x="452505" y="489134"/>
                </a:lnTo>
                <a:lnTo>
                  <a:pt x="451775" y="486558"/>
                </a:lnTo>
                <a:lnTo>
                  <a:pt x="451183" y="483980"/>
                </a:lnTo>
                <a:lnTo>
                  <a:pt x="450727" y="481401"/>
                </a:lnTo>
                <a:lnTo>
                  <a:pt x="450407" y="478821"/>
                </a:lnTo>
                <a:lnTo>
                  <a:pt x="450222" y="476242"/>
                </a:lnTo>
                <a:lnTo>
                  <a:pt x="450171" y="473665"/>
                </a:lnTo>
                <a:lnTo>
                  <a:pt x="450253" y="471093"/>
                </a:lnTo>
                <a:lnTo>
                  <a:pt x="450468" y="468525"/>
                </a:lnTo>
                <a:lnTo>
                  <a:pt x="450815" y="465964"/>
                </a:lnTo>
                <a:lnTo>
                  <a:pt x="451293" y="463411"/>
                </a:lnTo>
                <a:lnTo>
                  <a:pt x="451902" y="460867"/>
                </a:lnTo>
                <a:lnTo>
                  <a:pt x="452640" y="458334"/>
                </a:lnTo>
                <a:lnTo>
                  <a:pt x="453508" y="455813"/>
                </a:lnTo>
                <a:lnTo>
                  <a:pt x="454503" y="453305"/>
                </a:lnTo>
                <a:lnTo>
                  <a:pt x="455626" y="450811"/>
                </a:lnTo>
                <a:lnTo>
                  <a:pt x="456876" y="448334"/>
                </a:lnTo>
                <a:lnTo>
                  <a:pt x="458252" y="445874"/>
                </a:lnTo>
                <a:lnTo>
                  <a:pt x="459753" y="443432"/>
                </a:lnTo>
                <a:lnTo>
                  <a:pt x="461378" y="441011"/>
                </a:lnTo>
                <a:lnTo>
                  <a:pt x="461970" y="440186"/>
                </a:lnTo>
                <a:lnTo>
                  <a:pt x="462576" y="439377"/>
                </a:lnTo>
                <a:lnTo>
                  <a:pt x="463197" y="438583"/>
                </a:lnTo>
                <a:lnTo>
                  <a:pt x="463832" y="437805"/>
                </a:lnTo>
                <a:lnTo>
                  <a:pt x="464481" y="437042"/>
                </a:lnTo>
                <a:lnTo>
                  <a:pt x="465144" y="436294"/>
                </a:lnTo>
                <a:lnTo>
                  <a:pt x="465821" y="435560"/>
                </a:lnTo>
                <a:lnTo>
                  <a:pt x="466511" y="434841"/>
                </a:lnTo>
                <a:lnTo>
                  <a:pt x="467215" y="434137"/>
                </a:lnTo>
                <a:lnTo>
                  <a:pt x="467933" y="433447"/>
                </a:lnTo>
                <a:lnTo>
                  <a:pt x="468663" y="432770"/>
                </a:lnTo>
                <a:lnTo>
                  <a:pt x="469406" y="432108"/>
                </a:lnTo>
                <a:lnTo>
                  <a:pt x="470162" y="431460"/>
                </a:lnTo>
                <a:lnTo>
                  <a:pt x="470931" y="430824"/>
                </a:lnTo>
                <a:lnTo>
                  <a:pt x="471711" y="430203"/>
                </a:lnTo>
                <a:lnTo>
                  <a:pt x="472504" y="429594"/>
                </a:lnTo>
                <a:lnTo>
                  <a:pt x="473309" y="428998"/>
                </a:lnTo>
                <a:lnTo>
                  <a:pt x="474126" y="428415"/>
                </a:lnTo>
                <a:lnTo>
                  <a:pt x="474954" y="427845"/>
                </a:lnTo>
                <a:lnTo>
                  <a:pt x="475794" y="427287"/>
                </a:lnTo>
                <a:lnTo>
                  <a:pt x="476645" y="426741"/>
                </a:lnTo>
                <a:lnTo>
                  <a:pt x="477507" y="426207"/>
                </a:lnTo>
                <a:lnTo>
                  <a:pt x="478380" y="425685"/>
                </a:lnTo>
                <a:lnTo>
                  <a:pt x="479264" y="425175"/>
                </a:lnTo>
                <a:lnTo>
                  <a:pt x="481964" y="423653"/>
                </a:lnTo>
                <a:lnTo>
                  <a:pt x="484167" y="422470"/>
                </a:lnTo>
                <a:lnTo>
                  <a:pt x="486383" y="421397"/>
                </a:lnTo>
                <a:lnTo>
                  <a:pt x="488609" y="420431"/>
                </a:lnTo>
                <a:lnTo>
                  <a:pt x="490846" y="419572"/>
                </a:lnTo>
                <a:lnTo>
                  <a:pt x="493092" y="418819"/>
                </a:lnTo>
                <a:lnTo>
                  <a:pt x="495347" y="418170"/>
                </a:lnTo>
                <a:lnTo>
                  <a:pt x="497610" y="417625"/>
                </a:lnTo>
                <a:lnTo>
                  <a:pt x="499879" y="417181"/>
                </a:lnTo>
                <a:lnTo>
                  <a:pt x="502155" y="416840"/>
                </a:lnTo>
                <a:lnTo>
                  <a:pt x="504436" y="416598"/>
                </a:lnTo>
                <a:lnTo>
                  <a:pt x="506721" y="416455"/>
                </a:lnTo>
                <a:lnTo>
                  <a:pt x="509009" y="416411"/>
                </a:lnTo>
                <a:lnTo>
                  <a:pt x="511300" y="416463"/>
                </a:lnTo>
                <a:lnTo>
                  <a:pt x="513592" y="416611"/>
                </a:lnTo>
                <a:lnTo>
                  <a:pt x="515885" y="416854"/>
                </a:lnTo>
                <a:lnTo>
                  <a:pt x="518179" y="417190"/>
                </a:lnTo>
                <a:lnTo>
                  <a:pt x="520471" y="417619"/>
                </a:lnTo>
                <a:lnTo>
                  <a:pt x="522761" y="418139"/>
                </a:lnTo>
                <a:lnTo>
                  <a:pt x="525048" y="418750"/>
                </a:lnTo>
                <a:lnTo>
                  <a:pt x="527332" y="419450"/>
                </a:lnTo>
                <a:lnTo>
                  <a:pt x="529612" y="420238"/>
                </a:lnTo>
                <a:lnTo>
                  <a:pt x="531886" y="421113"/>
                </a:lnTo>
                <a:lnTo>
                  <a:pt x="534153" y="422074"/>
                </a:lnTo>
                <a:lnTo>
                  <a:pt x="536414" y="423120"/>
                </a:lnTo>
                <a:lnTo>
                  <a:pt x="537617" y="423718"/>
                </a:lnTo>
                <a:lnTo>
                  <a:pt x="538800" y="424341"/>
                </a:lnTo>
                <a:lnTo>
                  <a:pt x="539963" y="424987"/>
                </a:lnTo>
                <a:lnTo>
                  <a:pt x="541107" y="425657"/>
                </a:lnTo>
                <a:lnTo>
                  <a:pt x="542230" y="426351"/>
                </a:lnTo>
                <a:lnTo>
                  <a:pt x="543333" y="427068"/>
                </a:lnTo>
                <a:lnTo>
                  <a:pt x="544415" y="427808"/>
                </a:lnTo>
                <a:lnTo>
                  <a:pt x="545477" y="428572"/>
                </a:lnTo>
                <a:lnTo>
                  <a:pt x="546517" y="429360"/>
                </a:lnTo>
                <a:lnTo>
                  <a:pt x="547536" y="430171"/>
                </a:lnTo>
                <a:lnTo>
                  <a:pt x="548533" y="431005"/>
                </a:lnTo>
                <a:lnTo>
                  <a:pt x="549507" y="431862"/>
                </a:lnTo>
                <a:lnTo>
                  <a:pt x="550460" y="432743"/>
                </a:lnTo>
                <a:lnTo>
                  <a:pt x="551390" y="433647"/>
                </a:lnTo>
                <a:lnTo>
                  <a:pt x="552297" y="434574"/>
                </a:lnTo>
                <a:lnTo>
                  <a:pt x="553181" y="435525"/>
                </a:lnTo>
                <a:lnTo>
                  <a:pt x="554042" y="436498"/>
                </a:lnTo>
                <a:lnTo>
                  <a:pt x="554879" y="437495"/>
                </a:lnTo>
                <a:lnTo>
                  <a:pt x="555692" y="438514"/>
                </a:lnTo>
                <a:lnTo>
                  <a:pt x="556480" y="439556"/>
                </a:lnTo>
                <a:lnTo>
                  <a:pt x="557245" y="440622"/>
                </a:lnTo>
                <a:lnTo>
                  <a:pt x="557984" y="441710"/>
                </a:lnTo>
                <a:lnTo>
                  <a:pt x="558699" y="442821"/>
                </a:lnTo>
                <a:lnTo>
                  <a:pt x="559388" y="443955"/>
                </a:lnTo>
                <a:lnTo>
                  <a:pt x="560362" y="445604"/>
                </a:lnTo>
                <a:lnTo>
                  <a:pt x="560806" y="446432"/>
                </a:lnTo>
                <a:lnTo>
                  <a:pt x="561159" y="447251"/>
                </a:lnTo>
                <a:lnTo>
                  <a:pt x="561425" y="448061"/>
                </a:lnTo>
                <a:lnTo>
                  <a:pt x="561607" y="448860"/>
                </a:lnTo>
                <a:lnTo>
                  <a:pt x="561710" y="449648"/>
                </a:lnTo>
                <a:lnTo>
                  <a:pt x="561738" y="450426"/>
                </a:lnTo>
                <a:lnTo>
                  <a:pt x="561694" y="451192"/>
                </a:lnTo>
                <a:lnTo>
                  <a:pt x="561583" y="451946"/>
                </a:lnTo>
                <a:lnTo>
                  <a:pt x="561409" y="452688"/>
                </a:lnTo>
                <a:lnTo>
                  <a:pt x="561175" y="453417"/>
                </a:lnTo>
                <a:lnTo>
                  <a:pt x="560887" y="454133"/>
                </a:lnTo>
                <a:lnTo>
                  <a:pt x="560547" y="454835"/>
                </a:lnTo>
                <a:lnTo>
                  <a:pt x="560160" y="455524"/>
                </a:lnTo>
                <a:lnTo>
                  <a:pt x="559729" y="456198"/>
                </a:lnTo>
                <a:lnTo>
                  <a:pt x="559260" y="456857"/>
                </a:lnTo>
                <a:lnTo>
                  <a:pt x="558755" y="457501"/>
                </a:lnTo>
                <a:lnTo>
                  <a:pt x="558219" y="458129"/>
                </a:lnTo>
                <a:lnTo>
                  <a:pt x="557657" y="458741"/>
                </a:lnTo>
                <a:lnTo>
                  <a:pt x="557071" y="459336"/>
                </a:lnTo>
                <a:lnTo>
                  <a:pt x="556466" y="459914"/>
                </a:lnTo>
                <a:lnTo>
                  <a:pt x="555846" y="460475"/>
                </a:lnTo>
                <a:lnTo>
                  <a:pt x="555215" y="461018"/>
                </a:lnTo>
                <a:lnTo>
                  <a:pt x="554578" y="461543"/>
                </a:lnTo>
                <a:close/>
                <a:moveTo>
                  <a:pt x="479711" y="498341"/>
                </a:moveTo>
                <a:lnTo>
                  <a:pt x="479883" y="498543"/>
                </a:lnTo>
                <a:lnTo>
                  <a:pt x="480056" y="498745"/>
                </a:lnTo>
                <a:lnTo>
                  <a:pt x="480056" y="498770"/>
                </a:lnTo>
                <a:lnTo>
                  <a:pt x="539179" y="449055"/>
                </a:lnTo>
                <a:lnTo>
                  <a:pt x="538670" y="448453"/>
                </a:lnTo>
                <a:lnTo>
                  <a:pt x="538136" y="447865"/>
                </a:lnTo>
                <a:lnTo>
                  <a:pt x="537577" y="447292"/>
                </a:lnTo>
                <a:lnTo>
                  <a:pt x="536995" y="446732"/>
                </a:lnTo>
                <a:lnTo>
                  <a:pt x="536391" y="446186"/>
                </a:lnTo>
                <a:lnTo>
                  <a:pt x="535768" y="445655"/>
                </a:lnTo>
                <a:lnTo>
                  <a:pt x="535127" y="445138"/>
                </a:lnTo>
                <a:lnTo>
                  <a:pt x="534469" y="444635"/>
                </a:lnTo>
                <a:lnTo>
                  <a:pt x="533796" y="444146"/>
                </a:lnTo>
                <a:lnTo>
                  <a:pt x="533109" y="443672"/>
                </a:lnTo>
                <a:lnTo>
                  <a:pt x="532411" y="443212"/>
                </a:lnTo>
                <a:lnTo>
                  <a:pt x="531703" y="442767"/>
                </a:lnTo>
                <a:lnTo>
                  <a:pt x="530985" y="442336"/>
                </a:lnTo>
                <a:lnTo>
                  <a:pt x="530261" y="441919"/>
                </a:lnTo>
                <a:lnTo>
                  <a:pt x="529532" y="441517"/>
                </a:lnTo>
                <a:lnTo>
                  <a:pt x="528798" y="441130"/>
                </a:lnTo>
                <a:lnTo>
                  <a:pt x="528062" y="440758"/>
                </a:lnTo>
                <a:lnTo>
                  <a:pt x="527326" y="440400"/>
                </a:lnTo>
                <a:lnTo>
                  <a:pt x="526590" y="440056"/>
                </a:lnTo>
                <a:lnTo>
                  <a:pt x="525857" y="439728"/>
                </a:lnTo>
                <a:lnTo>
                  <a:pt x="525127" y="439414"/>
                </a:lnTo>
                <a:lnTo>
                  <a:pt x="524404" y="439115"/>
                </a:lnTo>
                <a:lnTo>
                  <a:pt x="523688" y="438831"/>
                </a:lnTo>
                <a:lnTo>
                  <a:pt x="522980" y="438562"/>
                </a:lnTo>
                <a:lnTo>
                  <a:pt x="521563" y="438063"/>
                </a:lnTo>
                <a:lnTo>
                  <a:pt x="520148" y="437623"/>
                </a:lnTo>
                <a:lnTo>
                  <a:pt x="518735" y="437240"/>
                </a:lnTo>
                <a:lnTo>
                  <a:pt x="517324" y="436915"/>
                </a:lnTo>
                <a:lnTo>
                  <a:pt x="515916" y="436647"/>
                </a:lnTo>
                <a:lnTo>
                  <a:pt x="514511" y="436435"/>
                </a:lnTo>
                <a:lnTo>
                  <a:pt x="513109" y="436278"/>
                </a:lnTo>
                <a:lnTo>
                  <a:pt x="511711" y="436177"/>
                </a:lnTo>
                <a:lnTo>
                  <a:pt x="510317" y="436131"/>
                </a:lnTo>
                <a:lnTo>
                  <a:pt x="508927" y="436139"/>
                </a:lnTo>
                <a:lnTo>
                  <a:pt x="507541" y="436200"/>
                </a:lnTo>
                <a:lnTo>
                  <a:pt x="506160" y="436314"/>
                </a:lnTo>
                <a:lnTo>
                  <a:pt x="504784" y="436481"/>
                </a:lnTo>
                <a:lnTo>
                  <a:pt x="503413" y="436700"/>
                </a:lnTo>
                <a:lnTo>
                  <a:pt x="502047" y="436971"/>
                </a:lnTo>
                <a:lnTo>
                  <a:pt x="500688" y="437292"/>
                </a:lnTo>
                <a:lnTo>
                  <a:pt x="499334" y="437664"/>
                </a:lnTo>
                <a:lnTo>
                  <a:pt x="497987" y="438085"/>
                </a:lnTo>
                <a:lnTo>
                  <a:pt x="496646" y="438556"/>
                </a:lnTo>
                <a:lnTo>
                  <a:pt x="495312" y="439076"/>
                </a:lnTo>
                <a:lnTo>
                  <a:pt x="493985" y="439644"/>
                </a:lnTo>
                <a:lnTo>
                  <a:pt x="492666" y="440260"/>
                </a:lnTo>
                <a:lnTo>
                  <a:pt x="491354" y="440923"/>
                </a:lnTo>
                <a:lnTo>
                  <a:pt x="490050" y="441633"/>
                </a:lnTo>
                <a:lnTo>
                  <a:pt x="488388" y="442617"/>
                </a:lnTo>
                <a:lnTo>
                  <a:pt x="486806" y="443649"/>
                </a:lnTo>
                <a:lnTo>
                  <a:pt x="485304" y="444726"/>
                </a:lnTo>
                <a:lnTo>
                  <a:pt x="483882" y="445849"/>
                </a:lnTo>
                <a:lnTo>
                  <a:pt x="482539" y="447016"/>
                </a:lnTo>
                <a:lnTo>
                  <a:pt x="481275" y="448227"/>
                </a:lnTo>
                <a:lnTo>
                  <a:pt x="480088" y="449482"/>
                </a:lnTo>
                <a:lnTo>
                  <a:pt x="478978" y="450779"/>
                </a:lnTo>
                <a:lnTo>
                  <a:pt x="477944" y="452118"/>
                </a:lnTo>
                <a:lnTo>
                  <a:pt x="476986" y="453498"/>
                </a:lnTo>
                <a:lnTo>
                  <a:pt x="476103" y="454919"/>
                </a:lnTo>
                <a:lnTo>
                  <a:pt x="475294" y="456380"/>
                </a:lnTo>
                <a:lnTo>
                  <a:pt x="474559" y="457880"/>
                </a:lnTo>
                <a:lnTo>
                  <a:pt x="473897" y="459419"/>
                </a:lnTo>
                <a:lnTo>
                  <a:pt x="473307" y="460996"/>
                </a:lnTo>
                <a:lnTo>
                  <a:pt x="472788" y="462609"/>
                </a:lnTo>
                <a:lnTo>
                  <a:pt x="472341" y="464260"/>
                </a:lnTo>
                <a:lnTo>
                  <a:pt x="471964" y="465946"/>
                </a:lnTo>
                <a:lnTo>
                  <a:pt x="471656" y="467668"/>
                </a:lnTo>
                <a:lnTo>
                  <a:pt x="471418" y="469424"/>
                </a:lnTo>
                <a:lnTo>
                  <a:pt x="471247" y="471214"/>
                </a:lnTo>
                <a:lnTo>
                  <a:pt x="471144" y="473037"/>
                </a:lnTo>
                <a:lnTo>
                  <a:pt x="471109" y="474893"/>
                </a:lnTo>
                <a:lnTo>
                  <a:pt x="471139" y="476780"/>
                </a:lnTo>
                <a:lnTo>
                  <a:pt x="471165" y="477538"/>
                </a:lnTo>
                <a:lnTo>
                  <a:pt x="471208" y="478290"/>
                </a:lnTo>
                <a:lnTo>
                  <a:pt x="471266" y="479038"/>
                </a:lnTo>
                <a:lnTo>
                  <a:pt x="471341" y="479781"/>
                </a:lnTo>
                <a:lnTo>
                  <a:pt x="471432" y="480520"/>
                </a:lnTo>
                <a:lnTo>
                  <a:pt x="471540" y="481254"/>
                </a:lnTo>
                <a:lnTo>
                  <a:pt x="471663" y="481983"/>
                </a:lnTo>
                <a:lnTo>
                  <a:pt x="471803" y="482707"/>
                </a:lnTo>
                <a:lnTo>
                  <a:pt x="471960" y="483427"/>
                </a:lnTo>
                <a:lnTo>
                  <a:pt x="472132" y="484142"/>
                </a:lnTo>
                <a:lnTo>
                  <a:pt x="472321" y="484852"/>
                </a:lnTo>
                <a:lnTo>
                  <a:pt x="472526" y="485557"/>
                </a:lnTo>
                <a:lnTo>
                  <a:pt x="472747" y="486258"/>
                </a:lnTo>
                <a:lnTo>
                  <a:pt x="472984" y="486954"/>
                </a:lnTo>
                <a:lnTo>
                  <a:pt x="473238" y="487646"/>
                </a:lnTo>
                <a:lnTo>
                  <a:pt x="473508" y="488332"/>
                </a:lnTo>
                <a:lnTo>
                  <a:pt x="473794" y="489014"/>
                </a:lnTo>
                <a:lnTo>
                  <a:pt x="474097" y="489692"/>
                </a:lnTo>
                <a:lnTo>
                  <a:pt x="474416" y="490364"/>
                </a:lnTo>
                <a:lnTo>
                  <a:pt x="474751" y="491032"/>
                </a:lnTo>
                <a:lnTo>
                  <a:pt x="475102" y="491695"/>
                </a:lnTo>
                <a:lnTo>
                  <a:pt x="475469" y="492354"/>
                </a:lnTo>
                <a:lnTo>
                  <a:pt x="475853" y="493008"/>
                </a:lnTo>
                <a:lnTo>
                  <a:pt x="476253" y="493657"/>
                </a:lnTo>
                <a:lnTo>
                  <a:pt x="476397" y="493879"/>
                </a:lnTo>
                <a:lnTo>
                  <a:pt x="476542" y="494101"/>
                </a:lnTo>
                <a:lnTo>
                  <a:pt x="476688" y="494322"/>
                </a:lnTo>
                <a:lnTo>
                  <a:pt x="476835" y="494541"/>
                </a:lnTo>
                <a:lnTo>
                  <a:pt x="476984" y="494760"/>
                </a:lnTo>
                <a:lnTo>
                  <a:pt x="477134" y="494978"/>
                </a:lnTo>
                <a:lnTo>
                  <a:pt x="477286" y="495195"/>
                </a:lnTo>
                <a:lnTo>
                  <a:pt x="477438" y="495412"/>
                </a:lnTo>
                <a:lnTo>
                  <a:pt x="477592" y="495627"/>
                </a:lnTo>
                <a:lnTo>
                  <a:pt x="477747" y="495841"/>
                </a:lnTo>
                <a:lnTo>
                  <a:pt x="477904" y="496054"/>
                </a:lnTo>
                <a:lnTo>
                  <a:pt x="478062" y="496267"/>
                </a:lnTo>
                <a:lnTo>
                  <a:pt x="478221" y="496479"/>
                </a:lnTo>
                <a:lnTo>
                  <a:pt x="478381" y="496689"/>
                </a:lnTo>
                <a:lnTo>
                  <a:pt x="478543" y="496899"/>
                </a:lnTo>
                <a:lnTo>
                  <a:pt x="478706" y="497108"/>
                </a:lnTo>
                <a:lnTo>
                  <a:pt x="478870" y="497315"/>
                </a:lnTo>
                <a:lnTo>
                  <a:pt x="479036" y="497522"/>
                </a:lnTo>
                <a:lnTo>
                  <a:pt x="479203" y="497728"/>
                </a:lnTo>
                <a:lnTo>
                  <a:pt x="479371" y="497934"/>
                </a:lnTo>
                <a:lnTo>
                  <a:pt x="479540" y="498138"/>
                </a:lnTo>
                <a:lnTo>
                  <a:pt x="479711" y="498341"/>
                </a:lnTo>
                <a:close/>
                <a:moveTo>
                  <a:pt x="633816" y="418158"/>
                </a:moveTo>
                <a:lnTo>
                  <a:pt x="635250" y="418109"/>
                </a:lnTo>
                <a:lnTo>
                  <a:pt x="636696" y="418095"/>
                </a:lnTo>
                <a:lnTo>
                  <a:pt x="636722" y="418095"/>
                </a:lnTo>
                <a:lnTo>
                  <a:pt x="638669" y="418095"/>
                </a:lnTo>
                <a:lnTo>
                  <a:pt x="639396" y="418115"/>
                </a:lnTo>
                <a:lnTo>
                  <a:pt x="640103" y="418175"/>
                </a:lnTo>
                <a:lnTo>
                  <a:pt x="640787" y="418273"/>
                </a:lnTo>
                <a:lnTo>
                  <a:pt x="641448" y="418409"/>
                </a:lnTo>
                <a:lnTo>
                  <a:pt x="642085" y="418582"/>
                </a:lnTo>
                <a:lnTo>
                  <a:pt x="642697" y="418791"/>
                </a:lnTo>
                <a:lnTo>
                  <a:pt x="643284" y="419035"/>
                </a:lnTo>
                <a:lnTo>
                  <a:pt x="643844" y="419314"/>
                </a:lnTo>
                <a:lnTo>
                  <a:pt x="644377" y="419626"/>
                </a:lnTo>
                <a:lnTo>
                  <a:pt x="644882" y="419970"/>
                </a:lnTo>
                <a:lnTo>
                  <a:pt x="645357" y="420346"/>
                </a:lnTo>
                <a:lnTo>
                  <a:pt x="645803" y="420753"/>
                </a:lnTo>
                <a:lnTo>
                  <a:pt x="646217" y="421190"/>
                </a:lnTo>
                <a:lnTo>
                  <a:pt x="646601" y="421656"/>
                </a:lnTo>
                <a:lnTo>
                  <a:pt x="646951" y="422149"/>
                </a:lnTo>
                <a:lnTo>
                  <a:pt x="647269" y="422670"/>
                </a:lnTo>
                <a:lnTo>
                  <a:pt x="647552" y="423218"/>
                </a:lnTo>
                <a:lnTo>
                  <a:pt x="647800" y="423791"/>
                </a:lnTo>
                <a:lnTo>
                  <a:pt x="648013" y="424388"/>
                </a:lnTo>
                <a:lnTo>
                  <a:pt x="648189" y="425009"/>
                </a:lnTo>
                <a:lnTo>
                  <a:pt x="648327" y="425653"/>
                </a:lnTo>
                <a:lnTo>
                  <a:pt x="648426" y="426319"/>
                </a:lnTo>
                <a:lnTo>
                  <a:pt x="648487" y="427006"/>
                </a:lnTo>
                <a:lnTo>
                  <a:pt x="648507" y="427713"/>
                </a:lnTo>
                <a:lnTo>
                  <a:pt x="648467" y="428677"/>
                </a:lnTo>
                <a:lnTo>
                  <a:pt x="648350" y="429581"/>
                </a:lnTo>
                <a:lnTo>
                  <a:pt x="648159" y="430427"/>
                </a:lnTo>
                <a:lnTo>
                  <a:pt x="647899" y="431216"/>
                </a:lnTo>
                <a:lnTo>
                  <a:pt x="647573" y="431951"/>
                </a:lnTo>
                <a:lnTo>
                  <a:pt x="647185" y="432632"/>
                </a:lnTo>
                <a:lnTo>
                  <a:pt x="646739" y="433261"/>
                </a:lnTo>
                <a:lnTo>
                  <a:pt x="646238" y="433841"/>
                </a:lnTo>
                <a:lnTo>
                  <a:pt x="645687" y="434373"/>
                </a:lnTo>
                <a:lnTo>
                  <a:pt x="645090" y="434858"/>
                </a:lnTo>
                <a:lnTo>
                  <a:pt x="644449" y="435299"/>
                </a:lnTo>
                <a:lnTo>
                  <a:pt x="643770" y="435696"/>
                </a:lnTo>
                <a:lnTo>
                  <a:pt x="643055" y="436052"/>
                </a:lnTo>
                <a:lnTo>
                  <a:pt x="642309" y="436368"/>
                </a:lnTo>
                <a:lnTo>
                  <a:pt x="641536" y="436646"/>
                </a:lnTo>
                <a:lnTo>
                  <a:pt x="640739" y="436887"/>
                </a:lnTo>
                <a:lnTo>
                  <a:pt x="639922" y="437094"/>
                </a:lnTo>
                <a:lnTo>
                  <a:pt x="639089" y="437268"/>
                </a:lnTo>
                <a:lnTo>
                  <a:pt x="638244" y="437411"/>
                </a:lnTo>
                <a:lnTo>
                  <a:pt x="637390" y="437524"/>
                </a:lnTo>
                <a:lnTo>
                  <a:pt x="636532" y="437608"/>
                </a:lnTo>
                <a:lnTo>
                  <a:pt x="635674" y="437667"/>
                </a:lnTo>
                <a:lnTo>
                  <a:pt x="634818" y="437701"/>
                </a:lnTo>
                <a:lnTo>
                  <a:pt x="633970" y="437712"/>
                </a:lnTo>
                <a:lnTo>
                  <a:pt x="632869" y="437739"/>
                </a:lnTo>
                <a:lnTo>
                  <a:pt x="631773" y="437818"/>
                </a:lnTo>
                <a:lnTo>
                  <a:pt x="630682" y="437948"/>
                </a:lnTo>
                <a:lnTo>
                  <a:pt x="629598" y="438126"/>
                </a:lnTo>
                <a:lnTo>
                  <a:pt x="628522" y="438351"/>
                </a:lnTo>
                <a:lnTo>
                  <a:pt x="627454" y="438620"/>
                </a:lnTo>
                <a:lnTo>
                  <a:pt x="626395" y="438932"/>
                </a:lnTo>
                <a:lnTo>
                  <a:pt x="625346" y="439284"/>
                </a:lnTo>
                <a:lnTo>
                  <a:pt x="624307" y="439675"/>
                </a:lnTo>
                <a:lnTo>
                  <a:pt x="623281" y="440102"/>
                </a:lnTo>
                <a:lnTo>
                  <a:pt x="622267" y="440564"/>
                </a:lnTo>
                <a:lnTo>
                  <a:pt x="621266" y="441058"/>
                </a:lnTo>
                <a:lnTo>
                  <a:pt x="620280" y="441583"/>
                </a:lnTo>
                <a:lnTo>
                  <a:pt x="619308" y="442137"/>
                </a:lnTo>
                <a:lnTo>
                  <a:pt x="618352" y="442717"/>
                </a:lnTo>
                <a:lnTo>
                  <a:pt x="617414" y="443321"/>
                </a:lnTo>
                <a:lnTo>
                  <a:pt x="616492" y="443948"/>
                </a:lnTo>
                <a:lnTo>
                  <a:pt x="615589" y="444596"/>
                </a:lnTo>
                <a:lnTo>
                  <a:pt x="614706" y="445262"/>
                </a:lnTo>
                <a:lnTo>
                  <a:pt x="613842" y="445945"/>
                </a:lnTo>
                <a:lnTo>
                  <a:pt x="613000" y="446642"/>
                </a:lnTo>
                <a:lnTo>
                  <a:pt x="612179" y="447352"/>
                </a:lnTo>
                <a:lnTo>
                  <a:pt x="611381" y="448073"/>
                </a:lnTo>
                <a:lnTo>
                  <a:pt x="610606" y="448802"/>
                </a:lnTo>
                <a:lnTo>
                  <a:pt x="609680" y="449727"/>
                </a:lnTo>
                <a:lnTo>
                  <a:pt x="608797" y="450674"/>
                </a:lnTo>
                <a:lnTo>
                  <a:pt x="607958" y="451641"/>
                </a:lnTo>
                <a:lnTo>
                  <a:pt x="607162" y="452628"/>
                </a:lnTo>
                <a:lnTo>
                  <a:pt x="606410" y="453634"/>
                </a:lnTo>
                <a:lnTo>
                  <a:pt x="605700" y="454659"/>
                </a:lnTo>
                <a:lnTo>
                  <a:pt x="605031" y="455702"/>
                </a:lnTo>
                <a:lnTo>
                  <a:pt x="604405" y="456763"/>
                </a:lnTo>
                <a:lnTo>
                  <a:pt x="603820" y="457842"/>
                </a:lnTo>
                <a:lnTo>
                  <a:pt x="603275" y="458938"/>
                </a:lnTo>
                <a:lnTo>
                  <a:pt x="602772" y="460050"/>
                </a:lnTo>
                <a:lnTo>
                  <a:pt x="602308" y="461178"/>
                </a:lnTo>
                <a:lnTo>
                  <a:pt x="601883" y="462322"/>
                </a:lnTo>
                <a:lnTo>
                  <a:pt x="601498" y="463481"/>
                </a:lnTo>
                <a:lnTo>
                  <a:pt x="601151" y="464654"/>
                </a:lnTo>
                <a:lnTo>
                  <a:pt x="600843" y="465841"/>
                </a:lnTo>
                <a:lnTo>
                  <a:pt x="600572" y="467042"/>
                </a:lnTo>
                <a:lnTo>
                  <a:pt x="600339" y="468257"/>
                </a:lnTo>
                <a:lnTo>
                  <a:pt x="600143" y="469483"/>
                </a:lnTo>
                <a:lnTo>
                  <a:pt x="599984" y="470722"/>
                </a:lnTo>
                <a:lnTo>
                  <a:pt x="599861" y="471973"/>
                </a:lnTo>
                <a:lnTo>
                  <a:pt x="599773" y="473235"/>
                </a:lnTo>
                <a:lnTo>
                  <a:pt x="599721" y="474508"/>
                </a:lnTo>
                <a:lnTo>
                  <a:pt x="599703" y="475791"/>
                </a:lnTo>
                <a:lnTo>
                  <a:pt x="599703" y="522359"/>
                </a:lnTo>
                <a:lnTo>
                  <a:pt x="599686" y="523019"/>
                </a:lnTo>
                <a:lnTo>
                  <a:pt x="599633" y="523667"/>
                </a:lnTo>
                <a:lnTo>
                  <a:pt x="599546" y="524302"/>
                </a:lnTo>
                <a:lnTo>
                  <a:pt x="599425" y="524921"/>
                </a:lnTo>
                <a:lnTo>
                  <a:pt x="599271" y="525524"/>
                </a:lnTo>
                <a:lnTo>
                  <a:pt x="599084" y="526110"/>
                </a:lnTo>
                <a:lnTo>
                  <a:pt x="598864" y="526675"/>
                </a:lnTo>
                <a:lnTo>
                  <a:pt x="598612" y="527221"/>
                </a:lnTo>
                <a:lnTo>
                  <a:pt x="598329" y="527744"/>
                </a:lnTo>
                <a:lnTo>
                  <a:pt x="598015" y="528243"/>
                </a:lnTo>
                <a:lnTo>
                  <a:pt x="597670" y="528718"/>
                </a:lnTo>
                <a:lnTo>
                  <a:pt x="597296" y="529166"/>
                </a:lnTo>
                <a:lnTo>
                  <a:pt x="596892" y="529587"/>
                </a:lnTo>
                <a:lnTo>
                  <a:pt x="596459" y="529978"/>
                </a:lnTo>
                <a:lnTo>
                  <a:pt x="595997" y="530339"/>
                </a:lnTo>
                <a:lnTo>
                  <a:pt x="595508" y="530667"/>
                </a:lnTo>
                <a:lnTo>
                  <a:pt x="594991" y="530963"/>
                </a:lnTo>
                <a:lnTo>
                  <a:pt x="594447" y="531223"/>
                </a:lnTo>
                <a:lnTo>
                  <a:pt x="593876" y="531448"/>
                </a:lnTo>
                <a:lnTo>
                  <a:pt x="593280" y="531634"/>
                </a:lnTo>
                <a:lnTo>
                  <a:pt x="592658" y="531782"/>
                </a:lnTo>
                <a:lnTo>
                  <a:pt x="592011" y="531889"/>
                </a:lnTo>
                <a:lnTo>
                  <a:pt x="591339" y="531954"/>
                </a:lnTo>
                <a:lnTo>
                  <a:pt x="590644" y="531977"/>
                </a:lnTo>
                <a:lnTo>
                  <a:pt x="589086" y="531977"/>
                </a:lnTo>
                <a:lnTo>
                  <a:pt x="588390" y="531954"/>
                </a:lnTo>
                <a:lnTo>
                  <a:pt x="587719" y="531889"/>
                </a:lnTo>
                <a:lnTo>
                  <a:pt x="587072" y="531782"/>
                </a:lnTo>
                <a:lnTo>
                  <a:pt x="586450" y="531634"/>
                </a:lnTo>
                <a:lnTo>
                  <a:pt x="585853" y="531448"/>
                </a:lnTo>
                <a:lnTo>
                  <a:pt x="585283" y="531223"/>
                </a:lnTo>
                <a:lnTo>
                  <a:pt x="584739" y="530963"/>
                </a:lnTo>
                <a:lnTo>
                  <a:pt x="584222" y="530667"/>
                </a:lnTo>
                <a:lnTo>
                  <a:pt x="583732" y="530339"/>
                </a:lnTo>
                <a:lnTo>
                  <a:pt x="583271" y="529978"/>
                </a:lnTo>
                <a:lnTo>
                  <a:pt x="582838" y="529587"/>
                </a:lnTo>
                <a:lnTo>
                  <a:pt x="582434" y="529166"/>
                </a:lnTo>
                <a:lnTo>
                  <a:pt x="582059" y="528718"/>
                </a:lnTo>
                <a:lnTo>
                  <a:pt x="581715" y="528243"/>
                </a:lnTo>
                <a:lnTo>
                  <a:pt x="581401" y="527744"/>
                </a:lnTo>
                <a:lnTo>
                  <a:pt x="581117" y="527221"/>
                </a:lnTo>
                <a:lnTo>
                  <a:pt x="580866" y="526675"/>
                </a:lnTo>
                <a:lnTo>
                  <a:pt x="580646" y="526110"/>
                </a:lnTo>
                <a:lnTo>
                  <a:pt x="580459" y="525524"/>
                </a:lnTo>
                <a:lnTo>
                  <a:pt x="580304" y="524921"/>
                </a:lnTo>
                <a:lnTo>
                  <a:pt x="580183" y="524302"/>
                </a:lnTo>
                <a:lnTo>
                  <a:pt x="580096" y="523667"/>
                </a:lnTo>
                <a:lnTo>
                  <a:pt x="580044" y="523019"/>
                </a:lnTo>
                <a:lnTo>
                  <a:pt x="580026" y="522359"/>
                </a:lnTo>
                <a:lnTo>
                  <a:pt x="580026" y="473126"/>
                </a:lnTo>
                <a:lnTo>
                  <a:pt x="580075" y="470766"/>
                </a:lnTo>
                <a:lnTo>
                  <a:pt x="580220" y="468446"/>
                </a:lnTo>
                <a:lnTo>
                  <a:pt x="580461" y="466166"/>
                </a:lnTo>
                <a:lnTo>
                  <a:pt x="580796" y="463925"/>
                </a:lnTo>
                <a:lnTo>
                  <a:pt x="581223" y="461724"/>
                </a:lnTo>
                <a:lnTo>
                  <a:pt x="581742" y="459564"/>
                </a:lnTo>
                <a:lnTo>
                  <a:pt x="582350" y="457445"/>
                </a:lnTo>
                <a:lnTo>
                  <a:pt x="583047" y="455367"/>
                </a:lnTo>
                <a:lnTo>
                  <a:pt x="583831" y="453331"/>
                </a:lnTo>
                <a:lnTo>
                  <a:pt x="584701" y="451337"/>
                </a:lnTo>
                <a:lnTo>
                  <a:pt x="585655" y="449384"/>
                </a:lnTo>
                <a:lnTo>
                  <a:pt x="586693" y="447474"/>
                </a:lnTo>
                <a:lnTo>
                  <a:pt x="587812" y="445607"/>
                </a:lnTo>
                <a:lnTo>
                  <a:pt x="589012" y="443783"/>
                </a:lnTo>
                <a:lnTo>
                  <a:pt x="590290" y="442002"/>
                </a:lnTo>
                <a:lnTo>
                  <a:pt x="591646" y="440265"/>
                </a:lnTo>
                <a:lnTo>
                  <a:pt x="593079" y="438572"/>
                </a:lnTo>
                <a:lnTo>
                  <a:pt x="594586" y="436923"/>
                </a:lnTo>
                <a:lnTo>
                  <a:pt x="596167" y="435319"/>
                </a:lnTo>
                <a:lnTo>
                  <a:pt x="597821" y="433760"/>
                </a:lnTo>
                <a:lnTo>
                  <a:pt x="599545" y="432246"/>
                </a:lnTo>
                <a:lnTo>
                  <a:pt x="601339" y="430778"/>
                </a:lnTo>
                <a:lnTo>
                  <a:pt x="603200" y="429356"/>
                </a:lnTo>
                <a:lnTo>
                  <a:pt x="605129" y="427979"/>
                </a:lnTo>
                <a:lnTo>
                  <a:pt x="606314" y="427170"/>
                </a:lnTo>
                <a:lnTo>
                  <a:pt x="607510" y="426395"/>
                </a:lnTo>
                <a:lnTo>
                  <a:pt x="608718" y="425655"/>
                </a:lnTo>
                <a:lnTo>
                  <a:pt x="609937" y="424950"/>
                </a:lnTo>
                <a:lnTo>
                  <a:pt x="611168" y="424279"/>
                </a:lnTo>
                <a:lnTo>
                  <a:pt x="612409" y="423642"/>
                </a:lnTo>
                <a:lnTo>
                  <a:pt x="613662" y="423040"/>
                </a:lnTo>
                <a:lnTo>
                  <a:pt x="614927" y="422473"/>
                </a:lnTo>
                <a:lnTo>
                  <a:pt x="616202" y="421940"/>
                </a:lnTo>
                <a:lnTo>
                  <a:pt x="617489" y="421442"/>
                </a:lnTo>
                <a:lnTo>
                  <a:pt x="618787" y="420978"/>
                </a:lnTo>
                <a:lnTo>
                  <a:pt x="620097" y="420549"/>
                </a:lnTo>
                <a:lnTo>
                  <a:pt x="621418" y="420155"/>
                </a:lnTo>
                <a:lnTo>
                  <a:pt x="622750" y="419795"/>
                </a:lnTo>
                <a:lnTo>
                  <a:pt x="624094" y="419469"/>
                </a:lnTo>
                <a:lnTo>
                  <a:pt x="625449" y="419178"/>
                </a:lnTo>
                <a:lnTo>
                  <a:pt x="626815" y="418922"/>
                </a:lnTo>
                <a:lnTo>
                  <a:pt x="628193" y="418700"/>
                </a:lnTo>
                <a:lnTo>
                  <a:pt x="629581" y="418513"/>
                </a:lnTo>
                <a:lnTo>
                  <a:pt x="630982" y="418360"/>
                </a:lnTo>
                <a:lnTo>
                  <a:pt x="632393" y="418242"/>
                </a:lnTo>
                <a:lnTo>
                  <a:pt x="633816" y="418158"/>
                </a:lnTo>
                <a:close/>
                <a:moveTo>
                  <a:pt x="391543" y="390825"/>
                </a:moveTo>
                <a:lnTo>
                  <a:pt x="391560" y="391487"/>
                </a:lnTo>
                <a:lnTo>
                  <a:pt x="391560" y="451162"/>
                </a:lnTo>
                <a:lnTo>
                  <a:pt x="391573" y="451137"/>
                </a:lnTo>
                <a:lnTo>
                  <a:pt x="414638" y="428842"/>
                </a:lnTo>
                <a:lnTo>
                  <a:pt x="414940" y="428552"/>
                </a:lnTo>
                <a:lnTo>
                  <a:pt x="415299" y="428199"/>
                </a:lnTo>
                <a:lnTo>
                  <a:pt x="415711" y="427791"/>
                </a:lnTo>
                <a:lnTo>
                  <a:pt x="416172" y="427333"/>
                </a:lnTo>
                <a:lnTo>
                  <a:pt x="416676" y="426834"/>
                </a:lnTo>
                <a:lnTo>
                  <a:pt x="417219" y="426298"/>
                </a:lnTo>
                <a:lnTo>
                  <a:pt x="417796" y="425733"/>
                </a:lnTo>
                <a:lnTo>
                  <a:pt x="418403" y="425146"/>
                </a:lnTo>
                <a:lnTo>
                  <a:pt x="419034" y="424542"/>
                </a:lnTo>
                <a:lnTo>
                  <a:pt x="419684" y="423930"/>
                </a:lnTo>
                <a:lnTo>
                  <a:pt x="420350" y="423315"/>
                </a:lnTo>
                <a:lnTo>
                  <a:pt x="421026" y="422704"/>
                </a:lnTo>
                <a:lnTo>
                  <a:pt x="421707" y="422104"/>
                </a:lnTo>
                <a:lnTo>
                  <a:pt x="422389" y="421521"/>
                </a:lnTo>
                <a:lnTo>
                  <a:pt x="423067" y="420962"/>
                </a:lnTo>
                <a:lnTo>
                  <a:pt x="423736" y="420434"/>
                </a:lnTo>
                <a:lnTo>
                  <a:pt x="424392" y="419943"/>
                </a:lnTo>
                <a:lnTo>
                  <a:pt x="425029" y="419496"/>
                </a:lnTo>
                <a:lnTo>
                  <a:pt x="425644" y="419099"/>
                </a:lnTo>
                <a:lnTo>
                  <a:pt x="426230" y="418760"/>
                </a:lnTo>
                <a:lnTo>
                  <a:pt x="426784" y="418485"/>
                </a:lnTo>
                <a:lnTo>
                  <a:pt x="427300" y="418280"/>
                </a:lnTo>
                <a:lnTo>
                  <a:pt x="427775" y="418152"/>
                </a:lnTo>
                <a:lnTo>
                  <a:pt x="428202" y="418108"/>
                </a:lnTo>
                <a:lnTo>
                  <a:pt x="431707" y="418108"/>
                </a:lnTo>
                <a:lnTo>
                  <a:pt x="432096" y="418184"/>
                </a:lnTo>
                <a:lnTo>
                  <a:pt x="432651" y="418308"/>
                </a:lnTo>
                <a:lnTo>
                  <a:pt x="433194" y="418453"/>
                </a:lnTo>
                <a:lnTo>
                  <a:pt x="433723" y="418619"/>
                </a:lnTo>
                <a:lnTo>
                  <a:pt x="434237" y="418804"/>
                </a:lnTo>
                <a:lnTo>
                  <a:pt x="434736" y="419010"/>
                </a:lnTo>
                <a:lnTo>
                  <a:pt x="435218" y="419236"/>
                </a:lnTo>
                <a:lnTo>
                  <a:pt x="435682" y="419481"/>
                </a:lnTo>
                <a:lnTo>
                  <a:pt x="436128" y="419747"/>
                </a:lnTo>
                <a:lnTo>
                  <a:pt x="436554" y="420032"/>
                </a:lnTo>
                <a:lnTo>
                  <a:pt x="436960" y="420337"/>
                </a:lnTo>
                <a:lnTo>
                  <a:pt x="437344" y="420661"/>
                </a:lnTo>
                <a:lnTo>
                  <a:pt x="437706" y="421004"/>
                </a:lnTo>
                <a:lnTo>
                  <a:pt x="438045" y="421366"/>
                </a:lnTo>
                <a:lnTo>
                  <a:pt x="438359" y="421748"/>
                </a:lnTo>
                <a:lnTo>
                  <a:pt x="438648" y="422148"/>
                </a:lnTo>
                <a:lnTo>
                  <a:pt x="438911" y="422567"/>
                </a:lnTo>
                <a:lnTo>
                  <a:pt x="439146" y="423005"/>
                </a:lnTo>
                <a:lnTo>
                  <a:pt x="439353" y="423462"/>
                </a:lnTo>
                <a:lnTo>
                  <a:pt x="439531" y="423937"/>
                </a:lnTo>
                <a:lnTo>
                  <a:pt x="439679" y="424430"/>
                </a:lnTo>
                <a:lnTo>
                  <a:pt x="439795" y="424941"/>
                </a:lnTo>
                <a:lnTo>
                  <a:pt x="439880" y="425471"/>
                </a:lnTo>
                <a:lnTo>
                  <a:pt x="439931" y="426018"/>
                </a:lnTo>
                <a:lnTo>
                  <a:pt x="439949" y="426584"/>
                </a:lnTo>
                <a:lnTo>
                  <a:pt x="439949" y="428487"/>
                </a:lnTo>
                <a:lnTo>
                  <a:pt x="439929" y="428891"/>
                </a:lnTo>
                <a:lnTo>
                  <a:pt x="439872" y="429300"/>
                </a:lnTo>
                <a:lnTo>
                  <a:pt x="439779" y="429712"/>
                </a:lnTo>
                <a:lnTo>
                  <a:pt x="439653" y="430127"/>
                </a:lnTo>
                <a:lnTo>
                  <a:pt x="439497" y="430544"/>
                </a:lnTo>
                <a:lnTo>
                  <a:pt x="439313" y="430962"/>
                </a:lnTo>
                <a:lnTo>
                  <a:pt x="439104" y="431380"/>
                </a:lnTo>
                <a:lnTo>
                  <a:pt x="438871" y="431797"/>
                </a:lnTo>
                <a:lnTo>
                  <a:pt x="438617" y="432213"/>
                </a:lnTo>
                <a:lnTo>
                  <a:pt x="438346" y="432626"/>
                </a:lnTo>
                <a:lnTo>
                  <a:pt x="438058" y="433035"/>
                </a:lnTo>
                <a:lnTo>
                  <a:pt x="437757" y="433440"/>
                </a:lnTo>
                <a:lnTo>
                  <a:pt x="437445" y="433840"/>
                </a:lnTo>
                <a:lnTo>
                  <a:pt x="437124" y="434233"/>
                </a:lnTo>
                <a:lnTo>
                  <a:pt x="436797" y="434620"/>
                </a:lnTo>
                <a:lnTo>
                  <a:pt x="436466" y="434998"/>
                </a:lnTo>
                <a:lnTo>
                  <a:pt x="436134" y="435367"/>
                </a:lnTo>
                <a:lnTo>
                  <a:pt x="435803" y="435726"/>
                </a:lnTo>
                <a:lnTo>
                  <a:pt x="435476" y="436075"/>
                </a:lnTo>
                <a:lnTo>
                  <a:pt x="435155" y="436411"/>
                </a:lnTo>
                <a:lnTo>
                  <a:pt x="434842" y="436735"/>
                </a:lnTo>
                <a:lnTo>
                  <a:pt x="434540" y="437046"/>
                </a:lnTo>
                <a:lnTo>
                  <a:pt x="434251" y="437342"/>
                </a:lnTo>
                <a:lnTo>
                  <a:pt x="433978" y="437623"/>
                </a:lnTo>
                <a:lnTo>
                  <a:pt x="396311" y="474991"/>
                </a:lnTo>
                <a:lnTo>
                  <a:pt x="426917" y="505153"/>
                </a:lnTo>
                <a:lnTo>
                  <a:pt x="435302" y="513578"/>
                </a:lnTo>
                <a:lnTo>
                  <a:pt x="435426" y="513706"/>
                </a:lnTo>
                <a:lnTo>
                  <a:pt x="435554" y="513836"/>
                </a:lnTo>
                <a:lnTo>
                  <a:pt x="435687" y="513969"/>
                </a:lnTo>
                <a:lnTo>
                  <a:pt x="435823" y="514104"/>
                </a:lnTo>
                <a:lnTo>
                  <a:pt x="435961" y="514241"/>
                </a:lnTo>
                <a:lnTo>
                  <a:pt x="436103" y="514381"/>
                </a:lnTo>
                <a:lnTo>
                  <a:pt x="436246" y="514523"/>
                </a:lnTo>
                <a:lnTo>
                  <a:pt x="436391" y="514666"/>
                </a:lnTo>
                <a:lnTo>
                  <a:pt x="436537" y="514812"/>
                </a:lnTo>
                <a:lnTo>
                  <a:pt x="436684" y="514960"/>
                </a:lnTo>
                <a:lnTo>
                  <a:pt x="436831" y="515110"/>
                </a:lnTo>
                <a:lnTo>
                  <a:pt x="436978" y="515262"/>
                </a:lnTo>
                <a:lnTo>
                  <a:pt x="437124" y="515416"/>
                </a:lnTo>
                <a:lnTo>
                  <a:pt x="437269" y="515572"/>
                </a:lnTo>
                <a:lnTo>
                  <a:pt x="437412" y="515730"/>
                </a:lnTo>
                <a:lnTo>
                  <a:pt x="437553" y="515890"/>
                </a:lnTo>
                <a:lnTo>
                  <a:pt x="437691" y="516052"/>
                </a:lnTo>
                <a:lnTo>
                  <a:pt x="437826" y="516215"/>
                </a:lnTo>
                <a:lnTo>
                  <a:pt x="437958" y="516381"/>
                </a:lnTo>
                <a:lnTo>
                  <a:pt x="438086" y="516547"/>
                </a:lnTo>
                <a:lnTo>
                  <a:pt x="438209" y="516716"/>
                </a:lnTo>
                <a:lnTo>
                  <a:pt x="438327" y="516887"/>
                </a:lnTo>
                <a:lnTo>
                  <a:pt x="438440" y="517059"/>
                </a:lnTo>
                <a:lnTo>
                  <a:pt x="438547" y="517232"/>
                </a:lnTo>
                <a:lnTo>
                  <a:pt x="438659" y="517396"/>
                </a:lnTo>
                <a:lnTo>
                  <a:pt x="438767" y="517562"/>
                </a:lnTo>
                <a:lnTo>
                  <a:pt x="438871" y="517729"/>
                </a:lnTo>
                <a:lnTo>
                  <a:pt x="438969" y="517897"/>
                </a:lnTo>
                <a:lnTo>
                  <a:pt x="439063" y="518067"/>
                </a:lnTo>
                <a:lnTo>
                  <a:pt x="439152" y="518239"/>
                </a:lnTo>
                <a:lnTo>
                  <a:pt x="439237" y="518412"/>
                </a:lnTo>
                <a:lnTo>
                  <a:pt x="439317" y="518586"/>
                </a:lnTo>
                <a:lnTo>
                  <a:pt x="439392" y="518762"/>
                </a:lnTo>
                <a:lnTo>
                  <a:pt x="439463" y="518939"/>
                </a:lnTo>
                <a:lnTo>
                  <a:pt x="439529" y="519117"/>
                </a:lnTo>
                <a:lnTo>
                  <a:pt x="439590" y="519298"/>
                </a:lnTo>
                <a:lnTo>
                  <a:pt x="439647" y="519479"/>
                </a:lnTo>
                <a:lnTo>
                  <a:pt x="439698" y="519662"/>
                </a:lnTo>
                <a:lnTo>
                  <a:pt x="439746" y="519846"/>
                </a:lnTo>
                <a:lnTo>
                  <a:pt x="439788" y="520032"/>
                </a:lnTo>
                <a:lnTo>
                  <a:pt x="439826" y="520220"/>
                </a:lnTo>
                <a:lnTo>
                  <a:pt x="439860" y="520409"/>
                </a:lnTo>
                <a:lnTo>
                  <a:pt x="439888" y="520599"/>
                </a:lnTo>
                <a:lnTo>
                  <a:pt x="439912" y="520791"/>
                </a:lnTo>
                <a:lnTo>
                  <a:pt x="439932" y="520984"/>
                </a:lnTo>
                <a:lnTo>
                  <a:pt x="439946" y="521178"/>
                </a:lnTo>
                <a:lnTo>
                  <a:pt x="439956" y="521374"/>
                </a:lnTo>
                <a:lnTo>
                  <a:pt x="439962" y="521572"/>
                </a:lnTo>
                <a:lnTo>
                  <a:pt x="439962" y="523564"/>
                </a:lnTo>
                <a:lnTo>
                  <a:pt x="439832" y="524021"/>
                </a:lnTo>
                <a:lnTo>
                  <a:pt x="439685" y="524565"/>
                </a:lnTo>
                <a:lnTo>
                  <a:pt x="439519" y="525099"/>
                </a:lnTo>
                <a:lnTo>
                  <a:pt x="439335" y="525622"/>
                </a:lnTo>
                <a:lnTo>
                  <a:pt x="439133" y="526133"/>
                </a:lnTo>
                <a:lnTo>
                  <a:pt x="438911" y="526630"/>
                </a:lnTo>
                <a:lnTo>
                  <a:pt x="438670" y="527112"/>
                </a:lnTo>
                <a:lnTo>
                  <a:pt x="438410" y="527579"/>
                </a:lnTo>
                <a:lnTo>
                  <a:pt x="438131" y="528028"/>
                </a:lnTo>
                <a:lnTo>
                  <a:pt x="437832" y="528459"/>
                </a:lnTo>
                <a:lnTo>
                  <a:pt x="437514" y="528871"/>
                </a:lnTo>
                <a:lnTo>
                  <a:pt x="437176" y="529263"/>
                </a:lnTo>
                <a:lnTo>
                  <a:pt x="436817" y="529632"/>
                </a:lnTo>
                <a:lnTo>
                  <a:pt x="436439" y="529979"/>
                </a:lnTo>
                <a:lnTo>
                  <a:pt x="436040" y="530302"/>
                </a:lnTo>
                <a:lnTo>
                  <a:pt x="435621" y="530600"/>
                </a:lnTo>
                <a:lnTo>
                  <a:pt x="435181" y="530871"/>
                </a:lnTo>
                <a:lnTo>
                  <a:pt x="434721" y="531115"/>
                </a:lnTo>
                <a:lnTo>
                  <a:pt x="434239" y="531330"/>
                </a:lnTo>
                <a:lnTo>
                  <a:pt x="433737" y="531515"/>
                </a:lnTo>
                <a:lnTo>
                  <a:pt x="433213" y="531669"/>
                </a:lnTo>
                <a:lnTo>
                  <a:pt x="432668" y="531791"/>
                </a:lnTo>
                <a:lnTo>
                  <a:pt x="432101" y="531879"/>
                </a:lnTo>
                <a:lnTo>
                  <a:pt x="431512" y="531933"/>
                </a:lnTo>
                <a:lnTo>
                  <a:pt x="430902" y="531951"/>
                </a:lnTo>
                <a:lnTo>
                  <a:pt x="429344" y="531951"/>
                </a:lnTo>
                <a:lnTo>
                  <a:pt x="428937" y="531933"/>
                </a:lnTo>
                <a:lnTo>
                  <a:pt x="428525" y="531879"/>
                </a:lnTo>
                <a:lnTo>
                  <a:pt x="428110" y="531792"/>
                </a:lnTo>
                <a:lnTo>
                  <a:pt x="427694" y="531675"/>
                </a:lnTo>
                <a:lnTo>
                  <a:pt x="427276" y="531529"/>
                </a:lnTo>
                <a:lnTo>
                  <a:pt x="426857" y="531356"/>
                </a:lnTo>
                <a:lnTo>
                  <a:pt x="426439" y="531159"/>
                </a:lnTo>
                <a:lnTo>
                  <a:pt x="426022" y="530941"/>
                </a:lnTo>
                <a:lnTo>
                  <a:pt x="425607" y="530703"/>
                </a:lnTo>
                <a:lnTo>
                  <a:pt x="425195" y="530447"/>
                </a:lnTo>
                <a:lnTo>
                  <a:pt x="424787" y="530176"/>
                </a:lnTo>
                <a:lnTo>
                  <a:pt x="424383" y="529893"/>
                </a:lnTo>
                <a:lnTo>
                  <a:pt x="423984" y="529598"/>
                </a:lnTo>
                <a:lnTo>
                  <a:pt x="423591" y="529295"/>
                </a:lnTo>
                <a:lnTo>
                  <a:pt x="423206" y="528986"/>
                </a:lnTo>
                <a:lnTo>
                  <a:pt x="422827" y="528673"/>
                </a:lnTo>
                <a:lnTo>
                  <a:pt x="422458" y="528358"/>
                </a:lnTo>
                <a:lnTo>
                  <a:pt x="422098" y="528044"/>
                </a:lnTo>
                <a:lnTo>
                  <a:pt x="421748" y="527732"/>
                </a:lnTo>
                <a:lnTo>
                  <a:pt x="421409" y="527425"/>
                </a:lnTo>
                <a:lnTo>
                  <a:pt x="421082" y="527125"/>
                </a:lnTo>
                <a:lnTo>
                  <a:pt x="420768" y="526835"/>
                </a:lnTo>
                <a:lnTo>
                  <a:pt x="420467" y="526557"/>
                </a:lnTo>
                <a:lnTo>
                  <a:pt x="420181" y="526292"/>
                </a:lnTo>
                <a:lnTo>
                  <a:pt x="406656" y="513286"/>
                </a:lnTo>
                <a:lnTo>
                  <a:pt x="391560" y="498796"/>
                </a:lnTo>
                <a:lnTo>
                  <a:pt x="391560" y="521953"/>
                </a:lnTo>
                <a:lnTo>
                  <a:pt x="391543" y="522613"/>
                </a:lnTo>
                <a:lnTo>
                  <a:pt x="391490" y="523261"/>
                </a:lnTo>
                <a:lnTo>
                  <a:pt x="391403" y="523896"/>
                </a:lnTo>
                <a:lnTo>
                  <a:pt x="391281" y="524515"/>
                </a:lnTo>
                <a:lnTo>
                  <a:pt x="391126" y="525119"/>
                </a:lnTo>
                <a:lnTo>
                  <a:pt x="390939" y="525704"/>
                </a:lnTo>
                <a:lnTo>
                  <a:pt x="390718" y="526270"/>
                </a:lnTo>
                <a:lnTo>
                  <a:pt x="390466" y="526815"/>
                </a:lnTo>
                <a:lnTo>
                  <a:pt x="390182" y="527338"/>
                </a:lnTo>
                <a:lnTo>
                  <a:pt x="389868" y="527837"/>
                </a:lnTo>
                <a:lnTo>
                  <a:pt x="389523" y="528312"/>
                </a:lnTo>
                <a:lnTo>
                  <a:pt x="389148" y="528760"/>
                </a:lnTo>
                <a:lnTo>
                  <a:pt x="388743" y="529181"/>
                </a:lnTo>
                <a:lnTo>
                  <a:pt x="388310" y="529572"/>
                </a:lnTo>
                <a:lnTo>
                  <a:pt x="387848" y="529933"/>
                </a:lnTo>
                <a:lnTo>
                  <a:pt x="387359" y="530261"/>
                </a:lnTo>
                <a:lnTo>
                  <a:pt x="386842" y="530557"/>
                </a:lnTo>
                <a:lnTo>
                  <a:pt x="386298" y="530817"/>
                </a:lnTo>
                <a:lnTo>
                  <a:pt x="385728" y="531042"/>
                </a:lnTo>
                <a:lnTo>
                  <a:pt x="385132" y="531228"/>
                </a:lnTo>
                <a:lnTo>
                  <a:pt x="384511" y="531376"/>
                </a:lnTo>
                <a:lnTo>
                  <a:pt x="383865" y="531483"/>
                </a:lnTo>
                <a:lnTo>
                  <a:pt x="383194" y="531549"/>
                </a:lnTo>
                <a:lnTo>
                  <a:pt x="382500" y="531571"/>
                </a:lnTo>
                <a:lnTo>
                  <a:pt x="380943" y="531571"/>
                </a:lnTo>
                <a:lnTo>
                  <a:pt x="380249" y="531549"/>
                </a:lnTo>
                <a:lnTo>
                  <a:pt x="379578" y="531483"/>
                </a:lnTo>
                <a:lnTo>
                  <a:pt x="378932" y="531376"/>
                </a:lnTo>
                <a:lnTo>
                  <a:pt x="378311" y="531228"/>
                </a:lnTo>
                <a:lnTo>
                  <a:pt x="377715" y="531042"/>
                </a:lnTo>
                <a:lnTo>
                  <a:pt x="377145" y="530817"/>
                </a:lnTo>
                <a:lnTo>
                  <a:pt x="376601" y="530557"/>
                </a:lnTo>
                <a:lnTo>
                  <a:pt x="376084" y="530261"/>
                </a:lnTo>
                <a:lnTo>
                  <a:pt x="375595" y="529933"/>
                </a:lnTo>
                <a:lnTo>
                  <a:pt x="375133" y="529572"/>
                </a:lnTo>
                <a:lnTo>
                  <a:pt x="374700" y="529181"/>
                </a:lnTo>
                <a:lnTo>
                  <a:pt x="374296" y="528760"/>
                </a:lnTo>
                <a:lnTo>
                  <a:pt x="373921" y="528312"/>
                </a:lnTo>
                <a:lnTo>
                  <a:pt x="373575" y="527837"/>
                </a:lnTo>
                <a:lnTo>
                  <a:pt x="373261" y="527338"/>
                </a:lnTo>
                <a:lnTo>
                  <a:pt x="372977" y="526815"/>
                </a:lnTo>
                <a:lnTo>
                  <a:pt x="372725" y="526270"/>
                </a:lnTo>
                <a:lnTo>
                  <a:pt x="372505" y="525704"/>
                </a:lnTo>
                <a:lnTo>
                  <a:pt x="372317" y="525119"/>
                </a:lnTo>
                <a:lnTo>
                  <a:pt x="372162" y="524515"/>
                </a:lnTo>
                <a:lnTo>
                  <a:pt x="372041" y="523896"/>
                </a:lnTo>
                <a:lnTo>
                  <a:pt x="371953" y="523261"/>
                </a:lnTo>
                <a:lnTo>
                  <a:pt x="371901" y="522613"/>
                </a:lnTo>
                <a:lnTo>
                  <a:pt x="371883" y="521953"/>
                </a:lnTo>
                <a:lnTo>
                  <a:pt x="371883" y="391487"/>
                </a:lnTo>
                <a:lnTo>
                  <a:pt x="371901" y="390826"/>
                </a:lnTo>
                <a:lnTo>
                  <a:pt x="371953" y="390178"/>
                </a:lnTo>
                <a:lnTo>
                  <a:pt x="372041" y="389544"/>
                </a:lnTo>
                <a:lnTo>
                  <a:pt x="372162" y="388925"/>
                </a:lnTo>
                <a:lnTo>
                  <a:pt x="372317" y="388322"/>
                </a:lnTo>
                <a:lnTo>
                  <a:pt x="372505" y="387737"/>
                </a:lnTo>
                <a:lnTo>
                  <a:pt x="372725" y="387172"/>
                </a:lnTo>
                <a:lnTo>
                  <a:pt x="372977" y="386628"/>
                </a:lnTo>
                <a:lnTo>
                  <a:pt x="373261" y="386105"/>
                </a:lnTo>
                <a:lnTo>
                  <a:pt x="373575" y="385607"/>
                </a:lnTo>
                <a:lnTo>
                  <a:pt x="373921" y="385133"/>
                </a:lnTo>
                <a:lnTo>
                  <a:pt x="374296" y="384685"/>
                </a:lnTo>
                <a:lnTo>
                  <a:pt x="374700" y="384266"/>
                </a:lnTo>
                <a:lnTo>
                  <a:pt x="375133" y="383875"/>
                </a:lnTo>
                <a:lnTo>
                  <a:pt x="375595" y="383515"/>
                </a:lnTo>
                <a:lnTo>
                  <a:pt x="376084" y="383187"/>
                </a:lnTo>
                <a:lnTo>
                  <a:pt x="376601" y="382892"/>
                </a:lnTo>
                <a:lnTo>
                  <a:pt x="377145" y="382633"/>
                </a:lnTo>
                <a:lnTo>
                  <a:pt x="377715" y="382409"/>
                </a:lnTo>
                <a:lnTo>
                  <a:pt x="378311" y="382223"/>
                </a:lnTo>
                <a:lnTo>
                  <a:pt x="378932" y="382075"/>
                </a:lnTo>
                <a:lnTo>
                  <a:pt x="379578" y="381968"/>
                </a:lnTo>
                <a:lnTo>
                  <a:pt x="380249" y="381903"/>
                </a:lnTo>
                <a:lnTo>
                  <a:pt x="380943" y="381881"/>
                </a:lnTo>
                <a:lnTo>
                  <a:pt x="382500" y="381881"/>
                </a:lnTo>
                <a:lnTo>
                  <a:pt x="383194" y="381903"/>
                </a:lnTo>
                <a:lnTo>
                  <a:pt x="383865" y="381968"/>
                </a:lnTo>
                <a:lnTo>
                  <a:pt x="384511" y="382075"/>
                </a:lnTo>
                <a:lnTo>
                  <a:pt x="385132" y="382222"/>
                </a:lnTo>
                <a:lnTo>
                  <a:pt x="385728" y="382407"/>
                </a:lnTo>
                <a:lnTo>
                  <a:pt x="386298" y="382631"/>
                </a:lnTo>
                <a:lnTo>
                  <a:pt x="386842" y="382890"/>
                </a:lnTo>
                <a:lnTo>
                  <a:pt x="387359" y="383184"/>
                </a:lnTo>
                <a:lnTo>
                  <a:pt x="387848" y="383512"/>
                </a:lnTo>
                <a:lnTo>
                  <a:pt x="388310" y="383871"/>
                </a:lnTo>
                <a:lnTo>
                  <a:pt x="388743" y="384261"/>
                </a:lnTo>
                <a:lnTo>
                  <a:pt x="389148" y="384681"/>
                </a:lnTo>
                <a:lnTo>
                  <a:pt x="389523" y="385128"/>
                </a:lnTo>
                <a:lnTo>
                  <a:pt x="389868" y="385601"/>
                </a:lnTo>
                <a:lnTo>
                  <a:pt x="390182" y="386100"/>
                </a:lnTo>
                <a:lnTo>
                  <a:pt x="390466" y="386622"/>
                </a:lnTo>
                <a:lnTo>
                  <a:pt x="390718" y="387167"/>
                </a:lnTo>
                <a:lnTo>
                  <a:pt x="390939" y="387732"/>
                </a:lnTo>
                <a:lnTo>
                  <a:pt x="391126" y="388317"/>
                </a:lnTo>
                <a:lnTo>
                  <a:pt x="391281" y="388920"/>
                </a:lnTo>
                <a:lnTo>
                  <a:pt x="391403" y="389540"/>
                </a:lnTo>
                <a:lnTo>
                  <a:pt x="391490" y="390175"/>
                </a:lnTo>
                <a:lnTo>
                  <a:pt x="391543" y="390825"/>
                </a:lnTo>
                <a:close/>
                <a:moveTo>
                  <a:pt x="328490" y="438489"/>
                </a:moveTo>
                <a:lnTo>
                  <a:pt x="328101" y="438314"/>
                </a:lnTo>
                <a:lnTo>
                  <a:pt x="327752" y="438156"/>
                </a:lnTo>
                <a:lnTo>
                  <a:pt x="327933" y="438143"/>
                </a:lnTo>
                <a:lnTo>
                  <a:pt x="327547" y="437978"/>
                </a:lnTo>
                <a:lnTo>
                  <a:pt x="327137" y="437822"/>
                </a:lnTo>
                <a:lnTo>
                  <a:pt x="326704" y="437675"/>
                </a:lnTo>
                <a:lnTo>
                  <a:pt x="326250" y="437537"/>
                </a:lnTo>
                <a:lnTo>
                  <a:pt x="325779" y="437407"/>
                </a:lnTo>
                <a:lnTo>
                  <a:pt x="325291" y="437285"/>
                </a:lnTo>
                <a:lnTo>
                  <a:pt x="324790" y="437171"/>
                </a:lnTo>
                <a:lnTo>
                  <a:pt x="324277" y="437065"/>
                </a:lnTo>
                <a:lnTo>
                  <a:pt x="323754" y="436966"/>
                </a:lnTo>
                <a:lnTo>
                  <a:pt x="323224" y="436875"/>
                </a:lnTo>
                <a:lnTo>
                  <a:pt x="322688" y="436790"/>
                </a:lnTo>
                <a:lnTo>
                  <a:pt x="322149" y="436712"/>
                </a:lnTo>
                <a:lnTo>
                  <a:pt x="321609" y="436641"/>
                </a:lnTo>
                <a:lnTo>
                  <a:pt x="321070" y="436576"/>
                </a:lnTo>
                <a:lnTo>
                  <a:pt x="320534" y="436517"/>
                </a:lnTo>
                <a:lnTo>
                  <a:pt x="320003" y="436464"/>
                </a:lnTo>
                <a:lnTo>
                  <a:pt x="319480" y="436416"/>
                </a:lnTo>
                <a:lnTo>
                  <a:pt x="318966" y="436373"/>
                </a:lnTo>
                <a:lnTo>
                  <a:pt x="318463" y="436335"/>
                </a:lnTo>
                <a:lnTo>
                  <a:pt x="317975" y="436303"/>
                </a:lnTo>
                <a:lnTo>
                  <a:pt x="317502" y="436274"/>
                </a:lnTo>
                <a:lnTo>
                  <a:pt x="317047" y="436250"/>
                </a:lnTo>
                <a:lnTo>
                  <a:pt x="316612" y="436231"/>
                </a:lnTo>
                <a:lnTo>
                  <a:pt x="316200" y="436214"/>
                </a:lnTo>
                <a:lnTo>
                  <a:pt x="314169" y="436188"/>
                </a:lnTo>
                <a:lnTo>
                  <a:pt x="312186" y="436261"/>
                </a:lnTo>
                <a:lnTo>
                  <a:pt x="310251" y="436430"/>
                </a:lnTo>
                <a:lnTo>
                  <a:pt x="308364" y="436694"/>
                </a:lnTo>
                <a:lnTo>
                  <a:pt x="306524" y="437050"/>
                </a:lnTo>
                <a:lnTo>
                  <a:pt x="304733" y="437497"/>
                </a:lnTo>
                <a:lnTo>
                  <a:pt x="302990" y="438033"/>
                </a:lnTo>
                <a:lnTo>
                  <a:pt x="301295" y="438656"/>
                </a:lnTo>
                <a:lnTo>
                  <a:pt x="299649" y="439364"/>
                </a:lnTo>
                <a:lnTo>
                  <a:pt x="298052" y="440155"/>
                </a:lnTo>
                <a:lnTo>
                  <a:pt x="296503" y="441026"/>
                </a:lnTo>
                <a:lnTo>
                  <a:pt x="295004" y="441977"/>
                </a:lnTo>
                <a:lnTo>
                  <a:pt x="293554" y="443004"/>
                </a:lnTo>
                <a:lnTo>
                  <a:pt x="292153" y="444107"/>
                </a:lnTo>
                <a:lnTo>
                  <a:pt x="290801" y="445282"/>
                </a:lnTo>
                <a:lnTo>
                  <a:pt x="289500" y="446529"/>
                </a:lnTo>
                <a:lnTo>
                  <a:pt x="288248" y="447845"/>
                </a:lnTo>
                <a:lnTo>
                  <a:pt x="287046" y="449228"/>
                </a:lnTo>
                <a:lnTo>
                  <a:pt x="285895" y="450676"/>
                </a:lnTo>
                <a:lnTo>
                  <a:pt x="284794" y="452187"/>
                </a:lnTo>
                <a:lnTo>
                  <a:pt x="283743" y="453760"/>
                </a:lnTo>
                <a:lnTo>
                  <a:pt x="282743" y="455392"/>
                </a:lnTo>
                <a:lnTo>
                  <a:pt x="281793" y="457081"/>
                </a:lnTo>
                <a:lnTo>
                  <a:pt x="280895" y="458826"/>
                </a:lnTo>
                <a:lnTo>
                  <a:pt x="280600" y="459438"/>
                </a:lnTo>
                <a:lnTo>
                  <a:pt x="280319" y="460053"/>
                </a:lnTo>
                <a:lnTo>
                  <a:pt x="280051" y="460671"/>
                </a:lnTo>
                <a:lnTo>
                  <a:pt x="279797" y="461293"/>
                </a:lnTo>
                <a:lnTo>
                  <a:pt x="279556" y="461917"/>
                </a:lnTo>
                <a:lnTo>
                  <a:pt x="279329" y="462544"/>
                </a:lnTo>
                <a:lnTo>
                  <a:pt x="279114" y="463174"/>
                </a:lnTo>
                <a:lnTo>
                  <a:pt x="278913" y="463806"/>
                </a:lnTo>
                <a:lnTo>
                  <a:pt x="278725" y="464442"/>
                </a:lnTo>
                <a:lnTo>
                  <a:pt x="278550" y="465081"/>
                </a:lnTo>
                <a:lnTo>
                  <a:pt x="278387" y="465722"/>
                </a:lnTo>
                <a:lnTo>
                  <a:pt x="278237" y="466366"/>
                </a:lnTo>
                <a:lnTo>
                  <a:pt x="278100" y="467013"/>
                </a:lnTo>
                <a:lnTo>
                  <a:pt x="277975" y="467663"/>
                </a:lnTo>
                <a:lnTo>
                  <a:pt x="277863" y="468315"/>
                </a:lnTo>
                <a:lnTo>
                  <a:pt x="277762" y="468970"/>
                </a:lnTo>
                <a:lnTo>
                  <a:pt x="277674" y="469628"/>
                </a:lnTo>
                <a:lnTo>
                  <a:pt x="277598" y="470289"/>
                </a:lnTo>
                <a:lnTo>
                  <a:pt x="277534" y="470952"/>
                </a:lnTo>
                <a:lnTo>
                  <a:pt x="277482" y="471617"/>
                </a:lnTo>
                <a:lnTo>
                  <a:pt x="277442" y="472286"/>
                </a:lnTo>
                <a:lnTo>
                  <a:pt x="277413" y="472957"/>
                </a:lnTo>
                <a:lnTo>
                  <a:pt x="277396" y="473630"/>
                </a:lnTo>
                <a:lnTo>
                  <a:pt x="277390" y="474306"/>
                </a:lnTo>
                <a:lnTo>
                  <a:pt x="277436" y="476339"/>
                </a:lnTo>
                <a:lnTo>
                  <a:pt x="277573" y="478321"/>
                </a:lnTo>
                <a:lnTo>
                  <a:pt x="277799" y="480252"/>
                </a:lnTo>
                <a:lnTo>
                  <a:pt x="278114" y="482132"/>
                </a:lnTo>
                <a:lnTo>
                  <a:pt x="278516" y="483961"/>
                </a:lnTo>
                <a:lnTo>
                  <a:pt x="279005" y="485740"/>
                </a:lnTo>
                <a:lnTo>
                  <a:pt x="279578" y="487468"/>
                </a:lnTo>
                <a:lnTo>
                  <a:pt x="280236" y="489146"/>
                </a:lnTo>
                <a:lnTo>
                  <a:pt x="280977" y="490775"/>
                </a:lnTo>
                <a:lnTo>
                  <a:pt x="281799" y="492353"/>
                </a:lnTo>
                <a:lnTo>
                  <a:pt x="282703" y="493882"/>
                </a:lnTo>
                <a:lnTo>
                  <a:pt x="283685" y="495362"/>
                </a:lnTo>
                <a:lnTo>
                  <a:pt x="284747" y="496792"/>
                </a:lnTo>
                <a:lnTo>
                  <a:pt x="285885" y="498173"/>
                </a:lnTo>
                <a:lnTo>
                  <a:pt x="287100" y="499505"/>
                </a:lnTo>
                <a:lnTo>
                  <a:pt x="288389" y="500789"/>
                </a:lnTo>
                <a:lnTo>
                  <a:pt x="289753" y="502024"/>
                </a:lnTo>
                <a:lnTo>
                  <a:pt x="291189" y="503211"/>
                </a:lnTo>
                <a:lnTo>
                  <a:pt x="292697" y="504350"/>
                </a:lnTo>
                <a:lnTo>
                  <a:pt x="294276" y="505440"/>
                </a:lnTo>
                <a:lnTo>
                  <a:pt x="295924" y="506483"/>
                </a:lnTo>
                <a:lnTo>
                  <a:pt x="297640" y="507479"/>
                </a:lnTo>
                <a:lnTo>
                  <a:pt x="299424" y="508426"/>
                </a:lnTo>
                <a:lnTo>
                  <a:pt x="301273" y="509327"/>
                </a:lnTo>
                <a:lnTo>
                  <a:pt x="301967" y="509637"/>
                </a:lnTo>
                <a:lnTo>
                  <a:pt x="302678" y="509925"/>
                </a:lnTo>
                <a:lnTo>
                  <a:pt x="303402" y="510194"/>
                </a:lnTo>
                <a:lnTo>
                  <a:pt x="304140" y="510443"/>
                </a:lnTo>
                <a:lnTo>
                  <a:pt x="304890" y="510673"/>
                </a:lnTo>
                <a:lnTo>
                  <a:pt x="305650" y="510884"/>
                </a:lnTo>
                <a:lnTo>
                  <a:pt x="306421" y="511078"/>
                </a:lnTo>
                <a:lnTo>
                  <a:pt x="307199" y="511256"/>
                </a:lnTo>
                <a:lnTo>
                  <a:pt x="307986" y="511417"/>
                </a:lnTo>
                <a:lnTo>
                  <a:pt x="308778" y="511563"/>
                </a:lnTo>
                <a:lnTo>
                  <a:pt x="309575" y="511694"/>
                </a:lnTo>
                <a:lnTo>
                  <a:pt x="310377" y="511811"/>
                </a:lnTo>
                <a:lnTo>
                  <a:pt x="311181" y="511915"/>
                </a:lnTo>
                <a:lnTo>
                  <a:pt x="311986" y="512006"/>
                </a:lnTo>
                <a:lnTo>
                  <a:pt x="312791" y="512085"/>
                </a:lnTo>
                <a:lnTo>
                  <a:pt x="313596" y="512153"/>
                </a:lnTo>
                <a:lnTo>
                  <a:pt x="314399" y="512210"/>
                </a:lnTo>
                <a:lnTo>
                  <a:pt x="315198" y="512257"/>
                </a:lnTo>
                <a:lnTo>
                  <a:pt x="315993" y="512295"/>
                </a:lnTo>
                <a:lnTo>
                  <a:pt x="316782" y="512325"/>
                </a:lnTo>
                <a:lnTo>
                  <a:pt x="317565" y="512347"/>
                </a:lnTo>
                <a:lnTo>
                  <a:pt x="318339" y="512361"/>
                </a:lnTo>
                <a:lnTo>
                  <a:pt x="319105" y="512370"/>
                </a:lnTo>
                <a:lnTo>
                  <a:pt x="319860" y="512372"/>
                </a:lnTo>
                <a:lnTo>
                  <a:pt x="320531" y="512356"/>
                </a:lnTo>
                <a:lnTo>
                  <a:pt x="321223" y="512309"/>
                </a:lnTo>
                <a:lnTo>
                  <a:pt x="321934" y="512232"/>
                </a:lnTo>
                <a:lnTo>
                  <a:pt x="322660" y="512127"/>
                </a:lnTo>
                <a:lnTo>
                  <a:pt x="323401" y="511997"/>
                </a:lnTo>
                <a:lnTo>
                  <a:pt x="324153" y="511843"/>
                </a:lnTo>
                <a:lnTo>
                  <a:pt x="324916" y="511667"/>
                </a:lnTo>
                <a:lnTo>
                  <a:pt x="325686" y="511470"/>
                </a:lnTo>
                <a:lnTo>
                  <a:pt x="326462" y="511255"/>
                </a:lnTo>
                <a:lnTo>
                  <a:pt x="327240" y="511023"/>
                </a:lnTo>
                <a:lnTo>
                  <a:pt x="328021" y="510776"/>
                </a:lnTo>
                <a:lnTo>
                  <a:pt x="328800" y="510517"/>
                </a:lnTo>
                <a:lnTo>
                  <a:pt x="329576" y="510246"/>
                </a:lnTo>
                <a:lnTo>
                  <a:pt x="330347" y="509965"/>
                </a:lnTo>
                <a:lnTo>
                  <a:pt x="331110" y="509677"/>
                </a:lnTo>
                <a:lnTo>
                  <a:pt x="331864" y="509384"/>
                </a:lnTo>
                <a:lnTo>
                  <a:pt x="332606" y="509086"/>
                </a:lnTo>
                <a:lnTo>
                  <a:pt x="333334" y="508786"/>
                </a:lnTo>
                <a:lnTo>
                  <a:pt x="334046" y="508486"/>
                </a:lnTo>
                <a:lnTo>
                  <a:pt x="334740" y="508187"/>
                </a:lnTo>
                <a:lnTo>
                  <a:pt x="335414" y="507892"/>
                </a:lnTo>
                <a:lnTo>
                  <a:pt x="336065" y="507601"/>
                </a:lnTo>
                <a:lnTo>
                  <a:pt x="336692" y="507318"/>
                </a:lnTo>
                <a:lnTo>
                  <a:pt x="337292" y="507043"/>
                </a:lnTo>
                <a:lnTo>
                  <a:pt x="338110" y="506663"/>
                </a:lnTo>
                <a:lnTo>
                  <a:pt x="341744" y="506663"/>
                </a:lnTo>
                <a:lnTo>
                  <a:pt x="342133" y="506739"/>
                </a:lnTo>
                <a:lnTo>
                  <a:pt x="342687" y="506863"/>
                </a:lnTo>
                <a:lnTo>
                  <a:pt x="343228" y="507008"/>
                </a:lnTo>
                <a:lnTo>
                  <a:pt x="343756" y="507173"/>
                </a:lnTo>
                <a:lnTo>
                  <a:pt x="344270" y="507359"/>
                </a:lnTo>
                <a:lnTo>
                  <a:pt x="344768" y="507565"/>
                </a:lnTo>
                <a:lnTo>
                  <a:pt x="345249" y="507790"/>
                </a:lnTo>
                <a:lnTo>
                  <a:pt x="345714" y="508036"/>
                </a:lnTo>
                <a:lnTo>
                  <a:pt x="346159" y="508301"/>
                </a:lnTo>
                <a:lnTo>
                  <a:pt x="346586" y="508586"/>
                </a:lnTo>
                <a:lnTo>
                  <a:pt x="346992" y="508890"/>
                </a:lnTo>
                <a:lnTo>
                  <a:pt x="347377" y="509213"/>
                </a:lnTo>
                <a:lnTo>
                  <a:pt x="347739" y="509556"/>
                </a:lnTo>
                <a:lnTo>
                  <a:pt x="348078" y="509917"/>
                </a:lnTo>
                <a:lnTo>
                  <a:pt x="348393" y="510298"/>
                </a:lnTo>
                <a:lnTo>
                  <a:pt x="348682" y="510697"/>
                </a:lnTo>
                <a:lnTo>
                  <a:pt x="348945" y="511115"/>
                </a:lnTo>
                <a:lnTo>
                  <a:pt x="349181" y="511551"/>
                </a:lnTo>
                <a:lnTo>
                  <a:pt x="349389" y="512006"/>
                </a:lnTo>
                <a:lnTo>
                  <a:pt x="349567" y="512479"/>
                </a:lnTo>
                <a:lnTo>
                  <a:pt x="349715" y="512970"/>
                </a:lnTo>
                <a:lnTo>
                  <a:pt x="349832" y="513479"/>
                </a:lnTo>
                <a:lnTo>
                  <a:pt x="349917" y="514006"/>
                </a:lnTo>
                <a:lnTo>
                  <a:pt x="349969" y="514551"/>
                </a:lnTo>
                <a:lnTo>
                  <a:pt x="349986" y="515113"/>
                </a:lnTo>
                <a:lnTo>
                  <a:pt x="349986" y="517017"/>
                </a:lnTo>
                <a:lnTo>
                  <a:pt x="349875" y="518434"/>
                </a:lnTo>
                <a:lnTo>
                  <a:pt x="349551" y="519760"/>
                </a:lnTo>
                <a:lnTo>
                  <a:pt x="349029" y="520999"/>
                </a:lnTo>
                <a:lnTo>
                  <a:pt x="348326" y="522152"/>
                </a:lnTo>
                <a:lnTo>
                  <a:pt x="347457" y="523223"/>
                </a:lnTo>
                <a:lnTo>
                  <a:pt x="346436" y="524215"/>
                </a:lnTo>
                <a:lnTo>
                  <a:pt x="345280" y="525131"/>
                </a:lnTo>
                <a:lnTo>
                  <a:pt x="344003" y="525974"/>
                </a:lnTo>
                <a:lnTo>
                  <a:pt x="342621" y="526747"/>
                </a:lnTo>
                <a:lnTo>
                  <a:pt x="341150" y="527453"/>
                </a:lnTo>
                <a:lnTo>
                  <a:pt x="339604" y="528095"/>
                </a:lnTo>
                <a:lnTo>
                  <a:pt x="337999" y="528676"/>
                </a:lnTo>
                <a:lnTo>
                  <a:pt x="336351" y="529199"/>
                </a:lnTo>
                <a:lnTo>
                  <a:pt x="334675" y="529667"/>
                </a:lnTo>
                <a:lnTo>
                  <a:pt x="332986" y="530083"/>
                </a:lnTo>
                <a:lnTo>
                  <a:pt x="331299" y="530451"/>
                </a:lnTo>
                <a:lnTo>
                  <a:pt x="329630" y="530772"/>
                </a:lnTo>
                <a:lnTo>
                  <a:pt x="327995" y="531051"/>
                </a:lnTo>
                <a:lnTo>
                  <a:pt x="326408" y="531289"/>
                </a:lnTo>
                <a:lnTo>
                  <a:pt x="324886" y="531491"/>
                </a:lnTo>
                <a:lnTo>
                  <a:pt x="323443" y="531659"/>
                </a:lnTo>
                <a:lnTo>
                  <a:pt x="322094" y="531796"/>
                </a:lnTo>
                <a:lnTo>
                  <a:pt x="320856" y="531905"/>
                </a:lnTo>
                <a:lnTo>
                  <a:pt x="319743" y="531989"/>
                </a:lnTo>
                <a:lnTo>
                  <a:pt x="316099" y="532145"/>
                </a:lnTo>
                <a:lnTo>
                  <a:pt x="312535" y="532117"/>
                </a:lnTo>
                <a:lnTo>
                  <a:pt x="309054" y="531908"/>
                </a:lnTo>
                <a:lnTo>
                  <a:pt x="305659" y="531521"/>
                </a:lnTo>
                <a:lnTo>
                  <a:pt x="302351" y="530957"/>
                </a:lnTo>
                <a:lnTo>
                  <a:pt x="299134" y="530222"/>
                </a:lnTo>
                <a:lnTo>
                  <a:pt x="296011" y="529316"/>
                </a:lnTo>
                <a:lnTo>
                  <a:pt x="292984" y="528243"/>
                </a:lnTo>
                <a:lnTo>
                  <a:pt x="290055" y="527007"/>
                </a:lnTo>
                <a:lnTo>
                  <a:pt x="287229" y="525608"/>
                </a:lnTo>
                <a:lnTo>
                  <a:pt x="284506" y="524052"/>
                </a:lnTo>
                <a:lnTo>
                  <a:pt x="281891" y="522340"/>
                </a:lnTo>
                <a:lnTo>
                  <a:pt x="279385" y="520475"/>
                </a:lnTo>
                <a:lnTo>
                  <a:pt x="276992" y="518460"/>
                </a:lnTo>
                <a:lnTo>
                  <a:pt x="274713" y="516297"/>
                </a:lnTo>
                <a:lnTo>
                  <a:pt x="272553" y="513991"/>
                </a:lnTo>
                <a:lnTo>
                  <a:pt x="270512" y="511543"/>
                </a:lnTo>
                <a:lnTo>
                  <a:pt x="268595" y="508957"/>
                </a:lnTo>
                <a:lnTo>
                  <a:pt x="266804" y="506235"/>
                </a:lnTo>
                <a:lnTo>
                  <a:pt x="265141" y="503380"/>
                </a:lnTo>
                <a:lnTo>
                  <a:pt x="263609" y="500395"/>
                </a:lnTo>
                <a:lnTo>
                  <a:pt x="262212" y="497282"/>
                </a:lnTo>
                <a:lnTo>
                  <a:pt x="260951" y="494046"/>
                </a:lnTo>
                <a:lnTo>
                  <a:pt x="259829" y="490687"/>
                </a:lnTo>
                <a:lnTo>
                  <a:pt x="259650" y="490091"/>
                </a:lnTo>
                <a:lnTo>
                  <a:pt x="259479" y="489495"/>
                </a:lnTo>
                <a:lnTo>
                  <a:pt x="259317" y="488899"/>
                </a:lnTo>
                <a:lnTo>
                  <a:pt x="259163" y="488303"/>
                </a:lnTo>
                <a:lnTo>
                  <a:pt x="259017" y="487707"/>
                </a:lnTo>
                <a:lnTo>
                  <a:pt x="258879" y="487110"/>
                </a:lnTo>
                <a:lnTo>
                  <a:pt x="258750" y="486514"/>
                </a:lnTo>
                <a:lnTo>
                  <a:pt x="258628" y="485916"/>
                </a:lnTo>
                <a:lnTo>
                  <a:pt x="258515" y="485319"/>
                </a:lnTo>
                <a:lnTo>
                  <a:pt x="258409" y="484720"/>
                </a:lnTo>
                <a:lnTo>
                  <a:pt x="258311" y="484121"/>
                </a:lnTo>
                <a:lnTo>
                  <a:pt x="258221" y="483521"/>
                </a:lnTo>
                <a:lnTo>
                  <a:pt x="258138" y="482921"/>
                </a:lnTo>
                <a:lnTo>
                  <a:pt x="258063" y="482319"/>
                </a:lnTo>
                <a:lnTo>
                  <a:pt x="257996" y="481716"/>
                </a:lnTo>
                <a:lnTo>
                  <a:pt x="257936" y="481112"/>
                </a:lnTo>
                <a:lnTo>
                  <a:pt x="257883" y="480506"/>
                </a:lnTo>
                <a:lnTo>
                  <a:pt x="257837" y="479899"/>
                </a:lnTo>
                <a:lnTo>
                  <a:pt x="257799" y="479291"/>
                </a:lnTo>
                <a:lnTo>
                  <a:pt x="257768" y="478681"/>
                </a:lnTo>
                <a:lnTo>
                  <a:pt x="257744" y="478069"/>
                </a:lnTo>
                <a:lnTo>
                  <a:pt x="257727" y="477455"/>
                </a:lnTo>
                <a:lnTo>
                  <a:pt x="257716" y="476840"/>
                </a:lnTo>
                <a:lnTo>
                  <a:pt x="257713" y="476222"/>
                </a:lnTo>
                <a:lnTo>
                  <a:pt x="257713" y="472416"/>
                </a:lnTo>
                <a:lnTo>
                  <a:pt x="257768" y="469832"/>
                </a:lnTo>
                <a:lnTo>
                  <a:pt x="257932" y="467295"/>
                </a:lnTo>
                <a:lnTo>
                  <a:pt x="258203" y="464804"/>
                </a:lnTo>
                <a:lnTo>
                  <a:pt x="258581" y="462360"/>
                </a:lnTo>
                <a:lnTo>
                  <a:pt x="259065" y="459963"/>
                </a:lnTo>
                <a:lnTo>
                  <a:pt x="259652" y="457616"/>
                </a:lnTo>
                <a:lnTo>
                  <a:pt x="260342" y="455317"/>
                </a:lnTo>
                <a:lnTo>
                  <a:pt x="261133" y="453069"/>
                </a:lnTo>
                <a:lnTo>
                  <a:pt x="262025" y="450870"/>
                </a:lnTo>
                <a:lnTo>
                  <a:pt x="263016" y="448723"/>
                </a:lnTo>
                <a:lnTo>
                  <a:pt x="264105" y="446628"/>
                </a:lnTo>
                <a:lnTo>
                  <a:pt x="265290" y="444586"/>
                </a:lnTo>
                <a:lnTo>
                  <a:pt x="266570" y="442597"/>
                </a:lnTo>
                <a:lnTo>
                  <a:pt x="267945" y="440662"/>
                </a:lnTo>
                <a:lnTo>
                  <a:pt x="269412" y="438781"/>
                </a:lnTo>
                <a:lnTo>
                  <a:pt x="270972" y="436956"/>
                </a:lnTo>
                <a:lnTo>
                  <a:pt x="272621" y="435186"/>
                </a:lnTo>
                <a:lnTo>
                  <a:pt x="274360" y="433474"/>
                </a:lnTo>
                <a:lnTo>
                  <a:pt x="276186" y="431819"/>
                </a:lnTo>
                <a:lnTo>
                  <a:pt x="278099" y="430221"/>
                </a:lnTo>
                <a:lnTo>
                  <a:pt x="280097" y="428683"/>
                </a:lnTo>
                <a:lnTo>
                  <a:pt x="282180" y="427204"/>
                </a:lnTo>
                <a:lnTo>
                  <a:pt x="284346" y="425785"/>
                </a:lnTo>
                <a:lnTo>
                  <a:pt x="286593" y="424427"/>
                </a:lnTo>
                <a:lnTo>
                  <a:pt x="287667" y="423816"/>
                </a:lnTo>
                <a:lnTo>
                  <a:pt x="288749" y="423232"/>
                </a:lnTo>
                <a:lnTo>
                  <a:pt x="289838" y="422673"/>
                </a:lnTo>
                <a:lnTo>
                  <a:pt x="290934" y="422141"/>
                </a:lnTo>
                <a:lnTo>
                  <a:pt x="292037" y="421636"/>
                </a:lnTo>
                <a:lnTo>
                  <a:pt x="293148" y="421156"/>
                </a:lnTo>
                <a:lnTo>
                  <a:pt x="294266" y="420703"/>
                </a:lnTo>
                <a:lnTo>
                  <a:pt x="295392" y="420275"/>
                </a:lnTo>
                <a:lnTo>
                  <a:pt x="296525" y="419874"/>
                </a:lnTo>
                <a:lnTo>
                  <a:pt x="297665" y="419500"/>
                </a:lnTo>
                <a:lnTo>
                  <a:pt x="298812" y="419151"/>
                </a:lnTo>
                <a:lnTo>
                  <a:pt x="299967" y="418829"/>
                </a:lnTo>
                <a:lnTo>
                  <a:pt x="301129" y="418532"/>
                </a:lnTo>
                <a:lnTo>
                  <a:pt x="302299" y="418262"/>
                </a:lnTo>
                <a:lnTo>
                  <a:pt x="303475" y="418019"/>
                </a:lnTo>
                <a:lnTo>
                  <a:pt x="304660" y="417801"/>
                </a:lnTo>
                <a:lnTo>
                  <a:pt x="305851" y="417610"/>
                </a:lnTo>
                <a:lnTo>
                  <a:pt x="307050" y="417445"/>
                </a:lnTo>
                <a:lnTo>
                  <a:pt x="308256" y="417306"/>
                </a:lnTo>
                <a:lnTo>
                  <a:pt x="309469" y="417193"/>
                </a:lnTo>
                <a:lnTo>
                  <a:pt x="310690" y="417106"/>
                </a:lnTo>
                <a:lnTo>
                  <a:pt x="311918" y="417046"/>
                </a:lnTo>
                <a:lnTo>
                  <a:pt x="313153" y="417012"/>
                </a:lnTo>
                <a:lnTo>
                  <a:pt x="314396" y="417004"/>
                </a:lnTo>
                <a:lnTo>
                  <a:pt x="318289" y="417004"/>
                </a:lnTo>
                <a:lnTo>
                  <a:pt x="319601" y="417011"/>
                </a:lnTo>
                <a:lnTo>
                  <a:pt x="320903" y="417048"/>
                </a:lnTo>
                <a:lnTo>
                  <a:pt x="322196" y="417117"/>
                </a:lnTo>
                <a:lnTo>
                  <a:pt x="323478" y="417216"/>
                </a:lnTo>
                <a:lnTo>
                  <a:pt x="324751" y="417347"/>
                </a:lnTo>
                <a:lnTo>
                  <a:pt x="326014" y="417508"/>
                </a:lnTo>
                <a:lnTo>
                  <a:pt x="327267" y="417700"/>
                </a:lnTo>
                <a:lnTo>
                  <a:pt x="328511" y="417924"/>
                </a:lnTo>
                <a:lnTo>
                  <a:pt x="329744" y="418178"/>
                </a:lnTo>
                <a:lnTo>
                  <a:pt x="330968" y="418462"/>
                </a:lnTo>
                <a:lnTo>
                  <a:pt x="332182" y="418778"/>
                </a:lnTo>
                <a:lnTo>
                  <a:pt x="333387" y="419125"/>
                </a:lnTo>
                <a:lnTo>
                  <a:pt x="334581" y="419503"/>
                </a:lnTo>
                <a:lnTo>
                  <a:pt x="335766" y="419911"/>
                </a:lnTo>
                <a:lnTo>
                  <a:pt x="336942" y="420350"/>
                </a:lnTo>
                <a:lnTo>
                  <a:pt x="338107" y="420821"/>
                </a:lnTo>
                <a:lnTo>
                  <a:pt x="339263" y="421322"/>
                </a:lnTo>
                <a:lnTo>
                  <a:pt x="340408" y="421854"/>
                </a:lnTo>
                <a:lnTo>
                  <a:pt x="341544" y="422417"/>
                </a:lnTo>
                <a:lnTo>
                  <a:pt x="342671" y="423011"/>
                </a:lnTo>
                <a:lnTo>
                  <a:pt x="343787" y="423636"/>
                </a:lnTo>
                <a:lnTo>
                  <a:pt x="344894" y="424291"/>
                </a:lnTo>
                <a:lnTo>
                  <a:pt x="345991" y="424978"/>
                </a:lnTo>
                <a:lnTo>
                  <a:pt x="347079" y="425696"/>
                </a:lnTo>
                <a:lnTo>
                  <a:pt x="347792" y="426178"/>
                </a:lnTo>
                <a:lnTo>
                  <a:pt x="348247" y="426901"/>
                </a:lnTo>
                <a:lnTo>
                  <a:pt x="348363" y="427092"/>
                </a:lnTo>
                <a:lnTo>
                  <a:pt x="348477" y="427286"/>
                </a:lnTo>
                <a:lnTo>
                  <a:pt x="348590" y="427482"/>
                </a:lnTo>
                <a:lnTo>
                  <a:pt x="348700" y="427680"/>
                </a:lnTo>
                <a:lnTo>
                  <a:pt x="348808" y="427879"/>
                </a:lnTo>
                <a:lnTo>
                  <a:pt x="348913" y="428081"/>
                </a:lnTo>
                <a:lnTo>
                  <a:pt x="349015" y="428285"/>
                </a:lnTo>
                <a:lnTo>
                  <a:pt x="349113" y="428490"/>
                </a:lnTo>
                <a:lnTo>
                  <a:pt x="349208" y="428698"/>
                </a:lnTo>
                <a:lnTo>
                  <a:pt x="349298" y="428907"/>
                </a:lnTo>
                <a:lnTo>
                  <a:pt x="349385" y="429117"/>
                </a:lnTo>
                <a:lnTo>
                  <a:pt x="349467" y="429329"/>
                </a:lnTo>
                <a:lnTo>
                  <a:pt x="349544" y="429543"/>
                </a:lnTo>
                <a:lnTo>
                  <a:pt x="349616" y="429758"/>
                </a:lnTo>
                <a:lnTo>
                  <a:pt x="349682" y="429975"/>
                </a:lnTo>
                <a:lnTo>
                  <a:pt x="349743" y="430193"/>
                </a:lnTo>
                <a:lnTo>
                  <a:pt x="349797" y="430412"/>
                </a:lnTo>
                <a:lnTo>
                  <a:pt x="349846" y="430632"/>
                </a:lnTo>
                <a:lnTo>
                  <a:pt x="349887" y="430854"/>
                </a:lnTo>
                <a:lnTo>
                  <a:pt x="349922" y="431076"/>
                </a:lnTo>
                <a:lnTo>
                  <a:pt x="349950" y="431300"/>
                </a:lnTo>
                <a:lnTo>
                  <a:pt x="349970" y="431525"/>
                </a:lnTo>
                <a:lnTo>
                  <a:pt x="349982" y="431750"/>
                </a:lnTo>
                <a:lnTo>
                  <a:pt x="349986" y="431976"/>
                </a:lnTo>
                <a:lnTo>
                  <a:pt x="349986" y="433880"/>
                </a:lnTo>
                <a:lnTo>
                  <a:pt x="349966" y="434482"/>
                </a:lnTo>
                <a:lnTo>
                  <a:pt x="349907" y="435060"/>
                </a:lnTo>
                <a:lnTo>
                  <a:pt x="349810" y="435616"/>
                </a:lnTo>
                <a:lnTo>
                  <a:pt x="349677" y="436148"/>
                </a:lnTo>
                <a:lnTo>
                  <a:pt x="349510" y="436658"/>
                </a:lnTo>
                <a:lnTo>
                  <a:pt x="349309" y="437144"/>
                </a:lnTo>
                <a:lnTo>
                  <a:pt x="349076" y="437609"/>
                </a:lnTo>
                <a:lnTo>
                  <a:pt x="348813" y="438051"/>
                </a:lnTo>
                <a:lnTo>
                  <a:pt x="348521" y="438471"/>
                </a:lnTo>
                <a:lnTo>
                  <a:pt x="348202" y="438870"/>
                </a:lnTo>
                <a:lnTo>
                  <a:pt x="347857" y="439247"/>
                </a:lnTo>
                <a:lnTo>
                  <a:pt x="347487" y="439602"/>
                </a:lnTo>
                <a:lnTo>
                  <a:pt x="347095" y="439937"/>
                </a:lnTo>
                <a:lnTo>
                  <a:pt x="346681" y="440250"/>
                </a:lnTo>
                <a:lnTo>
                  <a:pt x="346247" y="440543"/>
                </a:lnTo>
                <a:lnTo>
                  <a:pt x="345794" y="440815"/>
                </a:lnTo>
                <a:lnTo>
                  <a:pt x="345324" y="441067"/>
                </a:lnTo>
                <a:lnTo>
                  <a:pt x="344839" y="441299"/>
                </a:lnTo>
                <a:lnTo>
                  <a:pt x="344339" y="441511"/>
                </a:lnTo>
                <a:lnTo>
                  <a:pt x="343827" y="441703"/>
                </a:lnTo>
                <a:lnTo>
                  <a:pt x="343303" y="441876"/>
                </a:lnTo>
                <a:lnTo>
                  <a:pt x="342770" y="442030"/>
                </a:lnTo>
                <a:lnTo>
                  <a:pt x="342228" y="442164"/>
                </a:lnTo>
                <a:lnTo>
                  <a:pt x="341679" y="442280"/>
                </a:lnTo>
                <a:lnTo>
                  <a:pt x="341290" y="442343"/>
                </a:lnTo>
                <a:lnTo>
                  <a:pt x="339992" y="442343"/>
                </a:lnTo>
                <a:lnTo>
                  <a:pt x="339605" y="442327"/>
                </a:lnTo>
                <a:lnTo>
                  <a:pt x="339182" y="442281"/>
                </a:lnTo>
                <a:lnTo>
                  <a:pt x="338728" y="442209"/>
                </a:lnTo>
                <a:lnTo>
                  <a:pt x="338245" y="442111"/>
                </a:lnTo>
                <a:lnTo>
                  <a:pt x="337737" y="441992"/>
                </a:lnTo>
                <a:lnTo>
                  <a:pt x="337207" y="441851"/>
                </a:lnTo>
                <a:lnTo>
                  <a:pt x="336658" y="441692"/>
                </a:lnTo>
                <a:lnTo>
                  <a:pt x="336094" y="441517"/>
                </a:lnTo>
                <a:lnTo>
                  <a:pt x="335519" y="441327"/>
                </a:lnTo>
                <a:lnTo>
                  <a:pt x="334935" y="441125"/>
                </a:lnTo>
                <a:lnTo>
                  <a:pt x="334346" y="440913"/>
                </a:lnTo>
                <a:lnTo>
                  <a:pt x="333755" y="440692"/>
                </a:lnTo>
                <a:lnTo>
                  <a:pt x="333166" y="440465"/>
                </a:lnTo>
                <a:lnTo>
                  <a:pt x="332581" y="440234"/>
                </a:lnTo>
                <a:lnTo>
                  <a:pt x="332006" y="440002"/>
                </a:lnTo>
                <a:lnTo>
                  <a:pt x="331441" y="439769"/>
                </a:lnTo>
                <a:lnTo>
                  <a:pt x="330892" y="439538"/>
                </a:lnTo>
                <a:lnTo>
                  <a:pt x="330361" y="439312"/>
                </a:lnTo>
                <a:lnTo>
                  <a:pt x="329852" y="439091"/>
                </a:lnTo>
                <a:lnTo>
                  <a:pt x="329369" y="438879"/>
                </a:lnTo>
                <a:lnTo>
                  <a:pt x="328913" y="438678"/>
                </a:lnTo>
                <a:lnTo>
                  <a:pt x="328490" y="438489"/>
                </a:lnTo>
                <a:close/>
                <a:moveTo>
                  <a:pt x="182868" y="417281"/>
                </a:moveTo>
                <a:lnTo>
                  <a:pt x="184094" y="417244"/>
                </a:lnTo>
                <a:lnTo>
                  <a:pt x="185325" y="417232"/>
                </a:lnTo>
                <a:lnTo>
                  <a:pt x="185455" y="417232"/>
                </a:lnTo>
                <a:lnTo>
                  <a:pt x="188051" y="417232"/>
                </a:lnTo>
                <a:lnTo>
                  <a:pt x="190872" y="417288"/>
                </a:lnTo>
                <a:lnTo>
                  <a:pt x="193637" y="417456"/>
                </a:lnTo>
                <a:lnTo>
                  <a:pt x="196345" y="417735"/>
                </a:lnTo>
                <a:lnTo>
                  <a:pt x="198996" y="418123"/>
                </a:lnTo>
                <a:lnTo>
                  <a:pt x="201588" y="418620"/>
                </a:lnTo>
                <a:lnTo>
                  <a:pt x="204123" y="419225"/>
                </a:lnTo>
                <a:lnTo>
                  <a:pt x="206599" y="419937"/>
                </a:lnTo>
                <a:lnTo>
                  <a:pt x="209015" y="420755"/>
                </a:lnTo>
                <a:lnTo>
                  <a:pt x="211371" y="421678"/>
                </a:lnTo>
                <a:lnTo>
                  <a:pt x="213667" y="422705"/>
                </a:lnTo>
                <a:lnTo>
                  <a:pt x="215901" y="423835"/>
                </a:lnTo>
                <a:lnTo>
                  <a:pt x="218074" y="425067"/>
                </a:lnTo>
                <a:lnTo>
                  <a:pt x="220185" y="426401"/>
                </a:lnTo>
                <a:lnTo>
                  <a:pt x="222234" y="427835"/>
                </a:lnTo>
                <a:lnTo>
                  <a:pt x="224219" y="429368"/>
                </a:lnTo>
                <a:lnTo>
                  <a:pt x="226140" y="431000"/>
                </a:lnTo>
                <a:lnTo>
                  <a:pt x="227997" y="432729"/>
                </a:lnTo>
                <a:lnTo>
                  <a:pt x="229789" y="434555"/>
                </a:lnTo>
                <a:lnTo>
                  <a:pt x="231516" y="436476"/>
                </a:lnTo>
                <a:lnTo>
                  <a:pt x="233177" y="438492"/>
                </a:lnTo>
                <a:lnTo>
                  <a:pt x="234772" y="440601"/>
                </a:lnTo>
                <a:lnTo>
                  <a:pt x="236300" y="442803"/>
                </a:lnTo>
                <a:lnTo>
                  <a:pt x="237760" y="445097"/>
                </a:lnTo>
                <a:lnTo>
                  <a:pt x="239152" y="447482"/>
                </a:lnTo>
                <a:lnTo>
                  <a:pt x="239690" y="448458"/>
                </a:lnTo>
                <a:lnTo>
                  <a:pt x="240206" y="449441"/>
                </a:lnTo>
                <a:lnTo>
                  <a:pt x="240702" y="450432"/>
                </a:lnTo>
                <a:lnTo>
                  <a:pt x="241175" y="451429"/>
                </a:lnTo>
                <a:lnTo>
                  <a:pt x="241627" y="452433"/>
                </a:lnTo>
                <a:lnTo>
                  <a:pt x="242057" y="453444"/>
                </a:lnTo>
                <a:lnTo>
                  <a:pt x="242466" y="454462"/>
                </a:lnTo>
                <a:lnTo>
                  <a:pt x="242852" y="455486"/>
                </a:lnTo>
                <a:lnTo>
                  <a:pt x="243215" y="456516"/>
                </a:lnTo>
                <a:lnTo>
                  <a:pt x="243557" y="457553"/>
                </a:lnTo>
                <a:lnTo>
                  <a:pt x="243876" y="458596"/>
                </a:lnTo>
                <a:lnTo>
                  <a:pt x="244172" y="459644"/>
                </a:lnTo>
                <a:lnTo>
                  <a:pt x="244445" y="460699"/>
                </a:lnTo>
                <a:lnTo>
                  <a:pt x="244695" y="461759"/>
                </a:lnTo>
                <a:lnTo>
                  <a:pt x="244923" y="462825"/>
                </a:lnTo>
                <a:lnTo>
                  <a:pt x="245126" y="463896"/>
                </a:lnTo>
                <a:lnTo>
                  <a:pt x="245307" y="464972"/>
                </a:lnTo>
                <a:lnTo>
                  <a:pt x="245464" y="466054"/>
                </a:lnTo>
                <a:lnTo>
                  <a:pt x="245597" y="467140"/>
                </a:lnTo>
                <a:lnTo>
                  <a:pt x="245706" y="468232"/>
                </a:lnTo>
                <a:lnTo>
                  <a:pt x="245791" y="469328"/>
                </a:lnTo>
                <a:lnTo>
                  <a:pt x="245852" y="470429"/>
                </a:lnTo>
                <a:lnTo>
                  <a:pt x="245889" y="471534"/>
                </a:lnTo>
                <a:lnTo>
                  <a:pt x="245901" y="472644"/>
                </a:lnTo>
                <a:lnTo>
                  <a:pt x="245901" y="476451"/>
                </a:lnTo>
                <a:lnTo>
                  <a:pt x="245847" y="479034"/>
                </a:lnTo>
                <a:lnTo>
                  <a:pt x="245686" y="481573"/>
                </a:lnTo>
                <a:lnTo>
                  <a:pt x="245419" y="484066"/>
                </a:lnTo>
                <a:lnTo>
                  <a:pt x="245047" y="486513"/>
                </a:lnTo>
                <a:lnTo>
                  <a:pt x="244570" y="488912"/>
                </a:lnTo>
                <a:lnTo>
                  <a:pt x="243990" y="491263"/>
                </a:lnTo>
                <a:lnTo>
                  <a:pt x="243307" y="493565"/>
                </a:lnTo>
                <a:lnTo>
                  <a:pt x="242524" y="495818"/>
                </a:lnTo>
                <a:lnTo>
                  <a:pt x="241640" y="498020"/>
                </a:lnTo>
                <a:lnTo>
                  <a:pt x="240657" y="500171"/>
                </a:lnTo>
                <a:lnTo>
                  <a:pt x="239575" y="502269"/>
                </a:lnTo>
                <a:lnTo>
                  <a:pt x="238396" y="504315"/>
                </a:lnTo>
                <a:lnTo>
                  <a:pt x="237120" y="506307"/>
                </a:lnTo>
                <a:lnTo>
                  <a:pt x="235750" y="508245"/>
                </a:lnTo>
                <a:lnTo>
                  <a:pt x="234284" y="510127"/>
                </a:lnTo>
                <a:lnTo>
                  <a:pt x="232725" y="511954"/>
                </a:lnTo>
                <a:lnTo>
                  <a:pt x="231074" y="513723"/>
                </a:lnTo>
                <a:lnTo>
                  <a:pt x="229332" y="515435"/>
                </a:lnTo>
                <a:lnTo>
                  <a:pt x="227498" y="517089"/>
                </a:lnTo>
                <a:lnTo>
                  <a:pt x="225575" y="518683"/>
                </a:lnTo>
                <a:lnTo>
                  <a:pt x="223564" y="520217"/>
                </a:lnTo>
                <a:lnTo>
                  <a:pt x="221465" y="521691"/>
                </a:lnTo>
                <a:lnTo>
                  <a:pt x="219280" y="523103"/>
                </a:lnTo>
                <a:lnTo>
                  <a:pt x="217008" y="524452"/>
                </a:lnTo>
                <a:lnTo>
                  <a:pt x="215940" y="525050"/>
                </a:lnTo>
                <a:lnTo>
                  <a:pt x="214862" y="525624"/>
                </a:lnTo>
                <a:lnTo>
                  <a:pt x="213775" y="526173"/>
                </a:lnTo>
                <a:lnTo>
                  <a:pt x="212679" y="526697"/>
                </a:lnTo>
                <a:lnTo>
                  <a:pt x="211576" y="527197"/>
                </a:lnTo>
                <a:lnTo>
                  <a:pt x="210463" y="527671"/>
                </a:lnTo>
                <a:lnTo>
                  <a:pt x="209343" y="528120"/>
                </a:lnTo>
                <a:lnTo>
                  <a:pt x="208215" y="528545"/>
                </a:lnTo>
                <a:lnTo>
                  <a:pt x="207079" y="528944"/>
                </a:lnTo>
                <a:lnTo>
                  <a:pt x="205935" y="529317"/>
                </a:lnTo>
                <a:lnTo>
                  <a:pt x="204784" y="529666"/>
                </a:lnTo>
                <a:lnTo>
                  <a:pt x="203626" y="529989"/>
                </a:lnTo>
                <a:lnTo>
                  <a:pt x="202461" y="530287"/>
                </a:lnTo>
                <a:lnTo>
                  <a:pt x="201289" y="530559"/>
                </a:lnTo>
                <a:lnTo>
                  <a:pt x="200110" y="530806"/>
                </a:lnTo>
                <a:lnTo>
                  <a:pt x="198925" y="531027"/>
                </a:lnTo>
                <a:lnTo>
                  <a:pt x="197734" y="531222"/>
                </a:lnTo>
                <a:lnTo>
                  <a:pt x="196536" y="531392"/>
                </a:lnTo>
                <a:lnTo>
                  <a:pt x="195333" y="531535"/>
                </a:lnTo>
                <a:lnTo>
                  <a:pt x="194123" y="531653"/>
                </a:lnTo>
                <a:lnTo>
                  <a:pt x="192908" y="531744"/>
                </a:lnTo>
                <a:lnTo>
                  <a:pt x="191688" y="531810"/>
                </a:lnTo>
                <a:lnTo>
                  <a:pt x="190462" y="531849"/>
                </a:lnTo>
                <a:lnTo>
                  <a:pt x="189232" y="531862"/>
                </a:lnTo>
                <a:lnTo>
                  <a:pt x="185338" y="531862"/>
                </a:lnTo>
                <a:lnTo>
                  <a:pt x="182695" y="531809"/>
                </a:lnTo>
                <a:lnTo>
                  <a:pt x="180098" y="531649"/>
                </a:lnTo>
                <a:lnTo>
                  <a:pt x="177549" y="531385"/>
                </a:lnTo>
                <a:lnTo>
                  <a:pt x="175047" y="531016"/>
                </a:lnTo>
                <a:lnTo>
                  <a:pt x="172593" y="530545"/>
                </a:lnTo>
                <a:lnTo>
                  <a:pt x="170189" y="529972"/>
                </a:lnTo>
                <a:lnTo>
                  <a:pt x="167836" y="529299"/>
                </a:lnTo>
                <a:lnTo>
                  <a:pt x="165533" y="528527"/>
                </a:lnTo>
                <a:lnTo>
                  <a:pt x="163281" y="527656"/>
                </a:lnTo>
                <a:lnTo>
                  <a:pt x="161083" y="526689"/>
                </a:lnTo>
                <a:lnTo>
                  <a:pt x="158937" y="525626"/>
                </a:lnTo>
                <a:lnTo>
                  <a:pt x="156846" y="524468"/>
                </a:lnTo>
                <a:lnTo>
                  <a:pt x="154809" y="523217"/>
                </a:lnTo>
                <a:lnTo>
                  <a:pt x="152828" y="521873"/>
                </a:lnTo>
                <a:lnTo>
                  <a:pt x="150903" y="520439"/>
                </a:lnTo>
                <a:lnTo>
                  <a:pt x="149036" y="518914"/>
                </a:lnTo>
                <a:lnTo>
                  <a:pt x="147226" y="517301"/>
                </a:lnTo>
                <a:lnTo>
                  <a:pt x="145476" y="515600"/>
                </a:lnTo>
                <a:lnTo>
                  <a:pt x="143784" y="513812"/>
                </a:lnTo>
                <a:lnTo>
                  <a:pt x="142153" y="511939"/>
                </a:lnTo>
                <a:lnTo>
                  <a:pt x="140584" y="509982"/>
                </a:lnTo>
                <a:lnTo>
                  <a:pt x="139076" y="507942"/>
                </a:lnTo>
                <a:lnTo>
                  <a:pt x="137630" y="505820"/>
                </a:lnTo>
                <a:lnTo>
                  <a:pt x="136248" y="503617"/>
                </a:lnTo>
                <a:lnTo>
                  <a:pt x="135626" y="502567"/>
                </a:lnTo>
                <a:lnTo>
                  <a:pt x="135031" y="501510"/>
                </a:lnTo>
                <a:lnTo>
                  <a:pt x="134462" y="500445"/>
                </a:lnTo>
                <a:lnTo>
                  <a:pt x="133920" y="499374"/>
                </a:lnTo>
                <a:lnTo>
                  <a:pt x="133404" y="498295"/>
                </a:lnTo>
                <a:lnTo>
                  <a:pt x="132915" y="497209"/>
                </a:lnTo>
                <a:lnTo>
                  <a:pt x="132453" y="496116"/>
                </a:lnTo>
                <a:lnTo>
                  <a:pt x="132017" y="495016"/>
                </a:lnTo>
                <a:lnTo>
                  <a:pt x="131608" y="493909"/>
                </a:lnTo>
                <a:lnTo>
                  <a:pt x="131226" y="492795"/>
                </a:lnTo>
                <a:lnTo>
                  <a:pt x="130870" y="491674"/>
                </a:lnTo>
                <a:lnTo>
                  <a:pt x="130541" y="490545"/>
                </a:lnTo>
                <a:lnTo>
                  <a:pt x="130238" y="489410"/>
                </a:lnTo>
                <a:lnTo>
                  <a:pt x="129962" y="488267"/>
                </a:lnTo>
                <a:lnTo>
                  <a:pt x="129713" y="487117"/>
                </a:lnTo>
                <a:lnTo>
                  <a:pt x="129490" y="485961"/>
                </a:lnTo>
                <a:lnTo>
                  <a:pt x="129294" y="484797"/>
                </a:lnTo>
                <a:lnTo>
                  <a:pt x="129125" y="483626"/>
                </a:lnTo>
                <a:lnTo>
                  <a:pt x="128982" y="482448"/>
                </a:lnTo>
                <a:lnTo>
                  <a:pt x="128866" y="481262"/>
                </a:lnTo>
                <a:lnTo>
                  <a:pt x="128777" y="480070"/>
                </a:lnTo>
                <a:lnTo>
                  <a:pt x="128714" y="478871"/>
                </a:lnTo>
                <a:lnTo>
                  <a:pt x="128678" y="477664"/>
                </a:lnTo>
                <a:lnTo>
                  <a:pt x="128668" y="476451"/>
                </a:lnTo>
                <a:lnTo>
                  <a:pt x="128668" y="472644"/>
                </a:lnTo>
                <a:lnTo>
                  <a:pt x="128723" y="470061"/>
                </a:lnTo>
                <a:lnTo>
                  <a:pt x="128887" y="467523"/>
                </a:lnTo>
                <a:lnTo>
                  <a:pt x="129159" y="465032"/>
                </a:lnTo>
                <a:lnTo>
                  <a:pt x="129537" y="462588"/>
                </a:lnTo>
                <a:lnTo>
                  <a:pt x="130020" y="460192"/>
                </a:lnTo>
                <a:lnTo>
                  <a:pt x="130607" y="457844"/>
                </a:lnTo>
                <a:lnTo>
                  <a:pt x="131297" y="455545"/>
                </a:lnTo>
                <a:lnTo>
                  <a:pt x="132089" y="453296"/>
                </a:lnTo>
                <a:lnTo>
                  <a:pt x="132980" y="451098"/>
                </a:lnTo>
                <a:lnTo>
                  <a:pt x="133971" y="448951"/>
                </a:lnTo>
                <a:lnTo>
                  <a:pt x="135060" y="446855"/>
                </a:lnTo>
                <a:lnTo>
                  <a:pt x="136245" y="444813"/>
                </a:lnTo>
                <a:lnTo>
                  <a:pt x="137526" y="442823"/>
                </a:lnTo>
                <a:lnTo>
                  <a:pt x="138900" y="440887"/>
                </a:lnTo>
                <a:lnTo>
                  <a:pt x="140368" y="439006"/>
                </a:lnTo>
                <a:lnTo>
                  <a:pt x="141927" y="437180"/>
                </a:lnTo>
                <a:lnTo>
                  <a:pt x="143576" y="435410"/>
                </a:lnTo>
                <a:lnTo>
                  <a:pt x="145315" y="433697"/>
                </a:lnTo>
                <a:lnTo>
                  <a:pt x="147141" y="432041"/>
                </a:lnTo>
                <a:lnTo>
                  <a:pt x="149054" y="430442"/>
                </a:lnTo>
                <a:lnTo>
                  <a:pt x="151053" y="428903"/>
                </a:lnTo>
                <a:lnTo>
                  <a:pt x="153135" y="427422"/>
                </a:lnTo>
                <a:lnTo>
                  <a:pt x="155301" y="426002"/>
                </a:lnTo>
                <a:lnTo>
                  <a:pt x="157548" y="424642"/>
                </a:lnTo>
                <a:lnTo>
                  <a:pt x="158616" y="424022"/>
                </a:lnTo>
                <a:lnTo>
                  <a:pt x="159692" y="423430"/>
                </a:lnTo>
                <a:lnTo>
                  <a:pt x="160778" y="422867"/>
                </a:lnTo>
                <a:lnTo>
                  <a:pt x="161873" y="422331"/>
                </a:lnTo>
                <a:lnTo>
                  <a:pt x="162976" y="421823"/>
                </a:lnTo>
                <a:lnTo>
                  <a:pt x="164088" y="421343"/>
                </a:lnTo>
                <a:lnTo>
                  <a:pt x="165208" y="420891"/>
                </a:lnTo>
                <a:lnTo>
                  <a:pt x="166336" y="420465"/>
                </a:lnTo>
                <a:lnTo>
                  <a:pt x="167472" y="420067"/>
                </a:lnTo>
                <a:lnTo>
                  <a:pt x="168616" y="419696"/>
                </a:lnTo>
                <a:lnTo>
                  <a:pt x="169767" y="419352"/>
                </a:lnTo>
                <a:lnTo>
                  <a:pt x="170925" y="419034"/>
                </a:lnTo>
                <a:lnTo>
                  <a:pt x="172091" y="418742"/>
                </a:lnTo>
                <a:lnTo>
                  <a:pt x="173264" y="418477"/>
                </a:lnTo>
                <a:lnTo>
                  <a:pt x="174443" y="418238"/>
                </a:lnTo>
                <a:lnTo>
                  <a:pt x="175629" y="418025"/>
                </a:lnTo>
                <a:lnTo>
                  <a:pt x="176821" y="417838"/>
                </a:lnTo>
                <a:lnTo>
                  <a:pt x="178019" y="417676"/>
                </a:lnTo>
                <a:lnTo>
                  <a:pt x="179223" y="417540"/>
                </a:lnTo>
                <a:lnTo>
                  <a:pt x="180433" y="417428"/>
                </a:lnTo>
                <a:lnTo>
                  <a:pt x="181648" y="417342"/>
                </a:lnTo>
                <a:lnTo>
                  <a:pt x="182868" y="417281"/>
                </a:lnTo>
                <a:close/>
                <a:moveTo>
                  <a:pt x="148498" y="473198"/>
                </a:moveTo>
                <a:lnTo>
                  <a:pt x="148481" y="473871"/>
                </a:lnTo>
                <a:lnTo>
                  <a:pt x="148475" y="474547"/>
                </a:lnTo>
                <a:lnTo>
                  <a:pt x="148462" y="474560"/>
                </a:lnTo>
                <a:lnTo>
                  <a:pt x="148500" y="476367"/>
                </a:lnTo>
                <a:lnTo>
                  <a:pt x="148614" y="478134"/>
                </a:lnTo>
                <a:lnTo>
                  <a:pt x="148802" y="479862"/>
                </a:lnTo>
                <a:lnTo>
                  <a:pt x="149064" y="481550"/>
                </a:lnTo>
                <a:lnTo>
                  <a:pt x="149399" y="483199"/>
                </a:lnTo>
                <a:lnTo>
                  <a:pt x="149806" y="484810"/>
                </a:lnTo>
                <a:lnTo>
                  <a:pt x="150283" y="486382"/>
                </a:lnTo>
                <a:lnTo>
                  <a:pt x="150831" y="487916"/>
                </a:lnTo>
                <a:lnTo>
                  <a:pt x="151449" y="489411"/>
                </a:lnTo>
                <a:lnTo>
                  <a:pt x="152135" y="490870"/>
                </a:lnTo>
                <a:lnTo>
                  <a:pt x="152888" y="492290"/>
                </a:lnTo>
                <a:lnTo>
                  <a:pt x="153708" y="493674"/>
                </a:lnTo>
                <a:lnTo>
                  <a:pt x="154594" y="495021"/>
                </a:lnTo>
                <a:lnTo>
                  <a:pt x="155544" y="496331"/>
                </a:lnTo>
                <a:lnTo>
                  <a:pt x="156559" y="497605"/>
                </a:lnTo>
                <a:lnTo>
                  <a:pt x="157637" y="498843"/>
                </a:lnTo>
                <a:lnTo>
                  <a:pt x="158777" y="500046"/>
                </a:lnTo>
                <a:lnTo>
                  <a:pt x="159978" y="501213"/>
                </a:lnTo>
                <a:lnTo>
                  <a:pt x="161240" y="502345"/>
                </a:lnTo>
                <a:lnTo>
                  <a:pt x="162561" y="503442"/>
                </a:lnTo>
                <a:lnTo>
                  <a:pt x="163941" y="504504"/>
                </a:lnTo>
                <a:lnTo>
                  <a:pt x="165379" y="505533"/>
                </a:lnTo>
                <a:lnTo>
                  <a:pt x="166874" y="506527"/>
                </a:lnTo>
                <a:lnTo>
                  <a:pt x="168425" y="507487"/>
                </a:lnTo>
                <a:lnTo>
                  <a:pt x="169170" y="507921"/>
                </a:lnTo>
                <a:lnTo>
                  <a:pt x="169921" y="508335"/>
                </a:lnTo>
                <a:lnTo>
                  <a:pt x="170677" y="508729"/>
                </a:lnTo>
                <a:lnTo>
                  <a:pt x="171440" y="509103"/>
                </a:lnTo>
                <a:lnTo>
                  <a:pt x="172209" y="509457"/>
                </a:lnTo>
                <a:lnTo>
                  <a:pt x="172983" y="509791"/>
                </a:lnTo>
                <a:lnTo>
                  <a:pt x="173763" y="510106"/>
                </a:lnTo>
                <a:lnTo>
                  <a:pt x="174549" y="510402"/>
                </a:lnTo>
                <a:lnTo>
                  <a:pt x="175340" y="510679"/>
                </a:lnTo>
                <a:lnTo>
                  <a:pt x="176137" y="510936"/>
                </a:lnTo>
                <a:lnTo>
                  <a:pt x="176939" y="511175"/>
                </a:lnTo>
                <a:lnTo>
                  <a:pt x="177746" y="511395"/>
                </a:lnTo>
                <a:lnTo>
                  <a:pt x="178559" y="511597"/>
                </a:lnTo>
                <a:lnTo>
                  <a:pt x="179377" y="511781"/>
                </a:lnTo>
                <a:lnTo>
                  <a:pt x="180199" y="511946"/>
                </a:lnTo>
                <a:lnTo>
                  <a:pt x="181027" y="512093"/>
                </a:lnTo>
                <a:lnTo>
                  <a:pt x="181860" y="512222"/>
                </a:lnTo>
                <a:lnTo>
                  <a:pt x="182697" y="512334"/>
                </a:lnTo>
                <a:lnTo>
                  <a:pt x="183539" y="512428"/>
                </a:lnTo>
                <a:lnTo>
                  <a:pt x="184386" y="512504"/>
                </a:lnTo>
                <a:lnTo>
                  <a:pt x="185237" y="512563"/>
                </a:lnTo>
                <a:lnTo>
                  <a:pt x="186093" y="512605"/>
                </a:lnTo>
                <a:lnTo>
                  <a:pt x="186953" y="512631"/>
                </a:lnTo>
                <a:lnTo>
                  <a:pt x="187817" y="512639"/>
                </a:lnTo>
                <a:lnTo>
                  <a:pt x="189643" y="512601"/>
                </a:lnTo>
                <a:lnTo>
                  <a:pt x="191430" y="512488"/>
                </a:lnTo>
                <a:lnTo>
                  <a:pt x="193177" y="512301"/>
                </a:lnTo>
                <a:lnTo>
                  <a:pt x="194885" y="512040"/>
                </a:lnTo>
                <a:lnTo>
                  <a:pt x="196553" y="511708"/>
                </a:lnTo>
                <a:lnTo>
                  <a:pt x="198183" y="511304"/>
                </a:lnTo>
                <a:lnTo>
                  <a:pt x="199774" y="510831"/>
                </a:lnTo>
                <a:lnTo>
                  <a:pt x="201326" y="510289"/>
                </a:lnTo>
                <a:lnTo>
                  <a:pt x="202840" y="509679"/>
                </a:lnTo>
                <a:lnTo>
                  <a:pt x="204316" y="509003"/>
                </a:lnTo>
                <a:lnTo>
                  <a:pt x="205755" y="508261"/>
                </a:lnTo>
                <a:lnTo>
                  <a:pt x="207155" y="507454"/>
                </a:lnTo>
                <a:lnTo>
                  <a:pt x="208518" y="506584"/>
                </a:lnTo>
                <a:lnTo>
                  <a:pt x="209845" y="505651"/>
                </a:lnTo>
                <a:lnTo>
                  <a:pt x="211134" y="504657"/>
                </a:lnTo>
                <a:lnTo>
                  <a:pt x="212386" y="503603"/>
                </a:lnTo>
                <a:lnTo>
                  <a:pt x="213602" y="502489"/>
                </a:lnTo>
                <a:lnTo>
                  <a:pt x="214782" y="501317"/>
                </a:lnTo>
                <a:lnTo>
                  <a:pt x="215925" y="500088"/>
                </a:lnTo>
                <a:lnTo>
                  <a:pt x="217033" y="498803"/>
                </a:lnTo>
                <a:lnTo>
                  <a:pt x="218105" y="497463"/>
                </a:lnTo>
                <a:lnTo>
                  <a:pt x="219142" y="496069"/>
                </a:lnTo>
                <a:lnTo>
                  <a:pt x="220143" y="494622"/>
                </a:lnTo>
                <a:lnTo>
                  <a:pt x="221110" y="493124"/>
                </a:lnTo>
                <a:lnTo>
                  <a:pt x="221554" y="492394"/>
                </a:lnTo>
                <a:lnTo>
                  <a:pt x="221977" y="491659"/>
                </a:lnTo>
                <a:lnTo>
                  <a:pt x="222379" y="490918"/>
                </a:lnTo>
                <a:lnTo>
                  <a:pt x="222761" y="490172"/>
                </a:lnTo>
                <a:lnTo>
                  <a:pt x="223123" y="489420"/>
                </a:lnTo>
                <a:lnTo>
                  <a:pt x="223465" y="488663"/>
                </a:lnTo>
                <a:lnTo>
                  <a:pt x="223786" y="487900"/>
                </a:lnTo>
                <a:lnTo>
                  <a:pt x="224088" y="487132"/>
                </a:lnTo>
                <a:lnTo>
                  <a:pt x="224370" y="486358"/>
                </a:lnTo>
                <a:lnTo>
                  <a:pt x="224633" y="485580"/>
                </a:lnTo>
                <a:lnTo>
                  <a:pt x="224877" y="484796"/>
                </a:lnTo>
                <a:lnTo>
                  <a:pt x="225101" y="484007"/>
                </a:lnTo>
                <a:lnTo>
                  <a:pt x="225307" y="483213"/>
                </a:lnTo>
                <a:lnTo>
                  <a:pt x="225494" y="482414"/>
                </a:lnTo>
                <a:lnTo>
                  <a:pt x="225662" y="481610"/>
                </a:lnTo>
                <a:lnTo>
                  <a:pt x="225812" y="480801"/>
                </a:lnTo>
                <a:lnTo>
                  <a:pt x="225943" y="479988"/>
                </a:lnTo>
                <a:lnTo>
                  <a:pt x="226057" y="479170"/>
                </a:lnTo>
                <a:lnTo>
                  <a:pt x="226152" y="478347"/>
                </a:lnTo>
                <a:lnTo>
                  <a:pt x="226230" y="477520"/>
                </a:lnTo>
                <a:lnTo>
                  <a:pt x="226290" y="476688"/>
                </a:lnTo>
                <a:lnTo>
                  <a:pt x="226333" y="475852"/>
                </a:lnTo>
                <a:lnTo>
                  <a:pt x="226358" y="475011"/>
                </a:lnTo>
                <a:lnTo>
                  <a:pt x="226367" y="474167"/>
                </a:lnTo>
                <a:lnTo>
                  <a:pt x="226332" y="472485"/>
                </a:lnTo>
                <a:lnTo>
                  <a:pt x="226228" y="470836"/>
                </a:lnTo>
                <a:lnTo>
                  <a:pt x="226057" y="469218"/>
                </a:lnTo>
                <a:lnTo>
                  <a:pt x="225818" y="467632"/>
                </a:lnTo>
                <a:lnTo>
                  <a:pt x="225512" y="466078"/>
                </a:lnTo>
                <a:lnTo>
                  <a:pt x="225141" y="464556"/>
                </a:lnTo>
                <a:lnTo>
                  <a:pt x="224706" y="463066"/>
                </a:lnTo>
                <a:lnTo>
                  <a:pt x="224206" y="461608"/>
                </a:lnTo>
                <a:lnTo>
                  <a:pt x="223644" y="460183"/>
                </a:lnTo>
                <a:lnTo>
                  <a:pt x="223019" y="458789"/>
                </a:lnTo>
                <a:lnTo>
                  <a:pt x="222333" y="457427"/>
                </a:lnTo>
                <a:lnTo>
                  <a:pt x="221587" y="456098"/>
                </a:lnTo>
                <a:lnTo>
                  <a:pt x="220781" y="454801"/>
                </a:lnTo>
                <a:lnTo>
                  <a:pt x="219916" y="453536"/>
                </a:lnTo>
                <a:lnTo>
                  <a:pt x="218993" y="452303"/>
                </a:lnTo>
                <a:lnTo>
                  <a:pt x="218014" y="451103"/>
                </a:lnTo>
                <a:lnTo>
                  <a:pt x="216978" y="449935"/>
                </a:lnTo>
                <a:lnTo>
                  <a:pt x="215886" y="448800"/>
                </a:lnTo>
                <a:lnTo>
                  <a:pt x="214740" y="447697"/>
                </a:lnTo>
                <a:lnTo>
                  <a:pt x="213540" y="446627"/>
                </a:lnTo>
                <a:lnTo>
                  <a:pt x="212288" y="445590"/>
                </a:lnTo>
                <a:lnTo>
                  <a:pt x="210983" y="444585"/>
                </a:lnTo>
                <a:lnTo>
                  <a:pt x="209627" y="443613"/>
                </a:lnTo>
                <a:lnTo>
                  <a:pt x="208221" y="442673"/>
                </a:lnTo>
                <a:lnTo>
                  <a:pt x="207433" y="442162"/>
                </a:lnTo>
                <a:lnTo>
                  <a:pt x="206638" y="441674"/>
                </a:lnTo>
                <a:lnTo>
                  <a:pt x="205836" y="441207"/>
                </a:lnTo>
                <a:lnTo>
                  <a:pt x="205027" y="440762"/>
                </a:lnTo>
                <a:lnTo>
                  <a:pt x="204212" y="440339"/>
                </a:lnTo>
                <a:lnTo>
                  <a:pt x="203389" y="439938"/>
                </a:lnTo>
                <a:lnTo>
                  <a:pt x="202560" y="439560"/>
                </a:lnTo>
                <a:lnTo>
                  <a:pt x="201724" y="439203"/>
                </a:lnTo>
                <a:lnTo>
                  <a:pt x="200881" y="438868"/>
                </a:lnTo>
                <a:lnTo>
                  <a:pt x="200031" y="438555"/>
                </a:lnTo>
                <a:lnTo>
                  <a:pt x="199174" y="438264"/>
                </a:lnTo>
                <a:lnTo>
                  <a:pt x="198311" y="437995"/>
                </a:lnTo>
                <a:lnTo>
                  <a:pt x="197440" y="437748"/>
                </a:lnTo>
                <a:lnTo>
                  <a:pt x="196563" y="437523"/>
                </a:lnTo>
                <a:lnTo>
                  <a:pt x="195679" y="437320"/>
                </a:lnTo>
                <a:lnTo>
                  <a:pt x="194788" y="437139"/>
                </a:lnTo>
                <a:lnTo>
                  <a:pt x="193890" y="436980"/>
                </a:lnTo>
                <a:lnTo>
                  <a:pt x="192986" y="436842"/>
                </a:lnTo>
                <a:lnTo>
                  <a:pt x="192074" y="436727"/>
                </a:lnTo>
                <a:lnTo>
                  <a:pt x="191156" y="436634"/>
                </a:lnTo>
                <a:lnTo>
                  <a:pt x="190231" y="436563"/>
                </a:lnTo>
                <a:lnTo>
                  <a:pt x="189299" y="436514"/>
                </a:lnTo>
                <a:lnTo>
                  <a:pt x="188360" y="436486"/>
                </a:lnTo>
                <a:lnTo>
                  <a:pt x="187415" y="436481"/>
                </a:lnTo>
                <a:lnTo>
                  <a:pt x="185378" y="436523"/>
                </a:lnTo>
                <a:lnTo>
                  <a:pt x="183390" y="436649"/>
                </a:lnTo>
                <a:lnTo>
                  <a:pt x="181450" y="436858"/>
                </a:lnTo>
                <a:lnTo>
                  <a:pt x="179559" y="437150"/>
                </a:lnTo>
                <a:lnTo>
                  <a:pt x="177716" y="437522"/>
                </a:lnTo>
                <a:lnTo>
                  <a:pt x="175922" y="437976"/>
                </a:lnTo>
                <a:lnTo>
                  <a:pt x="174176" y="438509"/>
                </a:lnTo>
                <a:lnTo>
                  <a:pt x="172479" y="439122"/>
                </a:lnTo>
                <a:lnTo>
                  <a:pt x="170831" y="439813"/>
                </a:lnTo>
                <a:lnTo>
                  <a:pt x="169231" y="440582"/>
                </a:lnTo>
                <a:lnTo>
                  <a:pt x="167680" y="441428"/>
                </a:lnTo>
                <a:lnTo>
                  <a:pt x="166178" y="442350"/>
                </a:lnTo>
                <a:lnTo>
                  <a:pt x="164725" y="443347"/>
                </a:lnTo>
                <a:lnTo>
                  <a:pt x="163321" y="444418"/>
                </a:lnTo>
                <a:lnTo>
                  <a:pt x="161965" y="445564"/>
                </a:lnTo>
                <a:lnTo>
                  <a:pt x="160659" y="446782"/>
                </a:lnTo>
                <a:lnTo>
                  <a:pt x="159402" y="448073"/>
                </a:lnTo>
                <a:lnTo>
                  <a:pt x="158194" y="449435"/>
                </a:lnTo>
                <a:lnTo>
                  <a:pt x="157035" y="450868"/>
                </a:lnTo>
                <a:lnTo>
                  <a:pt x="155925" y="452371"/>
                </a:lnTo>
                <a:lnTo>
                  <a:pt x="154865" y="453943"/>
                </a:lnTo>
                <a:lnTo>
                  <a:pt x="153854" y="455584"/>
                </a:lnTo>
                <a:lnTo>
                  <a:pt x="152892" y="457292"/>
                </a:lnTo>
                <a:lnTo>
                  <a:pt x="151980" y="459067"/>
                </a:lnTo>
                <a:lnTo>
                  <a:pt x="151685" y="459678"/>
                </a:lnTo>
                <a:lnTo>
                  <a:pt x="151404" y="460292"/>
                </a:lnTo>
                <a:lnTo>
                  <a:pt x="151136" y="460909"/>
                </a:lnTo>
                <a:lnTo>
                  <a:pt x="150882" y="461529"/>
                </a:lnTo>
                <a:lnTo>
                  <a:pt x="150641" y="462153"/>
                </a:lnTo>
                <a:lnTo>
                  <a:pt x="150414" y="462779"/>
                </a:lnTo>
                <a:lnTo>
                  <a:pt x="150200" y="463409"/>
                </a:lnTo>
                <a:lnTo>
                  <a:pt x="149998" y="464042"/>
                </a:lnTo>
                <a:lnTo>
                  <a:pt x="149810" y="464678"/>
                </a:lnTo>
                <a:lnTo>
                  <a:pt x="149635" y="465316"/>
                </a:lnTo>
                <a:lnTo>
                  <a:pt x="149472" y="465958"/>
                </a:lnTo>
                <a:lnTo>
                  <a:pt x="149322" y="466603"/>
                </a:lnTo>
                <a:lnTo>
                  <a:pt x="149185" y="467250"/>
                </a:lnTo>
                <a:lnTo>
                  <a:pt x="149060" y="467900"/>
                </a:lnTo>
                <a:lnTo>
                  <a:pt x="148948" y="468553"/>
                </a:lnTo>
                <a:lnTo>
                  <a:pt x="148847" y="469209"/>
                </a:lnTo>
                <a:lnTo>
                  <a:pt x="148759" y="469867"/>
                </a:lnTo>
                <a:lnTo>
                  <a:pt x="148683" y="470528"/>
                </a:lnTo>
                <a:lnTo>
                  <a:pt x="148619" y="471192"/>
                </a:lnTo>
                <a:lnTo>
                  <a:pt x="148567" y="471858"/>
                </a:lnTo>
                <a:lnTo>
                  <a:pt x="148527" y="472526"/>
                </a:lnTo>
                <a:lnTo>
                  <a:pt x="148498" y="473198"/>
                </a:lnTo>
                <a:close/>
                <a:moveTo>
                  <a:pt x="96243" y="430618"/>
                </a:moveTo>
                <a:lnTo>
                  <a:pt x="97543" y="431710"/>
                </a:lnTo>
                <a:lnTo>
                  <a:pt x="97569" y="431583"/>
                </a:lnTo>
                <a:lnTo>
                  <a:pt x="97569" y="390979"/>
                </a:lnTo>
                <a:lnTo>
                  <a:pt x="97586" y="390318"/>
                </a:lnTo>
                <a:lnTo>
                  <a:pt x="97639" y="389670"/>
                </a:lnTo>
                <a:lnTo>
                  <a:pt x="97726" y="389036"/>
                </a:lnTo>
                <a:lnTo>
                  <a:pt x="97848" y="388416"/>
                </a:lnTo>
                <a:lnTo>
                  <a:pt x="98003" y="387813"/>
                </a:lnTo>
                <a:lnTo>
                  <a:pt x="98190" y="387228"/>
                </a:lnTo>
                <a:lnTo>
                  <a:pt x="98411" y="386662"/>
                </a:lnTo>
                <a:lnTo>
                  <a:pt x="98663" y="386117"/>
                </a:lnTo>
                <a:lnTo>
                  <a:pt x="98947" y="385594"/>
                </a:lnTo>
                <a:lnTo>
                  <a:pt x="99261" y="385094"/>
                </a:lnTo>
                <a:lnTo>
                  <a:pt x="99606" y="384620"/>
                </a:lnTo>
                <a:lnTo>
                  <a:pt x="99981" y="384171"/>
                </a:lnTo>
                <a:lnTo>
                  <a:pt x="100386" y="383751"/>
                </a:lnTo>
                <a:lnTo>
                  <a:pt x="100819" y="383360"/>
                </a:lnTo>
                <a:lnTo>
                  <a:pt x="101281" y="382999"/>
                </a:lnTo>
                <a:lnTo>
                  <a:pt x="101770" y="382670"/>
                </a:lnTo>
                <a:lnTo>
                  <a:pt x="102287" y="382375"/>
                </a:lnTo>
                <a:lnTo>
                  <a:pt x="102831" y="382114"/>
                </a:lnTo>
                <a:lnTo>
                  <a:pt x="103401" y="381890"/>
                </a:lnTo>
                <a:lnTo>
                  <a:pt x="103997" y="381703"/>
                </a:lnTo>
                <a:lnTo>
                  <a:pt x="104618" y="381556"/>
                </a:lnTo>
                <a:lnTo>
                  <a:pt x="105264" y="381448"/>
                </a:lnTo>
                <a:lnTo>
                  <a:pt x="105935" y="381383"/>
                </a:lnTo>
                <a:lnTo>
                  <a:pt x="106629" y="381361"/>
                </a:lnTo>
                <a:lnTo>
                  <a:pt x="108186" y="381361"/>
                </a:lnTo>
                <a:lnTo>
                  <a:pt x="108880" y="381383"/>
                </a:lnTo>
                <a:lnTo>
                  <a:pt x="109550" y="381448"/>
                </a:lnTo>
                <a:lnTo>
                  <a:pt x="110196" y="381556"/>
                </a:lnTo>
                <a:lnTo>
                  <a:pt x="110817" y="381703"/>
                </a:lnTo>
                <a:lnTo>
                  <a:pt x="111412" y="381890"/>
                </a:lnTo>
                <a:lnTo>
                  <a:pt x="111982" y="382114"/>
                </a:lnTo>
                <a:lnTo>
                  <a:pt x="112525" y="382375"/>
                </a:lnTo>
                <a:lnTo>
                  <a:pt x="113041" y="382670"/>
                </a:lnTo>
                <a:lnTo>
                  <a:pt x="113530" y="382999"/>
                </a:lnTo>
                <a:lnTo>
                  <a:pt x="113991" y="383360"/>
                </a:lnTo>
                <a:lnTo>
                  <a:pt x="114423" y="383751"/>
                </a:lnTo>
                <a:lnTo>
                  <a:pt x="114827" y="384171"/>
                </a:lnTo>
                <a:lnTo>
                  <a:pt x="115201" y="384620"/>
                </a:lnTo>
                <a:lnTo>
                  <a:pt x="115545" y="385094"/>
                </a:lnTo>
                <a:lnTo>
                  <a:pt x="115859" y="385594"/>
                </a:lnTo>
                <a:lnTo>
                  <a:pt x="116142" y="386117"/>
                </a:lnTo>
                <a:lnTo>
                  <a:pt x="116394" y="386662"/>
                </a:lnTo>
                <a:lnTo>
                  <a:pt x="116614" y="387228"/>
                </a:lnTo>
                <a:lnTo>
                  <a:pt x="116801" y="387813"/>
                </a:lnTo>
                <a:lnTo>
                  <a:pt x="116955" y="388416"/>
                </a:lnTo>
                <a:lnTo>
                  <a:pt x="117076" y="389036"/>
                </a:lnTo>
                <a:lnTo>
                  <a:pt x="117163" y="389670"/>
                </a:lnTo>
                <a:lnTo>
                  <a:pt x="117215" y="390318"/>
                </a:lnTo>
                <a:lnTo>
                  <a:pt x="117233" y="390979"/>
                </a:lnTo>
                <a:lnTo>
                  <a:pt x="117233" y="476451"/>
                </a:lnTo>
                <a:lnTo>
                  <a:pt x="117178" y="479034"/>
                </a:lnTo>
                <a:lnTo>
                  <a:pt x="117015" y="481573"/>
                </a:lnTo>
                <a:lnTo>
                  <a:pt x="116744" y="484065"/>
                </a:lnTo>
                <a:lnTo>
                  <a:pt x="116367" y="486511"/>
                </a:lnTo>
                <a:lnTo>
                  <a:pt x="115885" y="488909"/>
                </a:lnTo>
                <a:lnTo>
                  <a:pt x="115300" y="491259"/>
                </a:lnTo>
                <a:lnTo>
                  <a:pt x="114611" y="493560"/>
                </a:lnTo>
                <a:lnTo>
                  <a:pt x="113821" y="495812"/>
                </a:lnTo>
                <a:lnTo>
                  <a:pt x="112930" y="498012"/>
                </a:lnTo>
                <a:lnTo>
                  <a:pt x="111941" y="500162"/>
                </a:lnTo>
                <a:lnTo>
                  <a:pt x="110853" y="502259"/>
                </a:lnTo>
                <a:lnTo>
                  <a:pt x="109669" y="504304"/>
                </a:lnTo>
                <a:lnTo>
                  <a:pt x="108389" y="506295"/>
                </a:lnTo>
                <a:lnTo>
                  <a:pt x="107015" y="508232"/>
                </a:lnTo>
                <a:lnTo>
                  <a:pt x="105548" y="510113"/>
                </a:lnTo>
                <a:lnTo>
                  <a:pt x="103988" y="511939"/>
                </a:lnTo>
                <a:lnTo>
                  <a:pt x="102338" y="513708"/>
                </a:lnTo>
                <a:lnTo>
                  <a:pt x="100598" y="515419"/>
                </a:lnTo>
                <a:lnTo>
                  <a:pt x="98769" y="517072"/>
                </a:lnTo>
                <a:lnTo>
                  <a:pt x="96853" y="518667"/>
                </a:lnTo>
                <a:lnTo>
                  <a:pt x="94851" y="520201"/>
                </a:lnTo>
                <a:lnTo>
                  <a:pt x="92764" y="521676"/>
                </a:lnTo>
                <a:lnTo>
                  <a:pt x="90593" y="523089"/>
                </a:lnTo>
                <a:lnTo>
                  <a:pt x="88340" y="524439"/>
                </a:lnTo>
                <a:lnTo>
                  <a:pt x="87266" y="525047"/>
                </a:lnTo>
                <a:lnTo>
                  <a:pt x="86185" y="525628"/>
                </a:lnTo>
                <a:lnTo>
                  <a:pt x="85096" y="526183"/>
                </a:lnTo>
                <a:lnTo>
                  <a:pt x="84000" y="526712"/>
                </a:lnTo>
                <a:lnTo>
                  <a:pt x="82897" y="527216"/>
                </a:lnTo>
                <a:lnTo>
                  <a:pt x="81787" y="527693"/>
                </a:lnTo>
                <a:lnTo>
                  <a:pt x="80670" y="528145"/>
                </a:lnTo>
                <a:lnTo>
                  <a:pt x="79545" y="528570"/>
                </a:lnTo>
                <a:lnTo>
                  <a:pt x="78413" y="528970"/>
                </a:lnTo>
                <a:lnTo>
                  <a:pt x="77274" y="529343"/>
                </a:lnTo>
                <a:lnTo>
                  <a:pt x="76127" y="529691"/>
                </a:lnTo>
                <a:lnTo>
                  <a:pt x="74973" y="530013"/>
                </a:lnTo>
                <a:lnTo>
                  <a:pt x="73812" y="530309"/>
                </a:lnTo>
                <a:lnTo>
                  <a:pt x="72644" y="530579"/>
                </a:lnTo>
                <a:lnTo>
                  <a:pt x="71469" y="530822"/>
                </a:lnTo>
                <a:lnTo>
                  <a:pt x="70286" y="531040"/>
                </a:lnTo>
                <a:lnTo>
                  <a:pt x="69096" y="531232"/>
                </a:lnTo>
                <a:lnTo>
                  <a:pt x="67899" y="531398"/>
                </a:lnTo>
                <a:lnTo>
                  <a:pt x="66694" y="531538"/>
                </a:lnTo>
                <a:lnTo>
                  <a:pt x="65483" y="531653"/>
                </a:lnTo>
                <a:lnTo>
                  <a:pt x="64264" y="531741"/>
                </a:lnTo>
                <a:lnTo>
                  <a:pt x="63038" y="531803"/>
                </a:lnTo>
                <a:lnTo>
                  <a:pt x="61804" y="531839"/>
                </a:lnTo>
                <a:lnTo>
                  <a:pt x="60564" y="531850"/>
                </a:lnTo>
                <a:lnTo>
                  <a:pt x="56670" y="531850"/>
                </a:lnTo>
                <a:lnTo>
                  <a:pt x="54027" y="531796"/>
                </a:lnTo>
                <a:lnTo>
                  <a:pt x="51431" y="531637"/>
                </a:lnTo>
                <a:lnTo>
                  <a:pt x="48881" y="531372"/>
                </a:lnTo>
                <a:lnTo>
                  <a:pt x="46380" y="531003"/>
                </a:lnTo>
                <a:lnTo>
                  <a:pt x="43928" y="530532"/>
                </a:lnTo>
                <a:lnTo>
                  <a:pt x="41525" y="529959"/>
                </a:lnTo>
                <a:lnTo>
                  <a:pt x="39172" y="529286"/>
                </a:lnTo>
                <a:lnTo>
                  <a:pt x="36870" y="528514"/>
                </a:lnTo>
                <a:lnTo>
                  <a:pt x="34620" y="527644"/>
                </a:lnTo>
                <a:lnTo>
                  <a:pt x="32422" y="526676"/>
                </a:lnTo>
                <a:lnTo>
                  <a:pt x="30278" y="525613"/>
                </a:lnTo>
                <a:lnTo>
                  <a:pt x="28187" y="524455"/>
                </a:lnTo>
                <a:lnTo>
                  <a:pt x="26151" y="523204"/>
                </a:lnTo>
                <a:lnTo>
                  <a:pt x="24171" y="521861"/>
                </a:lnTo>
                <a:lnTo>
                  <a:pt x="22247" y="520426"/>
                </a:lnTo>
                <a:lnTo>
                  <a:pt x="20379" y="518902"/>
                </a:lnTo>
                <a:lnTo>
                  <a:pt x="18570" y="517288"/>
                </a:lnTo>
                <a:lnTo>
                  <a:pt x="16818" y="515587"/>
                </a:lnTo>
                <a:lnTo>
                  <a:pt x="15126" y="513799"/>
                </a:lnTo>
                <a:lnTo>
                  <a:pt x="13494" y="511927"/>
                </a:lnTo>
                <a:lnTo>
                  <a:pt x="11923" y="509969"/>
                </a:lnTo>
                <a:lnTo>
                  <a:pt x="10413" y="507929"/>
                </a:lnTo>
                <a:lnTo>
                  <a:pt x="8965" y="505807"/>
                </a:lnTo>
                <a:lnTo>
                  <a:pt x="7580" y="503605"/>
                </a:lnTo>
                <a:lnTo>
                  <a:pt x="6958" y="502554"/>
                </a:lnTo>
                <a:lnTo>
                  <a:pt x="6362" y="501497"/>
                </a:lnTo>
                <a:lnTo>
                  <a:pt x="5794" y="500432"/>
                </a:lnTo>
                <a:lnTo>
                  <a:pt x="5251" y="499361"/>
                </a:lnTo>
                <a:lnTo>
                  <a:pt x="4736" y="498282"/>
                </a:lnTo>
                <a:lnTo>
                  <a:pt x="4247" y="497196"/>
                </a:lnTo>
                <a:lnTo>
                  <a:pt x="3784" y="496103"/>
                </a:lnTo>
                <a:lnTo>
                  <a:pt x="3349" y="495004"/>
                </a:lnTo>
                <a:lnTo>
                  <a:pt x="2940" y="493896"/>
                </a:lnTo>
                <a:lnTo>
                  <a:pt x="2557" y="492782"/>
                </a:lnTo>
                <a:lnTo>
                  <a:pt x="2201" y="491661"/>
                </a:lnTo>
                <a:lnTo>
                  <a:pt x="1872" y="490533"/>
                </a:lnTo>
                <a:lnTo>
                  <a:pt x="1570" y="489397"/>
                </a:lnTo>
                <a:lnTo>
                  <a:pt x="1294" y="488254"/>
                </a:lnTo>
                <a:lnTo>
                  <a:pt x="1045" y="487105"/>
                </a:lnTo>
                <a:lnTo>
                  <a:pt x="822" y="485948"/>
                </a:lnTo>
                <a:lnTo>
                  <a:pt x="626" y="484784"/>
                </a:lnTo>
                <a:lnTo>
                  <a:pt x="457" y="483613"/>
                </a:lnTo>
                <a:lnTo>
                  <a:pt x="314" y="482435"/>
                </a:lnTo>
                <a:lnTo>
                  <a:pt x="198" y="481250"/>
                </a:lnTo>
                <a:lnTo>
                  <a:pt x="108" y="480057"/>
                </a:lnTo>
                <a:lnTo>
                  <a:pt x="46" y="478858"/>
                </a:lnTo>
                <a:lnTo>
                  <a:pt x="10" y="477651"/>
                </a:lnTo>
                <a:lnTo>
                  <a:pt x="0" y="476438"/>
                </a:lnTo>
                <a:lnTo>
                  <a:pt x="0" y="472631"/>
                </a:lnTo>
                <a:lnTo>
                  <a:pt x="55" y="470048"/>
                </a:lnTo>
                <a:lnTo>
                  <a:pt x="218" y="467509"/>
                </a:lnTo>
                <a:lnTo>
                  <a:pt x="489" y="465017"/>
                </a:lnTo>
                <a:lnTo>
                  <a:pt x="866" y="462571"/>
                </a:lnTo>
                <a:lnTo>
                  <a:pt x="1348" y="460172"/>
                </a:lnTo>
                <a:lnTo>
                  <a:pt x="1933" y="457822"/>
                </a:lnTo>
                <a:lnTo>
                  <a:pt x="2622" y="455521"/>
                </a:lnTo>
                <a:lnTo>
                  <a:pt x="3412" y="453269"/>
                </a:lnTo>
                <a:lnTo>
                  <a:pt x="4302" y="451068"/>
                </a:lnTo>
                <a:lnTo>
                  <a:pt x="5291" y="448918"/>
                </a:lnTo>
                <a:lnTo>
                  <a:pt x="6378" y="446820"/>
                </a:lnTo>
                <a:lnTo>
                  <a:pt x="7562" y="444775"/>
                </a:lnTo>
                <a:lnTo>
                  <a:pt x="8842" y="442783"/>
                </a:lnTo>
                <a:lnTo>
                  <a:pt x="10216" y="440845"/>
                </a:lnTo>
                <a:lnTo>
                  <a:pt x="11682" y="438962"/>
                </a:lnTo>
                <a:lnTo>
                  <a:pt x="13241" y="437136"/>
                </a:lnTo>
                <a:lnTo>
                  <a:pt x="14891" y="435365"/>
                </a:lnTo>
                <a:lnTo>
                  <a:pt x="16630" y="433652"/>
                </a:lnTo>
                <a:lnTo>
                  <a:pt x="18458" y="431997"/>
                </a:lnTo>
                <a:lnTo>
                  <a:pt x="20372" y="430400"/>
                </a:lnTo>
                <a:lnTo>
                  <a:pt x="22373" y="428863"/>
                </a:lnTo>
                <a:lnTo>
                  <a:pt x="24459" y="427387"/>
                </a:lnTo>
                <a:lnTo>
                  <a:pt x="26628" y="425971"/>
                </a:lnTo>
                <a:lnTo>
                  <a:pt x="28880" y="424617"/>
                </a:lnTo>
                <a:lnTo>
                  <a:pt x="29955" y="424015"/>
                </a:lnTo>
                <a:lnTo>
                  <a:pt x="31038" y="423438"/>
                </a:lnTo>
                <a:lnTo>
                  <a:pt x="32127" y="422888"/>
                </a:lnTo>
                <a:lnTo>
                  <a:pt x="33224" y="422364"/>
                </a:lnTo>
                <a:lnTo>
                  <a:pt x="34328" y="421865"/>
                </a:lnTo>
                <a:lnTo>
                  <a:pt x="35439" y="421393"/>
                </a:lnTo>
                <a:lnTo>
                  <a:pt x="36557" y="420947"/>
                </a:lnTo>
                <a:lnTo>
                  <a:pt x="37683" y="420526"/>
                </a:lnTo>
                <a:lnTo>
                  <a:pt x="38815" y="420132"/>
                </a:lnTo>
                <a:lnTo>
                  <a:pt x="39955" y="419763"/>
                </a:lnTo>
                <a:lnTo>
                  <a:pt x="41101" y="419421"/>
                </a:lnTo>
                <a:lnTo>
                  <a:pt x="42255" y="419105"/>
                </a:lnTo>
                <a:lnTo>
                  <a:pt x="43416" y="418814"/>
                </a:lnTo>
                <a:lnTo>
                  <a:pt x="44584" y="418550"/>
                </a:lnTo>
                <a:lnTo>
                  <a:pt x="45759" y="418311"/>
                </a:lnTo>
                <a:lnTo>
                  <a:pt x="46941" y="418098"/>
                </a:lnTo>
                <a:lnTo>
                  <a:pt x="48131" y="417912"/>
                </a:lnTo>
                <a:lnTo>
                  <a:pt x="49327" y="417751"/>
                </a:lnTo>
                <a:lnTo>
                  <a:pt x="50531" y="417617"/>
                </a:lnTo>
                <a:lnTo>
                  <a:pt x="51742" y="417508"/>
                </a:lnTo>
                <a:lnTo>
                  <a:pt x="52960" y="417426"/>
                </a:lnTo>
                <a:lnTo>
                  <a:pt x="54185" y="417369"/>
                </a:lnTo>
                <a:lnTo>
                  <a:pt x="55417" y="417338"/>
                </a:lnTo>
                <a:lnTo>
                  <a:pt x="56657" y="417334"/>
                </a:lnTo>
                <a:lnTo>
                  <a:pt x="60551" y="417334"/>
                </a:lnTo>
                <a:lnTo>
                  <a:pt x="62343" y="417365"/>
                </a:lnTo>
                <a:lnTo>
                  <a:pt x="64113" y="417452"/>
                </a:lnTo>
                <a:lnTo>
                  <a:pt x="65861" y="417594"/>
                </a:lnTo>
                <a:lnTo>
                  <a:pt x="67586" y="417790"/>
                </a:lnTo>
                <a:lnTo>
                  <a:pt x="69288" y="418040"/>
                </a:lnTo>
                <a:lnTo>
                  <a:pt x="70969" y="418342"/>
                </a:lnTo>
                <a:lnTo>
                  <a:pt x="72627" y="418695"/>
                </a:lnTo>
                <a:lnTo>
                  <a:pt x="74263" y="419098"/>
                </a:lnTo>
                <a:lnTo>
                  <a:pt x="75877" y="419552"/>
                </a:lnTo>
                <a:lnTo>
                  <a:pt x="77470" y="420054"/>
                </a:lnTo>
                <a:lnTo>
                  <a:pt x="79040" y="420603"/>
                </a:lnTo>
                <a:lnTo>
                  <a:pt x="80590" y="421200"/>
                </a:lnTo>
                <a:lnTo>
                  <a:pt x="82117" y="421844"/>
                </a:lnTo>
                <a:lnTo>
                  <a:pt x="83624" y="422532"/>
                </a:lnTo>
                <a:lnTo>
                  <a:pt x="85109" y="423265"/>
                </a:lnTo>
                <a:lnTo>
                  <a:pt x="86573" y="424041"/>
                </a:lnTo>
                <a:lnTo>
                  <a:pt x="88017" y="424860"/>
                </a:lnTo>
                <a:lnTo>
                  <a:pt x="89439" y="425720"/>
                </a:lnTo>
                <a:lnTo>
                  <a:pt x="90841" y="426621"/>
                </a:lnTo>
                <a:lnTo>
                  <a:pt x="92222" y="427563"/>
                </a:lnTo>
                <a:lnTo>
                  <a:pt x="93583" y="428543"/>
                </a:lnTo>
                <a:lnTo>
                  <a:pt x="94923" y="429562"/>
                </a:lnTo>
                <a:lnTo>
                  <a:pt x="96243" y="430618"/>
                </a:lnTo>
                <a:close/>
                <a:moveTo>
                  <a:pt x="19683" y="473871"/>
                </a:moveTo>
                <a:lnTo>
                  <a:pt x="19677" y="474547"/>
                </a:lnTo>
                <a:lnTo>
                  <a:pt x="19664" y="474560"/>
                </a:lnTo>
                <a:lnTo>
                  <a:pt x="19703" y="476423"/>
                </a:lnTo>
                <a:lnTo>
                  <a:pt x="19819" y="478247"/>
                </a:lnTo>
                <a:lnTo>
                  <a:pt x="20011" y="480032"/>
                </a:lnTo>
                <a:lnTo>
                  <a:pt x="20280" y="481778"/>
                </a:lnTo>
                <a:lnTo>
                  <a:pt x="20623" y="483484"/>
                </a:lnTo>
                <a:lnTo>
                  <a:pt x="21041" y="485150"/>
                </a:lnTo>
                <a:lnTo>
                  <a:pt x="21534" y="486777"/>
                </a:lnTo>
                <a:lnTo>
                  <a:pt x="22099" y="488363"/>
                </a:lnTo>
                <a:lnTo>
                  <a:pt x="22738" y="489910"/>
                </a:lnTo>
                <a:lnTo>
                  <a:pt x="23448" y="491415"/>
                </a:lnTo>
                <a:lnTo>
                  <a:pt x="24230" y="492881"/>
                </a:lnTo>
                <a:lnTo>
                  <a:pt x="25083" y="494305"/>
                </a:lnTo>
                <a:lnTo>
                  <a:pt x="26007" y="495689"/>
                </a:lnTo>
                <a:lnTo>
                  <a:pt x="27000" y="497031"/>
                </a:lnTo>
                <a:lnTo>
                  <a:pt x="28062" y="498333"/>
                </a:lnTo>
                <a:lnTo>
                  <a:pt x="29192" y="499593"/>
                </a:lnTo>
                <a:lnTo>
                  <a:pt x="30391" y="500811"/>
                </a:lnTo>
                <a:lnTo>
                  <a:pt x="31656" y="501987"/>
                </a:lnTo>
                <a:lnTo>
                  <a:pt x="32989" y="503122"/>
                </a:lnTo>
                <a:lnTo>
                  <a:pt x="34387" y="504214"/>
                </a:lnTo>
                <a:lnTo>
                  <a:pt x="35850" y="505265"/>
                </a:lnTo>
                <a:lnTo>
                  <a:pt x="37378" y="506272"/>
                </a:lnTo>
                <a:lnTo>
                  <a:pt x="38971" y="507237"/>
                </a:lnTo>
                <a:lnTo>
                  <a:pt x="40627" y="508160"/>
                </a:lnTo>
                <a:lnTo>
                  <a:pt x="41311" y="508518"/>
                </a:lnTo>
                <a:lnTo>
                  <a:pt x="41999" y="508861"/>
                </a:lnTo>
                <a:lnTo>
                  <a:pt x="42693" y="509191"/>
                </a:lnTo>
                <a:lnTo>
                  <a:pt x="43392" y="509506"/>
                </a:lnTo>
                <a:lnTo>
                  <a:pt x="44095" y="509807"/>
                </a:lnTo>
                <a:lnTo>
                  <a:pt x="44802" y="510093"/>
                </a:lnTo>
                <a:lnTo>
                  <a:pt x="45515" y="510364"/>
                </a:lnTo>
                <a:lnTo>
                  <a:pt x="46231" y="510621"/>
                </a:lnTo>
                <a:lnTo>
                  <a:pt x="46953" y="510864"/>
                </a:lnTo>
                <a:lnTo>
                  <a:pt x="47678" y="511091"/>
                </a:lnTo>
                <a:lnTo>
                  <a:pt x="48408" y="511303"/>
                </a:lnTo>
                <a:lnTo>
                  <a:pt x="49141" y="511500"/>
                </a:lnTo>
                <a:lnTo>
                  <a:pt x="49879" y="511682"/>
                </a:lnTo>
                <a:lnTo>
                  <a:pt x="50621" y="511849"/>
                </a:lnTo>
                <a:lnTo>
                  <a:pt x="51367" y="512000"/>
                </a:lnTo>
                <a:lnTo>
                  <a:pt x="52116" y="512136"/>
                </a:lnTo>
                <a:lnTo>
                  <a:pt x="52869" y="512256"/>
                </a:lnTo>
                <a:lnTo>
                  <a:pt x="53626" y="512360"/>
                </a:lnTo>
                <a:lnTo>
                  <a:pt x="54387" y="512449"/>
                </a:lnTo>
                <a:lnTo>
                  <a:pt x="55151" y="512522"/>
                </a:lnTo>
                <a:lnTo>
                  <a:pt x="55918" y="512578"/>
                </a:lnTo>
                <a:lnTo>
                  <a:pt x="56689" y="512619"/>
                </a:lnTo>
                <a:lnTo>
                  <a:pt x="57463" y="512643"/>
                </a:lnTo>
                <a:lnTo>
                  <a:pt x="58240" y="512652"/>
                </a:lnTo>
                <a:lnTo>
                  <a:pt x="60110" y="512615"/>
                </a:lnTo>
                <a:lnTo>
                  <a:pt x="61940" y="512507"/>
                </a:lnTo>
                <a:lnTo>
                  <a:pt x="63729" y="512327"/>
                </a:lnTo>
                <a:lnTo>
                  <a:pt x="65478" y="512077"/>
                </a:lnTo>
                <a:lnTo>
                  <a:pt x="67187" y="511756"/>
                </a:lnTo>
                <a:lnTo>
                  <a:pt x="68857" y="511366"/>
                </a:lnTo>
                <a:lnTo>
                  <a:pt x="70487" y="510906"/>
                </a:lnTo>
                <a:lnTo>
                  <a:pt x="72078" y="510379"/>
                </a:lnTo>
                <a:lnTo>
                  <a:pt x="73629" y="509784"/>
                </a:lnTo>
                <a:lnTo>
                  <a:pt x="75141" y="509121"/>
                </a:lnTo>
                <a:lnTo>
                  <a:pt x="76614" y="508393"/>
                </a:lnTo>
                <a:lnTo>
                  <a:pt x="78049" y="507598"/>
                </a:lnTo>
                <a:lnTo>
                  <a:pt x="79445" y="506739"/>
                </a:lnTo>
                <a:lnTo>
                  <a:pt x="80802" y="505815"/>
                </a:lnTo>
                <a:lnTo>
                  <a:pt x="82121" y="504826"/>
                </a:lnTo>
                <a:lnTo>
                  <a:pt x="83403" y="503775"/>
                </a:lnTo>
                <a:lnTo>
                  <a:pt x="84646" y="502661"/>
                </a:lnTo>
                <a:lnTo>
                  <a:pt x="85851" y="501485"/>
                </a:lnTo>
                <a:lnTo>
                  <a:pt x="87019" y="500248"/>
                </a:lnTo>
                <a:lnTo>
                  <a:pt x="88149" y="498949"/>
                </a:lnTo>
                <a:lnTo>
                  <a:pt x="89242" y="497591"/>
                </a:lnTo>
                <a:lnTo>
                  <a:pt x="90298" y="496173"/>
                </a:lnTo>
                <a:lnTo>
                  <a:pt x="91317" y="494697"/>
                </a:lnTo>
                <a:lnTo>
                  <a:pt x="92299" y="493162"/>
                </a:lnTo>
                <a:lnTo>
                  <a:pt x="92738" y="492429"/>
                </a:lnTo>
                <a:lnTo>
                  <a:pt x="93158" y="491692"/>
                </a:lnTo>
                <a:lnTo>
                  <a:pt x="93558" y="490949"/>
                </a:lnTo>
                <a:lnTo>
                  <a:pt x="93938" y="490201"/>
                </a:lnTo>
                <a:lnTo>
                  <a:pt x="94298" y="489448"/>
                </a:lnTo>
                <a:lnTo>
                  <a:pt x="94639" y="488690"/>
                </a:lnTo>
                <a:lnTo>
                  <a:pt x="94961" y="487926"/>
                </a:lnTo>
                <a:lnTo>
                  <a:pt x="95263" y="487158"/>
                </a:lnTo>
                <a:lnTo>
                  <a:pt x="95546" y="486384"/>
                </a:lnTo>
                <a:lnTo>
                  <a:pt x="95811" y="485605"/>
                </a:lnTo>
                <a:lnTo>
                  <a:pt x="96056" y="484821"/>
                </a:lnTo>
                <a:lnTo>
                  <a:pt x="96282" y="484032"/>
                </a:lnTo>
                <a:lnTo>
                  <a:pt x="96490" y="483238"/>
                </a:lnTo>
                <a:lnTo>
                  <a:pt x="96679" y="482439"/>
                </a:lnTo>
                <a:lnTo>
                  <a:pt x="96849" y="481635"/>
                </a:lnTo>
                <a:lnTo>
                  <a:pt x="97002" y="480826"/>
                </a:lnTo>
                <a:lnTo>
                  <a:pt x="97135" y="480012"/>
                </a:lnTo>
                <a:lnTo>
                  <a:pt x="97251" y="479194"/>
                </a:lnTo>
                <a:lnTo>
                  <a:pt x="97349" y="478370"/>
                </a:lnTo>
                <a:lnTo>
                  <a:pt x="97428" y="477542"/>
                </a:lnTo>
                <a:lnTo>
                  <a:pt x="97490" y="476708"/>
                </a:lnTo>
                <a:lnTo>
                  <a:pt x="97534" y="475870"/>
                </a:lnTo>
                <a:lnTo>
                  <a:pt x="97560" y="475027"/>
                </a:lnTo>
                <a:lnTo>
                  <a:pt x="97569" y="474179"/>
                </a:lnTo>
                <a:lnTo>
                  <a:pt x="97536" y="472561"/>
                </a:lnTo>
                <a:lnTo>
                  <a:pt x="97438" y="470973"/>
                </a:lnTo>
                <a:lnTo>
                  <a:pt x="97276" y="469414"/>
                </a:lnTo>
                <a:lnTo>
                  <a:pt x="97051" y="467886"/>
                </a:lnTo>
                <a:lnTo>
                  <a:pt x="96763" y="466388"/>
                </a:lnTo>
                <a:lnTo>
                  <a:pt x="96413" y="464919"/>
                </a:lnTo>
                <a:lnTo>
                  <a:pt x="96002" y="463480"/>
                </a:lnTo>
                <a:lnTo>
                  <a:pt x="95531" y="462070"/>
                </a:lnTo>
                <a:lnTo>
                  <a:pt x="95001" y="460689"/>
                </a:lnTo>
                <a:lnTo>
                  <a:pt x="94413" y="459337"/>
                </a:lnTo>
                <a:lnTo>
                  <a:pt x="93766" y="458014"/>
                </a:lnTo>
                <a:lnTo>
                  <a:pt x="93063" y="456720"/>
                </a:lnTo>
                <a:lnTo>
                  <a:pt x="92304" y="455454"/>
                </a:lnTo>
                <a:lnTo>
                  <a:pt x="91490" y="454216"/>
                </a:lnTo>
                <a:lnTo>
                  <a:pt x="90621" y="453007"/>
                </a:lnTo>
                <a:lnTo>
                  <a:pt x="89698" y="451826"/>
                </a:lnTo>
                <a:lnTo>
                  <a:pt x="88723" y="450673"/>
                </a:lnTo>
                <a:lnTo>
                  <a:pt x="87696" y="449548"/>
                </a:lnTo>
                <a:lnTo>
                  <a:pt x="86618" y="448450"/>
                </a:lnTo>
                <a:lnTo>
                  <a:pt x="85489" y="447380"/>
                </a:lnTo>
                <a:lnTo>
                  <a:pt x="84311" y="446337"/>
                </a:lnTo>
                <a:lnTo>
                  <a:pt x="83084" y="445321"/>
                </a:lnTo>
                <a:lnTo>
                  <a:pt x="81809" y="444333"/>
                </a:lnTo>
                <a:lnTo>
                  <a:pt x="80487" y="443371"/>
                </a:lnTo>
                <a:lnTo>
                  <a:pt x="79669" y="442803"/>
                </a:lnTo>
                <a:lnTo>
                  <a:pt x="78842" y="442259"/>
                </a:lnTo>
                <a:lnTo>
                  <a:pt x="78007" y="441740"/>
                </a:lnTo>
                <a:lnTo>
                  <a:pt x="77165" y="441245"/>
                </a:lnTo>
                <a:lnTo>
                  <a:pt x="76314" y="440774"/>
                </a:lnTo>
                <a:lnTo>
                  <a:pt x="75455" y="440328"/>
                </a:lnTo>
                <a:lnTo>
                  <a:pt x="74588" y="439907"/>
                </a:lnTo>
                <a:lnTo>
                  <a:pt x="73713" y="439510"/>
                </a:lnTo>
                <a:lnTo>
                  <a:pt x="72830" y="439137"/>
                </a:lnTo>
                <a:lnTo>
                  <a:pt x="71939" y="438789"/>
                </a:lnTo>
                <a:lnTo>
                  <a:pt x="71039" y="438465"/>
                </a:lnTo>
                <a:lnTo>
                  <a:pt x="70132" y="438166"/>
                </a:lnTo>
                <a:lnTo>
                  <a:pt x="69217" y="437891"/>
                </a:lnTo>
                <a:lnTo>
                  <a:pt x="68294" y="437640"/>
                </a:lnTo>
                <a:lnTo>
                  <a:pt x="67362" y="437415"/>
                </a:lnTo>
                <a:lnTo>
                  <a:pt x="66423" y="437213"/>
                </a:lnTo>
                <a:lnTo>
                  <a:pt x="65475" y="437036"/>
                </a:lnTo>
                <a:lnTo>
                  <a:pt x="64519" y="436883"/>
                </a:lnTo>
                <a:lnTo>
                  <a:pt x="63556" y="436755"/>
                </a:lnTo>
                <a:lnTo>
                  <a:pt x="62584" y="436651"/>
                </a:lnTo>
                <a:lnTo>
                  <a:pt x="61604" y="436572"/>
                </a:lnTo>
                <a:lnTo>
                  <a:pt x="60616" y="436517"/>
                </a:lnTo>
                <a:lnTo>
                  <a:pt x="59621" y="436487"/>
                </a:lnTo>
                <a:lnTo>
                  <a:pt x="58617" y="436481"/>
                </a:lnTo>
                <a:lnTo>
                  <a:pt x="56580" y="436523"/>
                </a:lnTo>
                <a:lnTo>
                  <a:pt x="54592" y="436649"/>
                </a:lnTo>
                <a:lnTo>
                  <a:pt x="52652" y="436858"/>
                </a:lnTo>
                <a:lnTo>
                  <a:pt x="50761" y="437149"/>
                </a:lnTo>
                <a:lnTo>
                  <a:pt x="48918" y="437522"/>
                </a:lnTo>
                <a:lnTo>
                  <a:pt x="47124" y="437976"/>
                </a:lnTo>
                <a:lnTo>
                  <a:pt x="45378" y="438509"/>
                </a:lnTo>
                <a:lnTo>
                  <a:pt x="43681" y="439122"/>
                </a:lnTo>
                <a:lnTo>
                  <a:pt x="42033" y="439813"/>
                </a:lnTo>
                <a:lnTo>
                  <a:pt x="40433" y="440582"/>
                </a:lnTo>
                <a:lnTo>
                  <a:pt x="38882" y="441428"/>
                </a:lnTo>
                <a:lnTo>
                  <a:pt x="37380" y="442349"/>
                </a:lnTo>
                <a:lnTo>
                  <a:pt x="35927" y="443347"/>
                </a:lnTo>
                <a:lnTo>
                  <a:pt x="34523" y="444418"/>
                </a:lnTo>
                <a:lnTo>
                  <a:pt x="33167" y="445564"/>
                </a:lnTo>
                <a:lnTo>
                  <a:pt x="31861" y="446782"/>
                </a:lnTo>
                <a:lnTo>
                  <a:pt x="30604" y="448073"/>
                </a:lnTo>
                <a:lnTo>
                  <a:pt x="29396" y="449435"/>
                </a:lnTo>
                <a:lnTo>
                  <a:pt x="28237" y="450868"/>
                </a:lnTo>
                <a:lnTo>
                  <a:pt x="27127" y="452371"/>
                </a:lnTo>
                <a:lnTo>
                  <a:pt x="26067" y="453943"/>
                </a:lnTo>
                <a:lnTo>
                  <a:pt x="25056" y="455584"/>
                </a:lnTo>
                <a:lnTo>
                  <a:pt x="24094" y="457292"/>
                </a:lnTo>
                <a:lnTo>
                  <a:pt x="23182" y="459067"/>
                </a:lnTo>
                <a:lnTo>
                  <a:pt x="22887" y="459678"/>
                </a:lnTo>
                <a:lnTo>
                  <a:pt x="22606" y="460292"/>
                </a:lnTo>
                <a:lnTo>
                  <a:pt x="22338" y="460909"/>
                </a:lnTo>
                <a:lnTo>
                  <a:pt x="22084" y="461529"/>
                </a:lnTo>
                <a:lnTo>
                  <a:pt x="21843" y="462153"/>
                </a:lnTo>
                <a:lnTo>
                  <a:pt x="21616" y="462779"/>
                </a:lnTo>
                <a:lnTo>
                  <a:pt x="21401" y="463409"/>
                </a:lnTo>
                <a:lnTo>
                  <a:pt x="21200" y="464042"/>
                </a:lnTo>
                <a:lnTo>
                  <a:pt x="21012" y="464678"/>
                </a:lnTo>
                <a:lnTo>
                  <a:pt x="20837" y="465316"/>
                </a:lnTo>
                <a:lnTo>
                  <a:pt x="20674" y="465958"/>
                </a:lnTo>
                <a:lnTo>
                  <a:pt x="20524" y="466602"/>
                </a:lnTo>
                <a:lnTo>
                  <a:pt x="20387" y="467250"/>
                </a:lnTo>
                <a:lnTo>
                  <a:pt x="20262" y="467900"/>
                </a:lnTo>
                <a:lnTo>
                  <a:pt x="20150" y="468553"/>
                </a:lnTo>
                <a:lnTo>
                  <a:pt x="20049" y="469209"/>
                </a:lnTo>
                <a:lnTo>
                  <a:pt x="19961" y="469867"/>
                </a:lnTo>
                <a:lnTo>
                  <a:pt x="19885" y="470528"/>
                </a:lnTo>
                <a:lnTo>
                  <a:pt x="19821" y="471191"/>
                </a:lnTo>
                <a:lnTo>
                  <a:pt x="19769" y="471858"/>
                </a:lnTo>
                <a:lnTo>
                  <a:pt x="19729" y="472526"/>
                </a:lnTo>
                <a:lnTo>
                  <a:pt x="19700" y="473198"/>
                </a:lnTo>
                <a:lnTo>
                  <a:pt x="19683" y="473871"/>
                </a:lnTo>
                <a:close/>
                <a:moveTo>
                  <a:pt x="304219" y="56719"/>
                </a:moveTo>
                <a:lnTo>
                  <a:pt x="304219" y="0"/>
                </a:lnTo>
                <a:lnTo>
                  <a:pt x="373869" y="0"/>
                </a:lnTo>
                <a:lnTo>
                  <a:pt x="374037" y="113476"/>
                </a:lnTo>
                <a:lnTo>
                  <a:pt x="432083" y="113476"/>
                </a:lnTo>
                <a:lnTo>
                  <a:pt x="432083" y="171463"/>
                </a:lnTo>
                <a:lnTo>
                  <a:pt x="461417" y="171463"/>
                </a:lnTo>
                <a:lnTo>
                  <a:pt x="463141" y="171444"/>
                </a:lnTo>
                <a:lnTo>
                  <a:pt x="464862" y="171402"/>
                </a:lnTo>
                <a:lnTo>
                  <a:pt x="466578" y="171338"/>
                </a:lnTo>
                <a:lnTo>
                  <a:pt x="468291" y="171252"/>
                </a:lnTo>
                <a:lnTo>
                  <a:pt x="470000" y="171144"/>
                </a:lnTo>
                <a:lnTo>
                  <a:pt x="471705" y="171013"/>
                </a:lnTo>
                <a:lnTo>
                  <a:pt x="473407" y="170860"/>
                </a:lnTo>
                <a:lnTo>
                  <a:pt x="475104" y="170685"/>
                </a:lnTo>
                <a:lnTo>
                  <a:pt x="476798" y="170487"/>
                </a:lnTo>
                <a:lnTo>
                  <a:pt x="478488" y="170268"/>
                </a:lnTo>
                <a:lnTo>
                  <a:pt x="480174" y="170026"/>
                </a:lnTo>
                <a:lnTo>
                  <a:pt x="481856" y="169761"/>
                </a:lnTo>
                <a:lnTo>
                  <a:pt x="483535" y="169475"/>
                </a:lnTo>
                <a:lnTo>
                  <a:pt x="485209" y="169166"/>
                </a:lnTo>
                <a:lnTo>
                  <a:pt x="486880" y="168835"/>
                </a:lnTo>
                <a:lnTo>
                  <a:pt x="488547" y="168481"/>
                </a:lnTo>
                <a:lnTo>
                  <a:pt x="490210" y="168106"/>
                </a:lnTo>
                <a:lnTo>
                  <a:pt x="491869" y="167708"/>
                </a:lnTo>
                <a:lnTo>
                  <a:pt x="493525" y="167287"/>
                </a:lnTo>
                <a:lnTo>
                  <a:pt x="495177" y="166845"/>
                </a:lnTo>
                <a:lnTo>
                  <a:pt x="496825" y="166380"/>
                </a:lnTo>
                <a:lnTo>
                  <a:pt x="498469" y="165893"/>
                </a:lnTo>
                <a:lnTo>
                  <a:pt x="500109" y="165384"/>
                </a:lnTo>
                <a:lnTo>
                  <a:pt x="501745" y="164852"/>
                </a:lnTo>
                <a:lnTo>
                  <a:pt x="502538" y="164586"/>
                </a:lnTo>
                <a:lnTo>
                  <a:pt x="503337" y="164312"/>
                </a:lnTo>
                <a:lnTo>
                  <a:pt x="504143" y="164029"/>
                </a:lnTo>
                <a:lnTo>
                  <a:pt x="504954" y="163738"/>
                </a:lnTo>
                <a:lnTo>
                  <a:pt x="505770" y="163439"/>
                </a:lnTo>
                <a:lnTo>
                  <a:pt x="506591" y="163131"/>
                </a:lnTo>
                <a:lnTo>
                  <a:pt x="507414" y="162815"/>
                </a:lnTo>
                <a:lnTo>
                  <a:pt x="508241" y="162490"/>
                </a:lnTo>
                <a:lnTo>
                  <a:pt x="509069" y="162158"/>
                </a:lnTo>
                <a:lnTo>
                  <a:pt x="509899" y="161817"/>
                </a:lnTo>
                <a:lnTo>
                  <a:pt x="510728" y="161468"/>
                </a:lnTo>
                <a:lnTo>
                  <a:pt x="511558" y="161111"/>
                </a:lnTo>
                <a:lnTo>
                  <a:pt x="512386" y="160745"/>
                </a:lnTo>
                <a:lnTo>
                  <a:pt x="513213" y="160372"/>
                </a:lnTo>
                <a:lnTo>
                  <a:pt x="514037" y="159991"/>
                </a:lnTo>
                <a:lnTo>
                  <a:pt x="514858" y="159601"/>
                </a:lnTo>
                <a:lnTo>
                  <a:pt x="515674" y="159204"/>
                </a:lnTo>
                <a:lnTo>
                  <a:pt x="516486" y="158798"/>
                </a:lnTo>
                <a:lnTo>
                  <a:pt x="517292" y="158385"/>
                </a:lnTo>
                <a:lnTo>
                  <a:pt x="518092" y="157963"/>
                </a:lnTo>
                <a:lnTo>
                  <a:pt x="518885" y="157534"/>
                </a:lnTo>
                <a:lnTo>
                  <a:pt x="519671" y="157097"/>
                </a:lnTo>
                <a:lnTo>
                  <a:pt x="520447" y="156652"/>
                </a:lnTo>
                <a:lnTo>
                  <a:pt x="521215" y="156199"/>
                </a:lnTo>
                <a:lnTo>
                  <a:pt x="520213" y="154878"/>
                </a:lnTo>
                <a:lnTo>
                  <a:pt x="519253" y="153529"/>
                </a:lnTo>
                <a:lnTo>
                  <a:pt x="518333" y="152154"/>
                </a:lnTo>
                <a:lnTo>
                  <a:pt x="517454" y="150755"/>
                </a:lnTo>
                <a:lnTo>
                  <a:pt x="516614" y="149331"/>
                </a:lnTo>
                <a:lnTo>
                  <a:pt x="515813" y="147885"/>
                </a:lnTo>
                <a:lnTo>
                  <a:pt x="515051" y="146418"/>
                </a:lnTo>
                <a:lnTo>
                  <a:pt x="514328" y="144930"/>
                </a:lnTo>
                <a:lnTo>
                  <a:pt x="513642" y="143424"/>
                </a:lnTo>
                <a:lnTo>
                  <a:pt x="512994" y="141900"/>
                </a:lnTo>
                <a:lnTo>
                  <a:pt x="512384" y="140359"/>
                </a:lnTo>
                <a:lnTo>
                  <a:pt x="511809" y="138804"/>
                </a:lnTo>
                <a:lnTo>
                  <a:pt x="511271" y="137234"/>
                </a:lnTo>
                <a:lnTo>
                  <a:pt x="510769" y="135652"/>
                </a:lnTo>
                <a:lnTo>
                  <a:pt x="510302" y="134059"/>
                </a:lnTo>
                <a:lnTo>
                  <a:pt x="509870" y="132455"/>
                </a:lnTo>
                <a:lnTo>
                  <a:pt x="509472" y="130842"/>
                </a:lnTo>
                <a:lnTo>
                  <a:pt x="509108" y="129221"/>
                </a:lnTo>
                <a:lnTo>
                  <a:pt x="508777" y="127594"/>
                </a:lnTo>
                <a:lnTo>
                  <a:pt x="508480" y="125961"/>
                </a:lnTo>
                <a:lnTo>
                  <a:pt x="508215" y="124324"/>
                </a:lnTo>
                <a:lnTo>
                  <a:pt x="507983" y="122684"/>
                </a:lnTo>
                <a:lnTo>
                  <a:pt x="507782" y="121043"/>
                </a:lnTo>
                <a:lnTo>
                  <a:pt x="507612" y="119401"/>
                </a:lnTo>
                <a:lnTo>
                  <a:pt x="507429" y="117163"/>
                </a:lnTo>
                <a:lnTo>
                  <a:pt x="507304" y="114876"/>
                </a:lnTo>
                <a:lnTo>
                  <a:pt x="507237" y="112547"/>
                </a:lnTo>
                <a:lnTo>
                  <a:pt x="507230" y="110183"/>
                </a:lnTo>
                <a:lnTo>
                  <a:pt x="507285" y="107788"/>
                </a:lnTo>
                <a:lnTo>
                  <a:pt x="507402" y="105371"/>
                </a:lnTo>
                <a:lnTo>
                  <a:pt x="507584" y="102935"/>
                </a:lnTo>
                <a:lnTo>
                  <a:pt x="507831" y="100489"/>
                </a:lnTo>
                <a:lnTo>
                  <a:pt x="508145" y="98037"/>
                </a:lnTo>
                <a:lnTo>
                  <a:pt x="508528" y="95586"/>
                </a:lnTo>
                <a:lnTo>
                  <a:pt x="508980" y="93142"/>
                </a:lnTo>
                <a:lnTo>
                  <a:pt x="509504" y="90712"/>
                </a:lnTo>
                <a:lnTo>
                  <a:pt x="510100" y="88301"/>
                </a:lnTo>
                <a:lnTo>
                  <a:pt x="510770" y="85915"/>
                </a:lnTo>
                <a:lnTo>
                  <a:pt x="511516" y="83560"/>
                </a:lnTo>
                <a:lnTo>
                  <a:pt x="512339" y="81244"/>
                </a:lnTo>
                <a:lnTo>
                  <a:pt x="513239" y="78971"/>
                </a:lnTo>
                <a:lnTo>
                  <a:pt x="514220" y="76748"/>
                </a:lnTo>
                <a:lnTo>
                  <a:pt x="515281" y="74581"/>
                </a:lnTo>
                <a:lnTo>
                  <a:pt x="516424" y="72476"/>
                </a:lnTo>
                <a:lnTo>
                  <a:pt x="517652" y="70440"/>
                </a:lnTo>
                <a:lnTo>
                  <a:pt x="518964" y="68478"/>
                </a:lnTo>
                <a:lnTo>
                  <a:pt x="520364" y="66596"/>
                </a:lnTo>
                <a:lnTo>
                  <a:pt x="521851" y="64801"/>
                </a:lnTo>
                <a:lnTo>
                  <a:pt x="527951" y="57899"/>
                </a:lnTo>
                <a:lnTo>
                  <a:pt x="535220" y="63609"/>
                </a:lnTo>
                <a:lnTo>
                  <a:pt x="537477" y="65435"/>
                </a:lnTo>
                <a:lnTo>
                  <a:pt x="539702" y="67320"/>
                </a:lnTo>
                <a:lnTo>
                  <a:pt x="541890" y="69262"/>
                </a:lnTo>
                <a:lnTo>
                  <a:pt x="544038" y="71259"/>
                </a:lnTo>
                <a:lnTo>
                  <a:pt x="546141" y="73311"/>
                </a:lnTo>
                <a:lnTo>
                  <a:pt x="548193" y="75416"/>
                </a:lnTo>
                <a:lnTo>
                  <a:pt x="550192" y="77573"/>
                </a:lnTo>
                <a:lnTo>
                  <a:pt x="552133" y="79781"/>
                </a:lnTo>
                <a:lnTo>
                  <a:pt x="554010" y="82038"/>
                </a:lnTo>
                <a:lnTo>
                  <a:pt x="555820" y="84343"/>
                </a:lnTo>
                <a:lnTo>
                  <a:pt x="557559" y="86695"/>
                </a:lnTo>
                <a:lnTo>
                  <a:pt x="559221" y="89092"/>
                </a:lnTo>
                <a:lnTo>
                  <a:pt x="560803" y="91534"/>
                </a:lnTo>
                <a:lnTo>
                  <a:pt x="562300" y="94019"/>
                </a:lnTo>
                <a:lnTo>
                  <a:pt x="563708" y="96546"/>
                </a:lnTo>
                <a:lnTo>
                  <a:pt x="565022" y="99114"/>
                </a:lnTo>
                <a:lnTo>
                  <a:pt x="566237" y="101720"/>
                </a:lnTo>
                <a:lnTo>
                  <a:pt x="567350" y="104365"/>
                </a:lnTo>
                <a:lnTo>
                  <a:pt x="568357" y="107047"/>
                </a:lnTo>
                <a:lnTo>
                  <a:pt x="569251" y="109764"/>
                </a:lnTo>
                <a:lnTo>
                  <a:pt x="570030" y="112515"/>
                </a:lnTo>
                <a:lnTo>
                  <a:pt x="570689" y="115299"/>
                </a:lnTo>
                <a:lnTo>
                  <a:pt x="571223" y="118115"/>
                </a:lnTo>
                <a:lnTo>
                  <a:pt x="571628" y="120962"/>
                </a:lnTo>
                <a:lnTo>
                  <a:pt x="574402" y="120210"/>
                </a:lnTo>
                <a:lnTo>
                  <a:pt x="577212" y="119541"/>
                </a:lnTo>
                <a:lnTo>
                  <a:pt x="580053" y="118955"/>
                </a:lnTo>
                <a:lnTo>
                  <a:pt x="582920" y="118453"/>
                </a:lnTo>
                <a:lnTo>
                  <a:pt x="585810" y="118035"/>
                </a:lnTo>
                <a:lnTo>
                  <a:pt x="588717" y="117703"/>
                </a:lnTo>
                <a:lnTo>
                  <a:pt x="591638" y="117457"/>
                </a:lnTo>
                <a:lnTo>
                  <a:pt x="594567" y="117298"/>
                </a:lnTo>
                <a:lnTo>
                  <a:pt x="597500" y="117226"/>
                </a:lnTo>
                <a:lnTo>
                  <a:pt x="600433" y="117242"/>
                </a:lnTo>
                <a:lnTo>
                  <a:pt x="603362" y="117347"/>
                </a:lnTo>
                <a:lnTo>
                  <a:pt x="606281" y="117541"/>
                </a:lnTo>
                <a:lnTo>
                  <a:pt x="609186" y="117825"/>
                </a:lnTo>
                <a:lnTo>
                  <a:pt x="612074" y="118200"/>
                </a:lnTo>
                <a:lnTo>
                  <a:pt x="614939" y="118666"/>
                </a:lnTo>
                <a:lnTo>
                  <a:pt x="617777" y="119225"/>
                </a:lnTo>
                <a:lnTo>
                  <a:pt x="620583" y="119876"/>
                </a:lnTo>
                <a:lnTo>
                  <a:pt x="623353" y="120621"/>
                </a:lnTo>
                <a:lnTo>
                  <a:pt x="626083" y="121460"/>
                </a:lnTo>
                <a:lnTo>
                  <a:pt x="628767" y="122394"/>
                </a:lnTo>
                <a:lnTo>
                  <a:pt x="631403" y="123423"/>
                </a:lnTo>
                <a:lnTo>
                  <a:pt x="633984" y="124548"/>
                </a:lnTo>
                <a:lnTo>
                  <a:pt x="636507" y="125771"/>
                </a:lnTo>
                <a:lnTo>
                  <a:pt x="638967" y="127091"/>
                </a:lnTo>
                <a:lnTo>
                  <a:pt x="646937" y="131582"/>
                </a:lnTo>
                <a:lnTo>
                  <a:pt x="642744" y="139576"/>
                </a:lnTo>
                <a:lnTo>
                  <a:pt x="640598" y="143382"/>
                </a:lnTo>
                <a:lnTo>
                  <a:pt x="638274" y="146967"/>
                </a:lnTo>
                <a:lnTo>
                  <a:pt x="635779" y="150336"/>
                </a:lnTo>
                <a:lnTo>
                  <a:pt x="633122" y="153492"/>
                </a:lnTo>
                <a:lnTo>
                  <a:pt x="630310" y="156441"/>
                </a:lnTo>
                <a:lnTo>
                  <a:pt x="627353" y="159187"/>
                </a:lnTo>
                <a:lnTo>
                  <a:pt x="624258" y="161734"/>
                </a:lnTo>
                <a:lnTo>
                  <a:pt x="621032" y="164087"/>
                </a:lnTo>
                <a:lnTo>
                  <a:pt x="617685" y="166250"/>
                </a:lnTo>
                <a:lnTo>
                  <a:pt x="614225" y="168228"/>
                </a:lnTo>
                <a:lnTo>
                  <a:pt x="610658" y="170024"/>
                </a:lnTo>
                <a:lnTo>
                  <a:pt x="606995" y="171644"/>
                </a:lnTo>
                <a:lnTo>
                  <a:pt x="603242" y="173092"/>
                </a:lnTo>
                <a:lnTo>
                  <a:pt x="599407" y="174371"/>
                </a:lnTo>
                <a:lnTo>
                  <a:pt x="595500" y="175488"/>
                </a:lnTo>
                <a:lnTo>
                  <a:pt x="591527" y="176445"/>
                </a:lnTo>
                <a:lnTo>
                  <a:pt x="587497" y="177248"/>
                </a:lnTo>
                <a:lnTo>
                  <a:pt x="583419" y="177901"/>
                </a:lnTo>
                <a:lnTo>
                  <a:pt x="579300" y="178408"/>
                </a:lnTo>
                <a:lnTo>
                  <a:pt x="575148" y="178773"/>
                </a:lnTo>
                <a:lnTo>
                  <a:pt x="570972" y="179002"/>
                </a:lnTo>
                <a:lnTo>
                  <a:pt x="566779" y="179099"/>
                </a:lnTo>
                <a:lnTo>
                  <a:pt x="562577" y="179067"/>
                </a:lnTo>
                <a:lnTo>
                  <a:pt x="558376" y="178912"/>
                </a:lnTo>
                <a:lnTo>
                  <a:pt x="551791" y="193871"/>
                </a:lnTo>
                <a:lnTo>
                  <a:pt x="544606" y="208162"/>
                </a:lnTo>
                <a:lnTo>
                  <a:pt x="536835" y="221788"/>
                </a:lnTo>
                <a:lnTo>
                  <a:pt x="528494" y="234751"/>
                </a:lnTo>
                <a:lnTo>
                  <a:pt x="519599" y="247054"/>
                </a:lnTo>
                <a:lnTo>
                  <a:pt x="510166" y="258700"/>
                </a:lnTo>
                <a:lnTo>
                  <a:pt x="500210" y="269692"/>
                </a:lnTo>
                <a:lnTo>
                  <a:pt x="489747" y="280033"/>
                </a:lnTo>
                <a:lnTo>
                  <a:pt x="478791" y="289724"/>
                </a:lnTo>
                <a:lnTo>
                  <a:pt x="467360" y="298771"/>
                </a:lnTo>
                <a:lnTo>
                  <a:pt x="455468" y="307174"/>
                </a:lnTo>
                <a:lnTo>
                  <a:pt x="443132" y="314937"/>
                </a:lnTo>
                <a:lnTo>
                  <a:pt x="430366" y="322063"/>
                </a:lnTo>
                <a:lnTo>
                  <a:pt x="417186" y="328554"/>
                </a:lnTo>
                <a:lnTo>
                  <a:pt x="403609" y="334414"/>
                </a:lnTo>
                <a:lnTo>
                  <a:pt x="389649" y="339644"/>
                </a:lnTo>
                <a:lnTo>
                  <a:pt x="375322" y="344249"/>
                </a:lnTo>
                <a:lnTo>
                  <a:pt x="360644" y="348231"/>
                </a:lnTo>
                <a:lnTo>
                  <a:pt x="345630" y="351593"/>
                </a:lnTo>
                <a:lnTo>
                  <a:pt x="330296" y="354336"/>
                </a:lnTo>
                <a:lnTo>
                  <a:pt x="314657" y="356466"/>
                </a:lnTo>
                <a:lnTo>
                  <a:pt x="298730" y="357983"/>
                </a:lnTo>
                <a:lnTo>
                  <a:pt x="282530" y="358891"/>
                </a:lnTo>
                <a:lnTo>
                  <a:pt x="266072" y="359194"/>
                </a:lnTo>
                <a:lnTo>
                  <a:pt x="257536" y="359062"/>
                </a:lnTo>
                <a:lnTo>
                  <a:pt x="249069" y="358666"/>
                </a:lnTo>
                <a:lnTo>
                  <a:pt x="240679" y="358001"/>
                </a:lnTo>
                <a:lnTo>
                  <a:pt x="232376" y="357063"/>
                </a:lnTo>
                <a:lnTo>
                  <a:pt x="224169" y="355848"/>
                </a:lnTo>
                <a:lnTo>
                  <a:pt x="216068" y="354351"/>
                </a:lnTo>
                <a:lnTo>
                  <a:pt x="208081" y="352570"/>
                </a:lnTo>
                <a:lnTo>
                  <a:pt x="200218" y="350498"/>
                </a:lnTo>
                <a:lnTo>
                  <a:pt x="192489" y="348134"/>
                </a:lnTo>
                <a:lnTo>
                  <a:pt x="184902" y="345472"/>
                </a:lnTo>
                <a:lnTo>
                  <a:pt x="177467" y="342509"/>
                </a:lnTo>
                <a:lnTo>
                  <a:pt x="170194" y="339240"/>
                </a:lnTo>
                <a:lnTo>
                  <a:pt x="163090" y="335662"/>
                </a:lnTo>
                <a:lnTo>
                  <a:pt x="156167" y="331770"/>
                </a:lnTo>
                <a:lnTo>
                  <a:pt x="149433" y="327561"/>
                </a:lnTo>
                <a:lnTo>
                  <a:pt x="142897" y="323030"/>
                </a:lnTo>
                <a:lnTo>
                  <a:pt x="136569" y="318173"/>
                </a:lnTo>
                <a:lnTo>
                  <a:pt x="130457" y="312986"/>
                </a:lnTo>
                <a:lnTo>
                  <a:pt x="124572" y="307465"/>
                </a:lnTo>
                <a:lnTo>
                  <a:pt x="118923" y="301607"/>
                </a:lnTo>
                <a:lnTo>
                  <a:pt x="113518" y="295406"/>
                </a:lnTo>
                <a:lnTo>
                  <a:pt x="108368" y="288859"/>
                </a:lnTo>
                <a:lnTo>
                  <a:pt x="103481" y="281963"/>
                </a:lnTo>
                <a:lnTo>
                  <a:pt x="98867" y="274712"/>
                </a:lnTo>
                <a:lnTo>
                  <a:pt x="98283" y="273735"/>
                </a:lnTo>
                <a:lnTo>
                  <a:pt x="93065" y="263355"/>
                </a:lnTo>
                <a:lnTo>
                  <a:pt x="91595" y="260072"/>
                </a:lnTo>
                <a:lnTo>
                  <a:pt x="90208" y="256764"/>
                </a:lnTo>
                <a:lnTo>
                  <a:pt x="88904" y="253432"/>
                </a:lnTo>
                <a:lnTo>
                  <a:pt x="87683" y="250077"/>
                </a:lnTo>
                <a:lnTo>
                  <a:pt x="86543" y="246701"/>
                </a:lnTo>
                <a:lnTo>
                  <a:pt x="85485" y="243305"/>
                </a:lnTo>
                <a:lnTo>
                  <a:pt x="84507" y="239889"/>
                </a:lnTo>
                <a:lnTo>
                  <a:pt x="83610" y="236454"/>
                </a:lnTo>
                <a:lnTo>
                  <a:pt x="82792" y="233002"/>
                </a:lnTo>
                <a:lnTo>
                  <a:pt x="82052" y="229535"/>
                </a:lnTo>
                <a:lnTo>
                  <a:pt x="81392" y="226052"/>
                </a:lnTo>
                <a:lnTo>
                  <a:pt x="80809" y="222555"/>
                </a:lnTo>
                <a:lnTo>
                  <a:pt x="80303" y="219045"/>
                </a:lnTo>
                <a:lnTo>
                  <a:pt x="79874" y="215523"/>
                </a:lnTo>
                <a:lnTo>
                  <a:pt x="79520" y="211990"/>
                </a:lnTo>
                <a:lnTo>
                  <a:pt x="79243" y="208448"/>
                </a:lnTo>
                <a:lnTo>
                  <a:pt x="79040" y="204897"/>
                </a:lnTo>
                <a:lnTo>
                  <a:pt x="78912" y="201338"/>
                </a:lnTo>
                <a:lnTo>
                  <a:pt x="78857" y="197773"/>
                </a:lnTo>
                <a:lnTo>
                  <a:pt x="78875" y="194203"/>
                </a:lnTo>
                <a:lnTo>
                  <a:pt x="78966" y="190628"/>
                </a:lnTo>
                <a:lnTo>
                  <a:pt x="79130" y="187050"/>
                </a:lnTo>
                <a:lnTo>
                  <a:pt x="79364" y="183470"/>
                </a:lnTo>
                <a:lnTo>
                  <a:pt x="79670" y="179889"/>
                </a:lnTo>
                <a:lnTo>
                  <a:pt x="80487" y="171311"/>
                </a:lnTo>
                <a:lnTo>
                  <a:pt x="130122" y="171311"/>
                </a:lnTo>
                <a:lnTo>
                  <a:pt x="130122" y="113311"/>
                </a:lnTo>
                <a:lnTo>
                  <a:pt x="188141" y="113311"/>
                </a:lnTo>
                <a:lnTo>
                  <a:pt x="188141" y="56719"/>
                </a:lnTo>
                <a:lnTo>
                  <a:pt x="304219" y="56719"/>
                </a:lnTo>
                <a:close/>
              </a:path>
            </a:pathLst>
          </a:custGeom>
          <a:solidFill xmlns:a="http://schemas.openxmlformats.org/drawingml/2006/main">
            <a:srgbClr val="394D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B143C-E0C3-4791-865A-E9C1648A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69" y="775707"/>
            <a:ext cx="547797" cy="278785"/>
          </a:xfrm>
          <a:custGeom xmlns:a="http://schemas.openxmlformats.org/drawingml/2006/main">
            <a:pathLst>
              <a:path w="547797" h="278785">
                <a:moveTo>
                  <a:pt x="475617" y="63825"/>
                </a:moveTo>
                <a:cubicBezTo>
                  <a:pt x="479511" y="34260"/>
                  <a:pt x="456874" y="11039"/>
                  <a:pt x="442843" y="0"/>
                </a:cubicBezTo>
                <a:cubicBezTo>
                  <a:pt x="426670" y="18272"/>
                  <a:pt x="424152" y="66197"/>
                  <a:pt x="449528" y="86372"/>
                </a:cubicBezTo>
                <a:cubicBezTo>
                  <a:pt x="435380" y="98681"/>
                  <a:pt x="405397" y="109821"/>
                  <a:pt x="374959" y="109821"/>
                </a:cubicBezTo>
                <a:lnTo>
                  <a:pt x="2985" y="109821"/>
                </a:lnTo>
                <a:cubicBezTo>
                  <a:pt x="0" y="141010"/>
                  <a:pt x="5620" y="169712"/>
                  <a:pt x="18405" y="194303"/>
                </a:cubicBezTo>
                <a:lnTo>
                  <a:pt x="22637" y="201866"/>
                </a:lnTo>
                <a:cubicBezTo>
                  <a:pt x="25311" y="206307"/>
                  <a:pt x="28244" y="210596"/>
                  <a:pt x="31411" y="214732"/>
                </a:cubicBezTo>
                <a:lnTo>
                  <a:pt x="73699" y="215747"/>
                </a:lnTo>
                <a:cubicBezTo>
                  <a:pt x="99061" y="215202"/>
                  <a:pt x="119751" y="212270"/>
                  <a:pt x="135418" y="206967"/>
                </a:cubicBezTo>
                <a:cubicBezTo>
                  <a:pt x="137754" y="206180"/>
                  <a:pt x="140298" y="207385"/>
                  <a:pt x="141103" y="209657"/>
                </a:cubicBezTo>
                <a:cubicBezTo>
                  <a:pt x="141908" y="211928"/>
                  <a:pt x="140675" y="214428"/>
                  <a:pt x="138338" y="215214"/>
                </a:cubicBezTo>
                <a:lnTo>
                  <a:pt x="131848" y="217206"/>
                </a:lnTo>
                <a:cubicBezTo>
                  <a:pt x="119492" y="220632"/>
                  <a:pt x="106252" y="222967"/>
                  <a:pt x="89184" y="224008"/>
                </a:cubicBezTo>
                <a:cubicBezTo>
                  <a:pt x="90196" y="224020"/>
                  <a:pt x="88145" y="224160"/>
                  <a:pt x="88120" y="224160"/>
                </a:cubicBezTo>
                <a:lnTo>
                  <a:pt x="86224" y="224312"/>
                </a:lnTo>
                <a:lnTo>
                  <a:pt x="64834" y="224756"/>
                </a:lnTo>
                <a:cubicBezTo>
                  <a:pt x="56483" y="224770"/>
                  <a:pt x="48137" y="224571"/>
                  <a:pt x="39796" y="224160"/>
                </a:cubicBezTo>
                <a:lnTo>
                  <a:pt x="39562" y="224312"/>
                </a:lnTo>
                <a:cubicBezTo>
                  <a:pt x="70558" y="258369"/>
                  <a:pt x="118998" y="278785"/>
                  <a:pt x="179744" y="278785"/>
                </a:cubicBezTo>
                <a:cubicBezTo>
                  <a:pt x="308308" y="278785"/>
                  <a:pt x="417351" y="223081"/>
                  <a:pt x="465636" y="97995"/>
                </a:cubicBezTo>
                <a:cubicBezTo>
                  <a:pt x="499902" y="101421"/>
                  <a:pt x="532819" y="92894"/>
                  <a:pt x="547797" y="64307"/>
                </a:cubicBezTo>
                <a:cubicBezTo>
                  <a:pt x="523954" y="50857"/>
                  <a:pt x="493282" y="55133"/>
                  <a:pt x="475630" y="63799"/>
                </a:cubicBezTo>
                <a:lnTo>
                  <a:pt x="475617" y="63825"/>
                </a:lnTo>
                <a:close/>
              </a:path>
            </a:pathLst>
          </a:custGeom>
          <a:solidFill xmlns:a="http://schemas.openxmlformats.org/drawingml/2006/main">
            <a:srgbClr val="00AA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A21CE-A06E-4F2A-9E0A-E4875140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63" y="775707"/>
            <a:ext cx="456018" cy="245883"/>
          </a:xfrm>
          <a:custGeom xmlns:a="http://schemas.openxmlformats.org/drawingml/2006/main">
            <a:pathLst>
              <a:path w="456018" h="245883">
                <a:moveTo>
                  <a:pt x="452565" y="56569"/>
                </a:moveTo>
                <a:lnTo>
                  <a:pt x="452409" y="53047"/>
                </a:lnTo>
                <a:lnTo>
                  <a:pt x="452022" y="49598"/>
                </a:lnTo>
                <a:lnTo>
                  <a:pt x="451421" y="46225"/>
                </a:lnTo>
                <a:lnTo>
                  <a:pt x="450619" y="42932"/>
                </a:lnTo>
                <a:lnTo>
                  <a:pt x="449632" y="39719"/>
                </a:lnTo>
                <a:lnTo>
                  <a:pt x="448475" y="36591"/>
                </a:lnTo>
                <a:lnTo>
                  <a:pt x="447165" y="33548"/>
                </a:lnTo>
                <a:lnTo>
                  <a:pt x="445715" y="30595"/>
                </a:lnTo>
                <a:lnTo>
                  <a:pt x="444141" y="27733"/>
                </a:lnTo>
                <a:lnTo>
                  <a:pt x="442459" y="24965"/>
                </a:lnTo>
                <a:lnTo>
                  <a:pt x="440683" y="22294"/>
                </a:lnTo>
                <a:lnTo>
                  <a:pt x="438829" y="19721"/>
                </a:lnTo>
                <a:lnTo>
                  <a:pt x="436912" y="17250"/>
                </a:lnTo>
                <a:lnTo>
                  <a:pt x="434948" y="14883"/>
                </a:lnTo>
                <a:lnTo>
                  <a:pt x="432951" y="12623"/>
                </a:lnTo>
                <a:lnTo>
                  <a:pt x="430938" y="10472"/>
                </a:lnTo>
                <a:lnTo>
                  <a:pt x="428922" y="8433"/>
                </a:lnTo>
                <a:lnTo>
                  <a:pt x="426920" y="6508"/>
                </a:lnTo>
                <a:lnTo>
                  <a:pt x="424946" y="4699"/>
                </a:lnTo>
                <a:lnTo>
                  <a:pt x="423016" y="3010"/>
                </a:lnTo>
                <a:lnTo>
                  <a:pt x="421146" y="1443"/>
                </a:lnTo>
                <a:lnTo>
                  <a:pt x="419350" y="0"/>
                </a:lnTo>
                <a:lnTo>
                  <a:pt x="417400" y="2434"/>
                </a:lnTo>
                <a:lnTo>
                  <a:pt x="415599" y="5153"/>
                </a:lnTo>
                <a:lnTo>
                  <a:pt x="413953" y="8130"/>
                </a:lnTo>
                <a:lnTo>
                  <a:pt x="412467" y="11341"/>
                </a:lnTo>
                <a:lnTo>
                  <a:pt x="411149" y="14762"/>
                </a:lnTo>
                <a:lnTo>
                  <a:pt x="410003" y="18367"/>
                </a:lnTo>
                <a:lnTo>
                  <a:pt x="409037" y="22131"/>
                </a:lnTo>
                <a:lnTo>
                  <a:pt x="408256" y="26030"/>
                </a:lnTo>
                <a:lnTo>
                  <a:pt x="407667" y="30039"/>
                </a:lnTo>
                <a:lnTo>
                  <a:pt x="407276" y="34132"/>
                </a:lnTo>
                <a:lnTo>
                  <a:pt x="407088" y="38285"/>
                </a:lnTo>
                <a:lnTo>
                  <a:pt x="407112" y="42472"/>
                </a:lnTo>
                <a:lnTo>
                  <a:pt x="407351" y="46670"/>
                </a:lnTo>
                <a:lnTo>
                  <a:pt x="407813" y="50853"/>
                </a:lnTo>
                <a:lnTo>
                  <a:pt x="408504" y="54995"/>
                </a:lnTo>
                <a:lnTo>
                  <a:pt x="409429" y="59073"/>
                </a:lnTo>
                <a:lnTo>
                  <a:pt x="410596" y="63061"/>
                </a:lnTo>
                <a:lnTo>
                  <a:pt x="412010" y="66935"/>
                </a:lnTo>
                <a:lnTo>
                  <a:pt x="413678" y="70669"/>
                </a:lnTo>
                <a:lnTo>
                  <a:pt x="415605" y="74238"/>
                </a:lnTo>
                <a:lnTo>
                  <a:pt x="417798" y="77618"/>
                </a:lnTo>
                <a:lnTo>
                  <a:pt x="420263" y="80784"/>
                </a:lnTo>
                <a:lnTo>
                  <a:pt x="423007" y="83710"/>
                </a:lnTo>
                <a:lnTo>
                  <a:pt x="426034" y="86372"/>
                </a:lnTo>
                <a:lnTo>
                  <a:pt x="424184" y="87904"/>
                </a:lnTo>
                <a:lnTo>
                  <a:pt x="422176" y="89419"/>
                </a:lnTo>
                <a:lnTo>
                  <a:pt x="420017" y="90914"/>
                </a:lnTo>
                <a:lnTo>
                  <a:pt x="417712" y="92383"/>
                </a:lnTo>
                <a:lnTo>
                  <a:pt x="415269" y="93823"/>
                </a:lnTo>
                <a:lnTo>
                  <a:pt x="412695" y="95229"/>
                </a:lnTo>
                <a:lnTo>
                  <a:pt x="409995" y="96597"/>
                </a:lnTo>
                <a:lnTo>
                  <a:pt x="407178" y="97922"/>
                </a:lnTo>
                <a:lnTo>
                  <a:pt x="404249" y="99201"/>
                </a:lnTo>
                <a:lnTo>
                  <a:pt x="401215" y="100428"/>
                </a:lnTo>
                <a:lnTo>
                  <a:pt x="398082" y="101600"/>
                </a:lnTo>
                <a:lnTo>
                  <a:pt x="394859" y="102712"/>
                </a:lnTo>
                <a:lnTo>
                  <a:pt x="391550" y="103761"/>
                </a:lnTo>
                <a:lnTo>
                  <a:pt x="388163" y="104740"/>
                </a:lnTo>
                <a:lnTo>
                  <a:pt x="384705" y="105647"/>
                </a:lnTo>
                <a:lnTo>
                  <a:pt x="381182" y="106477"/>
                </a:lnTo>
                <a:lnTo>
                  <a:pt x="377601" y="107226"/>
                </a:lnTo>
                <a:lnTo>
                  <a:pt x="373968" y="107888"/>
                </a:lnTo>
                <a:lnTo>
                  <a:pt x="370291" y="108461"/>
                </a:lnTo>
                <a:lnTo>
                  <a:pt x="366575" y="108939"/>
                </a:lnTo>
                <a:lnTo>
                  <a:pt x="362828" y="109319"/>
                </a:lnTo>
                <a:lnTo>
                  <a:pt x="359057" y="109595"/>
                </a:lnTo>
                <a:lnTo>
                  <a:pt x="355267" y="109764"/>
                </a:lnTo>
                <a:lnTo>
                  <a:pt x="351466" y="109821"/>
                </a:lnTo>
                <a:lnTo>
                  <a:pt x="1519" y="109821"/>
                </a:lnTo>
                <a:lnTo>
                  <a:pt x="1431" y="115731"/>
                </a:lnTo>
                <a:lnTo>
                  <a:pt x="1545" y="121520"/>
                </a:lnTo>
                <a:lnTo>
                  <a:pt x="1859" y="127186"/>
                </a:lnTo>
                <a:lnTo>
                  <a:pt x="2370" y="132729"/>
                </a:lnTo>
                <a:lnTo>
                  <a:pt x="3076" y="138146"/>
                </a:lnTo>
                <a:lnTo>
                  <a:pt x="3975" y="143438"/>
                </a:lnTo>
                <a:lnTo>
                  <a:pt x="5063" y="148602"/>
                </a:lnTo>
                <a:lnTo>
                  <a:pt x="6338" y="153638"/>
                </a:lnTo>
                <a:lnTo>
                  <a:pt x="7799" y="158544"/>
                </a:lnTo>
                <a:lnTo>
                  <a:pt x="9441" y="163319"/>
                </a:lnTo>
                <a:lnTo>
                  <a:pt x="11264" y="167962"/>
                </a:lnTo>
                <a:lnTo>
                  <a:pt x="13264" y="172472"/>
                </a:lnTo>
                <a:lnTo>
                  <a:pt x="15438" y="176847"/>
                </a:lnTo>
                <a:lnTo>
                  <a:pt x="17786" y="181087"/>
                </a:lnTo>
                <a:lnTo>
                  <a:pt x="20303" y="185189"/>
                </a:lnTo>
                <a:lnTo>
                  <a:pt x="22987" y="189153"/>
                </a:lnTo>
                <a:lnTo>
                  <a:pt x="25837" y="192978"/>
                </a:lnTo>
                <a:lnTo>
                  <a:pt x="28848" y="196662"/>
                </a:lnTo>
                <a:lnTo>
                  <a:pt x="32020" y="200205"/>
                </a:lnTo>
                <a:lnTo>
                  <a:pt x="35350" y="203604"/>
                </a:lnTo>
                <a:lnTo>
                  <a:pt x="38834" y="206859"/>
                </a:lnTo>
                <a:lnTo>
                  <a:pt x="42471" y="209969"/>
                </a:lnTo>
                <a:lnTo>
                  <a:pt x="46258" y="212932"/>
                </a:lnTo>
                <a:lnTo>
                  <a:pt x="50193" y="215747"/>
                </a:lnTo>
                <a:lnTo>
                  <a:pt x="53339" y="215667"/>
                </a:lnTo>
                <a:lnTo>
                  <a:pt x="56436" y="215561"/>
                </a:lnTo>
                <a:lnTo>
                  <a:pt x="59484" y="215431"/>
                </a:lnTo>
                <a:lnTo>
                  <a:pt x="62483" y="215276"/>
                </a:lnTo>
                <a:lnTo>
                  <a:pt x="65433" y="215096"/>
                </a:lnTo>
                <a:lnTo>
                  <a:pt x="68333" y="214891"/>
                </a:lnTo>
                <a:lnTo>
                  <a:pt x="71184" y="214661"/>
                </a:lnTo>
                <a:lnTo>
                  <a:pt x="73985" y="214407"/>
                </a:lnTo>
                <a:lnTo>
                  <a:pt x="76736" y="214128"/>
                </a:lnTo>
                <a:lnTo>
                  <a:pt x="79437" y="213824"/>
                </a:lnTo>
                <a:lnTo>
                  <a:pt x="82088" y="213495"/>
                </a:lnTo>
                <a:lnTo>
                  <a:pt x="84688" y="213141"/>
                </a:lnTo>
                <a:lnTo>
                  <a:pt x="87238" y="212763"/>
                </a:lnTo>
                <a:lnTo>
                  <a:pt x="89737" y="212360"/>
                </a:lnTo>
                <a:lnTo>
                  <a:pt x="92186" y="211932"/>
                </a:lnTo>
                <a:lnTo>
                  <a:pt x="94583" y="211479"/>
                </a:lnTo>
                <a:lnTo>
                  <a:pt x="96930" y="211002"/>
                </a:lnTo>
                <a:lnTo>
                  <a:pt x="99225" y="210499"/>
                </a:lnTo>
                <a:lnTo>
                  <a:pt x="101469" y="209972"/>
                </a:lnTo>
                <a:lnTo>
                  <a:pt x="103661" y="209421"/>
                </a:lnTo>
                <a:lnTo>
                  <a:pt x="105802" y="208844"/>
                </a:lnTo>
                <a:lnTo>
                  <a:pt x="107890" y="208243"/>
                </a:lnTo>
                <a:lnTo>
                  <a:pt x="109927" y="207617"/>
                </a:lnTo>
                <a:lnTo>
                  <a:pt x="111911" y="206967"/>
                </a:lnTo>
                <a:lnTo>
                  <a:pt x="112204" y="206879"/>
                </a:lnTo>
                <a:lnTo>
                  <a:pt x="112499" y="206811"/>
                </a:lnTo>
                <a:lnTo>
                  <a:pt x="112793" y="206763"/>
                </a:lnTo>
                <a:lnTo>
                  <a:pt x="113088" y="206735"/>
                </a:lnTo>
                <a:lnTo>
                  <a:pt x="113381" y="206726"/>
                </a:lnTo>
                <a:lnTo>
                  <a:pt x="113672" y="206736"/>
                </a:lnTo>
                <a:lnTo>
                  <a:pt x="113960" y="206764"/>
                </a:lnTo>
                <a:lnTo>
                  <a:pt x="114245" y="206810"/>
                </a:lnTo>
                <a:lnTo>
                  <a:pt x="114525" y="206873"/>
                </a:lnTo>
                <a:lnTo>
                  <a:pt x="114799" y="206954"/>
                </a:lnTo>
                <a:lnTo>
                  <a:pt x="115067" y="207051"/>
                </a:lnTo>
                <a:lnTo>
                  <a:pt x="115328" y="207165"/>
                </a:lnTo>
                <a:lnTo>
                  <a:pt x="115581" y="207294"/>
                </a:lnTo>
                <a:lnTo>
                  <a:pt x="115826" y="207440"/>
                </a:lnTo>
                <a:lnTo>
                  <a:pt x="116060" y="207600"/>
                </a:lnTo>
                <a:lnTo>
                  <a:pt x="116284" y="207775"/>
                </a:lnTo>
                <a:lnTo>
                  <a:pt x="116497" y="207964"/>
                </a:lnTo>
                <a:lnTo>
                  <a:pt x="116697" y="208167"/>
                </a:lnTo>
                <a:lnTo>
                  <a:pt x="116885" y="208384"/>
                </a:lnTo>
                <a:lnTo>
                  <a:pt x="117058" y="208614"/>
                </a:lnTo>
                <a:lnTo>
                  <a:pt x="117217" y="208857"/>
                </a:lnTo>
                <a:lnTo>
                  <a:pt x="117360" y="209111"/>
                </a:lnTo>
                <a:lnTo>
                  <a:pt x="117487" y="209378"/>
                </a:lnTo>
                <a:lnTo>
                  <a:pt x="117597" y="209657"/>
                </a:lnTo>
                <a:lnTo>
                  <a:pt x="117687" y="209942"/>
                </a:lnTo>
                <a:lnTo>
                  <a:pt x="117756" y="210228"/>
                </a:lnTo>
                <a:lnTo>
                  <a:pt x="117805" y="210515"/>
                </a:lnTo>
                <a:lnTo>
                  <a:pt x="117833" y="210802"/>
                </a:lnTo>
                <a:lnTo>
                  <a:pt x="117843" y="211088"/>
                </a:lnTo>
                <a:lnTo>
                  <a:pt x="117833" y="211373"/>
                </a:lnTo>
                <a:lnTo>
                  <a:pt x="117804" y="211654"/>
                </a:lnTo>
                <a:lnTo>
                  <a:pt x="117757" y="211932"/>
                </a:lnTo>
                <a:lnTo>
                  <a:pt x="117691" y="212206"/>
                </a:lnTo>
                <a:lnTo>
                  <a:pt x="117609" y="212474"/>
                </a:lnTo>
                <a:lnTo>
                  <a:pt x="117509" y="212737"/>
                </a:lnTo>
                <a:lnTo>
                  <a:pt x="117392" y="212992"/>
                </a:lnTo>
                <a:lnTo>
                  <a:pt x="117259" y="213240"/>
                </a:lnTo>
                <a:lnTo>
                  <a:pt x="117110" y="213479"/>
                </a:lnTo>
                <a:lnTo>
                  <a:pt x="116946" y="213709"/>
                </a:lnTo>
                <a:lnTo>
                  <a:pt x="116766" y="213928"/>
                </a:lnTo>
                <a:lnTo>
                  <a:pt x="116571" y="214137"/>
                </a:lnTo>
                <a:lnTo>
                  <a:pt x="116363" y="214333"/>
                </a:lnTo>
                <a:lnTo>
                  <a:pt x="116140" y="214517"/>
                </a:lnTo>
                <a:lnTo>
                  <a:pt x="115904" y="214687"/>
                </a:lnTo>
                <a:lnTo>
                  <a:pt x="115654" y="214843"/>
                </a:lnTo>
                <a:lnTo>
                  <a:pt x="115392" y="214983"/>
                </a:lnTo>
                <a:lnTo>
                  <a:pt x="115118" y="215107"/>
                </a:lnTo>
                <a:lnTo>
                  <a:pt x="114832" y="215214"/>
                </a:lnTo>
                <a:lnTo>
                  <a:pt x="108342" y="217206"/>
                </a:lnTo>
                <a:lnTo>
                  <a:pt x="106787" y="217630"/>
                </a:lnTo>
                <a:lnTo>
                  <a:pt x="105210" y="218046"/>
                </a:lnTo>
                <a:lnTo>
                  <a:pt x="103612" y="218453"/>
                </a:lnTo>
                <a:lnTo>
                  <a:pt x="101992" y="218850"/>
                </a:lnTo>
                <a:lnTo>
                  <a:pt x="100349" y="219238"/>
                </a:lnTo>
                <a:lnTo>
                  <a:pt x="98684" y="219616"/>
                </a:lnTo>
                <a:lnTo>
                  <a:pt x="96997" y="219983"/>
                </a:lnTo>
                <a:lnTo>
                  <a:pt x="95286" y="220340"/>
                </a:lnTo>
                <a:lnTo>
                  <a:pt x="93552" y="220686"/>
                </a:lnTo>
                <a:lnTo>
                  <a:pt x="91794" y="221020"/>
                </a:lnTo>
                <a:lnTo>
                  <a:pt x="90012" y="221343"/>
                </a:lnTo>
                <a:lnTo>
                  <a:pt x="88206" y="221654"/>
                </a:lnTo>
                <a:lnTo>
                  <a:pt x="86375" y="221952"/>
                </a:lnTo>
                <a:lnTo>
                  <a:pt x="84519" y="222238"/>
                </a:lnTo>
                <a:lnTo>
                  <a:pt x="82639" y="222510"/>
                </a:lnTo>
                <a:lnTo>
                  <a:pt x="80733" y="222769"/>
                </a:lnTo>
                <a:lnTo>
                  <a:pt x="78801" y="223014"/>
                </a:lnTo>
                <a:lnTo>
                  <a:pt x="76843" y="223245"/>
                </a:lnTo>
                <a:lnTo>
                  <a:pt x="74859" y="223461"/>
                </a:lnTo>
                <a:lnTo>
                  <a:pt x="72849" y="223662"/>
                </a:lnTo>
                <a:lnTo>
                  <a:pt x="70811" y="223849"/>
                </a:lnTo>
                <a:lnTo>
                  <a:pt x="68747" y="224019"/>
                </a:lnTo>
                <a:lnTo>
                  <a:pt x="66655" y="224174"/>
                </a:lnTo>
                <a:lnTo>
                  <a:pt x="64879" y="224290"/>
                </a:lnTo>
                <a:lnTo>
                  <a:pt x="69690" y="226560"/>
                </a:lnTo>
                <a:lnTo>
                  <a:pt x="75460" y="228957"/>
                </a:lnTo>
                <a:lnTo>
                  <a:pt x="81426" y="231120"/>
                </a:lnTo>
                <a:lnTo>
                  <a:pt x="87585" y="233046"/>
                </a:lnTo>
                <a:lnTo>
                  <a:pt x="93930" y="234734"/>
                </a:lnTo>
                <a:lnTo>
                  <a:pt x="100458" y="236181"/>
                </a:lnTo>
                <a:lnTo>
                  <a:pt x="107164" y="237385"/>
                </a:lnTo>
                <a:lnTo>
                  <a:pt x="114044" y="238344"/>
                </a:lnTo>
                <a:lnTo>
                  <a:pt x="121093" y="239055"/>
                </a:lnTo>
                <a:lnTo>
                  <a:pt x="128306" y="239516"/>
                </a:lnTo>
                <a:lnTo>
                  <a:pt x="135680" y="239725"/>
                </a:lnTo>
                <a:lnTo>
                  <a:pt x="143209" y="239680"/>
                </a:lnTo>
                <a:lnTo>
                  <a:pt x="150889" y="239378"/>
                </a:lnTo>
                <a:lnTo>
                  <a:pt x="158715" y="238817"/>
                </a:lnTo>
                <a:lnTo>
                  <a:pt x="166684" y="237995"/>
                </a:lnTo>
                <a:lnTo>
                  <a:pt x="174790" y="236910"/>
                </a:lnTo>
                <a:lnTo>
                  <a:pt x="183029" y="235559"/>
                </a:lnTo>
                <a:lnTo>
                  <a:pt x="191397" y="233940"/>
                </a:lnTo>
                <a:lnTo>
                  <a:pt x="199888" y="232051"/>
                </a:lnTo>
                <a:lnTo>
                  <a:pt x="208499" y="229890"/>
                </a:lnTo>
                <a:lnTo>
                  <a:pt x="217224" y="227454"/>
                </a:lnTo>
                <a:lnTo>
                  <a:pt x="226060" y="224741"/>
                </a:lnTo>
                <a:lnTo>
                  <a:pt x="235002" y="221749"/>
                </a:lnTo>
                <a:lnTo>
                  <a:pt x="244045" y="218475"/>
                </a:lnTo>
                <a:lnTo>
                  <a:pt x="254208" y="214503"/>
                </a:lnTo>
                <a:lnTo>
                  <a:pt x="264305" y="210251"/>
                </a:lnTo>
                <a:lnTo>
                  <a:pt x="274328" y="205727"/>
                </a:lnTo>
                <a:lnTo>
                  <a:pt x="284269" y="200939"/>
                </a:lnTo>
                <a:lnTo>
                  <a:pt x="294121" y="195896"/>
                </a:lnTo>
                <a:lnTo>
                  <a:pt x="303876" y="190606"/>
                </a:lnTo>
                <a:lnTo>
                  <a:pt x="313527" y="185078"/>
                </a:lnTo>
                <a:lnTo>
                  <a:pt x="323066" y="179319"/>
                </a:lnTo>
                <a:lnTo>
                  <a:pt x="332486" y="173339"/>
                </a:lnTo>
                <a:lnTo>
                  <a:pt x="341778" y="167146"/>
                </a:lnTo>
                <a:lnTo>
                  <a:pt x="350937" y="160747"/>
                </a:lnTo>
                <a:lnTo>
                  <a:pt x="359953" y="154153"/>
                </a:lnTo>
                <a:lnTo>
                  <a:pt x="368819" y="147370"/>
                </a:lnTo>
                <a:lnTo>
                  <a:pt x="377529" y="140407"/>
                </a:lnTo>
                <a:lnTo>
                  <a:pt x="386074" y="133274"/>
                </a:lnTo>
                <a:lnTo>
                  <a:pt x="394446" y="125977"/>
                </a:lnTo>
                <a:lnTo>
                  <a:pt x="402639" y="118526"/>
                </a:lnTo>
                <a:lnTo>
                  <a:pt x="410644" y="110928"/>
                </a:lnTo>
                <a:lnTo>
                  <a:pt x="418454" y="103193"/>
                </a:lnTo>
                <a:lnTo>
                  <a:pt x="426062" y="95329"/>
                </a:lnTo>
                <a:lnTo>
                  <a:pt x="433460" y="87344"/>
                </a:lnTo>
                <a:lnTo>
                  <a:pt x="440640" y="79246"/>
                </a:lnTo>
                <a:lnTo>
                  <a:pt x="447595" y="71044"/>
                </a:lnTo>
                <a:lnTo>
                  <a:pt x="454317" y="62746"/>
                </a:lnTo>
                <a:lnTo>
                  <a:pt x="454217" y="62789"/>
                </a:lnTo>
                <a:lnTo>
                  <a:pt x="454117" y="62832"/>
                </a:lnTo>
                <a:lnTo>
                  <a:pt x="454017" y="62876"/>
                </a:lnTo>
                <a:lnTo>
                  <a:pt x="453917" y="62919"/>
                </a:lnTo>
                <a:lnTo>
                  <a:pt x="453818" y="62963"/>
                </a:lnTo>
                <a:lnTo>
                  <a:pt x="453719" y="63007"/>
                </a:lnTo>
                <a:lnTo>
                  <a:pt x="453620" y="63052"/>
                </a:lnTo>
                <a:lnTo>
                  <a:pt x="453521" y="63096"/>
                </a:lnTo>
                <a:lnTo>
                  <a:pt x="453423" y="63141"/>
                </a:lnTo>
                <a:lnTo>
                  <a:pt x="453325" y="63186"/>
                </a:lnTo>
                <a:lnTo>
                  <a:pt x="453227" y="63231"/>
                </a:lnTo>
                <a:lnTo>
                  <a:pt x="453130" y="63276"/>
                </a:lnTo>
                <a:lnTo>
                  <a:pt x="453032" y="63321"/>
                </a:lnTo>
                <a:lnTo>
                  <a:pt x="452935" y="63366"/>
                </a:lnTo>
                <a:lnTo>
                  <a:pt x="452839" y="63412"/>
                </a:lnTo>
                <a:lnTo>
                  <a:pt x="452742" y="63457"/>
                </a:lnTo>
                <a:lnTo>
                  <a:pt x="452646" y="63503"/>
                </a:lnTo>
                <a:lnTo>
                  <a:pt x="452550" y="63549"/>
                </a:lnTo>
                <a:lnTo>
                  <a:pt x="452455" y="63595"/>
                </a:lnTo>
                <a:lnTo>
                  <a:pt x="452359" y="63641"/>
                </a:lnTo>
                <a:lnTo>
                  <a:pt x="452264" y="63687"/>
                </a:lnTo>
                <a:lnTo>
                  <a:pt x="452170" y="63733"/>
                </a:lnTo>
                <a:lnTo>
                  <a:pt x="452131" y="63751"/>
                </a:lnTo>
                <a:lnTo>
                  <a:pt x="452475" y="60162"/>
                </a:lnTo>
                <a:lnTo>
                  <a:pt x="452565" y="56569"/>
                </a:lnTo>
                <a:close/>
                <a:moveTo>
                  <a:pt x="64535" y="224312"/>
                </a:moveTo>
                <a:lnTo>
                  <a:pt x="64879" y="224290"/>
                </a:lnTo>
                <a:lnTo>
                  <a:pt x="64120" y="223931"/>
                </a:lnTo>
                <a:lnTo>
                  <a:pt x="64535" y="224312"/>
                </a:lnTo>
                <a:close/>
              </a:path>
            </a:pathLst>
          </a:custGeom>
          <a:solidFill xmlns:a="http://schemas.openxmlformats.org/drawingml/2006/main">
            <a:srgbClr val="24B8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585C6-379D-4227-97FA-5CE9F284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42" y="923417"/>
            <a:ext cx="437470" cy="131075"/>
          </a:xfrm>
          <a:custGeom xmlns:a="http://schemas.openxmlformats.org/drawingml/2006/main">
            <a:pathLst>
              <a:path w="437470" h="131075">
                <a:moveTo>
                  <a:pt x="0" y="0"/>
                </a:moveTo>
                <a:cubicBezTo>
                  <a:pt x="2310" y="16698"/>
                  <a:pt x="7308" y="32356"/>
                  <a:pt x="14719" y="46593"/>
                </a:cubicBezTo>
                <a:lnTo>
                  <a:pt x="18950" y="54156"/>
                </a:lnTo>
                <a:cubicBezTo>
                  <a:pt x="21624" y="58597"/>
                  <a:pt x="24558" y="62886"/>
                  <a:pt x="27725" y="67022"/>
                </a:cubicBezTo>
                <a:lnTo>
                  <a:pt x="70039" y="68037"/>
                </a:lnTo>
                <a:cubicBezTo>
                  <a:pt x="95388" y="67492"/>
                  <a:pt x="116078" y="64560"/>
                  <a:pt x="131744" y="59257"/>
                </a:cubicBezTo>
                <a:cubicBezTo>
                  <a:pt x="134081" y="58470"/>
                  <a:pt x="136625" y="59675"/>
                  <a:pt x="137430" y="61947"/>
                </a:cubicBezTo>
                <a:cubicBezTo>
                  <a:pt x="138234" y="64218"/>
                  <a:pt x="137001" y="66718"/>
                  <a:pt x="134665" y="67504"/>
                </a:cubicBezTo>
                <a:lnTo>
                  <a:pt x="128175" y="69496"/>
                </a:lnTo>
                <a:cubicBezTo>
                  <a:pt x="115818" y="72922"/>
                  <a:pt x="101515" y="75409"/>
                  <a:pt x="84433" y="76437"/>
                </a:cubicBezTo>
                <a:lnTo>
                  <a:pt x="82227" y="76513"/>
                </a:lnTo>
                <a:lnTo>
                  <a:pt x="60914" y="77110"/>
                </a:lnTo>
                <a:cubicBezTo>
                  <a:pt x="52463" y="77123"/>
                  <a:pt x="44018" y="76925"/>
                  <a:pt x="35578" y="76513"/>
                </a:cubicBezTo>
                <a:cubicBezTo>
                  <a:pt x="66573" y="110570"/>
                  <a:pt x="115338" y="131075"/>
                  <a:pt x="176083" y="131075"/>
                </a:cubicBezTo>
                <a:cubicBezTo>
                  <a:pt x="286152" y="131075"/>
                  <a:pt x="381890" y="90217"/>
                  <a:pt x="437470" y="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B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43ECC-F1D6-4DAF-AFD6-B14CB2B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30" y="923417"/>
            <a:ext cx="363511" cy="98389"/>
          </a:xfrm>
          <a:custGeom xmlns:a="http://schemas.openxmlformats.org/drawingml/2006/main">
            <a:pathLst>
              <a:path w="363511" h="98389">
                <a:moveTo>
                  <a:pt x="0" y="0"/>
                </a:moveTo>
                <a:cubicBezTo>
                  <a:pt x="6581" y="29311"/>
                  <a:pt x="22390" y="52354"/>
                  <a:pt x="45338" y="68037"/>
                </a:cubicBezTo>
                <a:cubicBezTo>
                  <a:pt x="70688" y="67492"/>
                  <a:pt x="91377" y="64560"/>
                  <a:pt x="107044" y="59257"/>
                </a:cubicBezTo>
                <a:cubicBezTo>
                  <a:pt x="109380" y="58470"/>
                  <a:pt x="111924" y="59675"/>
                  <a:pt x="112729" y="61947"/>
                </a:cubicBezTo>
                <a:cubicBezTo>
                  <a:pt x="113534" y="64218"/>
                  <a:pt x="112301" y="66718"/>
                  <a:pt x="109964" y="67504"/>
                </a:cubicBezTo>
                <a:lnTo>
                  <a:pt x="103475" y="69496"/>
                </a:lnTo>
                <a:cubicBezTo>
                  <a:pt x="91118" y="72922"/>
                  <a:pt x="76516" y="75409"/>
                  <a:pt x="59434" y="76437"/>
                </a:cubicBezTo>
                <a:cubicBezTo>
                  <a:pt x="103176" y="98389"/>
                  <a:pt x="166439" y="98059"/>
                  <a:pt x="239165" y="70753"/>
                </a:cubicBezTo>
                <a:cubicBezTo>
                  <a:pt x="283296" y="54232"/>
                  <a:pt x="325506" y="29641"/>
                  <a:pt x="363511" y="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39B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59341-ABF6-4398-9E61-57DDD363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46" y="770670"/>
            <a:ext cx="108342" cy="105900"/>
          </a:xfrm>
          <a:custGeom xmlns:a="http://schemas.openxmlformats.org/drawingml/2006/main">
            <a:pathLst>
              <a:path w="108342" h="105900">
                <a:moveTo>
                  <a:pt x="42132" y="60817"/>
                </a:moveTo>
                <a:lnTo>
                  <a:pt x="42132" y="101802"/>
                </a:lnTo>
                <a:lnTo>
                  <a:pt x="46104" y="101802"/>
                </a:lnTo>
                <a:lnTo>
                  <a:pt x="46104" y="60817"/>
                </a:lnTo>
                <a:lnTo>
                  <a:pt x="42132" y="60817"/>
                </a:lnTo>
                <a:close/>
                <a:moveTo>
                  <a:pt x="34513" y="60817"/>
                </a:moveTo>
                <a:lnTo>
                  <a:pt x="34513" y="101802"/>
                </a:lnTo>
                <a:lnTo>
                  <a:pt x="38641" y="101802"/>
                </a:lnTo>
                <a:lnTo>
                  <a:pt x="38641" y="60817"/>
                </a:lnTo>
                <a:lnTo>
                  <a:pt x="34513" y="60817"/>
                </a:lnTo>
                <a:close/>
                <a:moveTo>
                  <a:pt x="26894" y="60817"/>
                </a:moveTo>
                <a:lnTo>
                  <a:pt x="26894" y="101802"/>
                </a:lnTo>
                <a:lnTo>
                  <a:pt x="31022" y="101802"/>
                </a:lnTo>
                <a:lnTo>
                  <a:pt x="31022" y="60817"/>
                </a:lnTo>
                <a:lnTo>
                  <a:pt x="26894" y="60817"/>
                </a:lnTo>
                <a:close/>
                <a:moveTo>
                  <a:pt x="19262" y="60817"/>
                </a:moveTo>
                <a:lnTo>
                  <a:pt x="19262" y="101802"/>
                </a:lnTo>
                <a:lnTo>
                  <a:pt x="23389" y="101802"/>
                </a:lnTo>
                <a:lnTo>
                  <a:pt x="23389" y="60817"/>
                </a:lnTo>
                <a:lnTo>
                  <a:pt x="19262" y="60817"/>
                </a:lnTo>
                <a:close/>
                <a:moveTo>
                  <a:pt x="11643" y="60817"/>
                </a:moveTo>
                <a:lnTo>
                  <a:pt x="11643" y="101802"/>
                </a:lnTo>
                <a:lnTo>
                  <a:pt x="15770" y="101802"/>
                </a:lnTo>
                <a:lnTo>
                  <a:pt x="15770" y="60817"/>
                </a:lnTo>
                <a:lnTo>
                  <a:pt x="11643" y="60817"/>
                </a:lnTo>
                <a:close/>
                <a:moveTo>
                  <a:pt x="4179" y="60817"/>
                </a:moveTo>
                <a:lnTo>
                  <a:pt x="4179" y="101802"/>
                </a:lnTo>
                <a:lnTo>
                  <a:pt x="8151" y="101802"/>
                </a:lnTo>
                <a:lnTo>
                  <a:pt x="8151" y="60817"/>
                </a:lnTo>
                <a:lnTo>
                  <a:pt x="4179" y="60817"/>
                </a:lnTo>
                <a:close/>
                <a:moveTo>
                  <a:pt x="0" y="56719"/>
                </a:moveTo>
                <a:lnTo>
                  <a:pt x="50297" y="56719"/>
                </a:lnTo>
                <a:lnTo>
                  <a:pt x="50297" y="105900"/>
                </a:lnTo>
                <a:lnTo>
                  <a:pt x="0" y="105900"/>
                </a:lnTo>
                <a:lnTo>
                  <a:pt x="0" y="56719"/>
                </a:lnTo>
                <a:close/>
                <a:moveTo>
                  <a:pt x="100178" y="4098"/>
                </a:moveTo>
                <a:lnTo>
                  <a:pt x="100178" y="45083"/>
                </a:lnTo>
                <a:lnTo>
                  <a:pt x="104150" y="45083"/>
                </a:lnTo>
                <a:lnTo>
                  <a:pt x="104150" y="4098"/>
                </a:lnTo>
                <a:lnTo>
                  <a:pt x="100178" y="4098"/>
                </a:lnTo>
                <a:close/>
                <a:moveTo>
                  <a:pt x="92559" y="4098"/>
                </a:moveTo>
                <a:lnTo>
                  <a:pt x="92559" y="45083"/>
                </a:lnTo>
                <a:lnTo>
                  <a:pt x="96686" y="45083"/>
                </a:lnTo>
                <a:lnTo>
                  <a:pt x="96686" y="4098"/>
                </a:lnTo>
                <a:lnTo>
                  <a:pt x="92559" y="4098"/>
                </a:lnTo>
                <a:close/>
                <a:moveTo>
                  <a:pt x="84927" y="4098"/>
                </a:moveTo>
                <a:lnTo>
                  <a:pt x="84927" y="45083"/>
                </a:lnTo>
                <a:lnTo>
                  <a:pt x="89054" y="45083"/>
                </a:lnTo>
                <a:lnTo>
                  <a:pt x="89054" y="4098"/>
                </a:lnTo>
                <a:lnTo>
                  <a:pt x="84927" y="4098"/>
                </a:lnTo>
                <a:close/>
                <a:moveTo>
                  <a:pt x="77307" y="4098"/>
                </a:moveTo>
                <a:lnTo>
                  <a:pt x="77307" y="45083"/>
                </a:lnTo>
                <a:lnTo>
                  <a:pt x="81435" y="45083"/>
                </a:lnTo>
                <a:lnTo>
                  <a:pt x="81435" y="4098"/>
                </a:lnTo>
                <a:lnTo>
                  <a:pt x="77307" y="4098"/>
                </a:lnTo>
                <a:close/>
                <a:moveTo>
                  <a:pt x="69688" y="4098"/>
                </a:moveTo>
                <a:lnTo>
                  <a:pt x="69688" y="45083"/>
                </a:lnTo>
                <a:lnTo>
                  <a:pt x="73816" y="45083"/>
                </a:lnTo>
                <a:lnTo>
                  <a:pt x="73816" y="4098"/>
                </a:lnTo>
                <a:lnTo>
                  <a:pt x="69688" y="4098"/>
                </a:lnTo>
                <a:close/>
                <a:moveTo>
                  <a:pt x="62225" y="4098"/>
                </a:moveTo>
                <a:lnTo>
                  <a:pt x="62212" y="45083"/>
                </a:lnTo>
                <a:lnTo>
                  <a:pt x="66197" y="45083"/>
                </a:lnTo>
                <a:lnTo>
                  <a:pt x="66197" y="4098"/>
                </a:lnTo>
                <a:lnTo>
                  <a:pt x="62225" y="4098"/>
                </a:lnTo>
                <a:close/>
                <a:moveTo>
                  <a:pt x="58032" y="0"/>
                </a:moveTo>
                <a:lnTo>
                  <a:pt x="108342" y="0"/>
                </a:lnTo>
                <a:lnTo>
                  <a:pt x="108342" y="49397"/>
                </a:lnTo>
                <a:lnTo>
                  <a:pt x="58033" y="49397"/>
                </a:lnTo>
                <a:lnTo>
                  <a:pt x="58032" y="0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7D64D-5292-4EA6-8918-FB8D7F68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78" y="827515"/>
            <a:ext cx="50310" cy="49182"/>
          </a:xfrm>
          <a:custGeom xmlns:a="http://schemas.openxmlformats.org/drawingml/2006/main">
            <a:pathLst>
              <a:path w="50310" h="49182">
                <a:moveTo>
                  <a:pt x="42145" y="4098"/>
                </a:moveTo>
                <a:lnTo>
                  <a:pt x="42145" y="45083"/>
                </a:lnTo>
                <a:lnTo>
                  <a:pt x="46117" y="45083"/>
                </a:lnTo>
                <a:lnTo>
                  <a:pt x="46117" y="4098"/>
                </a:lnTo>
                <a:lnTo>
                  <a:pt x="42145" y="4098"/>
                </a:lnTo>
                <a:close/>
                <a:moveTo>
                  <a:pt x="34526" y="4098"/>
                </a:moveTo>
                <a:lnTo>
                  <a:pt x="34526" y="45083"/>
                </a:lnTo>
                <a:lnTo>
                  <a:pt x="38654" y="45083"/>
                </a:lnTo>
                <a:lnTo>
                  <a:pt x="38654" y="4098"/>
                </a:lnTo>
                <a:lnTo>
                  <a:pt x="34526" y="4098"/>
                </a:lnTo>
                <a:close/>
                <a:moveTo>
                  <a:pt x="26894" y="4098"/>
                </a:moveTo>
                <a:lnTo>
                  <a:pt x="26894" y="45083"/>
                </a:lnTo>
                <a:lnTo>
                  <a:pt x="31022" y="45083"/>
                </a:lnTo>
                <a:lnTo>
                  <a:pt x="31022" y="4098"/>
                </a:lnTo>
                <a:lnTo>
                  <a:pt x="26894" y="4098"/>
                </a:lnTo>
                <a:close/>
                <a:moveTo>
                  <a:pt x="19275" y="4098"/>
                </a:moveTo>
                <a:lnTo>
                  <a:pt x="19275" y="45083"/>
                </a:lnTo>
                <a:lnTo>
                  <a:pt x="23403" y="45083"/>
                </a:lnTo>
                <a:lnTo>
                  <a:pt x="23403" y="4098"/>
                </a:lnTo>
                <a:lnTo>
                  <a:pt x="19275" y="4098"/>
                </a:lnTo>
                <a:close/>
                <a:moveTo>
                  <a:pt x="11656" y="4098"/>
                </a:moveTo>
                <a:lnTo>
                  <a:pt x="11656" y="45083"/>
                </a:lnTo>
                <a:lnTo>
                  <a:pt x="15783" y="45083"/>
                </a:lnTo>
                <a:lnTo>
                  <a:pt x="15783" y="4098"/>
                </a:lnTo>
                <a:lnTo>
                  <a:pt x="11656" y="4098"/>
                </a:lnTo>
                <a:close/>
                <a:moveTo>
                  <a:pt x="4192" y="4098"/>
                </a:moveTo>
                <a:lnTo>
                  <a:pt x="4179" y="45083"/>
                </a:lnTo>
                <a:lnTo>
                  <a:pt x="8164" y="45083"/>
                </a:lnTo>
                <a:lnTo>
                  <a:pt x="8164" y="4098"/>
                </a:lnTo>
                <a:lnTo>
                  <a:pt x="4192" y="4098"/>
                </a:lnTo>
                <a:close/>
                <a:moveTo>
                  <a:pt x="0" y="0"/>
                </a:moveTo>
                <a:lnTo>
                  <a:pt x="50310" y="0"/>
                </a:lnTo>
                <a:lnTo>
                  <a:pt x="50310" y="49182"/>
                </a:lnTo>
                <a:lnTo>
                  <a:pt x="0" y="49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0C2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8D764-F24F-421C-BC20-6A3857D9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24" y="827515"/>
            <a:ext cx="50310" cy="49182"/>
          </a:xfrm>
          <a:custGeom xmlns:a="http://schemas.openxmlformats.org/drawingml/2006/main">
            <a:pathLst>
              <a:path w="50310" h="49182">
                <a:moveTo>
                  <a:pt x="42145" y="4098"/>
                </a:moveTo>
                <a:lnTo>
                  <a:pt x="42145" y="45083"/>
                </a:lnTo>
                <a:lnTo>
                  <a:pt x="46117" y="45083"/>
                </a:lnTo>
                <a:lnTo>
                  <a:pt x="46117" y="4098"/>
                </a:lnTo>
                <a:lnTo>
                  <a:pt x="42145" y="4098"/>
                </a:lnTo>
                <a:close/>
                <a:moveTo>
                  <a:pt x="34513" y="4098"/>
                </a:moveTo>
                <a:lnTo>
                  <a:pt x="34513" y="45083"/>
                </a:lnTo>
                <a:lnTo>
                  <a:pt x="38641" y="45083"/>
                </a:lnTo>
                <a:lnTo>
                  <a:pt x="38641" y="4098"/>
                </a:lnTo>
                <a:lnTo>
                  <a:pt x="34513" y="4098"/>
                </a:lnTo>
                <a:close/>
                <a:moveTo>
                  <a:pt x="26894" y="4098"/>
                </a:moveTo>
                <a:lnTo>
                  <a:pt x="26894" y="45083"/>
                </a:lnTo>
                <a:lnTo>
                  <a:pt x="31022" y="45083"/>
                </a:lnTo>
                <a:lnTo>
                  <a:pt x="31022" y="4098"/>
                </a:lnTo>
                <a:lnTo>
                  <a:pt x="26894" y="4098"/>
                </a:lnTo>
                <a:close/>
                <a:moveTo>
                  <a:pt x="19275" y="4098"/>
                </a:moveTo>
                <a:lnTo>
                  <a:pt x="19275" y="45083"/>
                </a:lnTo>
                <a:lnTo>
                  <a:pt x="23403" y="45083"/>
                </a:lnTo>
                <a:lnTo>
                  <a:pt x="23403" y="4098"/>
                </a:lnTo>
                <a:lnTo>
                  <a:pt x="19275" y="4098"/>
                </a:lnTo>
                <a:close/>
                <a:moveTo>
                  <a:pt x="11656" y="4098"/>
                </a:moveTo>
                <a:lnTo>
                  <a:pt x="11656" y="45083"/>
                </a:lnTo>
                <a:lnTo>
                  <a:pt x="15783" y="45083"/>
                </a:lnTo>
                <a:lnTo>
                  <a:pt x="15783" y="4098"/>
                </a:lnTo>
                <a:lnTo>
                  <a:pt x="11656" y="4098"/>
                </a:lnTo>
                <a:close/>
                <a:moveTo>
                  <a:pt x="4192" y="4098"/>
                </a:moveTo>
                <a:lnTo>
                  <a:pt x="4192" y="45083"/>
                </a:lnTo>
                <a:lnTo>
                  <a:pt x="8164" y="45083"/>
                </a:lnTo>
                <a:lnTo>
                  <a:pt x="8164" y="4098"/>
                </a:lnTo>
                <a:lnTo>
                  <a:pt x="4192" y="4098"/>
                </a:lnTo>
                <a:close/>
                <a:moveTo>
                  <a:pt x="0" y="0"/>
                </a:moveTo>
                <a:lnTo>
                  <a:pt x="50310" y="0"/>
                </a:lnTo>
                <a:lnTo>
                  <a:pt x="50310" y="49182"/>
                </a:lnTo>
                <a:lnTo>
                  <a:pt x="0" y="49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B9CAC-A247-40E4-9423-2174F3AE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24" y="770797"/>
            <a:ext cx="108342" cy="105774"/>
          </a:xfrm>
          <a:custGeom xmlns:a="http://schemas.openxmlformats.org/drawingml/2006/main">
            <a:pathLst>
              <a:path w="108342" h="105774">
                <a:moveTo>
                  <a:pt x="42145" y="4098"/>
                </a:moveTo>
                <a:lnTo>
                  <a:pt x="42145" y="45083"/>
                </a:lnTo>
                <a:lnTo>
                  <a:pt x="46117" y="45083"/>
                </a:lnTo>
                <a:lnTo>
                  <a:pt x="46117" y="4098"/>
                </a:lnTo>
                <a:lnTo>
                  <a:pt x="42145" y="4098"/>
                </a:lnTo>
                <a:close/>
                <a:moveTo>
                  <a:pt x="34513" y="4098"/>
                </a:moveTo>
                <a:lnTo>
                  <a:pt x="34513" y="45083"/>
                </a:lnTo>
                <a:lnTo>
                  <a:pt x="38641" y="45083"/>
                </a:lnTo>
                <a:lnTo>
                  <a:pt x="38641" y="4098"/>
                </a:lnTo>
                <a:lnTo>
                  <a:pt x="34513" y="4098"/>
                </a:lnTo>
                <a:close/>
                <a:moveTo>
                  <a:pt x="26894" y="4098"/>
                </a:moveTo>
                <a:lnTo>
                  <a:pt x="26894" y="45083"/>
                </a:lnTo>
                <a:lnTo>
                  <a:pt x="31022" y="45083"/>
                </a:lnTo>
                <a:lnTo>
                  <a:pt x="31022" y="4098"/>
                </a:lnTo>
                <a:lnTo>
                  <a:pt x="26894" y="4098"/>
                </a:lnTo>
                <a:close/>
                <a:moveTo>
                  <a:pt x="19275" y="4098"/>
                </a:moveTo>
                <a:lnTo>
                  <a:pt x="19275" y="45083"/>
                </a:lnTo>
                <a:lnTo>
                  <a:pt x="23403" y="45083"/>
                </a:lnTo>
                <a:lnTo>
                  <a:pt x="23403" y="4098"/>
                </a:lnTo>
                <a:lnTo>
                  <a:pt x="19275" y="4098"/>
                </a:lnTo>
                <a:close/>
                <a:moveTo>
                  <a:pt x="11656" y="4098"/>
                </a:moveTo>
                <a:lnTo>
                  <a:pt x="11656" y="45083"/>
                </a:lnTo>
                <a:lnTo>
                  <a:pt x="15783" y="45083"/>
                </a:lnTo>
                <a:lnTo>
                  <a:pt x="15783" y="4098"/>
                </a:lnTo>
                <a:lnTo>
                  <a:pt x="11656" y="4098"/>
                </a:lnTo>
                <a:close/>
                <a:moveTo>
                  <a:pt x="4192" y="4098"/>
                </a:moveTo>
                <a:lnTo>
                  <a:pt x="4192" y="45083"/>
                </a:lnTo>
                <a:lnTo>
                  <a:pt x="8164" y="45083"/>
                </a:lnTo>
                <a:lnTo>
                  <a:pt x="8164" y="4098"/>
                </a:lnTo>
                <a:lnTo>
                  <a:pt x="4192" y="4098"/>
                </a:lnTo>
                <a:close/>
                <a:moveTo>
                  <a:pt x="0" y="0"/>
                </a:moveTo>
                <a:lnTo>
                  <a:pt x="50310" y="0"/>
                </a:lnTo>
                <a:lnTo>
                  <a:pt x="50310" y="49270"/>
                </a:lnTo>
                <a:lnTo>
                  <a:pt x="0" y="49270"/>
                </a:lnTo>
                <a:lnTo>
                  <a:pt x="0" y="0"/>
                </a:lnTo>
                <a:close/>
                <a:moveTo>
                  <a:pt x="100178" y="60690"/>
                </a:moveTo>
                <a:lnTo>
                  <a:pt x="100178" y="101675"/>
                </a:lnTo>
                <a:lnTo>
                  <a:pt x="104150" y="101675"/>
                </a:lnTo>
                <a:lnTo>
                  <a:pt x="104150" y="60690"/>
                </a:lnTo>
                <a:lnTo>
                  <a:pt x="100178" y="60690"/>
                </a:lnTo>
                <a:close/>
                <a:moveTo>
                  <a:pt x="92559" y="60690"/>
                </a:moveTo>
                <a:lnTo>
                  <a:pt x="92559" y="101675"/>
                </a:lnTo>
                <a:lnTo>
                  <a:pt x="96686" y="101675"/>
                </a:lnTo>
                <a:lnTo>
                  <a:pt x="96686" y="60690"/>
                </a:lnTo>
                <a:lnTo>
                  <a:pt x="92559" y="60690"/>
                </a:lnTo>
                <a:close/>
                <a:moveTo>
                  <a:pt x="84939" y="60690"/>
                </a:moveTo>
                <a:lnTo>
                  <a:pt x="84939" y="101675"/>
                </a:lnTo>
                <a:lnTo>
                  <a:pt x="89067" y="101675"/>
                </a:lnTo>
                <a:lnTo>
                  <a:pt x="89067" y="60690"/>
                </a:lnTo>
                <a:lnTo>
                  <a:pt x="84939" y="60690"/>
                </a:lnTo>
                <a:close/>
                <a:moveTo>
                  <a:pt x="77320" y="60690"/>
                </a:moveTo>
                <a:lnTo>
                  <a:pt x="77320" y="101675"/>
                </a:lnTo>
                <a:lnTo>
                  <a:pt x="81448" y="101675"/>
                </a:lnTo>
                <a:lnTo>
                  <a:pt x="81448" y="60690"/>
                </a:lnTo>
                <a:lnTo>
                  <a:pt x="77320" y="60690"/>
                </a:lnTo>
                <a:close/>
                <a:moveTo>
                  <a:pt x="69688" y="60690"/>
                </a:moveTo>
                <a:lnTo>
                  <a:pt x="69688" y="101675"/>
                </a:lnTo>
                <a:lnTo>
                  <a:pt x="73816" y="101675"/>
                </a:lnTo>
                <a:lnTo>
                  <a:pt x="73816" y="60690"/>
                </a:lnTo>
                <a:lnTo>
                  <a:pt x="69688" y="60690"/>
                </a:lnTo>
                <a:close/>
                <a:moveTo>
                  <a:pt x="62225" y="60690"/>
                </a:moveTo>
                <a:lnTo>
                  <a:pt x="62225" y="101675"/>
                </a:lnTo>
                <a:lnTo>
                  <a:pt x="66197" y="101675"/>
                </a:lnTo>
                <a:lnTo>
                  <a:pt x="66197" y="60690"/>
                </a:lnTo>
                <a:lnTo>
                  <a:pt x="62225" y="60690"/>
                </a:lnTo>
                <a:close/>
                <a:moveTo>
                  <a:pt x="58032" y="56592"/>
                </a:moveTo>
                <a:lnTo>
                  <a:pt x="108342" y="56592"/>
                </a:lnTo>
                <a:lnTo>
                  <a:pt x="108342" y="105774"/>
                </a:lnTo>
                <a:lnTo>
                  <a:pt x="58019" y="105774"/>
                </a:lnTo>
                <a:lnTo>
                  <a:pt x="58032" y="56592"/>
                </a:lnTo>
                <a:close/>
              </a:path>
            </a:pathLst>
          </a:custGeom>
          <a:solidFill xmlns:a="http://schemas.openxmlformats.org/drawingml/2006/main">
            <a:srgbClr val="20C2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306548-82E0-4E33-99B3-34B15846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43" y="770797"/>
            <a:ext cx="50322" cy="49144"/>
          </a:xfrm>
          <a:custGeom xmlns:a="http://schemas.openxmlformats.org/drawingml/2006/main">
            <a:pathLst>
              <a:path w="50322" h="49144">
                <a:moveTo>
                  <a:pt x="42158" y="4098"/>
                </a:moveTo>
                <a:lnTo>
                  <a:pt x="42158" y="45083"/>
                </a:lnTo>
                <a:lnTo>
                  <a:pt x="46130" y="45083"/>
                </a:lnTo>
                <a:lnTo>
                  <a:pt x="46130" y="4098"/>
                </a:lnTo>
                <a:lnTo>
                  <a:pt x="42158" y="4098"/>
                </a:lnTo>
                <a:close/>
                <a:moveTo>
                  <a:pt x="34539" y="4098"/>
                </a:moveTo>
                <a:lnTo>
                  <a:pt x="34539" y="45083"/>
                </a:lnTo>
                <a:lnTo>
                  <a:pt x="38667" y="45083"/>
                </a:lnTo>
                <a:lnTo>
                  <a:pt x="38667" y="4098"/>
                </a:lnTo>
                <a:lnTo>
                  <a:pt x="34539" y="4098"/>
                </a:lnTo>
                <a:close/>
                <a:moveTo>
                  <a:pt x="26920" y="4098"/>
                </a:moveTo>
                <a:lnTo>
                  <a:pt x="26920" y="45083"/>
                </a:lnTo>
                <a:lnTo>
                  <a:pt x="31048" y="45083"/>
                </a:lnTo>
                <a:lnTo>
                  <a:pt x="31048" y="4098"/>
                </a:lnTo>
                <a:lnTo>
                  <a:pt x="26920" y="4098"/>
                </a:lnTo>
                <a:close/>
                <a:moveTo>
                  <a:pt x="19301" y="4098"/>
                </a:moveTo>
                <a:lnTo>
                  <a:pt x="19301" y="45083"/>
                </a:lnTo>
                <a:lnTo>
                  <a:pt x="23428" y="45083"/>
                </a:lnTo>
                <a:lnTo>
                  <a:pt x="23428" y="4098"/>
                </a:lnTo>
                <a:lnTo>
                  <a:pt x="19301" y="4098"/>
                </a:lnTo>
                <a:close/>
                <a:moveTo>
                  <a:pt x="11669" y="4098"/>
                </a:moveTo>
                <a:lnTo>
                  <a:pt x="11669" y="45083"/>
                </a:lnTo>
                <a:lnTo>
                  <a:pt x="15796" y="45083"/>
                </a:lnTo>
                <a:lnTo>
                  <a:pt x="15796" y="4098"/>
                </a:lnTo>
                <a:lnTo>
                  <a:pt x="11669" y="4098"/>
                </a:lnTo>
                <a:close/>
                <a:moveTo>
                  <a:pt x="4205" y="4098"/>
                </a:moveTo>
                <a:lnTo>
                  <a:pt x="4205" y="45083"/>
                </a:lnTo>
                <a:lnTo>
                  <a:pt x="8177" y="45083"/>
                </a:lnTo>
                <a:lnTo>
                  <a:pt x="8177" y="4098"/>
                </a:lnTo>
                <a:lnTo>
                  <a:pt x="4205" y="4098"/>
                </a:lnTo>
                <a:close/>
                <a:moveTo>
                  <a:pt x="13" y="0"/>
                </a:moveTo>
                <a:lnTo>
                  <a:pt x="50322" y="0"/>
                </a:lnTo>
                <a:lnTo>
                  <a:pt x="50322" y="49144"/>
                </a:lnTo>
                <a:lnTo>
                  <a:pt x="0" y="49144"/>
                </a:lnTo>
                <a:lnTo>
                  <a:pt x="13" y="0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ECD49-7951-488C-AA47-9D902602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43" y="714052"/>
            <a:ext cx="50310" cy="49169"/>
          </a:xfrm>
          <a:custGeom xmlns:a="http://schemas.openxmlformats.org/drawingml/2006/main">
            <a:pathLst>
              <a:path w="50310" h="49169">
                <a:moveTo>
                  <a:pt x="42158" y="4098"/>
                </a:moveTo>
                <a:lnTo>
                  <a:pt x="42158" y="45083"/>
                </a:lnTo>
                <a:lnTo>
                  <a:pt x="46130" y="45083"/>
                </a:lnTo>
                <a:lnTo>
                  <a:pt x="46130" y="4098"/>
                </a:lnTo>
                <a:lnTo>
                  <a:pt x="42158" y="4098"/>
                </a:lnTo>
                <a:close/>
                <a:moveTo>
                  <a:pt x="34539" y="4098"/>
                </a:moveTo>
                <a:lnTo>
                  <a:pt x="34539" y="45083"/>
                </a:lnTo>
                <a:lnTo>
                  <a:pt x="38667" y="45083"/>
                </a:lnTo>
                <a:lnTo>
                  <a:pt x="38667" y="4098"/>
                </a:lnTo>
                <a:lnTo>
                  <a:pt x="34539" y="4098"/>
                </a:lnTo>
                <a:close/>
                <a:moveTo>
                  <a:pt x="26920" y="4098"/>
                </a:moveTo>
                <a:lnTo>
                  <a:pt x="26920" y="45083"/>
                </a:lnTo>
                <a:lnTo>
                  <a:pt x="31048" y="45083"/>
                </a:lnTo>
                <a:lnTo>
                  <a:pt x="31048" y="4098"/>
                </a:lnTo>
                <a:lnTo>
                  <a:pt x="26920" y="4098"/>
                </a:lnTo>
                <a:close/>
                <a:moveTo>
                  <a:pt x="19301" y="4098"/>
                </a:moveTo>
                <a:lnTo>
                  <a:pt x="19301" y="45083"/>
                </a:lnTo>
                <a:lnTo>
                  <a:pt x="23428" y="45083"/>
                </a:lnTo>
                <a:lnTo>
                  <a:pt x="23428" y="4098"/>
                </a:lnTo>
                <a:lnTo>
                  <a:pt x="19301" y="4098"/>
                </a:lnTo>
                <a:close/>
                <a:moveTo>
                  <a:pt x="11669" y="4098"/>
                </a:moveTo>
                <a:lnTo>
                  <a:pt x="11669" y="45083"/>
                </a:lnTo>
                <a:lnTo>
                  <a:pt x="15796" y="45083"/>
                </a:lnTo>
                <a:lnTo>
                  <a:pt x="15796" y="4098"/>
                </a:lnTo>
                <a:lnTo>
                  <a:pt x="11669" y="4098"/>
                </a:lnTo>
                <a:close/>
                <a:moveTo>
                  <a:pt x="4205" y="4098"/>
                </a:moveTo>
                <a:lnTo>
                  <a:pt x="4205" y="45083"/>
                </a:lnTo>
                <a:lnTo>
                  <a:pt x="8177" y="45083"/>
                </a:lnTo>
                <a:lnTo>
                  <a:pt x="8177" y="4098"/>
                </a:lnTo>
                <a:lnTo>
                  <a:pt x="4205" y="4098"/>
                </a:lnTo>
                <a:close/>
                <a:moveTo>
                  <a:pt x="0" y="0"/>
                </a:moveTo>
                <a:lnTo>
                  <a:pt x="50310" y="0"/>
                </a:lnTo>
                <a:lnTo>
                  <a:pt x="50310" y="49169"/>
                </a:lnTo>
                <a:lnTo>
                  <a:pt x="0" y="491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0C2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E8DE2-B1FA-4077-8D76-B18B340C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2" y="827515"/>
            <a:ext cx="50310" cy="49182"/>
          </a:xfrm>
          <a:custGeom xmlns:a="http://schemas.openxmlformats.org/drawingml/2006/main">
            <a:pathLst>
              <a:path w="50310" h="49182">
                <a:moveTo>
                  <a:pt x="42145" y="4098"/>
                </a:moveTo>
                <a:lnTo>
                  <a:pt x="42145" y="45083"/>
                </a:lnTo>
                <a:lnTo>
                  <a:pt x="46117" y="45083"/>
                </a:lnTo>
                <a:lnTo>
                  <a:pt x="46117" y="4098"/>
                </a:lnTo>
                <a:lnTo>
                  <a:pt x="42145" y="4098"/>
                </a:lnTo>
                <a:close/>
                <a:moveTo>
                  <a:pt x="34526" y="4098"/>
                </a:moveTo>
                <a:lnTo>
                  <a:pt x="34526" y="45083"/>
                </a:lnTo>
                <a:lnTo>
                  <a:pt x="38654" y="45083"/>
                </a:lnTo>
                <a:lnTo>
                  <a:pt x="38654" y="4098"/>
                </a:lnTo>
                <a:lnTo>
                  <a:pt x="34526" y="4098"/>
                </a:lnTo>
                <a:close/>
                <a:moveTo>
                  <a:pt x="26894" y="4098"/>
                </a:moveTo>
                <a:lnTo>
                  <a:pt x="26894" y="45083"/>
                </a:lnTo>
                <a:lnTo>
                  <a:pt x="31022" y="45083"/>
                </a:lnTo>
                <a:lnTo>
                  <a:pt x="31022" y="4098"/>
                </a:lnTo>
                <a:lnTo>
                  <a:pt x="26894" y="4098"/>
                </a:lnTo>
                <a:close/>
                <a:moveTo>
                  <a:pt x="19275" y="4098"/>
                </a:moveTo>
                <a:lnTo>
                  <a:pt x="19275" y="45083"/>
                </a:lnTo>
                <a:lnTo>
                  <a:pt x="23403" y="45083"/>
                </a:lnTo>
                <a:lnTo>
                  <a:pt x="23403" y="4098"/>
                </a:lnTo>
                <a:lnTo>
                  <a:pt x="19275" y="4098"/>
                </a:lnTo>
                <a:close/>
                <a:moveTo>
                  <a:pt x="11656" y="4098"/>
                </a:moveTo>
                <a:lnTo>
                  <a:pt x="11656" y="45083"/>
                </a:lnTo>
                <a:lnTo>
                  <a:pt x="15783" y="45083"/>
                </a:lnTo>
                <a:lnTo>
                  <a:pt x="15783" y="4098"/>
                </a:lnTo>
                <a:lnTo>
                  <a:pt x="11656" y="4098"/>
                </a:lnTo>
                <a:close/>
                <a:moveTo>
                  <a:pt x="4192" y="4098"/>
                </a:moveTo>
                <a:lnTo>
                  <a:pt x="4192" y="45083"/>
                </a:lnTo>
                <a:lnTo>
                  <a:pt x="8164" y="45083"/>
                </a:lnTo>
                <a:lnTo>
                  <a:pt x="8164" y="4098"/>
                </a:lnTo>
                <a:lnTo>
                  <a:pt x="4192" y="4098"/>
                </a:lnTo>
                <a:close/>
                <a:moveTo>
                  <a:pt x="0" y="0"/>
                </a:moveTo>
                <a:lnTo>
                  <a:pt x="50310" y="0"/>
                </a:lnTo>
                <a:lnTo>
                  <a:pt x="50310" y="49182"/>
                </a:lnTo>
                <a:lnTo>
                  <a:pt x="0" y="491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AC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50268-396A-44A8-8DDB-C4E2A7B6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45" y="956433"/>
            <a:ext cx="27751" cy="27129"/>
          </a:xfrm>
          <a:custGeom xmlns:a="http://schemas.openxmlformats.org/drawingml/2006/main">
            <a:pathLst>
              <a:path w="27751" h="27129">
                <a:moveTo>
                  <a:pt x="13875" y="0"/>
                </a:moveTo>
                <a:cubicBezTo>
                  <a:pt x="17705" y="4"/>
                  <a:pt x="20975" y="1329"/>
                  <a:pt x="23683" y="3977"/>
                </a:cubicBezTo>
                <a:cubicBezTo>
                  <a:pt x="26391" y="6624"/>
                  <a:pt x="27747" y="9820"/>
                  <a:pt x="27751" y="13564"/>
                </a:cubicBezTo>
                <a:cubicBezTo>
                  <a:pt x="27747" y="17309"/>
                  <a:pt x="26391" y="20504"/>
                  <a:pt x="23683" y="23152"/>
                </a:cubicBezTo>
                <a:cubicBezTo>
                  <a:pt x="20975" y="25800"/>
                  <a:pt x="17705" y="27125"/>
                  <a:pt x="13875" y="27129"/>
                </a:cubicBezTo>
                <a:cubicBezTo>
                  <a:pt x="10045" y="27125"/>
                  <a:pt x="6776" y="25800"/>
                  <a:pt x="4068" y="23152"/>
                </a:cubicBezTo>
                <a:cubicBezTo>
                  <a:pt x="1360" y="20504"/>
                  <a:pt x="4" y="17309"/>
                  <a:pt x="0" y="13564"/>
                </a:cubicBezTo>
                <a:cubicBezTo>
                  <a:pt x="4" y="9820"/>
                  <a:pt x="1360" y="6624"/>
                  <a:pt x="4068" y="3977"/>
                </a:cubicBezTo>
                <a:cubicBezTo>
                  <a:pt x="6776" y="1329"/>
                  <a:pt x="10045" y="4"/>
                  <a:pt x="13875" y="0"/>
                </a:cubicBezTo>
              </a:path>
            </a:pathLst>
          </a:custGeom>
          <a:solidFill xmlns:a="http://schemas.openxmlformats.org/drawingml/2006/main">
            <a:srgbClr val="D4ED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AF92E-F6BE-4D5F-AFE1-364B8B35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4" y="902100"/>
            <a:ext cx="645561" cy="77605"/>
          </a:xfrm>
          <a:custGeom xmlns:a="http://schemas.openxmlformats.org/drawingml/2006/main">
            <a:pathLst>
              <a:path w="645561" h="77605">
                <a:moveTo>
                  <a:pt x="245317" y="58178"/>
                </a:moveTo>
                <a:cubicBezTo>
                  <a:pt x="246559" y="58174"/>
                  <a:pt x="247757" y="58394"/>
                  <a:pt x="248913" y="58838"/>
                </a:cubicBezTo>
                <a:cubicBezTo>
                  <a:pt x="247706" y="59523"/>
                  <a:pt x="246888" y="60805"/>
                  <a:pt x="246888" y="62264"/>
                </a:cubicBezTo>
                <a:cubicBezTo>
                  <a:pt x="246888" y="64459"/>
                  <a:pt x="248705" y="66223"/>
                  <a:pt x="250950" y="66223"/>
                </a:cubicBezTo>
                <a:cubicBezTo>
                  <a:pt x="252482" y="66223"/>
                  <a:pt x="253806" y="65385"/>
                  <a:pt x="254507" y="64154"/>
                </a:cubicBezTo>
                <a:cubicBezTo>
                  <a:pt x="254987" y="65423"/>
                  <a:pt x="255260" y="66692"/>
                  <a:pt x="255260" y="67885"/>
                </a:cubicBezTo>
                <a:cubicBezTo>
                  <a:pt x="255260" y="73252"/>
                  <a:pt x="250808" y="77605"/>
                  <a:pt x="245317" y="77605"/>
                </a:cubicBezTo>
                <a:cubicBezTo>
                  <a:pt x="239827" y="77605"/>
                  <a:pt x="235375" y="73252"/>
                  <a:pt x="235375" y="67885"/>
                </a:cubicBezTo>
                <a:cubicBezTo>
                  <a:pt x="235375" y="62518"/>
                  <a:pt x="239827" y="58165"/>
                  <a:pt x="245317" y="58165"/>
                </a:cubicBezTo>
                <a:moveTo>
                  <a:pt x="0" y="26215"/>
                </a:moveTo>
                <a:cubicBezTo>
                  <a:pt x="14044" y="22852"/>
                  <a:pt x="44469" y="18031"/>
                  <a:pt x="39458" y="13"/>
                </a:cubicBezTo>
                <a:cubicBezTo>
                  <a:pt x="64899" y="28930"/>
                  <a:pt x="126682" y="20302"/>
                  <a:pt x="142232" y="6027"/>
                </a:cubicBezTo>
                <a:cubicBezTo>
                  <a:pt x="159703" y="30593"/>
                  <a:pt x="260400" y="21254"/>
                  <a:pt x="267435" y="2119"/>
                </a:cubicBezTo>
                <a:cubicBezTo>
                  <a:pt x="289137" y="27040"/>
                  <a:pt x="356437" y="27040"/>
                  <a:pt x="378152" y="2119"/>
                </a:cubicBezTo>
                <a:cubicBezTo>
                  <a:pt x="385187" y="21254"/>
                  <a:pt x="486027" y="30593"/>
                  <a:pt x="503355" y="6027"/>
                </a:cubicBezTo>
                <a:cubicBezTo>
                  <a:pt x="518904" y="20302"/>
                  <a:pt x="580532" y="28930"/>
                  <a:pt x="606102" y="0"/>
                </a:cubicBezTo>
                <a:cubicBezTo>
                  <a:pt x="601092" y="18005"/>
                  <a:pt x="631504" y="22713"/>
                  <a:pt x="645561" y="26202"/>
                </a:cubicBezTo>
                <a:lnTo>
                  <a:pt x="0" y="26202"/>
                </a:lnTo>
                <a:close/>
              </a:path>
            </a:pathLst>
          </a:custGeom>
          <a:solidFill xmlns:a="http://schemas.openxmlformats.org/drawingml/2006/main">
            <a:srgbClr val="394D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1FA88-40E7-441D-BDD9-B826221A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66" y="992888"/>
            <a:ext cx="157873" cy="61590"/>
          </a:xfrm>
          <a:custGeom xmlns:a="http://schemas.openxmlformats.org/drawingml/2006/main">
            <a:pathLst>
              <a:path w="157873" h="61590">
                <a:moveTo>
                  <a:pt x="157756" y="61287"/>
                </a:moveTo>
                <a:cubicBezTo>
                  <a:pt x="123386" y="45350"/>
                  <a:pt x="104539" y="23677"/>
                  <a:pt x="94155" y="0"/>
                </a:cubicBezTo>
                <a:cubicBezTo>
                  <a:pt x="81383" y="3553"/>
                  <a:pt x="66041" y="5837"/>
                  <a:pt x="48207" y="6814"/>
                </a:cubicBezTo>
                <a:lnTo>
                  <a:pt x="27011" y="7372"/>
                </a:lnTo>
                <a:cubicBezTo>
                  <a:pt x="18001" y="7362"/>
                  <a:pt x="8997" y="7117"/>
                  <a:pt x="0" y="6636"/>
                </a:cubicBezTo>
                <a:cubicBezTo>
                  <a:pt x="31515" y="37432"/>
                  <a:pt x="70285" y="61134"/>
                  <a:pt x="142076" y="61579"/>
                </a:cubicBezTo>
                <a:cubicBezTo>
                  <a:pt x="147344" y="61590"/>
                  <a:pt x="152609" y="61492"/>
                  <a:pt x="157873" y="61287"/>
                </a:cubicBezTo>
                <a:lnTo>
                  <a:pt x="157756" y="61287"/>
                </a:lnTo>
                <a:close/>
              </a:path>
            </a:pathLst>
          </a:custGeom>
          <a:solidFill xmlns:a="http://schemas.openxmlformats.org/drawingml/2006/main">
            <a:srgbClr val="BFDB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6353A-702C-46DF-BCA0-BE4B2C8A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56" y="992913"/>
            <a:ext cx="58707" cy="21837"/>
          </a:xfrm>
          <a:custGeom xmlns:a="http://schemas.openxmlformats.org/drawingml/2006/main">
            <a:pathLst>
              <a:path w="58707" h="21837">
                <a:moveTo>
                  <a:pt x="58707" y="21837"/>
                </a:moveTo>
                <a:cubicBezTo>
                  <a:pt x="53653" y="15006"/>
                  <a:pt x="49400" y="7727"/>
                  <a:pt x="45948" y="0"/>
                </a:cubicBezTo>
                <a:cubicBezTo>
                  <a:pt x="33176" y="3553"/>
                  <a:pt x="17834" y="5837"/>
                  <a:pt x="0" y="6827"/>
                </a:cubicBezTo>
                <a:cubicBezTo>
                  <a:pt x="12253" y="13323"/>
                  <a:pt x="29763" y="19338"/>
                  <a:pt x="58707" y="21837"/>
                </a:cubicBezTo>
                <a:close/>
              </a:path>
            </a:pathLst>
          </a:custGeom>
          <a:solidFill xmlns:a="http://schemas.openxmlformats.org/drawingml/2006/main">
            <a:srgbClr val="D4ED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A501A-DCE2-41C6-A9CE-516A2751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548" y="2520015"/>
            <a:ext cx="297120" cy="10"/>
          </a:xfrm>
          <a:custGeom xmlns:a="http://schemas.openxmlformats.org/drawingml/2006/main">
            <a:pathLst>
              <a:path w="297120" h="1" fill="none">
                <a:moveTo>
                  <a:pt x="0" y="0"/>
                </a:moveTo>
                <a:lnTo>
                  <a:pt x="297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CB7FE-11B6-4D8B-B6E5-33CC0003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402" y="2453482"/>
            <a:ext cx="133067" cy="133067"/>
          </a:xfrm>
          <a:custGeom xmlns:a="http://schemas.openxmlformats.org/drawingml/2006/main">
            <a:pathLst>
              <a:path w="133067" h="133067">
                <a:moveTo>
                  <a:pt x="133067" y="66534"/>
                </a:moveTo>
                <a:lnTo>
                  <a:pt x="0" y="133067"/>
                </a:lnTo>
                <a:lnTo>
                  <a:pt x="33267" y="66534"/>
                </a:lnTo>
                <a:lnTo>
                  <a:pt x="0" y="0"/>
                </a:lnTo>
                <a:lnTo>
                  <a:pt x="133067" y="66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52A16-041D-4CA8-9A3C-6C4BA0E6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402" y="2453482"/>
            <a:ext cx="133067" cy="133067"/>
          </a:xfrm>
          <a:custGeom xmlns:a="http://schemas.openxmlformats.org/drawingml/2006/main">
            <a:pathLst>
              <a:path w="133067" h="133067" fill="none">
                <a:moveTo>
                  <a:pt x="133067" y="66534"/>
                </a:moveTo>
                <a:lnTo>
                  <a:pt x="0" y="133067"/>
                </a:lnTo>
                <a:lnTo>
                  <a:pt x="33267" y="66534"/>
                </a:lnTo>
                <a:lnTo>
                  <a:pt x="0" y="0"/>
                </a:lnTo>
                <a:lnTo>
                  <a:pt x="133067" y="665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7DE97-8C07-481A-9F23-B53BC7E0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01" y="1474487"/>
            <a:ext cx="2471247" cy="2091055"/>
          </a:xfrm>
          <a:custGeom xmlns:a="http://schemas.openxmlformats.org/drawingml/2006/main">
            <a:pathLst>
              <a:path w="2471247" h="2091055">
                <a:moveTo>
                  <a:pt x="0" y="0"/>
                </a:moveTo>
                <a:lnTo>
                  <a:pt x="2471247" y="0"/>
                </a:lnTo>
                <a:lnTo>
                  <a:pt x="2471247" y="2091055"/>
                </a:lnTo>
                <a:lnTo>
                  <a:pt x="0" y="20910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087AC-C7B2-4117-8DF4-4214695B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01" y="1474487"/>
            <a:ext cx="2471247" cy="2091055"/>
          </a:xfrm>
          <a:custGeom xmlns:a="http://schemas.openxmlformats.org/drawingml/2006/main">
            <a:pathLst>
              <a:path w="2471247" h="2091055" fill="none">
                <a:moveTo>
                  <a:pt x="0" y="0"/>
                </a:moveTo>
                <a:lnTo>
                  <a:pt x="2471247" y="0"/>
                </a:lnTo>
                <a:lnTo>
                  <a:pt x="2471247" y="2091055"/>
                </a:lnTo>
                <a:lnTo>
                  <a:pt x="0" y="209105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1D163-E095-4D3B-8476-9B8C4945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759" y="1474487"/>
            <a:ext cx="1330672" cy="2091055"/>
          </a:xfrm>
          <a:custGeom xmlns:a="http://schemas.openxmlformats.org/drawingml/2006/main">
            <a:pathLst>
              <a:path w="1330672" h="2091055">
                <a:moveTo>
                  <a:pt x="0" y="0"/>
                </a:moveTo>
                <a:lnTo>
                  <a:pt x="1330672" y="0"/>
                </a:lnTo>
                <a:lnTo>
                  <a:pt x="1330672" y="2091055"/>
                </a:lnTo>
                <a:lnTo>
                  <a:pt x="0" y="20910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95B52-01E6-452E-A242-64CCEA60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255" y="1464983"/>
            <a:ext cx="1349681" cy="2110065"/>
          </a:xfrm>
          <a:custGeom xmlns:a="http://schemas.openxmlformats.org/drawingml/2006/main">
            <a:pathLst>
              <a:path w="1349681" h="2110065">
                <a:moveTo>
                  <a:pt x="123562" y="0"/>
                </a:moveTo>
                <a:lnTo>
                  <a:pt x="180591" y="0"/>
                </a:lnTo>
                <a:lnTo>
                  <a:pt x="180591" y="19010"/>
                </a:lnTo>
                <a:lnTo>
                  <a:pt x="123562" y="19010"/>
                </a:lnTo>
                <a:lnTo>
                  <a:pt x="123562" y="0"/>
                </a:lnTo>
                <a:close/>
                <a:moveTo>
                  <a:pt x="237620" y="0"/>
                </a:moveTo>
                <a:lnTo>
                  <a:pt x="294649" y="0"/>
                </a:lnTo>
                <a:lnTo>
                  <a:pt x="294649" y="19010"/>
                </a:lnTo>
                <a:lnTo>
                  <a:pt x="237620" y="19010"/>
                </a:lnTo>
                <a:lnTo>
                  <a:pt x="237620" y="0"/>
                </a:lnTo>
                <a:close/>
                <a:moveTo>
                  <a:pt x="351677" y="0"/>
                </a:moveTo>
                <a:lnTo>
                  <a:pt x="408706" y="0"/>
                </a:lnTo>
                <a:lnTo>
                  <a:pt x="408706" y="19010"/>
                </a:lnTo>
                <a:lnTo>
                  <a:pt x="351677" y="19010"/>
                </a:lnTo>
                <a:lnTo>
                  <a:pt x="351677" y="0"/>
                </a:lnTo>
                <a:close/>
                <a:moveTo>
                  <a:pt x="465735" y="0"/>
                </a:moveTo>
                <a:lnTo>
                  <a:pt x="522764" y="0"/>
                </a:lnTo>
                <a:lnTo>
                  <a:pt x="522764" y="19010"/>
                </a:lnTo>
                <a:lnTo>
                  <a:pt x="465735" y="19010"/>
                </a:lnTo>
                <a:lnTo>
                  <a:pt x="465735" y="0"/>
                </a:lnTo>
                <a:close/>
                <a:moveTo>
                  <a:pt x="579793" y="0"/>
                </a:moveTo>
                <a:lnTo>
                  <a:pt x="636821" y="0"/>
                </a:lnTo>
                <a:lnTo>
                  <a:pt x="636821" y="19010"/>
                </a:lnTo>
                <a:lnTo>
                  <a:pt x="579793" y="19010"/>
                </a:lnTo>
                <a:lnTo>
                  <a:pt x="579793" y="0"/>
                </a:lnTo>
                <a:close/>
                <a:moveTo>
                  <a:pt x="693850" y="0"/>
                </a:moveTo>
                <a:lnTo>
                  <a:pt x="750879" y="0"/>
                </a:lnTo>
                <a:lnTo>
                  <a:pt x="750879" y="19010"/>
                </a:lnTo>
                <a:lnTo>
                  <a:pt x="693850" y="19010"/>
                </a:lnTo>
                <a:lnTo>
                  <a:pt x="693850" y="0"/>
                </a:lnTo>
                <a:close/>
                <a:moveTo>
                  <a:pt x="807908" y="0"/>
                </a:moveTo>
                <a:lnTo>
                  <a:pt x="864936" y="0"/>
                </a:lnTo>
                <a:lnTo>
                  <a:pt x="864936" y="19010"/>
                </a:lnTo>
                <a:lnTo>
                  <a:pt x="807908" y="19010"/>
                </a:lnTo>
                <a:lnTo>
                  <a:pt x="807908" y="0"/>
                </a:lnTo>
                <a:close/>
                <a:moveTo>
                  <a:pt x="921965" y="0"/>
                </a:moveTo>
                <a:lnTo>
                  <a:pt x="978994" y="0"/>
                </a:lnTo>
                <a:lnTo>
                  <a:pt x="978994" y="19010"/>
                </a:lnTo>
                <a:lnTo>
                  <a:pt x="921965" y="19010"/>
                </a:lnTo>
                <a:lnTo>
                  <a:pt x="921965" y="0"/>
                </a:lnTo>
                <a:close/>
                <a:moveTo>
                  <a:pt x="1036023" y="0"/>
                </a:moveTo>
                <a:lnTo>
                  <a:pt x="1093052" y="0"/>
                </a:lnTo>
                <a:lnTo>
                  <a:pt x="1093052" y="19010"/>
                </a:lnTo>
                <a:lnTo>
                  <a:pt x="1036023" y="19010"/>
                </a:lnTo>
                <a:lnTo>
                  <a:pt x="1036023" y="0"/>
                </a:lnTo>
                <a:close/>
                <a:moveTo>
                  <a:pt x="1150080" y="0"/>
                </a:moveTo>
                <a:lnTo>
                  <a:pt x="1207109" y="0"/>
                </a:lnTo>
                <a:lnTo>
                  <a:pt x="1207109" y="19010"/>
                </a:lnTo>
                <a:lnTo>
                  <a:pt x="1150080" y="19010"/>
                </a:lnTo>
                <a:lnTo>
                  <a:pt x="1150080" y="0"/>
                </a:lnTo>
                <a:close/>
                <a:moveTo>
                  <a:pt x="1264138" y="0"/>
                </a:moveTo>
                <a:lnTo>
                  <a:pt x="1321167" y="0"/>
                </a:lnTo>
                <a:lnTo>
                  <a:pt x="1321167" y="19010"/>
                </a:lnTo>
                <a:lnTo>
                  <a:pt x="1264138" y="19010"/>
                </a:lnTo>
                <a:lnTo>
                  <a:pt x="1264138" y="0"/>
                </a:lnTo>
                <a:close/>
                <a:moveTo>
                  <a:pt x="1349681" y="47524"/>
                </a:moveTo>
                <a:lnTo>
                  <a:pt x="1349681" y="104553"/>
                </a:lnTo>
                <a:lnTo>
                  <a:pt x="1330672" y="104553"/>
                </a:lnTo>
                <a:lnTo>
                  <a:pt x="1330672" y="47524"/>
                </a:lnTo>
                <a:lnTo>
                  <a:pt x="1349681" y="47524"/>
                </a:lnTo>
                <a:close/>
                <a:moveTo>
                  <a:pt x="1349681" y="161582"/>
                </a:moveTo>
                <a:lnTo>
                  <a:pt x="1349681" y="218610"/>
                </a:lnTo>
                <a:lnTo>
                  <a:pt x="1330672" y="218610"/>
                </a:lnTo>
                <a:lnTo>
                  <a:pt x="1330672" y="161582"/>
                </a:lnTo>
                <a:lnTo>
                  <a:pt x="1349681" y="161582"/>
                </a:lnTo>
                <a:close/>
                <a:moveTo>
                  <a:pt x="1349681" y="275639"/>
                </a:moveTo>
                <a:lnTo>
                  <a:pt x="1349681" y="332668"/>
                </a:lnTo>
                <a:lnTo>
                  <a:pt x="1330672" y="332668"/>
                </a:lnTo>
                <a:lnTo>
                  <a:pt x="1330672" y="275639"/>
                </a:lnTo>
                <a:lnTo>
                  <a:pt x="1349681" y="275639"/>
                </a:lnTo>
                <a:close/>
                <a:moveTo>
                  <a:pt x="1349681" y="389697"/>
                </a:moveTo>
                <a:lnTo>
                  <a:pt x="1349681" y="446725"/>
                </a:lnTo>
                <a:lnTo>
                  <a:pt x="1330672" y="446725"/>
                </a:lnTo>
                <a:lnTo>
                  <a:pt x="1330672" y="389697"/>
                </a:lnTo>
                <a:lnTo>
                  <a:pt x="1349681" y="389697"/>
                </a:lnTo>
                <a:close/>
                <a:moveTo>
                  <a:pt x="1349681" y="503754"/>
                </a:moveTo>
                <a:lnTo>
                  <a:pt x="1349681" y="560783"/>
                </a:lnTo>
                <a:lnTo>
                  <a:pt x="1330672" y="560783"/>
                </a:lnTo>
                <a:lnTo>
                  <a:pt x="1330672" y="503754"/>
                </a:lnTo>
                <a:lnTo>
                  <a:pt x="1349681" y="503754"/>
                </a:lnTo>
                <a:close/>
                <a:moveTo>
                  <a:pt x="1349681" y="617812"/>
                </a:moveTo>
                <a:lnTo>
                  <a:pt x="1349681" y="674841"/>
                </a:lnTo>
                <a:lnTo>
                  <a:pt x="1330672" y="674841"/>
                </a:lnTo>
                <a:lnTo>
                  <a:pt x="1330672" y="617812"/>
                </a:lnTo>
                <a:lnTo>
                  <a:pt x="1349681" y="617812"/>
                </a:lnTo>
                <a:close/>
                <a:moveTo>
                  <a:pt x="1349681" y="731869"/>
                </a:moveTo>
                <a:lnTo>
                  <a:pt x="1349681" y="788898"/>
                </a:lnTo>
                <a:lnTo>
                  <a:pt x="1330672" y="788898"/>
                </a:lnTo>
                <a:lnTo>
                  <a:pt x="1330672" y="731869"/>
                </a:lnTo>
                <a:lnTo>
                  <a:pt x="1349681" y="731869"/>
                </a:lnTo>
                <a:close/>
                <a:moveTo>
                  <a:pt x="1349681" y="845927"/>
                </a:moveTo>
                <a:lnTo>
                  <a:pt x="1349681" y="902956"/>
                </a:lnTo>
                <a:lnTo>
                  <a:pt x="1330672" y="902956"/>
                </a:lnTo>
                <a:lnTo>
                  <a:pt x="1330672" y="845927"/>
                </a:lnTo>
                <a:lnTo>
                  <a:pt x="1349681" y="845927"/>
                </a:lnTo>
                <a:close/>
                <a:moveTo>
                  <a:pt x="1349681" y="959984"/>
                </a:moveTo>
                <a:lnTo>
                  <a:pt x="1349681" y="1017013"/>
                </a:lnTo>
                <a:lnTo>
                  <a:pt x="1330672" y="1017013"/>
                </a:lnTo>
                <a:lnTo>
                  <a:pt x="1330672" y="959984"/>
                </a:lnTo>
                <a:lnTo>
                  <a:pt x="1349681" y="959984"/>
                </a:lnTo>
                <a:close/>
                <a:moveTo>
                  <a:pt x="1349681" y="1074042"/>
                </a:moveTo>
                <a:lnTo>
                  <a:pt x="1349681" y="1131071"/>
                </a:lnTo>
                <a:lnTo>
                  <a:pt x="1330672" y="1131071"/>
                </a:lnTo>
                <a:lnTo>
                  <a:pt x="1330672" y="1074042"/>
                </a:lnTo>
                <a:lnTo>
                  <a:pt x="1349681" y="1074042"/>
                </a:lnTo>
                <a:close/>
                <a:moveTo>
                  <a:pt x="1349681" y="1188100"/>
                </a:moveTo>
                <a:lnTo>
                  <a:pt x="1349681" y="1245128"/>
                </a:lnTo>
                <a:lnTo>
                  <a:pt x="1330672" y="1245128"/>
                </a:lnTo>
                <a:lnTo>
                  <a:pt x="1330672" y="1188100"/>
                </a:lnTo>
                <a:lnTo>
                  <a:pt x="1349681" y="1188100"/>
                </a:lnTo>
                <a:close/>
                <a:moveTo>
                  <a:pt x="1349681" y="1302157"/>
                </a:moveTo>
                <a:lnTo>
                  <a:pt x="1349681" y="1359186"/>
                </a:lnTo>
                <a:lnTo>
                  <a:pt x="1330672" y="1359186"/>
                </a:lnTo>
                <a:lnTo>
                  <a:pt x="1330672" y="1302157"/>
                </a:lnTo>
                <a:lnTo>
                  <a:pt x="1349681" y="1302157"/>
                </a:lnTo>
                <a:close/>
                <a:moveTo>
                  <a:pt x="1349681" y="1416215"/>
                </a:moveTo>
                <a:lnTo>
                  <a:pt x="1349681" y="1473243"/>
                </a:lnTo>
                <a:lnTo>
                  <a:pt x="1330672" y="1473243"/>
                </a:lnTo>
                <a:lnTo>
                  <a:pt x="1330672" y="1416215"/>
                </a:lnTo>
                <a:lnTo>
                  <a:pt x="1349681" y="1416215"/>
                </a:lnTo>
                <a:close/>
                <a:moveTo>
                  <a:pt x="1349681" y="1530272"/>
                </a:moveTo>
                <a:lnTo>
                  <a:pt x="1349681" y="1587301"/>
                </a:lnTo>
                <a:lnTo>
                  <a:pt x="1330672" y="1587301"/>
                </a:lnTo>
                <a:lnTo>
                  <a:pt x="1330672" y="1530272"/>
                </a:lnTo>
                <a:lnTo>
                  <a:pt x="1349681" y="1530272"/>
                </a:lnTo>
                <a:close/>
                <a:moveTo>
                  <a:pt x="1349681" y="1644330"/>
                </a:moveTo>
                <a:lnTo>
                  <a:pt x="1349681" y="1701359"/>
                </a:lnTo>
                <a:lnTo>
                  <a:pt x="1330672" y="1701359"/>
                </a:lnTo>
                <a:lnTo>
                  <a:pt x="1330672" y="1644330"/>
                </a:lnTo>
                <a:lnTo>
                  <a:pt x="1349681" y="1644330"/>
                </a:lnTo>
                <a:close/>
                <a:moveTo>
                  <a:pt x="1349681" y="1758387"/>
                </a:moveTo>
                <a:lnTo>
                  <a:pt x="1349681" y="1815416"/>
                </a:lnTo>
                <a:lnTo>
                  <a:pt x="1330672" y="1815416"/>
                </a:lnTo>
                <a:lnTo>
                  <a:pt x="1330672" y="1758387"/>
                </a:lnTo>
                <a:lnTo>
                  <a:pt x="1349681" y="1758387"/>
                </a:lnTo>
                <a:close/>
                <a:moveTo>
                  <a:pt x="1349681" y="1872445"/>
                </a:moveTo>
                <a:lnTo>
                  <a:pt x="1349681" y="1929474"/>
                </a:lnTo>
                <a:lnTo>
                  <a:pt x="1330672" y="1929474"/>
                </a:lnTo>
                <a:lnTo>
                  <a:pt x="1330672" y="1872445"/>
                </a:lnTo>
                <a:lnTo>
                  <a:pt x="1349681" y="1872445"/>
                </a:lnTo>
                <a:close/>
                <a:moveTo>
                  <a:pt x="1349681" y="1986502"/>
                </a:moveTo>
                <a:lnTo>
                  <a:pt x="1349681" y="2043531"/>
                </a:lnTo>
                <a:lnTo>
                  <a:pt x="1330672" y="2043531"/>
                </a:lnTo>
                <a:lnTo>
                  <a:pt x="1330672" y="1986502"/>
                </a:lnTo>
                <a:lnTo>
                  <a:pt x="1349681" y="1986502"/>
                </a:lnTo>
                <a:close/>
                <a:moveTo>
                  <a:pt x="1340176" y="2110065"/>
                </a:moveTo>
                <a:lnTo>
                  <a:pt x="1283148" y="2110065"/>
                </a:lnTo>
                <a:lnTo>
                  <a:pt x="1283148" y="2091055"/>
                </a:lnTo>
                <a:lnTo>
                  <a:pt x="1340176" y="2091055"/>
                </a:lnTo>
                <a:lnTo>
                  <a:pt x="1340176" y="2110065"/>
                </a:lnTo>
                <a:close/>
                <a:moveTo>
                  <a:pt x="1226119" y="2110065"/>
                </a:moveTo>
                <a:lnTo>
                  <a:pt x="1169090" y="2110065"/>
                </a:lnTo>
                <a:lnTo>
                  <a:pt x="1169090" y="2091055"/>
                </a:lnTo>
                <a:lnTo>
                  <a:pt x="1226119" y="2091055"/>
                </a:lnTo>
                <a:lnTo>
                  <a:pt x="1226119" y="2110065"/>
                </a:lnTo>
                <a:close/>
                <a:moveTo>
                  <a:pt x="1112061" y="2110065"/>
                </a:moveTo>
                <a:lnTo>
                  <a:pt x="1055032" y="2110065"/>
                </a:lnTo>
                <a:lnTo>
                  <a:pt x="1055032" y="2091055"/>
                </a:lnTo>
                <a:lnTo>
                  <a:pt x="1112061" y="2091055"/>
                </a:lnTo>
                <a:lnTo>
                  <a:pt x="1112061" y="2110065"/>
                </a:lnTo>
                <a:close/>
                <a:moveTo>
                  <a:pt x="998004" y="2110065"/>
                </a:moveTo>
                <a:lnTo>
                  <a:pt x="940975" y="2110065"/>
                </a:lnTo>
                <a:lnTo>
                  <a:pt x="940975" y="2091055"/>
                </a:lnTo>
                <a:lnTo>
                  <a:pt x="998004" y="2091055"/>
                </a:lnTo>
                <a:lnTo>
                  <a:pt x="998004" y="2110065"/>
                </a:lnTo>
                <a:close/>
                <a:moveTo>
                  <a:pt x="883946" y="2110065"/>
                </a:moveTo>
                <a:lnTo>
                  <a:pt x="826917" y="2110065"/>
                </a:lnTo>
                <a:lnTo>
                  <a:pt x="826917" y="2091055"/>
                </a:lnTo>
                <a:lnTo>
                  <a:pt x="883946" y="2091055"/>
                </a:lnTo>
                <a:lnTo>
                  <a:pt x="883946" y="2110065"/>
                </a:lnTo>
                <a:close/>
                <a:moveTo>
                  <a:pt x="769889" y="2110065"/>
                </a:moveTo>
                <a:lnTo>
                  <a:pt x="712860" y="2110065"/>
                </a:lnTo>
                <a:lnTo>
                  <a:pt x="712860" y="2091055"/>
                </a:lnTo>
                <a:lnTo>
                  <a:pt x="769889" y="2091055"/>
                </a:lnTo>
                <a:lnTo>
                  <a:pt x="769889" y="2110065"/>
                </a:lnTo>
                <a:close/>
                <a:moveTo>
                  <a:pt x="655831" y="2110065"/>
                </a:moveTo>
                <a:lnTo>
                  <a:pt x="598802" y="2110065"/>
                </a:lnTo>
                <a:lnTo>
                  <a:pt x="598802" y="2091055"/>
                </a:lnTo>
                <a:lnTo>
                  <a:pt x="655831" y="2091055"/>
                </a:lnTo>
                <a:lnTo>
                  <a:pt x="655831" y="2110065"/>
                </a:lnTo>
                <a:close/>
                <a:moveTo>
                  <a:pt x="541773" y="2110065"/>
                </a:moveTo>
                <a:lnTo>
                  <a:pt x="484745" y="2110065"/>
                </a:lnTo>
                <a:lnTo>
                  <a:pt x="484745" y="2091055"/>
                </a:lnTo>
                <a:lnTo>
                  <a:pt x="541773" y="2091055"/>
                </a:lnTo>
                <a:lnTo>
                  <a:pt x="541773" y="2110065"/>
                </a:lnTo>
                <a:close/>
                <a:moveTo>
                  <a:pt x="427716" y="2110065"/>
                </a:moveTo>
                <a:lnTo>
                  <a:pt x="370687" y="2110065"/>
                </a:lnTo>
                <a:lnTo>
                  <a:pt x="370687" y="2091055"/>
                </a:lnTo>
                <a:lnTo>
                  <a:pt x="427716" y="2091055"/>
                </a:lnTo>
                <a:lnTo>
                  <a:pt x="427716" y="2110065"/>
                </a:lnTo>
                <a:close/>
                <a:moveTo>
                  <a:pt x="313658" y="2110065"/>
                </a:moveTo>
                <a:lnTo>
                  <a:pt x="256630" y="2110065"/>
                </a:lnTo>
                <a:lnTo>
                  <a:pt x="256630" y="2091055"/>
                </a:lnTo>
                <a:lnTo>
                  <a:pt x="313658" y="2091055"/>
                </a:lnTo>
                <a:lnTo>
                  <a:pt x="313658" y="2110065"/>
                </a:lnTo>
                <a:close/>
                <a:moveTo>
                  <a:pt x="199601" y="2110065"/>
                </a:moveTo>
                <a:lnTo>
                  <a:pt x="142572" y="2110065"/>
                </a:lnTo>
                <a:lnTo>
                  <a:pt x="142572" y="2091055"/>
                </a:lnTo>
                <a:lnTo>
                  <a:pt x="199601" y="2091055"/>
                </a:lnTo>
                <a:lnTo>
                  <a:pt x="199601" y="2110065"/>
                </a:lnTo>
                <a:close/>
                <a:moveTo>
                  <a:pt x="85543" y="2110065"/>
                </a:moveTo>
                <a:lnTo>
                  <a:pt x="28514" y="2110065"/>
                </a:lnTo>
                <a:lnTo>
                  <a:pt x="28514" y="2091055"/>
                </a:lnTo>
                <a:lnTo>
                  <a:pt x="85543" y="2091055"/>
                </a:lnTo>
                <a:lnTo>
                  <a:pt x="85543" y="2110065"/>
                </a:lnTo>
                <a:close/>
                <a:moveTo>
                  <a:pt x="0" y="2062541"/>
                </a:moveTo>
                <a:lnTo>
                  <a:pt x="0" y="2005512"/>
                </a:lnTo>
                <a:lnTo>
                  <a:pt x="19010" y="2005512"/>
                </a:lnTo>
                <a:lnTo>
                  <a:pt x="19010" y="2062541"/>
                </a:lnTo>
                <a:lnTo>
                  <a:pt x="0" y="2062541"/>
                </a:lnTo>
                <a:close/>
                <a:moveTo>
                  <a:pt x="0" y="1948483"/>
                </a:moveTo>
                <a:lnTo>
                  <a:pt x="0" y="1891455"/>
                </a:lnTo>
                <a:lnTo>
                  <a:pt x="19010" y="1891455"/>
                </a:lnTo>
                <a:lnTo>
                  <a:pt x="19010" y="1948483"/>
                </a:lnTo>
                <a:lnTo>
                  <a:pt x="0" y="1948483"/>
                </a:lnTo>
                <a:close/>
                <a:moveTo>
                  <a:pt x="0" y="1834426"/>
                </a:moveTo>
                <a:lnTo>
                  <a:pt x="0" y="1777397"/>
                </a:lnTo>
                <a:lnTo>
                  <a:pt x="19010" y="1777397"/>
                </a:lnTo>
                <a:lnTo>
                  <a:pt x="19010" y="1834426"/>
                </a:lnTo>
                <a:lnTo>
                  <a:pt x="0" y="1834426"/>
                </a:lnTo>
                <a:close/>
                <a:moveTo>
                  <a:pt x="0" y="1720368"/>
                </a:moveTo>
                <a:lnTo>
                  <a:pt x="0" y="1663339"/>
                </a:lnTo>
                <a:lnTo>
                  <a:pt x="19010" y="1663339"/>
                </a:lnTo>
                <a:lnTo>
                  <a:pt x="19010" y="1720368"/>
                </a:lnTo>
                <a:lnTo>
                  <a:pt x="0" y="1720368"/>
                </a:lnTo>
                <a:close/>
                <a:moveTo>
                  <a:pt x="0" y="1606311"/>
                </a:moveTo>
                <a:lnTo>
                  <a:pt x="0" y="1549282"/>
                </a:lnTo>
                <a:lnTo>
                  <a:pt x="19010" y="1549282"/>
                </a:lnTo>
                <a:lnTo>
                  <a:pt x="19010" y="1606311"/>
                </a:lnTo>
                <a:lnTo>
                  <a:pt x="0" y="1606311"/>
                </a:lnTo>
                <a:close/>
                <a:moveTo>
                  <a:pt x="0" y="1492253"/>
                </a:moveTo>
                <a:lnTo>
                  <a:pt x="0" y="1435224"/>
                </a:lnTo>
                <a:lnTo>
                  <a:pt x="19010" y="1435224"/>
                </a:lnTo>
                <a:lnTo>
                  <a:pt x="19010" y="1492253"/>
                </a:lnTo>
                <a:lnTo>
                  <a:pt x="0" y="1492253"/>
                </a:lnTo>
                <a:close/>
                <a:moveTo>
                  <a:pt x="0" y="1378195"/>
                </a:moveTo>
                <a:lnTo>
                  <a:pt x="0" y="1321167"/>
                </a:lnTo>
                <a:lnTo>
                  <a:pt x="19010" y="1321167"/>
                </a:lnTo>
                <a:lnTo>
                  <a:pt x="19010" y="1378195"/>
                </a:lnTo>
                <a:lnTo>
                  <a:pt x="0" y="1378195"/>
                </a:lnTo>
                <a:close/>
                <a:moveTo>
                  <a:pt x="0" y="1264138"/>
                </a:moveTo>
                <a:lnTo>
                  <a:pt x="0" y="1207109"/>
                </a:lnTo>
                <a:lnTo>
                  <a:pt x="19010" y="1207109"/>
                </a:lnTo>
                <a:lnTo>
                  <a:pt x="19010" y="1264138"/>
                </a:lnTo>
                <a:lnTo>
                  <a:pt x="0" y="1264138"/>
                </a:lnTo>
                <a:close/>
                <a:moveTo>
                  <a:pt x="0" y="1150080"/>
                </a:moveTo>
                <a:lnTo>
                  <a:pt x="0" y="1093052"/>
                </a:lnTo>
                <a:lnTo>
                  <a:pt x="19010" y="1093052"/>
                </a:lnTo>
                <a:lnTo>
                  <a:pt x="19010" y="1150080"/>
                </a:lnTo>
                <a:lnTo>
                  <a:pt x="0" y="1150080"/>
                </a:lnTo>
                <a:close/>
                <a:moveTo>
                  <a:pt x="0" y="1036023"/>
                </a:moveTo>
                <a:lnTo>
                  <a:pt x="0" y="978994"/>
                </a:lnTo>
                <a:lnTo>
                  <a:pt x="19010" y="978994"/>
                </a:lnTo>
                <a:lnTo>
                  <a:pt x="19010" y="1036023"/>
                </a:lnTo>
                <a:lnTo>
                  <a:pt x="0" y="1036023"/>
                </a:lnTo>
                <a:close/>
                <a:moveTo>
                  <a:pt x="0" y="921965"/>
                </a:moveTo>
                <a:lnTo>
                  <a:pt x="0" y="864936"/>
                </a:lnTo>
                <a:lnTo>
                  <a:pt x="19010" y="864936"/>
                </a:lnTo>
                <a:lnTo>
                  <a:pt x="19010" y="921965"/>
                </a:lnTo>
                <a:lnTo>
                  <a:pt x="0" y="921965"/>
                </a:lnTo>
                <a:close/>
                <a:moveTo>
                  <a:pt x="0" y="807908"/>
                </a:moveTo>
                <a:lnTo>
                  <a:pt x="0" y="750879"/>
                </a:lnTo>
                <a:lnTo>
                  <a:pt x="19010" y="750879"/>
                </a:lnTo>
                <a:lnTo>
                  <a:pt x="19010" y="807908"/>
                </a:lnTo>
                <a:lnTo>
                  <a:pt x="0" y="807908"/>
                </a:lnTo>
                <a:close/>
                <a:moveTo>
                  <a:pt x="0" y="693850"/>
                </a:moveTo>
                <a:lnTo>
                  <a:pt x="0" y="636821"/>
                </a:lnTo>
                <a:lnTo>
                  <a:pt x="19010" y="636821"/>
                </a:lnTo>
                <a:lnTo>
                  <a:pt x="19010" y="693850"/>
                </a:lnTo>
                <a:lnTo>
                  <a:pt x="0" y="693850"/>
                </a:lnTo>
                <a:close/>
                <a:moveTo>
                  <a:pt x="0" y="579793"/>
                </a:moveTo>
                <a:lnTo>
                  <a:pt x="0" y="522764"/>
                </a:lnTo>
                <a:lnTo>
                  <a:pt x="19010" y="522764"/>
                </a:lnTo>
                <a:lnTo>
                  <a:pt x="19010" y="579793"/>
                </a:lnTo>
                <a:lnTo>
                  <a:pt x="0" y="579793"/>
                </a:lnTo>
                <a:close/>
                <a:moveTo>
                  <a:pt x="0" y="465735"/>
                </a:moveTo>
                <a:lnTo>
                  <a:pt x="0" y="408706"/>
                </a:lnTo>
                <a:lnTo>
                  <a:pt x="19010" y="408706"/>
                </a:lnTo>
                <a:lnTo>
                  <a:pt x="19010" y="465735"/>
                </a:lnTo>
                <a:lnTo>
                  <a:pt x="0" y="465735"/>
                </a:lnTo>
                <a:close/>
                <a:moveTo>
                  <a:pt x="0" y="351677"/>
                </a:moveTo>
                <a:lnTo>
                  <a:pt x="0" y="294649"/>
                </a:lnTo>
                <a:lnTo>
                  <a:pt x="19010" y="294649"/>
                </a:lnTo>
                <a:lnTo>
                  <a:pt x="19010" y="351677"/>
                </a:lnTo>
                <a:lnTo>
                  <a:pt x="0" y="351677"/>
                </a:lnTo>
                <a:close/>
                <a:moveTo>
                  <a:pt x="0" y="237620"/>
                </a:moveTo>
                <a:lnTo>
                  <a:pt x="0" y="180591"/>
                </a:lnTo>
                <a:lnTo>
                  <a:pt x="19010" y="180591"/>
                </a:lnTo>
                <a:lnTo>
                  <a:pt x="19010" y="237620"/>
                </a:lnTo>
                <a:lnTo>
                  <a:pt x="0" y="237620"/>
                </a:lnTo>
                <a:close/>
                <a:moveTo>
                  <a:pt x="0" y="123562"/>
                </a:moveTo>
                <a:lnTo>
                  <a:pt x="0" y="66534"/>
                </a:lnTo>
                <a:lnTo>
                  <a:pt x="19010" y="66534"/>
                </a:lnTo>
                <a:lnTo>
                  <a:pt x="19010" y="123562"/>
                </a:lnTo>
                <a:lnTo>
                  <a:pt x="0" y="123562"/>
                </a:lnTo>
                <a:close/>
                <a:moveTo>
                  <a:pt x="9505" y="0"/>
                </a:moveTo>
                <a:lnTo>
                  <a:pt x="66534" y="0"/>
                </a:lnTo>
                <a:lnTo>
                  <a:pt x="66534" y="19010"/>
                </a:lnTo>
                <a:lnTo>
                  <a:pt x="9505" y="19010"/>
                </a:lnTo>
                <a:lnTo>
                  <a:pt x="95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7D702-D4E3-4E2A-BDCB-129696A3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203" y="1689107"/>
            <a:ext cx="790229" cy="702975"/>
          </a:xfrm>
          <a:custGeom xmlns:a="http://schemas.openxmlformats.org/drawingml/2006/main">
            <a:pathLst>
              <a:path w="790229" h="702975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B9330-18BE-401C-BB48-3572F481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203" y="1689107"/>
            <a:ext cx="790229" cy="702975"/>
          </a:xfrm>
          <a:custGeom xmlns:a="http://schemas.openxmlformats.org/drawingml/2006/main">
            <a:pathLst>
              <a:path w="790229" h="702975" fill="none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2d5b2035743e1"/>
          <a:stretch xmlns:a="http://schemas.openxmlformats.org/drawingml/2006/main"/>
        </p:blipFill>
        <p:spPr>
          <a:xfrm xmlns:a="http://schemas.openxmlformats.org/drawingml/2006/main">
            <a:off x="1764120" y="1636069"/>
            <a:ext cx="545195" cy="545195"/>
          </a:xfrm>
          <a:prstGeom xmlns:a="http://schemas.openxmlformats.org/drawingml/2006/main" prst="rect">
            <a:avLst/>
          </a:prstGeom>
        </p:spPr>
      </p:pic>
      <p:sp>
        <p:nvSpPr>
          <p:cNvPr id="33" name="Text 7.4">
            <a:extLst xmlns:a="http://schemas.openxmlformats.org/drawingml/2006/main">
              <a:ext uri="{FF2B5EF4-FFF2-40B4-BE49-F238E27FC236}">
                <a16:creationId xmlns:a16="http://schemas.microsoft.com/office/drawing/2014/main" id="{DE1FF12E-76F2-4878-9B75-670C7EF6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292" y="2099428"/>
            <a:ext cx="302189" cy="163958"/>
          </a:xfrm>
          <a:custGeom xmlns:a="http://schemas.openxmlformats.org/drawingml/2006/main">
            <a:pathLst>
              <a:path w="302189" h="163958">
                <a:moveTo>
                  <a:pt x="0" y="31856"/>
                </a:moveTo>
                <a:lnTo>
                  <a:pt x="0" y="2673"/>
                </a:lnTo>
                <a:lnTo>
                  <a:pt x="107040" y="2673"/>
                </a:lnTo>
                <a:lnTo>
                  <a:pt x="107040" y="25396"/>
                </a:lnTo>
                <a:cubicBezTo>
                  <a:pt x="98204" y="34098"/>
                  <a:pt x="89219" y="46593"/>
                  <a:pt x="80085" y="62883"/>
                </a:cubicBezTo>
                <a:cubicBezTo>
                  <a:pt x="70952" y="79171"/>
                  <a:pt x="63990" y="96482"/>
                  <a:pt x="59201" y="114816"/>
                </a:cubicBezTo>
                <a:cubicBezTo>
                  <a:pt x="54411" y="133148"/>
                  <a:pt x="52054" y="149529"/>
                  <a:pt x="52128" y="163958"/>
                </a:cubicBezTo>
                <a:lnTo>
                  <a:pt x="21943" y="163958"/>
                </a:lnTo>
                <a:cubicBezTo>
                  <a:pt x="22463" y="141365"/>
                  <a:pt x="27122" y="118327"/>
                  <a:pt x="35921" y="94844"/>
                </a:cubicBezTo>
                <a:cubicBezTo>
                  <a:pt x="44721" y="71358"/>
                  <a:pt x="56472" y="50362"/>
                  <a:pt x="71175" y="31856"/>
                </a:cubicBezTo>
                <a:lnTo>
                  <a:pt x="0" y="31856"/>
                </a:lnTo>
                <a:close/>
                <a:moveTo>
                  <a:pt x="133515" y="163958"/>
                </a:moveTo>
                <a:lnTo>
                  <a:pt x="133515" y="132547"/>
                </a:lnTo>
                <a:lnTo>
                  <a:pt x="164814" y="132547"/>
                </a:lnTo>
                <a:lnTo>
                  <a:pt x="164814" y="163958"/>
                </a:lnTo>
                <a:lnTo>
                  <a:pt x="133515" y="163958"/>
                </a:lnTo>
                <a:close/>
                <a:moveTo>
                  <a:pt x="251621" y="163958"/>
                </a:moveTo>
                <a:lnTo>
                  <a:pt x="251621" y="130988"/>
                </a:lnTo>
                <a:lnTo>
                  <a:pt x="184790" y="130988"/>
                </a:lnTo>
                <a:lnTo>
                  <a:pt x="184790" y="103699"/>
                </a:lnTo>
                <a:lnTo>
                  <a:pt x="255630" y="0"/>
                </a:lnTo>
                <a:lnTo>
                  <a:pt x="281917" y="0"/>
                </a:lnTo>
                <a:lnTo>
                  <a:pt x="281917" y="103587"/>
                </a:lnTo>
                <a:lnTo>
                  <a:pt x="302189" y="103587"/>
                </a:lnTo>
                <a:lnTo>
                  <a:pt x="302189" y="130988"/>
                </a:lnTo>
                <a:lnTo>
                  <a:pt x="281917" y="130988"/>
                </a:lnTo>
                <a:lnTo>
                  <a:pt x="281917" y="163958"/>
                </a:lnTo>
                <a:lnTo>
                  <a:pt x="251621" y="163958"/>
                </a:lnTo>
                <a:moveTo>
                  <a:pt x="251621" y="103587"/>
                </a:moveTo>
                <a:lnTo>
                  <a:pt x="251621" y="47847"/>
                </a:lnTo>
                <a:lnTo>
                  <a:pt x="214084" y="103587"/>
                </a:lnTo>
                <a:lnTo>
                  <a:pt x="251621" y="103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EEB06-10D5-40EC-8229-F2E402FC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89" y="1689106"/>
            <a:ext cx="790229" cy="702975"/>
          </a:xfrm>
          <a:custGeom xmlns:a="http://schemas.openxmlformats.org/drawingml/2006/main">
            <a:pathLst>
              <a:path w="790229" h="702975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419D5-DC84-4697-8B1D-CDF97A1A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89" y="1689106"/>
            <a:ext cx="790229" cy="702975"/>
          </a:xfrm>
          <a:custGeom xmlns:a="http://schemas.openxmlformats.org/drawingml/2006/main">
            <a:pathLst>
              <a:path w="790229" h="702975" fill="none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c56acc9654650"/>
          <a:stretch xmlns:a="http://schemas.openxmlformats.org/drawingml/2006/main"/>
        </p:blipFill>
        <p:spPr>
          <a:xfrm xmlns:a="http://schemas.openxmlformats.org/drawingml/2006/main">
            <a:off x="547506" y="1636069"/>
            <a:ext cx="545195" cy="545195"/>
          </a:xfrm>
          <a:prstGeom xmlns:a="http://schemas.openxmlformats.org/drawingml/2006/main" prst="rect">
            <a:avLst/>
          </a:prstGeom>
        </p:spPr>
      </p:pic>
      <p:sp>
        <p:nvSpPr>
          <p:cNvPr id="37" name="Text 4.4">
            <a:extLst xmlns:a="http://schemas.openxmlformats.org/drawingml/2006/main">
              <a:ext uri="{FF2B5EF4-FFF2-40B4-BE49-F238E27FC236}">
                <a16:creationId xmlns:a16="http://schemas.microsoft.com/office/drawing/2014/main" id="{F1DD068F-A387-475F-8D9E-980E815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20" y="2099428"/>
            <a:ext cx="307647" cy="163958"/>
          </a:xfrm>
          <a:custGeom xmlns:a="http://schemas.openxmlformats.org/drawingml/2006/main">
            <a:pathLst>
              <a:path w="307647" h="163958">
                <a:moveTo>
                  <a:pt x="66831" y="163958"/>
                </a:moveTo>
                <a:lnTo>
                  <a:pt x="66831" y="130988"/>
                </a:lnTo>
                <a:lnTo>
                  <a:pt x="0" y="130988"/>
                </a:lnTo>
                <a:lnTo>
                  <a:pt x="0" y="103699"/>
                </a:lnTo>
                <a:lnTo>
                  <a:pt x="70840" y="0"/>
                </a:lnTo>
                <a:lnTo>
                  <a:pt x="97127" y="0"/>
                </a:lnTo>
                <a:lnTo>
                  <a:pt x="97127" y="103587"/>
                </a:lnTo>
                <a:lnTo>
                  <a:pt x="117399" y="103587"/>
                </a:lnTo>
                <a:lnTo>
                  <a:pt x="117399" y="130988"/>
                </a:lnTo>
                <a:lnTo>
                  <a:pt x="97127" y="130988"/>
                </a:lnTo>
                <a:lnTo>
                  <a:pt x="97127" y="163958"/>
                </a:lnTo>
                <a:lnTo>
                  <a:pt x="66831" y="163958"/>
                </a:lnTo>
                <a:moveTo>
                  <a:pt x="66831" y="103587"/>
                </a:moveTo>
                <a:lnTo>
                  <a:pt x="66831" y="47847"/>
                </a:lnTo>
                <a:lnTo>
                  <a:pt x="29294" y="103587"/>
                </a:lnTo>
                <a:lnTo>
                  <a:pt x="66831" y="103587"/>
                </a:lnTo>
                <a:close/>
                <a:moveTo>
                  <a:pt x="138973" y="163958"/>
                </a:moveTo>
                <a:lnTo>
                  <a:pt x="138973" y="132547"/>
                </a:lnTo>
                <a:lnTo>
                  <a:pt x="170272" y="132547"/>
                </a:lnTo>
                <a:lnTo>
                  <a:pt x="170272" y="163958"/>
                </a:lnTo>
                <a:lnTo>
                  <a:pt x="138973" y="163958"/>
                </a:lnTo>
                <a:close/>
                <a:moveTo>
                  <a:pt x="257079" y="163958"/>
                </a:moveTo>
                <a:lnTo>
                  <a:pt x="257079" y="130988"/>
                </a:lnTo>
                <a:lnTo>
                  <a:pt x="190248" y="130988"/>
                </a:lnTo>
                <a:lnTo>
                  <a:pt x="190248" y="103699"/>
                </a:lnTo>
                <a:lnTo>
                  <a:pt x="261088" y="0"/>
                </a:lnTo>
                <a:lnTo>
                  <a:pt x="287375" y="0"/>
                </a:lnTo>
                <a:lnTo>
                  <a:pt x="287375" y="103587"/>
                </a:lnTo>
                <a:lnTo>
                  <a:pt x="307647" y="103587"/>
                </a:lnTo>
                <a:lnTo>
                  <a:pt x="307647" y="130988"/>
                </a:lnTo>
                <a:lnTo>
                  <a:pt x="287375" y="130988"/>
                </a:lnTo>
                <a:lnTo>
                  <a:pt x="287375" y="163958"/>
                </a:lnTo>
                <a:lnTo>
                  <a:pt x="257079" y="163958"/>
                </a:lnTo>
                <a:moveTo>
                  <a:pt x="257079" y="103587"/>
                </a:moveTo>
                <a:lnTo>
                  <a:pt x="257079" y="47847"/>
                </a:lnTo>
                <a:lnTo>
                  <a:pt x="219542" y="103587"/>
                </a:lnTo>
                <a:lnTo>
                  <a:pt x="257079" y="103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...">
            <a:extLst xmlns:a="http://schemas.openxmlformats.org/drawingml/2006/main">
              <a:ext uri="{FF2B5EF4-FFF2-40B4-BE49-F238E27FC236}">
                <a16:creationId xmlns:a16="http://schemas.microsoft.com/office/drawing/2014/main" id="{7CE37A0A-83A5-4D17-BD80-1D71CC93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83" y="2069354"/>
            <a:ext cx="149666" cy="22945"/>
          </a:xfrm>
          <a:custGeom xmlns:a="http://schemas.openxmlformats.org/drawingml/2006/main">
            <a:pathLst>
              <a:path w="149666" h="22945">
                <a:moveTo>
                  <a:pt x="0" y="22945"/>
                </a:moveTo>
                <a:lnTo>
                  <a:pt x="0" y="0"/>
                </a:lnTo>
                <a:lnTo>
                  <a:pt x="22834" y="0"/>
                </a:lnTo>
                <a:lnTo>
                  <a:pt x="22834" y="22945"/>
                </a:lnTo>
                <a:lnTo>
                  <a:pt x="0" y="22945"/>
                </a:lnTo>
                <a:close/>
                <a:moveTo>
                  <a:pt x="63416" y="22945"/>
                </a:moveTo>
                <a:lnTo>
                  <a:pt x="63416" y="0"/>
                </a:lnTo>
                <a:lnTo>
                  <a:pt x="86250" y="0"/>
                </a:lnTo>
                <a:lnTo>
                  <a:pt x="86250" y="22945"/>
                </a:lnTo>
                <a:lnTo>
                  <a:pt x="63416" y="22945"/>
                </a:lnTo>
                <a:close/>
                <a:moveTo>
                  <a:pt x="126832" y="22945"/>
                </a:moveTo>
                <a:lnTo>
                  <a:pt x="126832" y="0"/>
                </a:lnTo>
                <a:lnTo>
                  <a:pt x="149666" y="0"/>
                </a:lnTo>
                <a:lnTo>
                  <a:pt x="149666" y="22945"/>
                </a:lnTo>
                <a:lnTo>
                  <a:pt x="126832" y="22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4B2AF-DA36-4F69-B342-226EB180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89" y="2639586"/>
            <a:ext cx="790229" cy="702975"/>
          </a:xfrm>
          <a:custGeom xmlns:a="http://schemas.openxmlformats.org/drawingml/2006/main">
            <a:pathLst>
              <a:path w="790229" h="702975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9E77B-89B1-4AB7-AD07-47512383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89" y="2639586"/>
            <a:ext cx="790229" cy="702975"/>
          </a:xfrm>
          <a:custGeom xmlns:a="http://schemas.openxmlformats.org/drawingml/2006/main">
            <a:pathLst>
              <a:path w="790229" h="702975" fill="none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41" name="Text 5.0">
            <a:extLst xmlns:a="http://schemas.openxmlformats.org/drawingml/2006/main">
              <a:ext uri="{FF2B5EF4-FFF2-40B4-BE49-F238E27FC236}">
                <a16:creationId xmlns:a16="http://schemas.microsoft.com/office/drawing/2014/main" id="{585C566B-B979-4E0E-85D2-73A5418B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" y="3049908"/>
            <a:ext cx="295729" cy="166854"/>
          </a:xfrm>
          <a:custGeom xmlns:a="http://schemas.openxmlformats.org/drawingml/2006/main">
            <a:pathLst>
              <a:path w="295729" h="166854">
                <a:moveTo>
                  <a:pt x="0" y="121966"/>
                </a:moveTo>
                <a:lnTo>
                  <a:pt x="31188" y="118736"/>
                </a:lnTo>
                <a:cubicBezTo>
                  <a:pt x="32079" y="125790"/>
                  <a:pt x="34715" y="131378"/>
                  <a:pt x="39096" y="135499"/>
                </a:cubicBezTo>
                <a:cubicBezTo>
                  <a:pt x="43477" y="139620"/>
                  <a:pt x="48526" y="141681"/>
                  <a:pt x="54244" y="141681"/>
                </a:cubicBezTo>
                <a:cubicBezTo>
                  <a:pt x="60779" y="141681"/>
                  <a:pt x="66311" y="139022"/>
                  <a:pt x="70840" y="133703"/>
                </a:cubicBezTo>
                <a:cubicBezTo>
                  <a:pt x="75370" y="128384"/>
                  <a:pt x="77635" y="120369"/>
                  <a:pt x="77635" y="109658"/>
                </a:cubicBezTo>
                <a:cubicBezTo>
                  <a:pt x="77635" y="99615"/>
                  <a:pt x="75389" y="92082"/>
                  <a:pt x="70896" y="87061"/>
                </a:cubicBezTo>
                <a:cubicBezTo>
                  <a:pt x="66404" y="82039"/>
                  <a:pt x="60556" y="79528"/>
                  <a:pt x="53353" y="79528"/>
                </a:cubicBezTo>
                <a:cubicBezTo>
                  <a:pt x="44368" y="79528"/>
                  <a:pt x="36311" y="83538"/>
                  <a:pt x="29183" y="91558"/>
                </a:cubicBezTo>
                <a:lnTo>
                  <a:pt x="3787" y="87847"/>
                </a:lnTo>
                <a:lnTo>
                  <a:pt x="19826" y="2673"/>
                </a:lnTo>
                <a:lnTo>
                  <a:pt x="102585" y="2673"/>
                </a:lnTo>
                <a:lnTo>
                  <a:pt x="102585" y="32079"/>
                </a:lnTo>
                <a:lnTo>
                  <a:pt x="43551" y="32079"/>
                </a:lnTo>
                <a:lnTo>
                  <a:pt x="38650" y="59796"/>
                </a:lnTo>
                <a:cubicBezTo>
                  <a:pt x="45630" y="56318"/>
                  <a:pt x="52759" y="54578"/>
                  <a:pt x="60036" y="54578"/>
                </a:cubicBezTo>
                <a:cubicBezTo>
                  <a:pt x="73922" y="54578"/>
                  <a:pt x="85692" y="59638"/>
                  <a:pt x="95345" y="69758"/>
                </a:cubicBezTo>
                <a:cubicBezTo>
                  <a:pt x="104998" y="79875"/>
                  <a:pt x="109825" y="93007"/>
                  <a:pt x="109825" y="109153"/>
                </a:cubicBezTo>
                <a:cubicBezTo>
                  <a:pt x="109825" y="122621"/>
                  <a:pt x="105927" y="134638"/>
                  <a:pt x="98130" y="145203"/>
                </a:cubicBezTo>
                <a:cubicBezTo>
                  <a:pt x="87511" y="159637"/>
                  <a:pt x="72771" y="166854"/>
                  <a:pt x="53910" y="166854"/>
                </a:cubicBezTo>
                <a:cubicBezTo>
                  <a:pt x="38836" y="166854"/>
                  <a:pt x="26547" y="162797"/>
                  <a:pt x="17042" y="154685"/>
                </a:cubicBezTo>
                <a:cubicBezTo>
                  <a:pt x="7537" y="146570"/>
                  <a:pt x="1856" y="135664"/>
                  <a:pt x="0" y="121966"/>
                </a:cubicBezTo>
                <a:close/>
                <a:moveTo>
                  <a:pt x="133069" y="163958"/>
                </a:moveTo>
                <a:lnTo>
                  <a:pt x="133069" y="132547"/>
                </a:lnTo>
                <a:lnTo>
                  <a:pt x="164368" y="132547"/>
                </a:lnTo>
                <a:lnTo>
                  <a:pt x="164368" y="163958"/>
                </a:lnTo>
                <a:lnTo>
                  <a:pt x="133069" y="163958"/>
                </a:lnTo>
                <a:close/>
                <a:moveTo>
                  <a:pt x="242710" y="0"/>
                </a:moveTo>
                <a:cubicBezTo>
                  <a:pt x="258527" y="0"/>
                  <a:pt x="270890" y="5647"/>
                  <a:pt x="279801" y="16941"/>
                </a:cubicBezTo>
                <a:cubicBezTo>
                  <a:pt x="290420" y="30316"/>
                  <a:pt x="295729" y="52497"/>
                  <a:pt x="295729" y="83483"/>
                </a:cubicBezTo>
                <a:cubicBezTo>
                  <a:pt x="295729" y="114394"/>
                  <a:pt x="290383" y="136612"/>
                  <a:pt x="279690" y="150136"/>
                </a:cubicBezTo>
                <a:cubicBezTo>
                  <a:pt x="270853" y="161281"/>
                  <a:pt x="258527" y="166854"/>
                  <a:pt x="242710" y="166854"/>
                </a:cubicBezTo>
                <a:cubicBezTo>
                  <a:pt x="226819" y="166854"/>
                  <a:pt x="214010" y="160743"/>
                  <a:pt x="204282" y="148521"/>
                </a:cubicBezTo>
                <a:cubicBezTo>
                  <a:pt x="194555" y="136296"/>
                  <a:pt x="189691" y="114505"/>
                  <a:pt x="189691" y="83148"/>
                </a:cubicBezTo>
                <a:cubicBezTo>
                  <a:pt x="189691" y="52385"/>
                  <a:pt x="195038" y="30242"/>
                  <a:pt x="205730" y="16718"/>
                </a:cubicBezTo>
                <a:cubicBezTo>
                  <a:pt x="214567" y="5573"/>
                  <a:pt x="226893" y="0"/>
                  <a:pt x="242710" y="0"/>
                </a:cubicBezTo>
                <a:moveTo>
                  <a:pt x="242710" y="26064"/>
                </a:moveTo>
                <a:cubicBezTo>
                  <a:pt x="238923" y="26064"/>
                  <a:pt x="235544" y="27269"/>
                  <a:pt x="232574" y="29680"/>
                </a:cubicBezTo>
                <a:cubicBezTo>
                  <a:pt x="229604" y="32091"/>
                  <a:pt x="227302" y="36412"/>
                  <a:pt x="225668" y="42643"/>
                </a:cubicBezTo>
                <a:cubicBezTo>
                  <a:pt x="223515" y="50730"/>
                  <a:pt x="222438" y="64343"/>
                  <a:pt x="222438" y="83483"/>
                </a:cubicBezTo>
                <a:cubicBezTo>
                  <a:pt x="222438" y="102622"/>
                  <a:pt x="223403" y="115771"/>
                  <a:pt x="225334" y="122930"/>
                </a:cubicBezTo>
                <a:cubicBezTo>
                  <a:pt x="227265" y="130089"/>
                  <a:pt x="229697" y="134855"/>
                  <a:pt x="232630" y="137229"/>
                </a:cubicBezTo>
                <a:cubicBezTo>
                  <a:pt x="235563" y="139603"/>
                  <a:pt x="238923" y="140790"/>
                  <a:pt x="242710" y="140790"/>
                </a:cubicBezTo>
                <a:cubicBezTo>
                  <a:pt x="246497" y="140790"/>
                  <a:pt x="249876" y="139584"/>
                  <a:pt x="252846" y="137173"/>
                </a:cubicBezTo>
                <a:cubicBezTo>
                  <a:pt x="255816" y="134762"/>
                  <a:pt x="258118" y="130442"/>
                  <a:pt x="259752" y="124211"/>
                </a:cubicBezTo>
                <a:cubicBezTo>
                  <a:pt x="261905" y="116198"/>
                  <a:pt x="262982" y="102622"/>
                  <a:pt x="262982" y="83483"/>
                </a:cubicBezTo>
                <a:cubicBezTo>
                  <a:pt x="262982" y="64343"/>
                  <a:pt x="262017" y="51194"/>
                  <a:pt x="260086" y="44035"/>
                </a:cubicBezTo>
                <a:cubicBezTo>
                  <a:pt x="258155" y="36876"/>
                  <a:pt x="255723" y="32091"/>
                  <a:pt x="252790" y="29680"/>
                </a:cubicBezTo>
                <a:cubicBezTo>
                  <a:pt x="249857" y="27269"/>
                  <a:pt x="246497" y="26064"/>
                  <a:pt x="242710" y="260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MySQL">
            <a:extLst xmlns:a="http://schemas.openxmlformats.org/drawingml/2006/main">
              <a:ext uri="{FF2B5EF4-FFF2-40B4-BE49-F238E27FC236}">
                <a16:creationId xmlns:a16="http://schemas.microsoft.com/office/drawing/2014/main" id="{3A136AD4-2011-478E-AF83-0C5A2D70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44" y="2809243"/>
            <a:ext cx="635636" cy="178586"/>
          </a:xfrm>
          <a:custGeom xmlns:a="http://schemas.openxmlformats.org/drawingml/2006/main">
            <a:pathLst>
              <a:path w="635636" h="178586">
                <a:moveTo>
                  <a:pt x="0" y="138488"/>
                </a:moveTo>
                <a:lnTo>
                  <a:pt x="0" y="2413"/>
                </a:lnTo>
                <a:lnTo>
                  <a:pt x="41119" y="2413"/>
                </a:lnTo>
                <a:lnTo>
                  <a:pt x="65810" y="95234"/>
                </a:lnTo>
                <a:lnTo>
                  <a:pt x="90221" y="2413"/>
                </a:lnTo>
                <a:lnTo>
                  <a:pt x="131434" y="2413"/>
                </a:lnTo>
                <a:lnTo>
                  <a:pt x="131434" y="138488"/>
                </a:lnTo>
                <a:lnTo>
                  <a:pt x="105908" y="138488"/>
                </a:lnTo>
                <a:lnTo>
                  <a:pt x="105908" y="31373"/>
                </a:lnTo>
                <a:lnTo>
                  <a:pt x="78897" y="138488"/>
                </a:lnTo>
                <a:lnTo>
                  <a:pt x="52443" y="138488"/>
                </a:lnTo>
                <a:lnTo>
                  <a:pt x="25526" y="31373"/>
                </a:lnTo>
                <a:lnTo>
                  <a:pt x="25526" y="138488"/>
                </a:lnTo>
                <a:lnTo>
                  <a:pt x="0" y="138488"/>
                </a:lnTo>
                <a:close/>
                <a:moveTo>
                  <a:pt x="146190" y="39913"/>
                </a:moveTo>
                <a:lnTo>
                  <a:pt x="173944" y="39913"/>
                </a:lnTo>
                <a:lnTo>
                  <a:pt x="197520" y="109966"/>
                </a:lnTo>
                <a:lnTo>
                  <a:pt x="220539" y="39913"/>
                </a:lnTo>
                <a:lnTo>
                  <a:pt x="247550" y="39913"/>
                </a:lnTo>
                <a:lnTo>
                  <a:pt x="212743" y="134807"/>
                </a:lnTo>
                <a:lnTo>
                  <a:pt x="206524" y="152040"/>
                </a:lnTo>
                <a:cubicBezTo>
                  <a:pt x="204234" y="157794"/>
                  <a:pt x="202053" y="162188"/>
                  <a:pt x="199980" y="165220"/>
                </a:cubicBezTo>
                <a:cubicBezTo>
                  <a:pt x="197907" y="168252"/>
                  <a:pt x="195524" y="170712"/>
                  <a:pt x="192833" y="172599"/>
                </a:cubicBezTo>
                <a:cubicBezTo>
                  <a:pt x="190141" y="174487"/>
                  <a:pt x="186830" y="175956"/>
                  <a:pt x="182901" y="177008"/>
                </a:cubicBezTo>
                <a:cubicBezTo>
                  <a:pt x="178971" y="178060"/>
                  <a:pt x="174532" y="178586"/>
                  <a:pt x="169581" y="178586"/>
                </a:cubicBezTo>
                <a:cubicBezTo>
                  <a:pt x="164569" y="178586"/>
                  <a:pt x="159649" y="178060"/>
                  <a:pt x="154823" y="177008"/>
                </a:cubicBezTo>
                <a:lnTo>
                  <a:pt x="152502" y="156588"/>
                </a:lnTo>
                <a:cubicBezTo>
                  <a:pt x="156586" y="157392"/>
                  <a:pt x="160268" y="157794"/>
                  <a:pt x="163548" y="157794"/>
                </a:cubicBezTo>
                <a:cubicBezTo>
                  <a:pt x="169612" y="157794"/>
                  <a:pt x="174098" y="156015"/>
                  <a:pt x="177007" y="152457"/>
                </a:cubicBezTo>
                <a:cubicBezTo>
                  <a:pt x="179915" y="148899"/>
                  <a:pt x="182143" y="144366"/>
                  <a:pt x="183690" y="138859"/>
                </a:cubicBezTo>
                <a:lnTo>
                  <a:pt x="146190" y="39913"/>
                </a:lnTo>
                <a:close/>
                <a:moveTo>
                  <a:pt x="257453" y="94305"/>
                </a:moveTo>
                <a:lnTo>
                  <a:pt x="284185" y="91706"/>
                </a:lnTo>
                <a:cubicBezTo>
                  <a:pt x="285794" y="100712"/>
                  <a:pt x="289058" y="107326"/>
                  <a:pt x="293978" y="111550"/>
                </a:cubicBezTo>
                <a:cubicBezTo>
                  <a:pt x="298897" y="115771"/>
                  <a:pt x="305534" y="117882"/>
                  <a:pt x="313888" y="117882"/>
                </a:cubicBezTo>
                <a:cubicBezTo>
                  <a:pt x="322737" y="117882"/>
                  <a:pt x="329404" y="116004"/>
                  <a:pt x="333890" y="112249"/>
                </a:cubicBezTo>
                <a:cubicBezTo>
                  <a:pt x="338377" y="108493"/>
                  <a:pt x="340620" y="104101"/>
                  <a:pt x="340620" y="99071"/>
                </a:cubicBezTo>
                <a:cubicBezTo>
                  <a:pt x="340620" y="95844"/>
                  <a:pt x="339676" y="93098"/>
                  <a:pt x="337789" y="90833"/>
                </a:cubicBezTo>
                <a:cubicBezTo>
                  <a:pt x="335902" y="88567"/>
                  <a:pt x="332606" y="86596"/>
                  <a:pt x="327904" y="84919"/>
                </a:cubicBezTo>
                <a:cubicBezTo>
                  <a:pt x="324686" y="83803"/>
                  <a:pt x="317353" y="81819"/>
                  <a:pt x="305905" y="78967"/>
                </a:cubicBezTo>
                <a:cubicBezTo>
                  <a:pt x="291178" y="75308"/>
                  <a:pt x="280844" y="70812"/>
                  <a:pt x="274903" y="65479"/>
                </a:cubicBezTo>
                <a:cubicBezTo>
                  <a:pt x="266549" y="57976"/>
                  <a:pt x="262372" y="48830"/>
                  <a:pt x="262372" y="38042"/>
                </a:cubicBezTo>
                <a:cubicBezTo>
                  <a:pt x="262372" y="31098"/>
                  <a:pt x="264337" y="24603"/>
                  <a:pt x="268266" y="18558"/>
                </a:cubicBezTo>
                <a:cubicBezTo>
                  <a:pt x="272196" y="12511"/>
                  <a:pt x="277858" y="7907"/>
                  <a:pt x="285253" y="4745"/>
                </a:cubicBezTo>
                <a:cubicBezTo>
                  <a:pt x="292647" y="1582"/>
                  <a:pt x="301574" y="0"/>
                  <a:pt x="312031" y="0"/>
                </a:cubicBezTo>
                <a:cubicBezTo>
                  <a:pt x="329110" y="0"/>
                  <a:pt x="341966" y="3761"/>
                  <a:pt x="350598" y="11283"/>
                </a:cubicBezTo>
                <a:cubicBezTo>
                  <a:pt x="359230" y="18804"/>
                  <a:pt x="363763" y="28842"/>
                  <a:pt x="364196" y="41398"/>
                </a:cubicBezTo>
                <a:lnTo>
                  <a:pt x="336721" y="42512"/>
                </a:lnTo>
                <a:cubicBezTo>
                  <a:pt x="335546" y="35519"/>
                  <a:pt x="333024" y="30491"/>
                  <a:pt x="329157" y="27428"/>
                </a:cubicBezTo>
                <a:cubicBezTo>
                  <a:pt x="325289" y="24365"/>
                  <a:pt x="319488" y="22834"/>
                  <a:pt x="311753" y="22834"/>
                </a:cubicBezTo>
                <a:cubicBezTo>
                  <a:pt x="303770" y="22834"/>
                  <a:pt x="297520" y="24475"/>
                  <a:pt x="293003" y="27756"/>
                </a:cubicBezTo>
                <a:cubicBezTo>
                  <a:pt x="290095" y="29860"/>
                  <a:pt x="288641" y="32677"/>
                  <a:pt x="288641" y="36206"/>
                </a:cubicBezTo>
                <a:cubicBezTo>
                  <a:pt x="288641" y="39425"/>
                  <a:pt x="290002" y="42180"/>
                  <a:pt x="292725" y="44470"/>
                </a:cubicBezTo>
                <a:cubicBezTo>
                  <a:pt x="296190" y="47380"/>
                  <a:pt x="304606" y="50416"/>
                  <a:pt x="317972" y="53578"/>
                </a:cubicBezTo>
                <a:cubicBezTo>
                  <a:pt x="331338" y="56739"/>
                  <a:pt x="341223" y="60010"/>
                  <a:pt x="347628" y="63390"/>
                </a:cubicBezTo>
                <a:cubicBezTo>
                  <a:pt x="354032" y="66769"/>
                  <a:pt x="359045" y="71387"/>
                  <a:pt x="362665" y="77247"/>
                </a:cubicBezTo>
                <a:cubicBezTo>
                  <a:pt x="366285" y="83104"/>
                  <a:pt x="368095" y="90342"/>
                  <a:pt x="368095" y="98961"/>
                </a:cubicBezTo>
                <a:cubicBezTo>
                  <a:pt x="368095" y="106771"/>
                  <a:pt x="365929" y="114087"/>
                  <a:pt x="361597" y="120907"/>
                </a:cubicBezTo>
                <a:cubicBezTo>
                  <a:pt x="357266" y="127727"/>
                  <a:pt x="351140" y="132796"/>
                  <a:pt x="343219" y="136112"/>
                </a:cubicBezTo>
                <a:cubicBezTo>
                  <a:pt x="335298" y="139429"/>
                  <a:pt x="325428" y="141087"/>
                  <a:pt x="313609" y="141087"/>
                </a:cubicBezTo>
                <a:cubicBezTo>
                  <a:pt x="296407" y="141087"/>
                  <a:pt x="283195" y="137103"/>
                  <a:pt x="273975" y="129136"/>
                </a:cubicBezTo>
                <a:cubicBezTo>
                  <a:pt x="264755" y="121169"/>
                  <a:pt x="259247" y="109559"/>
                  <a:pt x="257453" y="94305"/>
                </a:cubicBezTo>
                <a:close/>
                <a:moveTo>
                  <a:pt x="500736" y="121046"/>
                </a:moveTo>
                <a:cubicBezTo>
                  <a:pt x="507481" y="125869"/>
                  <a:pt x="514814" y="129703"/>
                  <a:pt x="522735" y="132547"/>
                </a:cubicBezTo>
                <a:lnTo>
                  <a:pt x="512617" y="152225"/>
                </a:lnTo>
                <a:cubicBezTo>
                  <a:pt x="508471" y="150988"/>
                  <a:pt x="504418" y="149286"/>
                  <a:pt x="500458" y="147120"/>
                </a:cubicBezTo>
                <a:cubicBezTo>
                  <a:pt x="499592" y="146687"/>
                  <a:pt x="493496" y="142665"/>
                  <a:pt x="482172" y="135054"/>
                </a:cubicBezTo>
                <a:cubicBezTo>
                  <a:pt x="473262" y="138952"/>
                  <a:pt x="463392" y="140901"/>
                  <a:pt x="452563" y="140901"/>
                </a:cubicBezTo>
                <a:cubicBezTo>
                  <a:pt x="431647" y="140901"/>
                  <a:pt x="415264" y="134736"/>
                  <a:pt x="403414" y="122407"/>
                </a:cubicBezTo>
                <a:cubicBezTo>
                  <a:pt x="391564" y="110075"/>
                  <a:pt x="385639" y="92756"/>
                  <a:pt x="385639" y="70451"/>
                </a:cubicBezTo>
                <a:cubicBezTo>
                  <a:pt x="385639" y="48207"/>
                  <a:pt x="391580" y="30904"/>
                  <a:pt x="403461" y="18544"/>
                </a:cubicBezTo>
                <a:cubicBezTo>
                  <a:pt x="415342" y="6181"/>
                  <a:pt x="431461" y="0"/>
                  <a:pt x="451820" y="0"/>
                </a:cubicBezTo>
                <a:cubicBezTo>
                  <a:pt x="471993" y="0"/>
                  <a:pt x="487989" y="6169"/>
                  <a:pt x="499808" y="18506"/>
                </a:cubicBezTo>
                <a:cubicBezTo>
                  <a:pt x="511627" y="30841"/>
                  <a:pt x="517537" y="48109"/>
                  <a:pt x="517537" y="70308"/>
                </a:cubicBezTo>
                <a:cubicBezTo>
                  <a:pt x="517537" y="82058"/>
                  <a:pt x="515897" y="92385"/>
                  <a:pt x="512617" y="101290"/>
                </a:cubicBezTo>
                <a:cubicBezTo>
                  <a:pt x="510142" y="108091"/>
                  <a:pt x="506182" y="114677"/>
                  <a:pt x="500736" y="121046"/>
                </a:cubicBezTo>
                <a:moveTo>
                  <a:pt x="478645" y="105641"/>
                </a:moveTo>
                <a:cubicBezTo>
                  <a:pt x="482172" y="101499"/>
                  <a:pt x="484818" y="96492"/>
                  <a:pt x="486581" y="90619"/>
                </a:cubicBezTo>
                <a:cubicBezTo>
                  <a:pt x="488345" y="84746"/>
                  <a:pt x="489227" y="78008"/>
                  <a:pt x="489227" y="70404"/>
                </a:cubicBezTo>
                <a:cubicBezTo>
                  <a:pt x="489227" y="54702"/>
                  <a:pt x="485761" y="42972"/>
                  <a:pt x="478831" y="35214"/>
                </a:cubicBezTo>
                <a:cubicBezTo>
                  <a:pt x="471900" y="27455"/>
                  <a:pt x="462835" y="23576"/>
                  <a:pt x="451634" y="23576"/>
                </a:cubicBezTo>
                <a:cubicBezTo>
                  <a:pt x="440434" y="23576"/>
                  <a:pt x="431353" y="27479"/>
                  <a:pt x="424392" y="35283"/>
                </a:cubicBezTo>
                <a:cubicBezTo>
                  <a:pt x="417430" y="43088"/>
                  <a:pt x="413949" y="54826"/>
                  <a:pt x="413949" y="70497"/>
                </a:cubicBezTo>
                <a:cubicBezTo>
                  <a:pt x="413949" y="86416"/>
                  <a:pt x="417430" y="98324"/>
                  <a:pt x="424392" y="106221"/>
                </a:cubicBezTo>
                <a:cubicBezTo>
                  <a:pt x="431353" y="114119"/>
                  <a:pt x="440156" y="118067"/>
                  <a:pt x="450799" y="118067"/>
                </a:cubicBezTo>
                <a:cubicBezTo>
                  <a:pt x="454759" y="118067"/>
                  <a:pt x="458503" y="117408"/>
                  <a:pt x="462030" y="116089"/>
                </a:cubicBezTo>
                <a:cubicBezTo>
                  <a:pt x="456461" y="112411"/>
                  <a:pt x="450799" y="109543"/>
                  <a:pt x="445044" y="107486"/>
                </a:cubicBezTo>
                <a:lnTo>
                  <a:pt x="452748" y="91521"/>
                </a:lnTo>
                <a:cubicBezTo>
                  <a:pt x="461783" y="94659"/>
                  <a:pt x="470415" y="99366"/>
                  <a:pt x="478645" y="105641"/>
                </a:cubicBezTo>
                <a:close/>
                <a:moveTo>
                  <a:pt x="539846" y="138488"/>
                </a:moveTo>
                <a:lnTo>
                  <a:pt x="539846" y="3527"/>
                </a:lnTo>
                <a:lnTo>
                  <a:pt x="567320" y="3527"/>
                </a:lnTo>
                <a:lnTo>
                  <a:pt x="567320" y="115468"/>
                </a:lnTo>
                <a:lnTo>
                  <a:pt x="635636" y="115468"/>
                </a:lnTo>
                <a:lnTo>
                  <a:pt x="635636" y="138488"/>
                </a:lnTo>
                <a:lnTo>
                  <a:pt x="539846" y="138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6498C-75BE-49B4-AE5F-2BDB01E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076" y="1632078"/>
            <a:ext cx="790229" cy="702975"/>
          </a:xfrm>
          <a:custGeom xmlns:a="http://schemas.openxmlformats.org/drawingml/2006/main">
            <a:pathLst>
              <a:path w="790229" h="702975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A9E87-A7E3-47E4-B98A-DE81E89B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076" y="1632078"/>
            <a:ext cx="790229" cy="702975"/>
          </a:xfrm>
          <a:custGeom xmlns:a="http://schemas.openxmlformats.org/drawingml/2006/main">
            <a:pathLst>
              <a:path w="790229" h="702975" fill="none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45" name="Text MySQL">
            <a:extLst xmlns:a="http://schemas.openxmlformats.org/drawingml/2006/main">
              <a:ext uri="{FF2B5EF4-FFF2-40B4-BE49-F238E27FC236}">
                <a16:creationId xmlns:a16="http://schemas.microsoft.com/office/drawing/2014/main" id="{8863A946-471E-41BB-AC68-43D7F71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431" y="1744706"/>
            <a:ext cx="635636" cy="178586"/>
          </a:xfrm>
          <a:custGeom xmlns:a="http://schemas.openxmlformats.org/drawingml/2006/main">
            <a:pathLst>
              <a:path w="635636" h="178586">
                <a:moveTo>
                  <a:pt x="0" y="138488"/>
                </a:moveTo>
                <a:lnTo>
                  <a:pt x="0" y="2413"/>
                </a:lnTo>
                <a:lnTo>
                  <a:pt x="41119" y="2413"/>
                </a:lnTo>
                <a:lnTo>
                  <a:pt x="65810" y="95234"/>
                </a:lnTo>
                <a:lnTo>
                  <a:pt x="90221" y="2413"/>
                </a:lnTo>
                <a:lnTo>
                  <a:pt x="131434" y="2413"/>
                </a:lnTo>
                <a:lnTo>
                  <a:pt x="131434" y="138488"/>
                </a:lnTo>
                <a:lnTo>
                  <a:pt x="105908" y="138488"/>
                </a:lnTo>
                <a:lnTo>
                  <a:pt x="105908" y="31373"/>
                </a:lnTo>
                <a:lnTo>
                  <a:pt x="78897" y="138488"/>
                </a:lnTo>
                <a:lnTo>
                  <a:pt x="52443" y="138488"/>
                </a:lnTo>
                <a:lnTo>
                  <a:pt x="25526" y="31373"/>
                </a:lnTo>
                <a:lnTo>
                  <a:pt x="25526" y="138488"/>
                </a:lnTo>
                <a:lnTo>
                  <a:pt x="0" y="138488"/>
                </a:lnTo>
                <a:close/>
                <a:moveTo>
                  <a:pt x="146190" y="39913"/>
                </a:moveTo>
                <a:lnTo>
                  <a:pt x="173944" y="39913"/>
                </a:lnTo>
                <a:lnTo>
                  <a:pt x="197520" y="109966"/>
                </a:lnTo>
                <a:lnTo>
                  <a:pt x="220539" y="39913"/>
                </a:lnTo>
                <a:lnTo>
                  <a:pt x="247550" y="39913"/>
                </a:lnTo>
                <a:lnTo>
                  <a:pt x="212742" y="134807"/>
                </a:lnTo>
                <a:lnTo>
                  <a:pt x="206524" y="152040"/>
                </a:lnTo>
                <a:cubicBezTo>
                  <a:pt x="204234" y="157794"/>
                  <a:pt x="202053" y="162188"/>
                  <a:pt x="199980" y="165220"/>
                </a:cubicBezTo>
                <a:cubicBezTo>
                  <a:pt x="197907" y="168252"/>
                  <a:pt x="195524" y="170712"/>
                  <a:pt x="192833" y="172599"/>
                </a:cubicBezTo>
                <a:cubicBezTo>
                  <a:pt x="190141" y="174487"/>
                  <a:pt x="186830" y="175956"/>
                  <a:pt x="182901" y="177008"/>
                </a:cubicBezTo>
                <a:cubicBezTo>
                  <a:pt x="178971" y="178060"/>
                  <a:pt x="174531" y="178586"/>
                  <a:pt x="169581" y="178586"/>
                </a:cubicBezTo>
                <a:cubicBezTo>
                  <a:pt x="164569" y="178586"/>
                  <a:pt x="159649" y="178060"/>
                  <a:pt x="154823" y="177008"/>
                </a:cubicBezTo>
                <a:lnTo>
                  <a:pt x="152502" y="156588"/>
                </a:lnTo>
                <a:cubicBezTo>
                  <a:pt x="156586" y="157392"/>
                  <a:pt x="160268" y="157794"/>
                  <a:pt x="163548" y="157794"/>
                </a:cubicBezTo>
                <a:cubicBezTo>
                  <a:pt x="169612" y="157794"/>
                  <a:pt x="174098" y="156015"/>
                  <a:pt x="177007" y="152457"/>
                </a:cubicBezTo>
                <a:cubicBezTo>
                  <a:pt x="179915" y="148899"/>
                  <a:pt x="182143" y="144366"/>
                  <a:pt x="183690" y="138859"/>
                </a:cubicBezTo>
                <a:lnTo>
                  <a:pt x="146190" y="39913"/>
                </a:lnTo>
                <a:close/>
                <a:moveTo>
                  <a:pt x="257453" y="94305"/>
                </a:moveTo>
                <a:lnTo>
                  <a:pt x="284185" y="91706"/>
                </a:lnTo>
                <a:cubicBezTo>
                  <a:pt x="285794" y="100712"/>
                  <a:pt x="289058" y="107326"/>
                  <a:pt x="293978" y="111550"/>
                </a:cubicBezTo>
                <a:cubicBezTo>
                  <a:pt x="298897" y="115771"/>
                  <a:pt x="305534" y="117882"/>
                  <a:pt x="313888" y="117882"/>
                </a:cubicBezTo>
                <a:cubicBezTo>
                  <a:pt x="322737" y="117882"/>
                  <a:pt x="329404" y="116004"/>
                  <a:pt x="333891" y="112249"/>
                </a:cubicBezTo>
                <a:cubicBezTo>
                  <a:pt x="338377" y="108493"/>
                  <a:pt x="340620" y="104101"/>
                  <a:pt x="340620" y="99071"/>
                </a:cubicBezTo>
                <a:cubicBezTo>
                  <a:pt x="340620" y="95844"/>
                  <a:pt x="339676" y="93098"/>
                  <a:pt x="337789" y="90833"/>
                </a:cubicBezTo>
                <a:cubicBezTo>
                  <a:pt x="335902" y="88567"/>
                  <a:pt x="332607" y="86596"/>
                  <a:pt x="327904" y="84919"/>
                </a:cubicBezTo>
                <a:cubicBezTo>
                  <a:pt x="324686" y="83803"/>
                  <a:pt x="317353" y="81819"/>
                  <a:pt x="305905" y="78967"/>
                </a:cubicBezTo>
                <a:cubicBezTo>
                  <a:pt x="291178" y="75308"/>
                  <a:pt x="280844" y="70812"/>
                  <a:pt x="274903" y="65479"/>
                </a:cubicBezTo>
                <a:cubicBezTo>
                  <a:pt x="266549" y="57976"/>
                  <a:pt x="262373" y="48830"/>
                  <a:pt x="262373" y="38042"/>
                </a:cubicBezTo>
                <a:cubicBezTo>
                  <a:pt x="262373" y="31098"/>
                  <a:pt x="264337" y="24603"/>
                  <a:pt x="268267" y="18558"/>
                </a:cubicBezTo>
                <a:cubicBezTo>
                  <a:pt x="272196" y="12511"/>
                  <a:pt x="277858" y="7907"/>
                  <a:pt x="285253" y="4745"/>
                </a:cubicBezTo>
                <a:cubicBezTo>
                  <a:pt x="292647" y="1582"/>
                  <a:pt x="301574" y="0"/>
                  <a:pt x="312031" y="0"/>
                </a:cubicBezTo>
                <a:cubicBezTo>
                  <a:pt x="329110" y="0"/>
                  <a:pt x="341966" y="3761"/>
                  <a:pt x="350598" y="11283"/>
                </a:cubicBezTo>
                <a:cubicBezTo>
                  <a:pt x="359230" y="18804"/>
                  <a:pt x="363763" y="28842"/>
                  <a:pt x="364196" y="41398"/>
                </a:cubicBezTo>
                <a:lnTo>
                  <a:pt x="336722" y="42512"/>
                </a:lnTo>
                <a:cubicBezTo>
                  <a:pt x="335546" y="35519"/>
                  <a:pt x="333024" y="30491"/>
                  <a:pt x="329157" y="27428"/>
                </a:cubicBezTo>
                <a:cubicBezTo>
                  <a:pt x="325289" y="24365"/>
                  <a:pt x="319488" y="22834"/>
                  <a:pt x="311753" y="22834"/>
                </a:cubicBezTo>
                <a:cubicBezTo>
                  <a:pt x="303770" y="22834"/>
                  <a:pt x="297520" y="24475"/>
                  <a:pt x="293003" y="27756"/>
                </a:cubicBezTo>
                <a:cubicBezTo>
                  <a:pt x="290095" y="29860"/>
                  <a:pt x="288641" y="32677"/>
                  <a:pt x="288641" y="36206"/>
                </a:cubicBezTo>
                <a:cubicBezTo>
                  <a:pt x="288641" y="39425"/>
                  <a:pt x="290002" y="42180"/>
                  <a:pt x="292725" y="44470"/>
                </a:cubicBezTo>
                <a:cubicBezTo>
                  <a:pt x="296190" y="47380"/>
                  <a:pt x="304606" y="50416"/>
                  <a:pt x="317972" y="53578"/>
                </a:cubicBezTo>
                <a:cubicBezTo>
                  <a:pt x="331338" y="56739"/>
                  <a:pt x="341223" y="60010"/>
                  <a:pt x="347628" y="63390"/>
                </a:cubicBezTo>
                <a:cubicBezTo>
                  <a:pt x="354033" y="66769"/>
                  <a:pt x="359045" y="71387"/>
                  <a:pt x="362665" y="77247"/>
                </a:cubicBezTo>
                <a:cubicBezTo>
                  <a:pt x="366285" y="83104"/>
                  <a:pt x="368095" y="90342"/>
                  <a:pt x="368095" y="98961"/>
                </a:cubicBezTo>
                <a:cubicBezTo>
                  <a:pt x="368095" y="106771"/>
                  <a:pt x="365929" y="114087"/>
                  <a:pt x="361597" y="120907"/>
                </a:cubicBezTo>
                <a:cubicBezTo>
                  <a:pt x="357266" y="127727"/>
                  <a:pt x="351140" y="132796"/>
                  <a:pt x="343219" y="136112"/>
                </a:cubicBezTo>
                <a:cubicBezTo>
                  <a:pt x="335298" y="139429"/>
                  <a:pt x="325428" y="141087"/>
                  <a:pt x="313609" y="141087"/>
                </a:cubicBezTo>
                <a:cubicBezTo>
                  <a:pt x="296407" y="141087"/>
                  <a:pt x="283195" y="137103"/>
                  <a:pt x="273975" y="129136"/>
                </a:cubicBezTo>
                <a:cubicBezTo>
                  <a:pt x="264755" y="121169"/>
                  <a:pt x="259248" y="109559"/>
                  <a:pt x="257453" y="94305"/>
                </a:cubicBezTo>
                <a:close/>
                <a:moveTo>
                  <a:pt x="500736" y="121046"/>
                </a:moveTo>
                <a:cubicBezTo>
                  <a:pt x="507481" y="125869"/>
                  <a:pt x="514814" y="129703"/>
                  <a:pt x="522735" y="132547"/>
                </a:cubicBezTo>
                <a:lnTo>
                  <a:pt x="512617" y="152225"/>
                </a:lnTo>
                <a:cubicBezTo>
                  <a:pt x="508471" y="150988"/>
                  <a:pt x="504418" y="149286"/>
                  <a:pt x="500458" y="147120"/>
                </a:cubicBezTo>
                <a:cubicBezTo>
                  <a:pt x="499592" y="146687"/>
                  <a:pt x="493496" y="142665"/>
                  <a:pt x="482172" y="135054"/>
                </a:cubicBezTo>
                <a:cubicBezTo>
                  <a:pt x="473262" y="138952"/>
                  <a:pt x="463392" y="140901"/>
                  <a:pt x="452563" y="140901"/>
                </a:cubicBezTo>
                <a:cubicBezTo>
                  <a:pt x="431647" y="140901"/>
                  <a:pt x="415264" y="134736"/>
                  <a:pt x="403414" y="122407"/>
                </a:cubicBezTo>
                <a:cubicBezTo>
                  <a:pt x="391564" y="110075"/>
                  <a:pt x="385639" y="92756"/>
                  <a:pt x="385639" y="70451"/>
                </a:cubicBezTo>
                <a:cubicBezTo>
                  <a:pt x="385639" y="48207"/>
                  <a:pt x="391580" y="30904"/>
                  <a:pt x="403461" y="18544"/>
                </a:cubicBezTo>
                <a:cubicBezTo>
                  <a:pt x="415342" y="6181"/>
                  <a:pt x="431461" y="0"/>
                  <a:pt x="451820" y="0"/>
                </a:cubicBezTo>
                <a:cubicBezTo>
                  <a:pt x="471993" y="0"/>
                  <a:pt x="487989" y="6169"/>
                  <a:pt x="499808" y="18506"/>
                </a:cubicBezTo>
                <a:cubicBezTo>
                  <a:pt x="511627" y="30841"/>
                  <a:pt x="517537" y="48109"/>
                  <a:pt x="517537" y="70308"/>
                </a:cubicBezTo>
                <a:cubicBezTo>
                  <a:pt x="517537" y="82058"/>
                  <a:pt x="515897" y="92385"/>
                  <a:pt x="512617" y="101290"/>
                </a:cubicBezTo>
                <a:cubicBezTo>
                  <a:pt x="510142" y="108091"/>
                  <a:pt x="506182" y="114677"/>
                  <a:pt x="500736" y="121046"/>
                </a:cubicBezTo>
                <a:moveTo>
                  <a:pt x="478645" y="105641"/>
                </a:moveTo>
                <a:cubicBezTo>
                  <a:pt x="482172" y="101499"/>
                  <a:pt x="484818" y="96492"/>
                  <a:pt x="486581" y="90619"/>
                </a:cubicBezTo>
                <a:cubicBezTo>
                  <a:pt x="488345" y="84746"/>
                  <a:pt x="489227" y="78008"/>
                  <a:pt x="489227" y="70404"/>
                </a:cubicBezTo>
                <a:cubicBezTo>
                  <a:pt x="489227" y="54702"/>
                  <a:pt x="485761" y="42972"/>
                  <a:pt x="478831" y="35214"/>
                </a:cubicBezTo>
                <a:cubicBezTo>
                  <a:pt x="471900" y="27455"/>
                  <a:pt x="462835" y="23576"/>
                  <a:pt x="451634" y="23576"/>
                </a:cubicBezTo>
                <a:cubicBezTo>
                  <a:pt x="440434" y="23576"/>
                  <a:pt x="431353" y="27479"/>
                  <a:pt x="424392" y="35283"/>
                </a:cubicBezTo>
                <a:cubicBezTo>
                  <a:pt x="417430" y="43088"/>
                  <a:pt x="413949" y="54826"/>
                  <a:pt x="413949" y="70497"/>
                </a:cubicBezTo>
                <a:cubicBezTo>
                  <a:pt x="413949" y="86416"/>
                  <a:pt x="417430" y="98324"/>
                  <a:pt x="424392" y="106221"/>
                </a:cubicBezTo>
                <a:cubicBezTo>
                  <a:pt x="431353" y="114119"/>
                  <a:pt x="440156" y="118067"/>
                  <a:pt x="450799" y="118067"/>
                </a:cubicBezTo>
                <a:cubicBezTo>
                  <a:pt x="454759" y="118067"/>
                  <a:pt x="458503" y="117408"/>
                  <a:pt x="462030" y="116089"/>
                </a:cubicBezTo>
                <a:cubicBezTo>
                  <a:pt x="456461" y="112411"/>
                  <a:pt x="450799" y="109543"/>
                  <a:pt x="445044" y="107486"/>
                </a:cubicBezTo>
                <a:lnTo>
                  <a:pt x="452748" y="91521"/>
                </a:lnTo>
                <a:cubicBezTo>
                  <a:pt x="461783" y="94659"/>
                  <a:pt x="470415" y="99366"/>
                  <a:pt x="478645" y="105641"/>
                </a:cubicBezTo>
                <a:close/>
                <a:moveTo>
                  <a:pt x="539846" y="138488"/>
                </a:moveTo>
                <a:lnTo>
                  <a:pt x="539846" y="3527"/>
                </a:lnTo>
                <a:lnTo>
                  <a:pt x="567321" y="3527"/>
                </a:lnTo>
                <a:lnTo>
                  <a:pt x="567321" y="115468"/>
                </a:lnTo>
                <a:lnTo>
                  <a:pt x="635636" y="115468"/>
                </a:lnTo>
                <a:lnTo>
                  <a:pt x="635636" y="138488"/>
                </a:lnTo>
                <a:lnTo>
                  <a:pt x="539846" y="138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C0902-12A5-4851-B5F1-66A01A6A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72" y="1979572"/>
            <a:ext cx="275449" cy="380192"/>
          </a:xfrm>
          <a:custGeom xmlns:a="http://schemas.openxmlformats.org/drawingml/2006/main">
            <a:pathLst>
              <a:path w="275449" h="380192">
                <a:moveTo>
                  <a:pt x="0" y="316890"/>
                </a:moveTo>
                <a:lnTo>
                  <a:pt x="0" y="63302"/>
                </a:lnTo>
                <a:cubicBezTo>
                  <a:pt x="0" y="28324"/>
                  <a:pt x="61591" y="0"/>
                  <a:pt x="137820" y="0"/>
                </a:cubicBezTo>
                <a:cubicBezTo>
                  <a:pt x="213858" y="0"/>
                  <a:pt x="275449" y="28324"/>
                  <a:pt x="275449" y="63302"/>
                </a:cubicBezTo>
                <a:lnTo>
                  <a:pt x="275449" y="316890"/>
                </a:lnTo>
                <a:cubicBezTo>
                  <a:pt x="275449" y="351868"/>
                  <a:pt x="213858" y="380192"/>
                  <a:pt x="137820" y="380192"/>
                </a:cubicBezTo>
                <a:cubicBezTo>
                  <a:pt x="61591" y="380192"/>
                  <a:pt x="0" y="351868"/>
                  <a:pt x="0" y="3168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0642F-43BA-4096-ACC0-C64C653A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72" y="1979572"/>
            <a:ext cx="275449" cy="380192"/>
          </a:xfrm>
          <a:custGeom xmlns:a="http://schemas.openxmlformats.org/drawingml/2006/main">
            <a:pathLst>
              <a:path w="275449" h="380192" fill="none">
                <a:moveTo>
                  <a:pt x="0" y="316890"/>
                </a:moveTo>
                <a:lnTo>
                  <a:pt x="0" y="63302"/>
                </a:lnTo>
                <a:cubicBezTo>
                  <a:pt x="0" y="28324"/>
                  <a:pt x="61591" y="0"/>
                  <a:pt x="137820" y="0"/>
                </a:cubicBezTo>
                <a:cubicBezTo>
                  <a:pt x="213858" y="0"/>
                  <a:pt x="275449" y="28324"/>
                  <a:pt x="275449" y="63302"/>
                </a:cubicBezTo>
                <a:lnTo>
                  <a:pt x="275449" y="316890"/>
                </a:lnTo>
                <a:cubicBezTo>
                  <a:pt x="275449" y="351868"/>
                  <a:pt x="213858" y="380192"/>
                  <a:pt x="137820" y="380192"/>
                </a:cubicBezTo>
                <a:cubicBezTo>
                  <a:pt x="61591" y="380192"/>
                  <a:pt x="0" y="351868"/>
                  <a:pt x="0" y="31689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BEE2E-F056-417F-8D31-F6919775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72" y="2042874"/>
            <a:ext cx="275449" cy="63492"/>
          </a:xfrm>
          <a:custGeom xmlns:a="http://schemas.openxmlformats.org/drawingml/2006/main">
            <a:pathLst>
              <a:path w="275449" h="63492" fill="none">
                <a:moveTo>
                  <a:pt x="0" y="0"/>
                </a:moveTo>
                <a:cubicBezTo>
                  <a:pt x="0" y="34978"/>
                  <a:pt x="61591" y="63492"/>
                  <a:pt x="137820" y="63492"/>
                </a:cubicBezTo>
                <a:cubicBezTo>
                  <a:pt x="213858" y="63492"/>
                  <a:pt x="275449" y="34978"/>
                  <a:pt x="27544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49" name="Text ...">
            <a:extLst xmlns:a="http://schemas.openxmlformats.org/drawingml/2006/main">
              <a:ext uri="{FF2B5EF4-FFF2-40B4-BE49-F238E27FC236}">
                <a16:creationId xmlns:a16="http://schemas.microsoft.com/office/drawing/2014/main" id="{BDFCB17B-687C-4371-B820-B46F06B0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83" y="3019834"/>
            <a:ext cx="149666" cy="22945"/>
          </a:xfrm>
          <a:custGeom xmlns:a="http://schemas.openxmlformats.org/drawingml/2006/main">
            <a:pathLst>
              <a:path w="149666" h="22945">
                <a:moveTo>
                  <a:pt x="0" y="22945"/>
                </a:moveTo>
                <a:lnTo>
                  <a:pt x="0" y="0"/>
                </a:lnTo>
                <a:lnTo>
                  <a:pt x="22834" y="0"/>
                </a:lnTo>
                <a:lnTo>
                  <a:pt x="22834" y="22945"/>
                </a:lnTo>
                <a:lnTo>
                  <a:pt x="0" y="22945"/>
                </a:lnTo>
                <a:close/>
                <a:moveTo>
                  <a:pt x="63416" y="22945"/>
                </a:moveTo>
                <a:lnTo>
                  <a:pt x="63416" y="0"/>
                </a:lnTo>
                <a:lnTo>
                  <a:pt x="86250" y="0"/>
                </a:lnTo>
                <a:lnTo>
                  <a:pt x="86250" y="22945"/>
                </a:lnTo>
                <a:lnTo>
                  <a:pt x="63416" y="22945"/>
                </a:lnTo>
                <a:close/>
                <a:moveTo>
                  <a:pt x="126832" y="22945"/>
                </a:moveTo>
                <a:lnTo>
                  <a:pt x="126832" y="0"/>
                </a:lnTo>
                <a:lnTo>
                  <a:pt x="149666" y="0"/>
                </a:lnTo>
                <a:lnTo>
                  <a:pt x="149666" y="22945"/>
                </a:lnTo>
                <a:lnTo>
                  <a:pt x="126832" y="22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AEF5A-D386-49EE-BAD6-9BFC25B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076" y="2633502"/>
            <a:ext cx="790229" cy="702975"/>
          </a:xfrm>
          <a:custGeom xmlns:a="http://schemas.openxmlformats.org/drawingml/2006/main">
            <a:pathLst>
              <a:path w="790229" h="702975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987E5-5AE9-4B84-AD64-DACA3A60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076" y="2633502"/>
            <a:ext cx="790229" cy="702975"/>
          </a:xfrm>
          <a:custGeom xmlns:a="http://schemas.openxmlformats.org/drawingml/2006/main">
            <a:pathLst>
              <a:path w="790229" h="702975" fill="none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5049bcdaf4977"/>
          <a:stretch xmlns:a="http://schemas.openxmlformats.org/drawingml/2006/main"/>
        </p:blipFill>
        <p:spPr>
          <a:xfrm xmlns:a="http://schemas.openxmlformats.org/drawingml/2006/main">
            <a:off x="3535244" y="2542446"/>
            <a:ext cx="462693" cy="462693"/>
          </a:xfrm>
          <a:prstGeom xmlns:a="http://schemas.openxmlformats.org/drawingml/2006/main" prst="rect">
            <a:avLst/>
          </a:prstGeom>
        </p:spPr>
      </p:pic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A2982-2EED-4526-A1F4-FA928230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624" y="3280209"/>
            <a:ext cx="17869" cy="42962"/>
          </a:xfrm>
          <a:custGeom xmlns:a="http://schemas.openxmlformats.org/drawingml/2006/main">
            <a:pathLst>
              <a:path w="17869" h="42962">
                <a:moveTo>
                  <a:pt x="0" y="42962"/>
                </a:moveTo>
                <a:lnTo>
                  <a:pt x="13117" y="380"/>
                </a:lnTo>
                <a:lnTo>
                  <a:pt x="17869" y="0"/>
                </a:lnTo>
                <a:lnTo>
                  <a:pt x="6083" y="36879"/>
                </a:lnTo>
                <a:cubicBezTo>
                  <a:pt x="5133" y="39540"/>
                  <a:pt x="3422" y="41821"/>
                  <a:pt x="0" y="42962"/>
                </a:cubicBezTo>
                <a:close/>
              </a:path>
            </a:pathLst>
          </a:custGeom>
          <a:solidFill xmlns:a="http://schemas.openxmlformats.org/drawingml/2006/main">
            <a:srgbClr val="2826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38A6D-33CC-4579-A8AF-4E6110E2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616" y="3157787"/>
            <a:ext cx="107404" cy="122802"/>
          </a:xfrm>
          <a:custGeom xmlns:a="http://schemas.openxmlformats.org/drawingml/2006/main">
            <a:pathLst>
              <a:path w="107404" h="122802">
                <a:moveTo>
                  <a:pt x="9125" y="122802"/>
                </a:moveTo>
                <a:lnTo>
                  <a:pt x="27564" y="68244"/>
                </a:lnTo>
                <a:cubicBezTo>
                  <a:pt x="17679" y="66724"/>
                  <a:pt x="8744" y="69955"/>
                  <a:pt x="0" y="73567"/>
                </a:cubicBezTo>
                <a:cubicBezTo>
                  <a:pt x="8174" y="67674"/>
                  <a:pt x="13497" y="63682"/>
                  <a:pt x="22812" y="61781"/>
                </a:cubicBezTo>
                <a:cubicBezTo>
                  <a:pt x="15588" y="59880"/>
                  <a:pt x="11216" y="55888"/>
                  <a:pt x="6653" y="51896"/>
                </a:cubicBezTo>
                <a:cubicBezTo>
                  <a:pt x="12927" y="54367"/>
                  <a:pt x="19580" y="56268"/>
                  <a:pt x="26043" y="55318"/>
                </a:cubicBezTo>
                <a:cubicBezTo>
                  <a:pt x="25093" y="41631"/>
                  <a:pt x="17679" y="28324"/>
                  <a:pt x="8744" y="15588"/>
                </a:cubicBezTo>
                <a:cubicBezTo>
                  <a:pt x="16158" y="20340"/>
                  <a:pt x="23572" y="26043"/>
                  <a:pt x="26423" y="31176"/>
                </a:cubicBezTo>
                <a:cubicBezTo>
                  <a:pt x="27184" y="19580"/>
                  <a:pt x="28895" y="9885"/>
                  <a:pt x="30605" y="0"/>
                </a:cubicBezTo>
                <a:lnTo>
                  <a:pt x="46003" y="30035"/>
                </a:lnTo>
                <a:cubicBezTo>
                  <a:pt x="35358" y="57599"/>
                  <a:pt x="24522" y="90296"/>
                  <a:pt x="13877" y="122422"/>
                </a:cubicBezTo>
                <a:lnTo>
                  <a:pt x="9125" y="122802"/>
                </a:lnTo>
                <a:close/>
                <a:moveTo>
                  <a:pt x="47334" y="85163"/>
                </a:moveTo>
                <a:cubicBezTo>
                  <a:pt x="43912" y="78700"/>
                  <a:pt x="41441" y="74898"/>
                  <a:pt x="36118" y="71476"/>
                </a:cubicBezTo>
                <a:lnTo>
                  <a:pt x="49425" y="33457"/>
                </a:lnTo>
                <a:cubicBezTo>
                  <a:pt x="53037" y="33077"/>
                  <a:pt x="57029" y="33077"/>
                  <a:pt x="61021" y="32126"/>
                </a:cubicBezTo>
                <a:cubicBezTo>
                  <a:pt x="70145" y="33837"/>
                  <a:pt x="79460" y="33837"/>
                  <a:pt x="88775" y="30035"/>
                </a:cubicBezTo>
                <a:cubicBezTo>
                  <a:pt x="97709" y="26423"/>
                  <a:pt x="102842" y="21861"/>
                  <a:pt x="107404" y="17109"/>
                </a:cubicBezTo>
                <a:cubicBezTo>
                  <a:pt x="103602" y="24142"/>
                  <a:pt x="99990" y="30986"/>
                  <a:pt x="91816" y="38780"/>
                </a:cubicBezTo>
                <a:cubicBezTo>
                  <a:pt x="84783" y="44673"/>
                  <a:pt x="78510" y="47904"/>
                  <a:pt x="72427" y="50375"/>
                </a:cubicBezTo>
                <a:cubicBezTo>
                  <a:pt x="79460" y="50756"/>
                  <a:pt x="86874" y="50756"/>
                  <a:pt x="93147" y="42772"/>
                </a:cubicBezTo>
                <a:cubicBezTo>
                  <a:pt x="89155" y="50756"/>
                  <a:pt x="83072" y="59880"/>
                  <a:pt x="66914" y="65393"/>
                </a:cubicBezTo>
                <a:cubicBezTo>
                  <a:pt x="57409" y="68054"/>
                  <a:pt x="48284" y="68625"/>
                  <a:pt x="39540" y="68244"/>
                </a:cubicBezTo>
                <a:cubicBezTo>
                  <a:pt x="46003" y="74898"/>
                  <a:pt x="47144" y="80220"/>
                  <a:pt x="47334" y="85163"/>
                </a:cubicBezTo>
                <a:close/>
              </a:path>
            </a:pathLst>
          </a:custGeom>
          <a:solidFill xmlns:a="http://schemas.openxmlformats.org/drawingml/2006/main">
            <a:srgbClr val="7E2A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9EDD1-578C-4CF7-A6FE-A52DF105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221" y="3014265"/>
            <a:ext cx="138580" cy="176979"/>
          </a:xfrm>
          <a:custGeom xmlns:a="http://schemas.openxmlformats.org/drawingml/2006/main">
            <a:pathLst>
              <a:path w="138580" h="176979">
                <a:moveTo>
                  <a:pt x="15398" y="173558"/>
                </a:moveTo>
                <a:lnTo>
                  <a:pt x="0" y="143522"/>
                </a:lnTo>
                <a:cubicBezTo>
                  <a:pt x="4942" y="120331"/>
                  <a:pt x="11976" y="99040"/>
                  <a:pt x="19580" y="80791"/>
                </a:cubicBezTo>
                <a:cubicBezTo>
                  <a:pt x="25093" y="68054"/>
                  <a:pt x="30605" y="56078"/>
                  <a:pt x="36118" y="45243"/>
                </a:cubicBezTo>
                <a:cubicBezTo>
                  <a:pt x="43912" y="30605"/>
                  <a:pt x="51706" y="15968"/>
                  <a:pt x="61781" y="0"/>
                </a:cubicBezTo>
                <a:lnTo>
                  <a:pt x="76989" y="30035"/>
                </a:lnTo>
                <a:cubicBezTo>
                  <a:pt x="65583" y="53607"/>
                  <a:pt x="53797" y="78320"/>
                  <a:pt x="41441" y="107784"/>
                </a:cubicBezTo>
                <a:cubicBezTo>
                  <a:pt x="32887" y="127935"/>
                  <a:pt x="24332" y="150176"/>
                  <a:pt x="15398" y="173558"/>
                </a:cubicBezTo>
                <a:close/>
                <a:moveTo>
                  <a:pt x="34027" y="175078"/>
                </a:moveTo>
                <a:cubicBezTo>
                  <a:pt x="26804" y="176789"/>
                  <a:pt x="23192" y="176599"/>
                  <a:pt x="18819" y="176979"/>
                </a:cubicBezTo>
                <a:cubicBezTo>
                  <a:pt x="28704" y="150176"/>
                  <a:pt x="39160" y="123182"/>
                  <a:pt x="50566" y="95998"/>
                </a:cubicBezTo>
                <a:cubicBezTo>
                  <a:pt x="60070" y="74328"/>
                  <a:pt x="69385" y="52657"/>
                  <a:pt x="79650" y="31936"/>
                </a:cubicBezTo>
                <a:lnTo>
                  <a:pt x="120141" y="27564"/>
                </a:lnTo>
                <a:cubicBezTo>
                  <a:pt x="127554" y="26233"/>
                  <a:pt x="133637" y="23952"/>
                  <a:pt x="138580" y="20720"/>
                </a:cubicBezTo>
                <a:cubicBezTo>
                  <a:pt x="137249" y="27754"/>
                  <a:pt x="133828" y="36879"/>
                  <a:pt x="127174" y="49045"/>
                </a:cubicBezTo>
                <a:cubicBezTo>
                  <a:pt x="122232" y="57409"/>
                  <a:pt x="114628" y="63492"/>
                  <a:pt x="104743" y="67484"/>
                </a:cubicBezTo>
                <a:cubicBezTo>
                  <a:pt x="110256" y="67104"/>
                  <a:pt x="116149" y="65203"/>
                  <a:pt x="124703" y="59690"/>
                </a:cubicBezTo>
                <a:cubicBezTo>
                  <a:pt x="118050" y="71856"/>
                  <a:pt x="108545" y="83452"/>
                  <a:pt x="95808" y="87444"/>
                </a:cubicBezTo>
                <a:cubicBezTo>
                  <a:pt x="99990" y="87634"/>
                  <a:pt x="106644" y="85923"/>
                  <a:pt x="112157" y="82692"/>
                </a:cubicBezTo>
                <a:cubicBezTo>
                  <a:pt x="104553" y="104553"/>
                  <a:pt x="99610" y="115959"/>
                  <a:pt x="93337" y="126794"/>
                </a:cubicBezTo>
                <a:cubicBezTo>
                  <a:pt x="81361" y="147324"/>
                  <a:pt x="70145" y="157019"/>
                  <a:pt x="59310" y="164053"/>
                </a:cubicBezTo>
                <a:cubicBezTo>
                  <a:pt x="53037" y="167855"/>
                  <a:pt x="46954" y="171657"/>
                  <a:pt x="34027" y="175078"/>
                </a:cubicBezTo>
                <a:close/>
              </a:path>
            </a:pathLst>
          </a:custGeom>
          <a:solidFill xmlns:a="http://schemas.openxmlformats.org/drawingml/2006/main">
            <a:srgbClr val="C7203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50E1D-D499-43A9-997F-B7A7B912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003" y="2946020"/>
            <a:ext cx="106644" cy="100181"/>
          </a:xfrm>
          <a:custGeom xmlns:a="http://schemas.openxmlformats.org/drawingml/2006/main">
            <a:pathLst>
              <a:path w="106644" h="100181">
                <a:moveTo>
                  <a:pt x="15208" y="98280"/>
                </a:moveTo>
                <a:lnTo>
                  <a:pt x="0" y="68244"/>
                </a:lnTo>
                <a:cubicBezTo>
                  <a:pt x="15018" y="44292"/>
                  <a:pt x="30605" y="21101"/>
                  <a:pt x="47904" y="0"/>
                </a:cubicBezTo>
                <a:lnTo>
                  <a:pt x="59690" y="22051"/>
                </a:lnTo>
                <a:cubicBezTo>
                  <a:pt x="52657" y="31936"/>
                  <a:pt x="45433" y="43532"/>
                  <a:pt x="37639" y="56649"/>
                </a:cubicBezTo>
                <a:cubicBezTo>
                  <a:pt x="29085" y="71856"/>
                  <a:pt x="22241" y="84973"/>
                  <a:pt x="15208" y="98280"/>
                </a:cubicBezTo>
                <a:close/>
                <a:moveTo>
                  <a:pt x="57029" y="95998"/>
                </a:moveTo>
                <a:lnTo>
                  <a:pt x="17869" y="100181"/>
                </a:lnTo>
                <a:cubicBezTo>
                  <a:pt x="25853" y="84593"/>
                  <a:pt x="32887" y="69765"/>
                  <a:pt x="43342" y="52276"/>
                </a:cubicBezTo>
                <a:cubicBezTo>
                  <a:pt x="48474" y="42772"/>
                  <a:pt x="54938" y="32697"/>
                  <a:pt x="61211" y="22621"/>
                </a:cubicBezTo>
                <a:cubicBezTo>
                  <a:pt x="76419" y="21671"/>
                  <a:pt x="91436" y="19770"/>
                  <a:pt x="106644" y="17109"/>
                </a:cubicBezTo>
                <a:cubicBezTo>
                  <a:pt x="104933" y="26423"/>
                  <a:pt x="101321" y="36118"/>
                  <a:pt x="97519" y="44292"/>
                </a:cubicBezTo>
                <a:cubicBezTo>
                  <a:pt x="92006" y="55888"/>
                  <a:pt x="86304" y="66343"/>
                  <a:pt x="80030" y="75848"/>
                </a:cubicBezTo>
                <a:cubicBezTo>
                  <a:pt x="74137" y="85353"/>
                  <a:pt x="69005" y="89725"/>
                  <a:pt x="57029" y="95998"/>
                </a:cubicBezTo>
                <a:close/>
              </a:path>
            </a:pathLst>
          </a:custGeom>
          <a:solidFill xmlns:a="http://schemas.openxmlformats.org/drawingml/2006/main">
            <a:srgbClr val="E46A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BFA0B-D3A0-40E9-8D6F-6D71731E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907" y="2913133"/>
            <a:ext cx="60831" cy="55508"/>
          </a:xfrm>
          <a:custGeom xmlns:a="http://schemas.openxmlformats.org/drawingml/2006/main">
            <a:pathLst>
              <a:path w="60831" h="55508">
                <a:moveTo>
                  <a:pt x="11786" y="54938"/>
                </a:moveTo>
                <a:lnTo>
                  <a:pt x="0" y="32887"/>
                </a:lnTo>
                <a:cubicBezTo>
                  <a:pt x="10835" y="19770"/>
                  <a:pt x="20720" y="9315"/>
                  <a:pt x="28704" y="3612"/>
                </a:cubicBezTo>
                <a:cubicBezTo>
                  <a:pt x="32887" y="760"/>
                  <a:pt x="37639" y="0"/>
                  <a:pt x="42772" y="2281"/>
                </a:cubicBezTo>
                <a:cubicBezTo>
                  <a:pt x="51136" y="7034"/>
                  <a:pt x="57219" y="15398"/>
                  <a:pt x="58740" y="24522"/>
                </a:cubicBezTo>
                <a:cubicBezTo>
                  <a:pt x="60831" y="34788"/>
                  <a:pt x="59880" y="42772"/>
                  <a:pt x="58740" y="49995"/>
                </a:cubicBezTo>
                <a:cubicBezTo>
                  <a:pt x="42201" y="52847"/>
                  <a:pt x="26804" y="54748"/>
                  <a:pt x="13307" y="55508"/>
                </a:cubicBezTo>
                <a:cubicBezTo>
                  <a:pt x="20530" y="43912"/>
                  <a:pt x="27564" y="34597"/>
                  <a:pt x="34407" y="26233"/>
                </a:cubicBezTo>
                <a:cubicBezTo>
                  <a:pt x="26804" y="34407"/>
                  <a:pt x="19200" y="44102"/>
                  <a:pt x="11786" y="54938"/>
                </a:cubicBezTo>
                <a:close/>
              </a:path>
            </a:pathLst>
          </a:custGeom>
          <a:solidFill xmlns:a="http://schemas.openxmlformats.org/drawingml/2006/main">
            <a:srgbClr val="F6982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49673-4D2E-44C8-BDEE-81734614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203" y="2639586"/>
            <a:ext cx="790229" cy="702975"/>
          </a:xfrm>
          <a:custGeom xmlns:a="http://schemas.openxmlformats.org/drawingml/2006/main">
            <a:pathLst>
              <a:path w="790229" h="702975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F06B1-D000-40EB-8C70-E5F19C55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203" y="2639586"/>
            <a:ext cx="790229" cy="702975"/>
          </a:xfrm>
          <a:custGeom xmlns:a="http://schemas.openxmlformats.org/drawingml/2006/main">
            <a:pathLst>
              <a:path w="790229" h="702975" fill="none">
                <a:moveTo>
                  <a:pt x="0" y="702975"/>
                </a:moveTo>
                <a:lnTo>
                  <a:pt x="0" y="0"/>
                </a:lnTo>
                <a:lnTo>
                  <a:pt x="790229" y="0"/>
                </a:lnTo>
                <a:lnTo>
                  <a:pt x="790229" y="702975"/>
                </a:lnTo>
                <a:lnTo>
                  <a:pt x="0" y="702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60" name="Text 5.7">
            <a:extLst xmlns:a="http://schemas.openxmlformats.org/drawingml/2006/main">
              <a:ext uri="{FF2B5EF4-FFF2-40B4-BE49-F238E27FC236}">
                <a16:creationId xmlns:a16="http://schemas.microsoft.com/office/drawing/2014/main" id="{5CF05D5B-2332-450E-B59D-1D676DC4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737" y="3052581"/>
            <a:ext cx="296843" cy="164181"/>
          </a:xfrm>
          <a:custGeom xmlns:a="http://schemas.openxmlformats.org/drawingml/2006/main">
            <a:pathLst>
              <a:path w="296843" h="164181">
                <a:moveTo>
                  <a:pt x="0" y="119293"/>
                </a:moveTo>
                <a:lnTo>
                  <a:pt x="31188" y="116062"/>
                </a:lnTo>
                <a:cubicBezTo>
                  <a:pt x="32079" y="123117"/>
                  <a:pt x="34715" y="128705"/>
                  <a:pt x="39096" y="132826"/>
                </a:cubicBezTo>
                <a:cubicBezTo>
                  <a:pt x="43477" y="136947"/>
                  <a:pt x="48526" y="139008"/>
                  <a:pt x="54244" y="139008"/>
                </a:cubicBezTo>
                <a:cubicBezTo>
                  <a:pt x="60779" y="139008"/>
                  <a:pt x="66311" y="136348"/>
                  <a:pt x="70840" y="131030"/>
                </a:cubicBezTo>
                <a:cubicBezTo>
                  <a:pt x="75370" y="125711"/>
                  <a:pt x="77635" y="117696"/>
                  <a:pt x="77635" y="106985"/>
                </a:cubicBezTo>
                <a:cubicBezTo>
                  <a:pt x="77635" y="96942"/>
                  <a:pt x="75389" y="89409"/>
                  <a:pt x="70896" y="84388"/>
                </a:cubicBezTo>
                <a:cubicBezTo>
                  <a:pt x="66404" y="79366"/>
                  <a:pt x="60556" y="76855"/>
                  <a:pt x="53353" y="76855"/>
                </a:cubicBezTo>
                <a:cubicBezTo>
                  <a:pt x="44368" y="76855"/>
                  <a:pt x="36311" y="80865"/>
                  <a:pt x="29183" y="88885"/>
                </a:cubicBezTo>
                <a:lnTo>
                  <a:pt x="3787" y="85174"/>
                </a:lnTo>
                <a:lnTo>
                  <a:pt x="19826" y="0"/>
                </a:lnTo>
                <a:lnTo>
                  <a:pt x="102585" y="0"/>
                </a:lnTo>
                <a:lnTo>
                  <a:pt x="102585" y="29405"/>
                </a:lnTo>
                <a:lnTo>
                  <a:pt x="43551" y="29405"/>
                </a:lnTo>
                <a:lnTo>
                  <a:pt x="38650" y="57123"/>
                </a:lnTo>
                <a:cubicBezTo>
                  <a:pt x="45630" y="53644"/>
                  <a:pt x="52759" y="51905"/>
                  <a:pt x="60036" y="51905"/>
                </a:cubicBezTo>
                <a:cubicBezTo>
                  <a:pt x="73922" y="51905"/>
                  <a:pt x="85692" y="56965"/>
                  <a:pt x="95345" y="67085"/>
                </a:cubicBezTo>
                <a:cubicBezTo>
                  <a:pt x="104998" y="77202"/>
                  <a:pt x="109825" y="90334"/>
                  <a:pt x="109825" y="106480"/>
                </a:cubicBezTo>
                <a:cubicBezTo>
                  <a:pt x="109825" y="119948"/>
                  <a:pt x="105927" y="131965"/>
                  <a:pt x="98130" y="142530"/>
                </a:cubicBezTo>
                <a:cubicBezTo>
                  <a:pt x="87511" y="156964"/>
                  <a:pt x="72771" y="164181"/>
                  <a:pt x="53910" y="164181"/>
                </a:cubicBezTo>
                <a:cubicBezTo>
                  <a:pt x="38836" y="164181"/>
                  <a:pt x="26547" y="160124"/>
                  <a:pt x="17042" y="152012"/>
                </a:cubicBezTo>
                <a:cubicBezTo>
                  <a:pt x="7537" y="143897"/>
                  <a:pt x="1856" y="132991"/>
                  <a:pt x="0" y="119293"/>
                </a:cubicBezTo>
                <a:close/>
                <a:moveTo>
                  <a:pt x="133069" y="161285"/>
                </a:moveTo>
                <a:lnTo>
                  <a:pt x="133069" y="129874"/>
                </a:lnTo>
                <a:lnTo>
                  <a:pt x="164368" y="129874"/>
                </a:lnTo>
                <a:lnTo>
                  <a:pt x="164368" y="161285"/>
                </a:lnTo>
                <a:lnTo>
                  <a:pt x="133069" y="161285"/>
                </a:lnTo>
                <a:close/>
                <a:moveTo>
                  <a:pt x="189802" y="29183"/>
                </a:moveTo>
                <a:lnTo>
                  <a:pt x="189802" y="0"/>
                </a:lnTo>
                <a:lnTo>
                  <a:pt x="296843" y="0"/>
                </a:lnTo>
                <a:lnTo>
                  <a:pt x="296843" y="22722"/>
                </a:lnTo>
                <a:cubicBezTo>
                  <a:pt x="288006" y="31424"/>
                  <a:pt x="279021" y="43920"/>
                  <a:pt x="269888" y="60210"/>
                </a:cubicBezTo>
                <a:cubicBezTo>
                  <a:pt x="260754" y="76498"/>
                  <a:pt x="253793" y="93809"/>
                  <a:pt x="249003" y="112143"/>
                </a:cubicBezTo>
                <a:cubicBezTo>
                  <a:pt x="244214" y="130475"/>
                  <a:pt x="241856" y="146856"/>
                  <a:pt x="241930" y="161285"/>
                </a:cubicBezTo>
                <a:lnTo>
                  <a:pt x="211745" y="161285"/>
                </a:lnTo>
                <a:cubicBezTo>
                  <a:pt x="212265" y="138692"/>
                  <a:pt x="216924" y="115654"/>
                  <a:pt x="225724" y="92171"/>
                </a:cubicBezTo>
                <a:cubicBezTo>
                  <a:pt x="234523" y="68685"/>
                  <a:pt x="246274" y="47689"/>
                  <a:pt x="260977" y="29183"/>
                </a:cubicBezTo>
                <a:lnTo>
                  <a:pt x="189802" y="29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MySQL">
            <a:extLst xmlns:a="http://schemas.openxmlformats.org/drawingml/2006/main">
              <a:ext uri="{FF2B5EF4-FFF2-40B4-BE49-F238E27FC236}">
                <a16:creationId xmlns:a16="http://schemas.microsoft.com/office/drawing/2014/main" id="{7B4DA359-6CEB-4610-B12E-21BD779C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558" y="2809243"/>
            <a:ext cx="635636" cy="178586"/>
          </a:xfrm>
          <a:custGeom xmlns:a="http://schemas.openxmlformats.org/drawingml/2006/main">
            <a:pathLst>
              <a:path w="635636" h="178586">
                <a:moveTo>
                  <a:pt x="0" y="138488"/>
                </a:moveTo>
                <a:lnTo>
                  <a:pt x="0" y="2413"/>
                </a:lnTo>
                <a:lnTo>
                  <a:pt x="41119" y="2413"/>
                </a:lnTo>
                <a:lnTo>
                  <a:pt x="65810" y="95234"/>
                </a:lnTo>
                <a:lnTo>
                  <a:pt x="90221" y="2413"/>
                </a:lnTo>
                <a:lnTo>
                  <a:pt x="131434" y="2413"/>
                </a:lnTo>
                <a:lnTo>
                  <a:pt x="131434" y="138488"/>
                </a:lnTo>
                <a:lnTo>
                  <a:pt x="105908" y="138488"/>
                </a:lnTo>
                <a:lnTo>
                  <a:pt x="105908" y="31373"/>
                </a:lnTo>
                <a:lnTo>
                  <a:pt x="78897" y="138488"/>
                </a:lnTo>
                <a:lnTo>
                  <a:pt x="52443" y="138488"/>
                </a:lnTo>
                <a:lnTo>
                  <a:pt x="25526" y="31373"/>
                </a:lnTo>
                <a:lnTo>
                  <a:pt x="25526" y="138488"/>
                </a:lnTo>
                <a:lnTo>
                  <a:pt x="0" y="138488"/>
                </a:lnTo>
                <a:close/>
                <a:moveTo>
                  <a:pt x="146191" y="39913"/>
                </a:moveTo>
                <a:lnTo>
                  <a:pt x="173944" y="39913"/>
                </a:lnTo>
                <a:lnTo>
                  <a:pt x="197520" y="109966"/>
                </a:lnTo>
                <a:lnTo>
                  <a:pt x="220540" y="39913"/>
                </a:lnTo>
                <a:lnTo>
                  <a:pt x="247550" y="39913"/>
                </a:lnTo>
                <a:lnTo>
                  <a:pt x="212743" y="134807"/>
                </a:lnTo>
                <a:lnTo>
                  <a:pt x="206524" y="152040"/>
                </a:lnTo>
                <a:cubicBezTo>
                  <a:pt x="204234" y="157794"/>
                  <a:pt x="202053" y="162188"/>
                  <a:pt x="199980" y="165220"/>
                </a:cubicBezTo>
                <a:cubicBezTo>
                  <a:pt x="197907" y="168252"/>
                  <a:pt x="195525" y="170712"/>
                  <a:pt x="192833" y="172599"/>
                </a:cubicBezTo>
                <a:cubicBezTo>
                  <a:pt x="190141" y="174487"/>
                  <a:pt x="186830" y="175956"/>
                  <a:pt x="182901" y="177008"/>
                </a:cubicBezTo>
                <a:cubicBezTo>
                  <a:pt x="178972" y="178060"/>
                  <a:pt x="174532" y="178586"/>
                  <a:pt x="169581" y="178586"/>
                </a:cubicBezTo>
                <a:cubicBezTo>
                  <a:pt x="164569" y="178586"/>
                  <a:pt x="159650" y="178060"/>
                  <a:pt x="154823" y="177008"/>
                </a:cubicBezTo>
                <a:lnTo>
                  <a:pt x="152502" y="156588"/>
                </a:lnTo>
                <a:cubicBezTo>
                  <a:pt x="156586" y="157392"/>
                  <a:pt x="160268" y="157794"/>
                  <a:pt x="163548" y="157794"/>
                </a:cubicBezTo>
                <a:cubicBezTo>
                  <a:pt x="169612" y="157794"/>
                  <a:pt x="174099" y="156015"/>
                  <a:pt x="177007" y="152457"/>
                </a:cubicBezTo>
                <a:cubicBezTo>
                  <a:pt x="179915" y="148899"/>
                  <a:pt x="182143" y="144366"/>
                  <a:pt x="183690" y="138859"/>
                </a:cubicBezTo>
                <a:lnTo>
                  <a:pt x="146191" y="39913"/>
                </a:lnTo>
                <a:close/>
                <a:moveTo>
                  <a:pt x="257453" y="94305"/>
                </a:moveTo>
                <a:lnTo>
                  <a:pt x="284185" y="91706"/>
                </a:lnTo>
                <a:cubicBezTo>
                  <a:pt x="285794" y="100712"/>
                  <a:pt x="289058" y="107326"/>
                  <a:pt x="293978" y="111550"/>
                </a:cubicBezTo>
                <a:cubicBezTo>
                  <a:pt x="298897" y="115771"/>
                  <a:pt x="305534" y="117882"/>
                  <a:pt x="313888" y="117882"/>
                </a:cubicBezTo>
                <a:cubicBezTo>
                  <a:pt x="322737" y="117882"/>
                  <a:pt x="329404" y="116004"/>
                  <a:pt x="333891" y="112249"/>
                </a:cubicBezTo>
                <a:cubicBezTo>
                  <a:pt x="338377" y="108493"/>
                  <a:pt x="340620" y="104101"/>
                  <a:pt x="340620" y="99071"/>
                </a:cubicBezTo>
                <a:cubicBezTo>
                  <a:pt x="340620" y="95844"/>
                  <a:pt x="339676" y="93098"/>
                  <a:pt x="337789" y="90833"/>
                </a:cubicBezTo>
                <a:cubicBezTo>
                  <a:pt x="335902" y="88567"/>
                  <a:pt x="332607" y="86596"/>
                  <a:pt x="327904" y="84919"/>
                </a:cubicBezTo>
                <a:cubicBezTo>
                  <a:pt x="324686" y="83803"/>
                  <a:pt x="317353" y="81819"/>
                  <a:pt x="305905" y="78967"/>
                </a:cubicBezTo>
                <a:cubicBezTo>
                  <a:pt x="291178" y="75308"/>
                  <a:pt x="280844" y="70812"/>
                  <a:pt x="274903" y="65479"/>
                </a:cubicBezTo>
                <a:cubicBezTo>
                  <a:pt x="266549" y="57976"/>
                  <a:pt x="262373" y="48830"/>
                  <a:pt x="262373" y="38042"/>
                </a:cubicBezTo>
                <a:cubicBezTo>
                  <a:pt x="262373" y="31098"/>
                  <a:pt x="264337" y="24603"/>
                  <a:pt x="268267" y="18558"/>
                </a:cubicBezTo>
                <a:cubicBezTo>
                  <a:pt x="272196" y="12511"/>
                  <a:pt x="277858" y="7907"/>
                  <a:pt x="285253" y="4745"/>
                </a:cubicBezTo>
                <a:cubicBezTo>
                  <a:pt x="292647" y="1582"/>
                  <a:pt x="301574" y="0"/>
                  <a:pt x="312031" y="0"/>
                </a:cubicBezTo>
                <a:cubicBezTo>
                  <a:pt x="329110" y="0"/>
                  <a:pt x="341966" y="3761"/>
                  <a:pt x="350598" y="11283"/>
                </a:cubicBezTo>
                <a:cubicBezTo>
                  <a:pt x="359230" y="18804"/>
                  <a:pt x="363763" y="28842"/>
                  <a:pt x="364196" y="41398"/>
                </a:cubicBezTo>
                <a:lnTo>
                  <a:pt x="336722" y="42512"/>
                </a:lnTo>
                <a:cubicBezTo>
                  <a:pt x="335546" y="35519"/>
                  <a:pt x="333024" y="30491"/>
                  <a:pt x="329157" y="27428"/>
                </a:cubicBezTo>
                <a:cubicBezTo>
                  <a:pt x="325289" y="24365"/>
                  <a:pt x="319488" y="22834"/>
                  <a:pt x="311753" y="22834"/>
                </a:cubicBezTo>
                <a:cubicBezTo>
                  <a:pt x="303770" y="22834"/>
                  <a:pt x="297520" y="24475"/>
                  <a:pt x="293003" y="27756"/>
                </a:cubicBezTo>
                <a:cubicBezTo>
                  <a:pt x="290095" y="29860"/>
                  <a:pt x="288641" y="32677"/>
                  <a:pt x="288641" y="36206"/>
                </a:cubicBezTo>
                <a:cubicBezTo>
                  <a:pt x="288641" y="39425"/>
                  <a:pt x="290002" y="42180"/>
                  <a:pt x="292725" y="44470"/>
                </a:cubicBezTo>
                <a:cubicBezTo>
                  <a:pt x="296190" y="47380"/>
                  <a:pt x="304606" y="50416"/>
                  <a:pt x="317972" y="53578"/>
                </a:cubicBezTo>
                <a:cubicBezTo>
                  <a:pt x="331338" y="56739"/>
                  <a:pt x="341223" y="60010"/>
                  <a:pt x="347628" y="63390"/>
                </a:cubicBezTo>
                <a:cubicBezTo>
                  <a:pt x="354033" y="66769"/>
                  <a:pt x="359045" y="71387"/>
                  <a:pt x="362665" y="77247"/>
                </a:cubicBezTo>
                <a:cubicBezTo>
                  <a:pt x="366285" y="83104"/>
                  <a:pt x="368095" y="90342"/>
                  <a:pt x="368095" y="98961"/>
                </a:cubicBezTo>
                <a:cubicBezTo>
                  <a:pt x="368095" y="106771"/>
                  <a:pt x="365929" y="114087"/>
                  <a:pt x="361597" y="120907"/>
                </a:cubicBezTo>
                <a:cubicBezTo>
                  <a:pt x="357266" y="127727"/>
                  <a:pt x="351140" y="132796"/>
                  <a:pt x="343219" y="136112"/>
                </a:cubicBezTo>
                <a:cubicBezTo>
                  <a:pt x="335298" y="139429"/>
                  <a:pt x="325428" y="141087"/>
                  <a:pt x="313609" y="141087"/>
                </a:cubicBezTo>
                <a:cubicBezTo>
                  <a:pt x="296407" y="141087"/>
                  <a:pt x="283195" y="137103"/>
                  <a:pt x="273975" y="129136"/>
                </a:cubicBezTo>
                <a:cubicBezTo>
                  <a:pt x="264755" y="121169"/>
                  <a:pt x="259248" y="109559"/>
                  <a:pt x="257453" y="94305"/>
                </a:cubicBezTo>
                <a:close/>
                <a:moveTo>
                  <a:pt x="500737" y="121046"/>
                </a:moveTo>
                <a:cubicBezTo>
                  <a:pt x="507482" y="125869"/>
                  <a:pt x="514814" y="129703"/>
                  <a:pt x="522735" y="132547"/>
                </a:cubicBezTo>
                <a:lnTo>
                  <a:pt x="512618" y="152225"/>
                </a:lnTo>
                <a:cubicBezTo>
                  <a:pt x="508472" y="150988"/>
                  <a:pt x="504419" y="149286"/>
                  <a:pt x="500458" y="147120"/>
                </a:cubicBezTo>
                <a:cubicBezTo>
                  <a:pt x="499592" y="146687"/>
                  <a:pt x="493497" y="142665"/>
                  <a:pt x="482173" y="135054"/>
                </a:cubicBezTo>
                <a:cubicBezTo>
                  <a:pt x="473262" y="138952"/>
                  <a:pt x="463392" y="140901"/>
                  <a:pt x="452563" y="140901"/>
                </a:cubicBezTo>
                <a:cubicBezTo>
                  <a:pt x="431647" y="140901"/>
                  <a:pt x="415265" y="134736"/>
                  <a:pt x="403415" y="122407"/>
                </a:cubicBezTo>
                <a:cubicBezTo>
                  <a:pt x="391565" y="110075"/>
                  <a:pt x="385639" y="92756"/>
                  <a:pt x="385639" y="70451"/>
                </a:cubicBezTo>
                <a:cubicBezTo>
                  <a:pt x="385639" y="48207"/>
                  <a:pt x="391580" y="30904"/>
                  <a:pt x="403461" y="18544"/>
                </a:cubicBezTo>
                <a:cubicBezTo>
                  <a:pt x="415342" y="6181"/>
                  <a:pt x="431462" y="0"/>
                  <a:pt x="451820" y="0"/>
                </a:cubicBezTo>
                <a:cubicBezTo>
                  <a:pt x="471993" y="0"/>
                  <a:pt x="487989" y="6169"/>
                  <a:pt x="499808" y="18506"/>
                </a:cubicBezTo>
                <a:cubicBezTo>
                  <a:pt x="511628" y="30841"/>
                  <a:pt x="517537" y="48109"/>
                  <a:pt x="517537" y="70308"/>
                </a:cubicBezTo>
                <a:cubicBezTo>
                  <a:pt x="517537" y="82058"/>
                  <a:pt x="515897" y="92385"/>
                  <a:pt x="512618" y="101290"/>
                </a:cubicBezTo>
                <a:cubicBezTo>
                  <a:pt x="510142" y="108091"/>
                  <a:pt x="506182" y="114677"/>
                  <a:pt x="500737" y="121046"/>
                </a:cubicBezTo>
                <a:moveTo>
                  <a:pt x="478645" y="105641"/>
                </a:moveTo>
                <a:cubicBezTo>
                  <a:pt x="482173" y="101499"/>
                  <a:pt x="484818" y="96492"/>
                  <a:pt x="486582" y="90619"/>
                </a:cubicBezTo>
                <a:cubicBezTo>
                  <a:pt x="488345" y="84746"/>
                  <a:pt x="489227" y="78008"/>
                  <a:pt x="489227" y="70404"/>
                </a:cubicBezTo>
                <a:cubicBezTo>
                  <a:pt x="489227" y="54702"/>
                  <a:pt x="485762" y="42972"/>
                  <a:pt x="478831" y="35214"/>
                </a:cubicBezTo>
                <a:cubicBezTo>
                  <a:pt x="471900" y="27455"/>
                  <a:pt x="462835" y="23576"/>
                  <a:pt x="451635" y="23576"/>
                </a:cubicBezTo>
                <a:cubicBezTo>
                  <a:pt x="440434" y="23576"/>
                  <a:pt x="431353" y="27479"/>
                  <a:pt x="424392" y="35283"/>
                </a:cubicBezTo>
                <a:cubicBezTo>
                  <a:pt x="417430" y="43088"/>
                  <a:pt x="413950" y="54826"/>
                  <a:pt x="413950" y="70497"/>
                </a:cubicBezTo>
                <a:cubicBezTo>
                  <a:pt x="413950" y="86416"/>
                  <a:pt x="417430" y="98324"/>
                  <a:pt x="424392" y="106221"/>
                </a:cubicBezTo>
                <a:cubicBezTo>
                  <a:pt x="431353" y="114119"/>
                  <a:pt x="440156" y="118067"/>
                  <a:pt x="450799" y="118067"/>
                </a:cubicBezTo>
                <a:cubicBezTo>
                  <a:pt x="454760" y="118067"/>
                  <a:pt x="458503" y="117408"/>
                  <a:pt x="462031" y="116089"/>
                </a:cubicBezTo>
                <a:cubicBezTo>
                  <a:pt x="456461" y="112411"/>
                  <a:pt x="450799" y="109543"/>
                  <a:pt x="445044" y="107486"/>
                </a:cubicBezTo>
                <a:lnTo>
                  <a:pt x="452749" y="91521"/>
                </a:lnTo>
                <a:cubicBezTo>
                  <a:pt x="461783" y="94659"/>
                  <a:pt x="470415" y="99366"/>
                  <a:pt x="478645" y="105641"/>
                </a:cubicBezTo>
                <a:close/>
                <a:moveTo>
                  <a:pt x="539846" y="138488"/>
                </a:moveTo>
                <a:lnTo>
                  <a:pt x="539846" y="3527"/>
                </a:lnTo>
                <a:lnTo>
                  <a:pt x="567321" y="3527"/>
                </a:lnTo>
                <a:lnTo>
                  <a:pt x="567321" y="115468"/>
                </a:lnTo>
                <a:lnTo>
                  <a:pt x="635636" y="115468"/>
                </a:lnTo>
                <a:lnTo>
                  <a:pt x="635636" y="138488"/>
                </a:lnTo>
                <a:lnTo>
                  <a:pt x="539846" y="138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3DFE8-ED43-44C1-9AAC-B0FC4E4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845" y="3508495"/>
            <a:ext cx="2205036" cy="608332"/>
          </a:xfrm>
          <a:custGeom xmlns:a="http://schemas.openxmlformats.org/drawingml/2006/main">
            <a:pathLst>
              <a:path w="2205036" h="608332">
                <a:moveTo>
                  <a:pt x="190" y="608332"/>
                </a:moveTo>
                <a:lnTo>
                  <a:pt x="152" y="551303"/>
                </a:lnTo>
                <a:lnTo>
                  <a:pt x="19162" y="551290"/>
                </a:lnTo>
                <a:lnTo>
                  <a:pt x="19200" y="608319"/>
                </a:lnTo>
                <a:lnTo>
                  <a:pt x="190" y="608332"/>
                </a:lnTo>
                <a:close/>
                <a:moveTo>
                  <a:pt x="114" y="494275"/>
                </a:moveTo>
                <a:lnTo>
                  <a:pt x="76" y="437246"/>
                </a:lnTo>
                <a:lnTo>
                  <a:pt x="19086" y="437233"/>
                </a:lnTo>
                <a:lnTo>
                  <a:pt x="19124" y="494262"/>
                </a:lnTo>
                <a:lnTo>
                  <a:pt x="114" y="494275"/>
                </a:lnTo>
                <a:close/>
                <a:moveTo>
                  <a:pt x="38" y="380217"/>
                </a:moveTo>
                <a:lnTo>
                  <a:pt x="0" y="323188"/>
                </a:lnTo>
                <a:lnTo>
                  <a:pt x="19010" y="323175"/>
                </a:lnTo>
                <a:lnTo>
                  <a:pt x="19048" y="380204"/>
                </a:lnTo>
                <a:lnTo>
                  <a:pt x="38" y="380217"/>
                </a:lnTo>
                <a:close/>
                <a:moveTo>
                  <a:pt x="66534" y="313677"/>
                </a:moveTo>
                <a:lnTo>
                  <a:pt x="123562" y="313677"/>
                </a:lnTo>
                <a:lnTo>
                  <a:pt x="123562" y="332686"/>
                </a:lnTo>
                <a:lnTo>
                  <a:pt x="66534" y="332686"/>
                </a:lnTo>
                <a:lnTo>
                  <a:pt x="66534" y="313677"/>
                </a:lnTo>
                <a:close/>
                <a:moveTo>
                  <a:pt x="180591" y="313677"/>
                </a:moveTo>
                <a:lnTo>
                  <a:pt x="237620" y="313677"/>
                </a:lnTo>
                <a:lnTo>
                  <a:pt x="237620" y="332686"/>
                </a:lnTo>
                <a:lnTo>
                  <a:pt x="180591" y="332686"/>
                </a:lnTo>
                <a:lnTo>
                  <a:pt x="180591" y="313677"/>
                </a:lnTo>
                <a:close/>
                <a:moveTo>
                  <a:pt x="294649" y="313677"/>
                </a:moveTo>
                <a:lnTo>
                  <a:pt x="351677" y="313677"/>
                </a:lnTo>
                <a:lnTo>
                  <a:pt x="351677" y="332686"/>
                </a:lnTo>
                <a:lnTo>
                  <a:pt x="294649" y="332686"/>
                </a:lnTo>
                <a:lnTo>
                  <a:pt x="294649" y="313677"/>
                </a:lnTo>
                <a:close/>
                <a:moveTo>
                  <a:pt x="408706" y="313677"/>
                </a:moveTo>
                <a:lnTo>
                  <a:pt x="465735" y="313677"/>
                </a:lnTo>
                <a:lnTo>
                  <a:pt x="465735" y="332686"/>
                </a:lnTo>
                <a:lnTo>
                  <a:pt x="408706" y="332686"/>
                </a:lnTo>
                <a:lnTo>
                  <a:pt x="408706" y="313677"/>
                </a:lnTo>
                <a:close/>
                <a:moveTo>
                  <a:pt x="522764" y="313677"/>
                </a:moveTo>
                <a:lnTo>
                  <a:pt x="579793" y="313677"/>
                </a:lnTo>
                <a:lnTo>
                  <a:pt x="579793" y="332686"/>
                </a:lnTo>
                <a:lnTo>
                  <a:pt x="522764" y="332686"/>
                </a:lnTo>
                <a:lnTo>
                  <a:pt x="522764" y="313677"/>
                </a:lnTo>
                <a:close/>
                <a:moveTo>
                  <a:pt x="636821" y="313677"/>
                </a:moveTo>
                <a:lnTo>
                  <a:pt x="693850" y="313677"/>
                </a:lnTo>
                <a:lnTo>
                  <a:pt x="693850" y="332686"/>
                </a:lnTo>
                <a:lnTo>
                  <a:pt x="636821" y="332686"/>
                </a:lnTo>
                <a:lnTo>
                  <a:pt x="636821" y="313677"/>
                </a:lnTo>
                <a:close/>
                <a:moveTo>
                  <a:pt x="750879" y="313677"/>
                </a:moveTo>
                <a:lnTo>
                  <a:pt x="807908" y="313677"/>
                </a:lnTo>
                <a:lnTo>
                  <a:pt x="807908" y="332686"/>
                </a:lnTo>
                <a:lnTo>
                  <a:pt x="750879" y="332686"/>
                </a:lnTo>
                <a:lnTo>
                  <a:pt x="750879" y="313677"/>
                </a:lnTo>
                <a:close/>
                <a:moveTo>
                  <a:pt x="864936" y="313677"/>
                </a:moveTo>
                <a:lnTo>
                  <a:pt x="921965" y="313677"/>
                </a:lnTo>
                <a:lnTo>
                  <a:pt x="921965" y="332686"/>
                </a:lnTo>
                <a:lnTo>
                  <a:pt x="864936" y="332686"/>
                </a:lnTo>
                <a:lnTo>
                  <a:pt x="864936" y="313677"/>
                </a:lnTo>
                <a:close/>
                <a:moveTo>
                  <a:pt x="978994" y="313677"/>
                </a:moveTo>
                <a:lnTo>
                  <a:pt x="1036023" y="313677"/>
                </a:lnTo>
                <a:lnTo>
                  <a:pt x="1036023" y="332686"/>
                </a:lnTo>
                <a:lnTo>
                  <a:pt x="978994" y="332686"/>
                </a:lnTo>
                <a:lnTo>
                  <a:pt x="978994" y="313677"/>
                </a:lnTo>
                <a:close/>
                <a:moveTo>
                  <a:pt x="1093052" y="313677"/>
                </a:moveTo>
                <a:lnTo>
                  <a:pt x="1150080" y="313677"/>
                </a:lnTo>
                <a:lnTo>
                  <a:pt x="1150080" y="332686"/>
                </a:lnTo>
                <a:lnTo>
                  <a:pt x="1093052" y="332686"/>
                </a:lnTo>
                <a:lnTo>
                  <a:pt x="1093052" y="313677"/>
                </a:lnTo>
                <a:close/>
                <a:moveTo>
                  <a:pt x="1207109" y="313677"/>
                </a:moveTo>
                <a:lnTo>
                  <a:pt x="1264138" y="313677"/>
                </a:lnTo>
                <a:lnTo>
                  <a:pt x="1264138" y="332686"/>
                </a:lnTo>
                <a:lnTo>
                  <a:pt x="1207109" y="332686"/>
                </a:lnTo>
                <a:lnTo>
                  <a:pt x="1207109" y="313677"/>
                </a:lnTo>
                <a:close/>
                <a:moveTo>
                  <a:pt x="1321167" y="313677"/>
                </a:moveTo>
                <a:lnTo>
                  <a:pt x="1378195" y="313677"/>
                </a:lnTo>
                <a:lnTo>
                  <a:pt x="1378195" y="332686"/>
                </a:lnTo>
                <a:lnTo>
                  <a:pt x="1321167" y="332686"/>
                </a:lnTo>
                <a:lnTo>
                  <a:pt x="1321167" y="313677"/>
                </a:lnTo>
                <a:close/>
                <a:moveTo>
                  <a:pt x="1435224" y="313677"/>
                </a:moveTo>
                <a:lnTo>
                  <a:pt x="1492253" y="313677"/>
                </a:lnTo>
                <a:lnTo>
                  <a:pt x="1492253" y="332686"/>
                </a:lnTo>
                <a:lnTo>
                  <a:pt x="1435224" y="332686"/>
                </a:lnTo>
                <a:lnTo>
                  <a:pt x="1435224" y="313677"/>
                </a:lnTo>
                <a:close/>
                <a:moveTo>
                  <a:pt x="1549282" y="313677"/>
                </a:moveTo>
                <a:lnTo>
                  <a:pt x="1606311" y="313677"/>
                </a:lnTo>
                <a:lnTo>
                  <a:pt x="1606311" y="332686"/>
                </a:lnTo>
                <a:lnTo>
                  <a:pt x="1549282" y="332686"/>
                </a:lnTo>
                <a:lnTo>
                  <a:pt x="1549282" y="313677"/>
                </a:lnTo>
                <a:close/>
                <a:moveTo>
                  <a:pt x="1663339" y="313677"/>
                </a:moveTo>
                <a:lnTo>
                  <a:pt x="1720368" y="313677"/>
                </a:lnTo>
                <a:lnTo>
                  <a:pt x="1720368" y="332686"/>
                </a:lnTo>
                <a:lnTo>
                  <a:pt x="1663339" y="332686"/>
                </a:lnTo>
                <a:lnTo>
                  <a:pt x="1663339" y="313677"/>
                </a:lnTo>
                <a:close/>
                <a:moveTo>
                  <a:pt x="1777397" y="313677"/>
                </a:moveTo>
                <a:lnTo>
                  <a:pt x="1834426" y="313677"/>
                </a:lnTo>
                <a:lnTo>
                  <a:pt x="1834426" y="332686"/>
                </a:lnTo>
                <a:lnTo>
                  <a:pt x="1777397" y="332686"/>
                </a:lnTo>
                <a:lnTo>
                  <a:pt x="1777397" y="313677"/>
                </a:lnTo>
                <a:close/>
                <a:moveTo>
                  <a:pt x="1891455" y="313677"/>
                </a:moveTo>
                <a:lnTo>
                  <a:pt x="1948483" y="313677"/>
                </a:lnTo>
                <a:lnTo>
                  <a:pt x="1948483" y="332686"/>
                </a:lnTo>
                <a:lnTo>
                  <a:pt x="1891455" y="332686"/>
                </a:lnTo>
                <a:lnTo>
                  <a:pt x="1891455" y="313677"/>
                </a:lnTo>
                <a:close/>
                <a:moveTo>
                  <a:pt x="2005512" y="313677"/>
                </a:moveTo>
                <a:lnTo>
                  <a:pt x="2062541" y="313677"/>
                </a:lnTo>
                <a:lnTo>
                  <a:pt x="2062541" y="332686"/>
                </a:lnTo>
                <a:lnTo>
                  <a:pt x="2005512" y="332686"/>
                </a:lnTo>
                <a:lnTo>
                  <a:pt x="2005512" y="313677"/>
                </a:lnTo>
                <a:close/>
                <a:moveTo>
                  <a:pt x="2119570" y="313677"/>
                </a:moveTo>
                <a:lnTo>
                  <a:pt x="2176598" y="313677"/>
                </a:lnTo>
                <a:lnTo>
                  <a:pt x="2176598" y="332686"/>
                </a:lnTo>
                <a:lnTo>
                  <a:pt x="2119570" y="332686"/>
                </a:lnTo>
                <a:lnTo>
                  <a:pt x="2119570" y="313677"/>
                </a:lnTo>
                <a:close/>
                <a:moveTo>
                  <a:pt x="2186027" y="285181"/>
                </a:moveTo>
                <a:lnTo>
                  <a:pt x="2185912" y="228153"/>
                </a:lnTo>
                <a:lnTo>
                  <a:pt x="2204922" y="228115"/>
                </a:lnTo>
                <a:lnTo>
                  <a:pt x="2205036" y="285143"/>
                </a:lnTo>
                <a:lnTo>
                  <a:pt x="2186027" y="285181"/>
                </a:lnTo>
                <a:close/>
                <a:moveTo>
                  <a:pt x="2185797" y="171125"/>
                </a:moveTo>
                <a:lnTo>
                  <a:pt x="2185682" y="114096"/>
                </a:lnTo>
                <a:lnTo>
                  <a:pt x="2204692" y="114058"/>
                </a:lnTo>
                <a:lnTo>
                  <a:pt x="2204807" y="171086"/>
                </a:lnTo>
                <a:lnTo>
                  <a:pt x="2185797" y="171125"/>
                </a:lnTo>
                <a:close/>
                <a:moveTo>
                  <a:pt x="2185567" y="57067"/>
                </a:moveTo>
                <a:lnTo>
                  <a:pt x="2185453" y="38"/>
                </a:lnTo>
                <a:lnTo>
                  <a:pt x="2204462" y="0"/>
                </a:lnTo>
                <a:lnTo>
                  <a:pt x="2204577" y="57029"/>
                </a:lnTo>
                <a:lnTo>
                  <a:pt x="2185567" y="57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CBBD6-5224-466C-8920-0935CF71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349" y="3354346"/>
            <a:ext cx="133067" cy="133067"/>
          </a:xfrm>
          <a:custGeom xmlns:a="http://schemas.openxmlformats.org/drawingml/2006/main">
            <a:pathLst>
              <a:path w="133067" h="133067">
                <a:moveTo>
                  <a:pt x="66153" y="0"/>
                </a:moveTo>
                <a:lnTo>
                  <a:pt x="133067" y="132877"/>
                </a:lnTo>
                <a:lnTo>
                  <a:pt x="66343" y="99800"/>
                </a:lnTo>
                <a:lnTo>
                  <a:pt x="0" y="133067"/>
                </a:lnTo>
                <a:lnTo>
                  <a:pt x="6615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8704E-4AE6-47AD-925D-F67C84A4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349" y="3354346"/>
            <a:ext cx="133067" cy="133067"/>
          </a:xfrm>
          <a:custGeom xmlns:a="http://schemas.openxmlformats.org/drawingml/2006/main">
            <a:pathLst>
              <a:path w="133067" h="133067" fill="none">
                <a:moveTo>
                  <a:pt x="66153" y="0"/>
                </a:moveTo>
                <a:lnTo>
                  <a:pt x="133067" y="132877"/>
                </a:lnTo>
                <a:lnTo>
                  <a:pt x="66343" y="99800"/>
                </a:lnTo>
                <a:lnTo>
                  <a:pt x="0" y="133067"/>
                </a:lnTo>
                <a:lnTo>
                  <a:pt x="661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3D3AE-62BA-43DD-A132-3E15DEBE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6" y="4116821"/>
            <a:ext cx="1520767" cy="627317"/>
          </a:xfrm>
          <a:custGeom xmlns:a="http://schemas.openxmlformats.org/drawingml/2006/main">
            <a:pathLst>
              <a:path w="1520767" h="627317">
                <a:moveTo>
                  <a:pt x="0" y="0"/>
                </a:moveTo>
                <a:lnTo>
                  <a:pt x="1520767" y="0"/>
                </a:lnTo>
                <a:lnTo>
                  <a:pt x="1520767" y="627317"/>
                </a:lnTo>
                <a:lnTo>
                  <a:pt x="0" y="6273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1F6E2-E75B-4554-AE2B-DCE83A5F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6" y="4116821"/>
            <a:ext cx="1520767" cy="627317"/>
          </a:xfrm>
          <a:custGeom xmlns:a="http://schemas.openxmlformats.org/drawingml/2006/main">
            <a:pathLst>
              <a:path w="1520767" h="627317" fill="none">
                <a:moveTo>
                  <a:pt x="0" y="0"/>
                </a:moveTo>
                <a:lnTo>
                  <a:pt x="1520767" y="0"/>
                </a:lnTo>
                <a:lnTo>
                  <a:pt x="1520767" y="627317"/>
                </a:lnTo>
                <a:lnTo>
                  <a:pt x="0" y="6273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67" name="Text PrerequisiteImages">
            <a:extLst xmlns:a="http://schemas.openxmlformats.org/drawingml/2006/main">
              <a:ext uri="{FF2B5EF4-FFF2-40B4-BE49-F238E27FC236}">
                <a16:creationId xmlns:a16="http://schemas.microsoft.com/office/drawing/2014/main" id="{F0CF6C23-E63C-4882-89ED-DD62AA73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51" y="1299094"/>
            <a:ext cx="1334668" cy="140938"/>
          </a:xfrm>
          <a:custGeom xmlns:a="http://schemas.openxmlformats.org/drawingml/2006/main">
            <a:pathLst>
              <a:path w="1334668" h="140938">
                <a:moveTo>
                  <a:pt x="0" y="108860"/>
                </a:moveTo>
                <a:lnTo>
                  <a:pt x="0" y="0"/>
                </a:lnTo>
                <a:lnTo>
                  <a:pt x="41064" y="0"/>
                </a:lnTo>
                <a:cubicBezTo>
                  <a:pt x="48291" y="0"/>
                  <a:pt x="53811" y="346"/>
                  <a:pt x="57623" y="1037"/>
                </a:cubicBezTo>
                <a:cubicBezTo>
                  <a:pt x="62969" y="1928"/>
                  <a:pt x="67449" y="3622"/>
                  <a:pt x="71063" y="6119"/>
                </a:cubicBezTo>
                <a:cubicBezTo>
                  <a:pt x="74677" y="8616"/>
                  <a:pt x="77585" y="12115"/>
                  <a:pt x="79788" y="16615"/>
                </a:cubicBezTo>
                <a:cubicBezTo>
                  <a:pt x="81991" y="21114"/>
                  <a:pt x="83093" y="26058"/>
                  <a:pt x="83093" y="31448"/>
                </a:cubicBezTo>
                <a:cubicBezTo>
                  <a:pt x="83093" y="40696"/>
                  <a:pt x="80147" y="48521"/>
                  <a:pt x="74256" y="54924"/>
                </a:cubicBezTo>
                <a:cubicBezTo>
                  <a:pt x="68365" y="61327"/>
                  <a:pt x="57722" y="64529"/>
                  <a:pt x="42326" y="64529"/>
                </a:cubicBezTo>
                <a:lnTo>
                  <a:pt x="14406" y="64529"/>
                </a:lnTo>
                <a:lnTo>
                  <a:pt x="14406" y="108860"/>
                </a:lnTo>
                <a:lnTo>
                  <a:pt x="0" y="108860"/>
                </a:lnTo>
                <a:moveTo>
                  <a:pt x="14406" y="51682"/>
                </a:moveTo>
                <a:lnTo>
                  <a:pt x="42549" y="51682"/>
                </a:lnTo>
                <a:cubicBezTo>
                  <a:pt x="51856" y="51682"/>
                  <a:pt x="58464" y="49954"/>
                  <a:pt x="62375" y="46496"/>
                </a:cubicBezTo>
                <a:cubicBezTo>
                  <a:pt x="66286" y="43037"/>
                  <a:pt x="68241" y="38169"/>
                  <a:pt x="68241" y="31893"/>
                </a:cubicBezTo>
                <a:cubicBezTo>
                  <a:pt x="68241" y="27348"/>
                  <a:pt x="67091" y="23457"/>
                  <a:pt x="64789" y="20221"/>
                </a:cubicBezTo>
                <a:cubicBezTo>
                  <a:pt x="62487" y="16985"/>
                  <a:pt x="59454" y="14847"/>
                  <a:pt x="55692" y="13809"/>
                </a:cubicBezTo>
                <a:cubicBezTo>
                  <a:pt x="53266" y="13167"/>
                  <a:pt x="48786" y="12846"/>
                  <a:pt x="42252" y="12846"/>
                </a:cubicBezTo>
                <a:lnTo>
                  <a:pt x="14406" y="12846"/>
                </a:lnTo>
                <a:lnTo>
                  <a:pt x="14406" y="51682"/>
                </a:lnTo>
                <a:close/>
                <a:moveTo>
                  <a:pt x="99579" y="108860"/>
                </a:moveTo>
                <a:lnTo>
                  <a:pt x="99579" y="30000"/>
                </a:lnTo>
                <a:lnTo>
                  <a:pt x="111608" y="30000"/>
                </a:lnTo>
                <a:lnTo>
                  <a:pt x="111608" y="41881"/>
                </a:lnTo>
                <a:cubicBezTo>
                  <a:pt x="114678" y="36317"/>
                  <a:pt x="117512" y="32650"/>
                  <a:pt x="120111" y="30877"/>
                </a:cubicBezTo>
                <a:cubicBezTo>
                  <a:pt x="122710" y="29104"/>
                  <a:pt x="125569" y="28217"/>
                  <a:pt x="128687" y="28217"/>
                </a:cubicBezTo>
                <a:cubicBezTo>
                  <a:pt x="133192" y="28217"/>
                  <a:pt x="137771" y="29647"/>
                  <a:pt x="142425" y="32506"/>
                </a:cubicBezTo>
                <a:lnTo>
                  <a:pt x="137821" y="44851"/>
                </a:lnTo>
                <a:cubicBezTo>
                  <a:pt x="134554" y="42920"/>
                  <a:pt x="131286" y="41955"/>
                  <a:pt x="128019" y="41955"/>
                </a:cubicBezTo>
                <a:cubicBezTo>
                  <a:pt x="125098" y="41955"/>
                  <a:pt x="122475" y="42835"/>
                  <a:pt x="120148" y="44596"/>
                </a:cubicBezTo>
                <a:cubicBezTo>
                  <a:pt x="117821" y="46354"/>
                  <a:pt x="116163" y="48795"/>
                  <a:pt x="115173" y="51917"/>
                </a:cubicBezTo>
                <a:cubicBezTo>
                  <a:pt x="113688" y="56674"/>
                  <a:pt x="112945" y="61877"/>
                  <a:pt x="112945" y="67527"/>
                </a:cubicBezTo>
                <a:lnTo>
                  <a:pt x="112945" y="108860"/>
                </a:lnTo>
                <a:lnTo>
                  <a:pt x="99579" y="108860"/>
                </a:lnTo>
                <a:close/>
                <a:moveTo>
                  <a:pt x="204353" y="83464"/>
                </a:moveTo>
                <a:lnTo>
                  <a:pt x="218165" y="85172"/>
                </a:lnTo>
                <a:cubicBezTo>
                  <a:pt x="215987" y="93241"/>
                  <a:pt x="211952" y="99503"/>
                  <a:pt x="206061" y="103959"/>
                </a:cubicBezTo>
                <a:cubicBezTo>
                  <a:pt x="200170" y="108414"/>
                  <a:pt x="192645" y="110642"/>
                  <a:pt x="183487" y="110642"/>
                </a:cubicBezTo>
                <a:cubicBezTo>
                  <a:pt x="171953" y="110642"/>
                  <a:pt x="162807" y="107090"/>
                  <a:pt x="156050" y="99986"/>
                </a:cubicBezTo>
                <a:cubicBezTo>
                  <a:pt x="149292" y="92882"/>
                  <a:pt x="145914" y="82919"/>
                  <a:pt x="145914" y="70098"/>
                </a:cubicBezTo>
                <a:cubicBezTo>
                  <a:pt x="145914" y="56831"/>
                  <a:pt x="149329" y="46534"/>
                  <a:pt x="156161" y="39207"/>
                </a:cubicBezTo>
                <a:cubicBezTo>
                  <a:pt x="162992" y="31881"/>
                  <a:pt x="171854" y="28217"/>
                  <a:pt x="182745" y="28217"/>
                </a:cubicBezTo>
                <a:cubicBezTo>
                  <a:pt x="193289" y="28217"/>
                  <a:pt x="201903" y="31801"/>
                  <a:pt x="208586" y="38968"/>
                </a:cubicBezTo>
                <a:cubicBezTo>
                  <a:pt x="215269" y="46134"/>
                  <a:pt x="218610" y="56216"/>
                  <a:pt x="218610" y="69214"/>
                </a:cubicBezTo>
                <a:cubicBezTo>
                  <a:pt x="218610" y="70004"/>
                  <a:pt x="218586" y="71190"/>
                  <a:pt x="218536" y="72771"/>
                </a:cubicBezTo>
                <a:lnTo>
                  <a:pt x="159725" y="72771"/>
                </a:lnTo>
                <a:cubicBezTo>
                  <a:pt x="160220" y="81410"/>
                  <a:pt x="162671" y="88025"/>
                  <a:pt x="167077" y="92616"/>
                </a:cubicBezTo>
                <a:cubicBezTo>
                  <a:pt x="171482" y="97208"/>
                  <a:pt x="176977" y="99503"/>
                  <a:pt x="183561" y="99503"/>
                </a:cubicBezTo>
                <a:cubicBezTo>
                  <a:pt x="188462" y="99503"/>
                  <a:pt x="192645" y="98229"/>
                  <a:pt x="196111" y="95679"/>
                </a:cubicBezTo>
                <a:cubicBezTo>
                  <a:pt x="199576" y="93128"/>
                  <a:pt x="202324" y="89056"/>
                  <a:pt x="204353" y="83464"/>
                </a:cubicBezTo>
                <a:moveTo>
                  <a:pt x="160468" y="61633"/>
                </a:moveTo>
                <a:lnTo>
                  <a:pt x="204502" y="61633"/>
                </a:lnTo>
                <a:cubicBezTo>
                  <a:pt x="203908" y="55107"/>
                  <a:pt x="202225" y="50213"/>
                  <a:pt x="199452" y="46951"/>
                </a:cubicBezTo>
                <a:cubicBezTo>
                  <a:pt x="195195" y="41887"/>
                  <a:pt x="189675" y="39356"/>
                  <a:pt x="182893" y="39356"/>
                </a:cubicBezTo>
                <a:cubicBezTo>
                  <a:pt x="176755" y="39356"/>
                  <a:pt x="171594" y="41377"/>
                  <a:pt x="167411" y="45419"/>
                </a:cubicBezTo>
                <a:cubicBezTo>
                  <a:pt x="163228" y="49460"/>
                  <a:pt x="160913" y="54865"/>
                  <a:pt x="160468" y="61633"/>
                </a:cubicBezTo>
                <a:close/>
                <a:moveTo>
                  <a:pt x="234775" y="108860"/>
                </a:moveTo>
                <a:lnTo>
                  <a:pt x="234775" y="30000"/>
                </a:lnTo>
                <a:lnTo>
                  <a:pt x="246805" y="30000"/>
                </a:lnTo>
                <a:lnTo>
                  <a:pt x="246805" y="41881"/>
                </a:lnTo>
                <a:cubicBezTo>
                  <a:pt x="249874" y="36317"/>
                  <a:pt x="252708" y="32650"/>
                  <a:pt x="255307" y="30877"/>
                </a:cubicBezTo>
                <a:cubicBezTo>
                  <a:pt x="257906" y="29104"/>
                  <a:pt x="260765" y="28217"/>
                  <a:pt x="263883" y="28217"/>
                </a:cubicBezTo>
                <a:cubicBezTo>
                  <a:pt x="268388" y="28217"/>
                  <a:pt x="272968" y="29647"/>
                  <a:pt x="277621" y="32506"/>
                </a:cubicBezTo>
                <a:lnTo>
                  <a:pt x="273017" y="44851"/>
                </a:lnTo>
                <a:cubicBezTo>
                  <a:pt x="269750" y="42920"/>
                  <a:pt x="266482" y="41955"/>
                  <a:pt x="263215" y="41955"/>
                </a:cubicBezTo>
                <a:cubicBezTo>
                  <a:pt x="260294" y="41955"/>
                  <a:pt x="257671" y="42835"/>
                  <a:pt x="255344" y="44596"/>
                </a:cubicBezTo>
                <a:cubicBezTo>
                  <a:pt x="253017" y="46354"/>
                  <a:pt x="251359" y="48795"/>
                  <a:pt x="250369" y="51917"/>
                </a:cubicBezTo>
                <a:cubicBezTo>
                  <a:pt x="248884" y="56674"/>
                  <a:pt x="248141" y="61877"/>
                  <a:pt x="248141" y="67527"/>
                </a:cubicBezTo>
                <a:lnTo>
                  <a:pt x="248141" y="108860"/>
                </a:lnTo>
                <a:lnTo>
                  <a:pt x="234775" y="108860"/>
                </a:lnTo>
                <a:close/>
                <a:moveTo>
                  <a:pt x="339549" y="83464"/>
                </a:moveTo>
                <a:lnTo>
                  <a:pt x="353361" y="85172"/>
                </a:lnTo>
                <a:cubicBezTo>
                  <a:pt x="351183" y="93241"/>
                  <a:pt x="347148" y="99503"/>
                  <a:pt x="341257" y="103959"/>
                </a:cubicBezTo>
                <a:cubicBezTo>
                  <a:pt x="335366" y="108414"/>
                  <a:pt x="327842" y="110642"/>
                  <a:pt x="318683" y="110642"/>
                </a:cubicBezTo>
                <a:cubicBezTo>
                  <a:pt x="307149" y="110642"/>
                  <a:pt x="298003" y="107090"/>
                  <a:pt x="291246" y="99986"/>
                </a:cubicBezTo>
                <a:cubicBezTo>
                  <a:pt x="284488" y="92882"/>
                  <a:pt x="281110" y="82919"/>
                  <a:pt x="281110" y="70098"/>
                </a:cubicBezTo>
                <a:cubicBezTo>
                  <a:pt x="281110" y="56831"/>
                  <a:pt x="284526" y="46534"/>
                  <a:pt x="291357" y="39207"/>
                </a:cubicBezTo>
                <a:cubicBezTo>
                  <a:pt x="298189" y="31881"/>
                  <a:pt x="307050" y="28217"/>
                  <a:pt x="317941" y="28217"/>
                </a:cubicBezTo>
                <a:cubicBezTo>
                  <a:pt x="328485" y="28217"/>
                  <a:pt x="337099" y="31801"/>
                  <a:pt x="343782" y="38968"/>
                </a:cubicBezTo>
                <a:cubicBezTo>
                  <a:pt x="350465" y="46134"/>
                  <a:pt x="353807" y="56216"/>
                  <a:pt x="353807" y="69214"/>
                </a:cubicBezTo>
                <a:cubicBezTo>
                  <a:pt x="353807" y="70004"/>
                  <a:pt x="353782" y="71190"/>
                  <a:pt x="353732" y="72771"/>
                </a:cubicBezTo>
                <a:lnTo>
                  <a:pt x="294921" y="72771"/>
                </a:lnTo>
                <a:cubicBezTo>
                  <a:pt x="295416" y="81410"/>
                  <a:pt x="297867" y="88025"/>
                  <a:pt x="302273" y="92616"/>
                </a:cubicBezTo>
                <a:cubicBezTo>
                  <a:pt x="306679" y="97208"/>
                  <a:pt x="312174" y="99503"/>
                  <a:pt x="318758" y="99503"/>
                </a:cubicBezTo>
                <a:cubicBezTo>
                  <a:pt x="323659" y="99503"/>
                  <a:pt x="327842" y="98229"/>
                  <a:pt x="331307" y="95679"/>
                </a:cubicBezTo>
                <a:cubicBezTo>
                  <a:pt x="334772" y="93128"/>
                  <a:pt x="337520" y="89056"/>
                  <a:pt x="339549" y="83464"/>
                </a:cubicBezTo>
                <a:moveTo>
                  <a:pt x="295664" y="61633"/>
                </a:moveTo>
                <a:lnTo>
                  <a:pt x="339698" y="61633"/>
                </a:lnTo>
                <a:cubicBezTo>
                  <a:pt x="339104" y="55107"/>
                  <a:pt x="337421" y="50213"/>
                  <a:pt x="334649" y="46951"/>
                </a:cubicBezTo>
                <a:cubicBezTo>
                  <a:pt x="330391" y="41887"/>
                  <a:pt x="324871" y="39356"/>
                  <a:pt x="318089" y="39356"/>
                </a:cubicBezTo>
                <a:cubicBezTo>
                  <a:pt x="311951" y="39356"/>
                  <a:pt x="306790" y="41377"/>
                  <a:pt x="302607" y="45419"/>
                </a:cubicBezTo>
                <a:cubicBezTo>
                  <a:pt x="298424" y="49460"/>
                  <a:pt x="296110" y="54865"/>
                  <a:pt x="295664" y="61633"/>
                </a:cubicBezTo>
                <a:close/>
                <a:moveTo>
                  <a:pt x="420391" y="139156"/>
                </a:moveTo>
                <a:lnTo>
                  <a:pt x="420391" y="100332"/>
                </a:lnTo>
                <a:cubicBezTo>
                  <a:pt x="418312" y="103291"/>
                  <a:pt x="415404" y="105749"/>
                  <a:pt x="411666" y="107706"/>
                </a:cubicBezTo>
                <a:cubicBezTo>
                  <a:pt x="407928" y="109663"/>
                  <a:pt x="403956" y="110642"/>
                  <a:pt x="399748" y="110642"/>
                </a:cubicBezTo>
                <a:cubicBezTo>
                  <a:pt x="390392" y="110642"/>
                  <a:pt x="382335" y="106904"/>
                  <a:pt x="375577" y="99429"/>
                </a:cubicBezTo>
                <a:cubicBezTo>
                  <a:pt x="368820" y="91954"/>
                  <a:pt x="365441" y="81707"/>
                  <a:pt x="365441" y="68687"/>
                </a:cubicBezTo>
                <a:cubicBezTo>
                  <a:pt x="365441" y="60766"/>
                  <a:pt x="366815" y="53662"/>
                  <a:pt x="369563" y="47375"/>
                </a:cubicBezTo>
                <a:cubicBezTo>
                  <a:pt x="372310" y="41088"/>
                  <a:pt x="376295" y="36324"/>
                  <a:pt x="381518" y="33081"/>
                </a:cubicBezTo>
                <a:cubicBezTo>
                  <a:pt x="386741" y="29839"/>
                  <a:pt x="392471" y="28217"/>
                  <a:pt x="398708" y="28217"/>
                </a:cubicBezTo>
                <a:cubicBezTo>
                  <a:pt x="408461" y="28217"/>
                  <a:pt x="416134" y="32277"/>
                  <a:pt x="421728" y="40395"/>
                </a:cubicBezTo>
                <a:lnTo>
                  <a:pt x="421728" y="30000"/>
                </a:lnTo>
                <a:lnTo>
                  <a:pt x="433757" y="30000"/>
                </a:lnTo>
                <a:lnTo>
                  <a:pt x="433757" y="139156"/>
                </a:lnTo>
                <a:lnTo>
                  <a:pt x="420391" y="139156"/>
                </a:lnTo>
                <a:moveTo>
                  <a:pt x="379179" y="69058"/>
                </a:moveTo>
                <a:cubicBezTo>
                  <a:pt x="379179" y="79207"/>
                  <a:pt x="381308" y="86818"/>
                  <a:pt x="385565" y="91892"/>
                </a:cubicBezTo>
                <a:cubicBezTo>
                  <a:pt x="389822" y="96966"/>
                  <a:pt x="394921" y="99503"/>
                  <a:pt x="400862" y="99503"/>
                </a:cubicBezTo>
                <a:cubicBezTo>
                  <a:pt x="406555" y="99503"/>
                  <a:pt x="411456" y="97090"/>
                  <a:pt x="415564" y="92263"/>
                </a:cubicBezTo>
                <a:cubicBezTo>
                  <a:pt x="419673" y="87437"/>
                  <a:pt x="421728" y="80098"/>
                  <a:pt x="421728" y="70246"/>
                </a:cubicBezTo>
                <a:cubicBezTo>
                  <a:pt x="421728" y="59752"/>
                  <a:pt x="419562" y="51856"/>
                  <a:pt x="415230" y="46559"/>
                </a:cubicBezTo>
                <a:cubicBezTo>
                  <a:pt x="410899" y="41262"/>
                  <a:pt x="405812" y="38613"/>
                  <a:pt x="399971" y="38613"/>
                </a:cubicBezTo>
                <a:cubicBezTo>
                  <a:pt x="394179" y="38613"/>
                  <a:pt x="389265" y="41076"/>
                  <a:pt x="385231" y="46002"/>
                </a:cubicBezTo>
                <a:cubicBezTo>
                  <a:pt x="381196" y="50927"/>
                  <a:pt x="379179" y="58613"/>
                  <a:pt x="379179" y="69058"/>
                </a:cubicBezTo>
                <a:close/>
                <a:moveTo>
                  <a:pt x="506357" y="108860"/>
                </a:moveTo>
                <a:lnTo>
                  <a:pt x="506357" y="97276"/>
                </a:lnTo>
                <a:cubicBezTo>
                  <a:pt x="500218" y="106186"/>
                  <a:pt x="491877" y="110642"/>
                  <a:pt x="481332" y="110642"/>
                </a:cubicBezTo>
                <a:cubicBezTo>
                  <a:pt x="476679" y="110642"/>
                  <a:pt x="472335" y="109751"/>
                  <a:pt x="468300" y="107969"/>
                </a:cubicBezTo>
                <a:cubicBezTo>
                  <a:pt x="464266" y="106186"/>
                  <a:pt x="461271" y="103946"/>
                  <a:pt x="459315" y="101248"/>
                </a:cubicBezTo>
                <a:cubicBezTo>
                  <a:pt x="457360" y="98550"/>
                  <a:pt x="455986" y="95246"/>
                  <a:pt x="455194" y="91335"/>
                </a:cubicBezTo>
                <a:cubicBezTo>
                  <a:pt x="454650" y="88711"/>
                  <a:pt x="454377" y="84553"/>
                  <a:pt x="454377" y="78860"/>
                </a:cubicBezTo>
                <a:lnTo>
                  <a:pt x="454377" y="30000"/>
                </a:lnTo>
                <a:lnTo>
                  <a:pt x="467743" y="30000"/>
                </a:lnTo>
                <a:lnTo>
                  <a:pt x="467743" y="73736"/>
                </a:lnTo>
                <a:cubicBezTo>
                  <a:pt x="467743" y="80717"/>
                  <a:pt x="468016" y="85419"/>
                  <a:pt x="468560" y="87845"/>
                </a:cubicBezTo>
                <a:cubicBezTo>
                  <a:pt x="469402" y="91360"/>
                  <a:pt x="471184" y="94120"/>
                  <a:pt x="473907" y="96125"/>
                </a:cubicBezTo>
                <a:cubicBezTo>
                  <a:pt x="476629" y="98130"/>
                  <a:pt x="479996" y="99132"/>
                  <a:pt x="484006" y="99132"/>
                </a:cubicBezTo>
                <a:cubicBezTo>
                  <a:pt x="488015" y="99132"/>
                  <a:pt x="491778" y="98105"/>
                  <a:pt x="495293" y="96050"/>
                </a:cubicBezTo>
                <a:cubicBezTo>
                  <a:pt x="498807" y="93996"/>
                  <a:pt x="501295" y="91199"/>
                  <a:pt x="502755" y="87659"/>
                </a:cubicBezTo>
                <a:cubicBezTo>
                  <a:pt x="504216" y="84120"/>
                  <a:pt x="504946" y="78984"/>
                  <a:pt x="504946" y="72251"/>
                </a:cubicBezTo>
                <a:lnTo>
                  <a:pt x="504946" y="30000"/>
                </a:lnTo>
                <a:lnTo>
                  <a:pt x="518312" y="30000"/>
                </a:lnTo>
                <a:lnTo>
                  <a:pt x="518312" y="108860"/>
                </a:lnTo>
                <a:lnTo>
                  <a:pt x="506357" y="108860"/>
                </a:lnTo>
                <a:close/>
                <a:moveTo>
                  <a:pt x="539303" y="15445"/>
                </a:moveTo>
                <a:lnTo>
                  <a:pt x="539303" y="0"/>
                </a:lnTo>
                <a:lnTo>
                  <a:pt x="552669" y="0"/>
                </a:lnTo>
                <a:lnTo>
                  <a:pt x="552669" y="15445"/>
                </a:lnTo>
                <a:lnTo>
                  <a:pt x="539303" y="15445"/>
                </a:lnTo>
                <a:moveTo>
                  <a:pt x="539303" y="108860"/>
                </a:moveTo>
                <a:lnTo>
                  <a:pt x="539303" y="30000"/>
                </a:lnTo>
                <a:lnTo>
                  <a:pt x="552669" y="30000"/>
                </a:lnTo>
                <a:lnTo>
                  <a:pt x="552669" y="108860"/>
                </a:lnTo>
                <a:lnTo>
                  <a:pt x="539303" y="108860"/>
                </a:lnTo>
                <a:close/>
                <a:moveTo>
                  <a:pt x="567644" y="85246"/>
                </a:moveTo>
                <a:lnTo>
                  <a:pt x="580861" y="83167"/>
                </a:lnTo>
                <a:cubicBezTo>
                  <a:pt x="581604" y="88441"/>
                  <a:pt x="583671" y="92482"/>
                  <a:pt x="587062" y="95292"/>
                </a:cubicBezTo>
                <a:cubicBezTo>
                  <a:pt x="590453" y="98099"/>
                  <a:pt x="595193" y="99503"/>
                  <a:pt x="601282" y="99503"/>
                </a:cubicBezTo>
                <a:cubicBezTo>
                  <a:pt x="607420" y="99503"/>
                  <a:pt x="611975" y="98263"/>
                  <a:pt x="614945" y="95784"/>
                </a:cubicBezTo>
                <a:cubicBezTo>
                  <a:pt x="617915" y="93302"/>
                  <a:pt x="619400" y="90392"/>
                  <a:pt x="619400" y="87054"/>
                </a:cubicBezTo>
                <a:cubicBezTo>
                  <a:pt x="619400" y="84057"/>
                  <a:pt x="618088" y="81700"/>
                  <a:pt x="615465" y="79981"/>
                </a:cubicBezTo>
                <a:cubicBezTo>
                  <a:pt x="613633" y="78802"/>
                  <a:pt x="609079" y="77304"/>
                  <a:pt x="601802" y="75486"/>
                </a:cubicBezTo>
                <a:cubicBezTo>
                  <a:pt x="592000" y="73009"/>
                  <a:pt x="585205" y="70867"/>
                  <a:pt x="581418" y="69058"/>
                </a:cubicBezTo>
                <a:cubicBezTo>
                  <a:pt x="577631" y="67250"/>
                  <a:pt x="574760" y="64748"/>
                  <a:pt x="572804" y="61551"/>
                </a:cubicBezTo>
                <a:cubicBezTo>
                  <a:pt x="570849" y="58355"/>
                  <a:pt x="569871" y="54825"/>
                  <a:pt x="569871" y="50961"/>
                </a:cubicBezTo>
                <a:cubicBezTo>
                  <a:pt x="569871" y="47443"/>
                  <a:pt x="570676" y="44185"/>
                  <a:pt x="572285" y="41187"/>
                </a:cubicBezTo>
                <a:cubicBezTo>
                  <a:pt x="573894" y="38189"/>
                  <a:pt x="576084" y="35699"/>
                  <a:pt x="578856" y="33717"/>
                </a:cubicBezTo>
                <a:cubicBezTo>
                  <a:pt x="580936" y="32181"/>
                  <a:pt x="583770" y="30881"/>
                  <a:pt x="587359" y="29816"/>
                </a:cubicBezTo>
                <a:cubicBezTo>
                  <a:pt x="590948" y="28750"/>
                  <a:pt x="594797" y="28217"/>
                  <a:pt x="598906" y="28217"/>
                </a:cubicBezTo>
                <a:cubicBezTo>
                  <a:pt x="605094" y="28217"/>
                  <a:pt x="610527" y="29115"/>
                  <a:pt x="615205" y="30909"/>
                </a:cubicBezTo>
                <a:cubicBezTo>
                  <a:pt x="619883" y="32702"/>
                  <a:pt x="623336" y="35132"/>
                  <a:pt x="625564" y="38198"/>
                </a:cubicBezTo>
                <a:cubicBezTo>
                  <a:pt x="627791" y="41262"/>
                  <a:pt x="629326" y="45361"/>
                  <a:pt x="630167" y="50494"/>
                </a:cubicBezTo>
                <a:lnTo>
                  <a:pt x="617098" y="52276"/>
                </a:lnTo>
                <a:cubicBezTo>
                  <a:pt x="616504" y="48217"/>
                  <a:pt x="614784" y="45049"/>
                  <a:pt x="611937" y="42772"/>
                </a:cubicBezTo>
                <a:cubicBezTo>
                  <a:pt x="609091" y="40494"/>
                  <a:pt x="605069" y="39356"/>
                  <a:pt x="599871" y="39356"/>
                </a:cubicBezTo>
                <a:cubicBezTo>
                  <a:pt x="593732" y="39356"/>
                  <a:pt x="589351" y="40366"/>
                  <a:pt x="586728" y="42386"/>
                </a:cubicBezTo>
                <a:cubicBezTo>
                  <a:pt x="584104" y="44405"/>
                  <a:pt x="582792" y="46770"/>
                  <a:pt x="582792" y="49480"/>
                </a:cubicBezTo>
                <a:cubicBezTo>
                  <a:pt x="582792" y="51204"/>
                  <a:pt x="583336" y="52755"/>
                  <a:pt x="584426" y="54135"/>
                </a:cubicBezTo>
                <a:cubicBezTo>
                  <a:pt x="585515" y="55563"/>
                  <a:pt x="587223" y="56745"/>
                  <a:pt x="589549" y="57681"/>
                </a:cubicBezTo>
                <a:cubicBezTo>
                  <a:pt x="590886" y="58174"/>
                  <a:pt x="594821" y="59308"/>
                  <a:pt x="601356" y="61080"/>
                </a:cubicBezTo>
                <a:cubicBezTo>
                  <a:pt x="610811" y="63604"/>
                  <a:pt x="617408" y="65669"/>
                  <a:pt x="621145" y="67276"/>
                </a:cubicBezTo>
                <a:cubicBezTo>
                  <a:pt x="624883" y="68883"/>
                  <a:pt x="627816" y="71221"/>
                  <a:pt x="629945" y="74289"/>
                </a:cubicBezTo>
                <a:cubicBezTo>
                  <a:pt x="632073" y="77355"/>
                  <a:pt x="633138" y="81163"/>
                  <a:pt x="633138" y="85713"/>
                </a:cubicBezTo>
                <a:cubicBezTo>
                  <a:pt x="633138" y="90165"/>
                  <a:pt x="631838" y="94357"/>
                  <a:pt x="629239" y="98290"/>
                </a:cubicBezTo>
                <a:cubicBezTo>
                  <a:pt x="626640" y="102221"/>
                  <a:pt x="622890" y="105262"/>
                  <a:pt x="617989" y="107414"/>
                </a:cubicBezTo>
                <a:cubicBezTo>
                  <a:pt x="613088" y="109566"/>
                  <a:pt x="607544" y="110642"/>
                  <a:pt x="601356" y="110642"/>
                </a:cubicBezTo>
                <a:cubicBezTo>
                  <a:pt x="591109" y="110642"/>
                  <a:pt x="583299" y="108507"/>
                  <a:pt x="577928" y="104237"/>
                </a:cubicBezTo>
                <a:cubicBezTo>
                  <a:pt x="572557" y="99967"/>
                  <a:pt x="569129" y="93637"/>
                  <a:pt x="567644" y="85246"/>
                </a:cubicBezTo>
                <a:close/>
                <a:moveTo>
                  <a:pt x="649103" y="15445"/>
                </a:moveTo>
                <a:lnTo>
                  <a:pt x="649103" y="0"/>
                </a:lnTo>
                <a:lnTo>
                  <a:pt x="662469" y="0"/>
                </a:lnTo>
                <a:lnTo>
                  <a:pt x="662469" y="15445"/>
                </a:lnTo>
                <a:lnTo>
                  <a:pt x="649103" y="15445"/>
                </a:lnTo>
                <a:moveTo>
                  <a:pt x="649103" y="108860"/>
                </a:moveTo>
                <a:lnTo>
                  <a:pt x="649103" y="30000"/>
                </a:lnTo>
                <a:lnTo>
                  <a:pt x="662469" y="30000"/>
                </a:lnTo>
                <a:lnTo>
                  <a:pt x="662469" y="108860"/>
                </a:lnTo>
                <a:lnTo>
                  <a:pt x="649103" y="108860"/>
                </a:lnTo>
                <a:close/>
                <a:moveTo>
                  <a:pt x="711972" y="97053"/>
                </a:moveTo>
                <a:lnTo>
                  <a:pt x="713903" y="108860"/>
                </a:lnTo>
                <a:cubicBezTo>
                  <a:pt x="710141" y="109553"/>
                  <a:pt x="706774" y="109899"/>
                  <a:pt x="703804" y="109899"/>
                </a:cubicBezTo>
                <a:cubicBezTo>
                  <a:pt x="698953" y="109899"/>
                  <a:pt x="695190" y="109132"/>
                  <a:pt x="692517" y="107597"/>
                </a:cubicBezTo>
                <a:cubicBezTo>
                  <a:pt x="689844" y="106063"/>
                  <a:pt x="687963" y="104045"/>
                  <a:pt x="686874" y="101545"/>
                </a:cubicBezTo>
                <a:cubicBezTo>
                  <a:pt x="685785" y="99045"/>
                  <a:pt x="685240" y="93786"/>
                  <a:pt x="685240" y="85766"/>
                </a:cubicBezTo>
                <a:lnTo>
                  <a:pt x="685240" y="40395"/>
                </a:lnTo>
                <a:lnTo>
                  <a:pt x="675438" y="40395"/>
                </a:lnTo>
                <a:lnTo>
                  <a:pt x="675438" y="30000"/>
                </a:lnTo>
                <a:lnTo>
                  <a:pt x="685240" y="30000"/>
                </a:lnTo>
                <a:lnTo>
                  <a:pt x="685240" y="10417"/>
                </a:lnTo>
                <a:lnTo>
                  <a:pt x="698532" y="2376"/>
                </a:lnTo>
                <a:lnTo>
                  <a:pt x="698532" y="30000"/>
                </a:lnTo>
                <a:lnTo>
                  <a:pt x="711972" y="30000"/>
                </a:lnTo>
                <a:lnTo>
                  <a:pt x="711972" y="40395"/>
                </a:lnTo>
                <a:lnTo>
                  <a:pt x="698532" y="40395"/>
                </a:lnTo>
                <a:lnTo>
                  <a:pt x="698532" y="86509"/>
                </a:lnTo>
                <a:cubicBezTo>
                  <a:pt x="698532" y="90320"/>
                  <a:pt x="698767" y="92771"/>
                  <a:pt x="699237" y="93860"/>
                </a:cubicBezTo>
                <a:cubicBezTo>
                  <a:pt x="699708" y="94949"/>
                  <a:pt x="700475" y="95815"/>
                  <a:pt x="701539" y="96459"/>
                </a:cubicBezTo>
                <a:cubicBezTo>
                  <a:pt x="702604" y="97102"/>
                  <a:pt x="704126" y="97424"/>
                  <a:pt x="706106" y="97424"/>
                </a:cubicBezTo>
                <a:cubicBezTo>
                  <a:pt x="707591" y="97424"/>
                  <a:pt x="709547" y="97300"/>
                  <a:pt x="711972" y="97053"/>
                </a:cubicBezTo>
                <a:close/>
                <a:moveTo>
                  <a:pt x="779051" y="83464"/>
                </a:moveTo>
                <a:lnTo>
                  <a:pt x="792863" y="85172"/>
                </a:lnTo>
                <a:cubicBezTo>
                  <a:pt x="790685" y="93241"/>
                  <a:pt x="786650" y="99503"/>
                  <a:pt x="780759" y="103959"/>
                </a:cubicBezTo>
                <a:cubicBezTo>
                  <a:pt x="774868" y="108414"/>
                  <a:pt x="767343" y="110642"/>
                  <a:pt x="758185" y="110642"/>
                </a:cubicBezTo>
                <a:cubicBezTo>
                  <a:pt x="746651" y="110642"/>
                  <a:pt x="737505" y="107090"/>
                  <a:pt x="730747" y="99986"/>
                </a:cubicBezTo>
                <a:cubicBezTo>
                  <a:pt x="723990" y="92882"/>
                  <a:pt x="720611" y="82919"/>
                  <a:pt x="720611" y="70098"/>
                </a:cubicBezTo>
                <a:cubicBezTo>
                  <a:pt x="720611" y="56831"/>
                  <a:pt x="724027" y="46534"/>
                  <a:pt x="730859" y="39207"/>
                </a:cubicBezTo>
                <a:cubicBezTo>
                  <a:pt x="737690" y="31881"/>
                  <a:pt x="746552" y="28217"/>
                  <a:pt x="757443" y="28217"/>
                </a:cubicBezTo>
                <a:cubicBezTo>
                  <a:pt x="767987" y="28217"/>
                  <a:pt x="776601" y="31801"/>
                  <a:pt x="783284" y="38968"/>
                </a:cubicBezTo>
                <a:cubicBezTo>
                  <a:pt x="789967" y="46134"/>
                  <a:pt x="793308" y="56216"/>
                  <a:pt x="793308" y="69214"/>
                </a:cubicBezTo>
                <a:cubicBezTo>
                  <a:pt x="793308" y="70004"/>
                  <a:pt x="793284" y="71190"/>
                  <a:pt x="793234" y="72771"/>
                </a:cubicBezTo>
                <a:lnTo>
                  <a:pt x="734423" y="72771"/>
                </a:lnTo>
                <a:cubicBezTo>
                  <a:pt x="734918" y="81410"/>
                  <a:pt x="737369" y="88025"/>
                  <a:pt x="741774" y="92616"/>
                </a:cubicBezTo>
                <a:cubicBezTo>
                  <a:pt x="746180" y="97208"/>
                  <a:pt x="751675" y="99503"/>
                  <a:pt x="758259" y="99503"/>
                </a:cubicBezTo>
                <a:cubicBezTo>
                  <a:pt x="763160" y="99503"/>
                  <a:pt x="767343" y="98229"/>
                  <a:pt x="770809" y="95679"/>
                </a:cubicBezTo>
                <a:cubicBezTo>
                  <a:pt x="774274" y="93128"/>
                  <a:pt x="777021" y="89056"/>
                  <a:pt x="779051" y="83464"/>
                </a:cubicBezTo>
                <a:moveTo>
                  <a:pt x="735166" y="61633"/>
                </a:moveTo>
                <a:lnTo>
                  <a:pt x="779200" y="61633"/>
                </a:lnTo>
                <a:cubicBezTo>
                  <a:pt x="778606" y="55107"/>
                  <a:pt x="776922" y="50213"/>
                  <a:pt x="774150" y="46951"/>
                </a:cubicBezTo>
                <a:cubicBezTo>
                  <a:pt x="769893" y="41887"/>
                  <a:pt x="764373" y="39356"/>
                  <a:pt x="757591" y="39356"/>
                </a:cubicBezTo>
                <a:cubicBezTo>
                  <a:pt x="751453" y="39356"/>
                  <a:pt x="746292" y="41377"/>
                  <a:pt x="742109" y="45419"/>
                </a:cubicBezTo>
                <a:cubicBezTo>
                  <a:pt x="737926" y="49460"/>
                  <a:pt x="735611" y="54865"/>
                  <a:pt x="735166" y="61633"/>
                </a:cubicBezTo>
                <a:close/>
                <a:moveTo>
                  <a:pt x="856057" y="108860"/>
                </a:moveTo>
                <a:lnTo>
                  <a:pt x="856057" y="0"/>
                </a:lnTo>
                <a:lnTo>
                  <a:pt x="870463" y="0"/>
                </a:lnTo>
                <a:lnTo>
                  <a:pt x="870463" y="108860"/>
                </a:lnTo>
                <a:lnTo>
                  <a:pt x="856057" y="108860"/>
                </a:lnTo>
                <a:close/>
                <a:moveTo>
                  <a:pt x="894176" y="108860"/>
                </a:moveTo>
                <a:lnTo>
                  <a:pt x="894176" y="30000"/>
                </a:lnTo>
                <a:lnTo>
                  <a:pt x="906131" y="30000"/>
                </a:lnTo>
                <a:lnTo>
                  <a:pt x="906131" y="40989"/>
                </a:lnTo>
                <a:cubicBezTo>
                  <a:pt x="908607" y="37150"/>
                  <a:pt x="911899" y="34061"/>
                  <a:pt x="916007" y="31724"/>
                </a:cubicBezTo>
                <a:cubicBezTo>
                  <a:pt x="920116" y="29386"/>
                  <a:pt x="924794" y="28217"/>
                  <a:pt x="930042" y="28217"/>
                </a:cubicBezTo>
                <a:cubicBezTo>
                  <a:pt x="935883" y="28217"/>
                  <a:pt x="940673" y="29424"/>
                  <a:pt x="944410" y="31837"/>
                </a:cubicBezTo>
                <a:cubicBezTo>
                  <a:pt x="948148" y="34249"/>
                  <a:pt x="950784" y="37622"/>
                  <a:pt x="952319" y="41955"/>
                </a:cubicBezTo>
                <a:cubicBezTo>
                  <a:pt x="958556" y="32796"/>
                  <a:pt x="966675" y="28217"/>
                  <a:pt x="976675" y="28217"/>
                </a:cubicBezTo>
                <a:cubicBezTo>
                  <a:pt x="984496" y="28217"/>
                  <a:pt x="990511" y="30383"/>
                  <a:pt x="994719" y="34715"/>
                </a:cubicBezTo>
                <a:cubicBezTo>
                  <a:pt x="998927" y="39046"/>
                  <a:pt x="1001031" y="45717"/>
                  <a:pt x="1001031" y="54727"/>
                </a:cubicBezTo>
                <a:lnTo>
                  <a:pt x="1001031" y="108860"/>
                </a:lnTo>
                <a:lnTo>
                  <a:pt x="987739" y="108860"/>
                </a:lnTo>
                <a:lnTo>
                  <a:pt x="987739" y="59129"/>
                </a:lnTo>
                <a:cubicBezTo>
                  <a:pt x="987739" y="53776"/>
                  <a:pt x="987306" y="49923"/>
                  <a:pt x="986439" y="47570"/>
                </a:cubicBezTo>
                <a:cubicBezTo>
                  <a:pt x="985573" y="45216"/>
                  <a:pt x="984001" y="43320"/>
                  <a:pt x="981724" y="41883"/>
                </a:cubicBezTo>
                <a:cubicBezTo>
                  <a:pt x="979447" y="40446"/>
                  <a:pt x="976774" y="39727"/>
                  <a:pt x="973705" y="39727"/>
                </a:cubicBezTo>
                <a:cubicBezTo>
                  <a:pt x="968160" y="39727"/>
                  <a:pt x="963556" y="41573"/>
                  <a:pt x="959893" y="45266"/>
                </a:cubicBezTo>
                <a:cubicBezTo>
                  <a:pt x="956230" y="48957"/>
                  <a:pt x="954398" y="54867"/>
                  <a:pt x="954398" y="62995"/>
                </a:cubicBezTo>
                <a:lnTo>
                  <a:pt x="954398" y="108860"/>
                </a:lnTo>
                <a:lnTo>
                  <a:pt x="941032" y="108860"/>
                </a:lnTo>
                <a:lnTo>
                  <a:pt x="941032" y="57567"/>
                </a:lnTo>
                <a:cubicBezTo>
                  <a:pt x="941032" y="51620"/>
                  <a:pt x="939943" y="47160"/>
                  <a:pt x="937765" y="44187"/>
                </a:cubicBezTo>
                <a:cubicBezTo>
                  <a:pt x="935586" y="41214"/>
                  <a:pt x="932022" y="39727"/>
                  <a:pt x="927072" y="39727"/>
                </a:cubicBezTo>
                <a:cubicBezTo>
                  <a:pt x="923309" y="39727"/>
                  <a:pt x="919832" y="40719"/>
                  <a:pt x="916639" y="42702"/>
                </a:cubicBezTo>
                <a:cubicBezTo>
                  <a:pt x="913446" y="44684"/>
                  <a:pt x="911131" y="47583"/>
                  <a:pt x="909696" y="51399"/>
                </a:cubicBezTo>
                <a:cubicBezTo>
                  <a:pt x="908260" y="55214"/>
                  <a:pt x="907542" y="60715"/>
                  <a:pt x="907542" y="67900"/>
                </a:cubicBezTo>
                <a:lnTo>
                  <a:pt x="907542" y="108860"/>
                </a:lnTo>
                <a:lnTo>
                  <a:pt x="894176" y="108860"/>
                </a:lnTo>
                <a:close/>
                <a:moveTo>
                  <a:pt x="1072316" y="99123"/>
                </a:moveTo>
                <a:cubicBezTo>
                  <a:pt x="1067365" y="103334"/>
                  <a:pt x="1062600" y="106306"/>
                  <a:pt x="1058021" y="108040"/>
                </a:cubicBezTo>
                <a:cubicBezTo>
                  <a:pt x="1053442" y="109775"/>
                  <a:pt x="1048529" y="110642"/>
                  <a:pt x="1043281" y="110642"/>
                </a:cubicBezTo>
                <a:cubicBezTo>
                  <a:pt x="1034618" y="110642"/>
                  <a:pt x="1027960" y="108524"/>
                  <a:pt x="1023307" y="104288"/>
                </a:cubicBezTo>
                <a:cubicBezTo>
                  <a:pt x="1018653" y="100053"/>
                  <a:pt x="1016326" y="94640"/>
                  <a:pt x="1016326" y="88052"/>
                </a:cubicBezTo>
                <a:cubicBezTo>
                  <a:pt x="1016326" y="84189"/>
                  <a:pt x="1017205" y="80660"/>
                  <a:pt x="1018963" y="77465"/>
                </a:cubicBezTo>
                <a:cubicBezTo>
                  <a:pt x="1020720" y="74269"/>
                  <a:pt x="1023022" y="71705"/>
                  <a:pt x="1025868" y="69773"/>
                </a:cubicBezTo>
                <a:cubicBezTo>
                  <a:pt x="1028715" y="67841"/>
                  <a:pt x="1031920" y="66380"/>
                  <a:pt x="1035485" y="65390"/>
                </a:cubicBezTo>
                <a:cubicBezTo>
                  <a:pt x="1038108" y="64695"/>
                  <a:pt x="1042069" y="64026"/>
                  <a:pt x="1047366" y="63382"/>
                </a:cubicBezTo>
                <a:cubicBezTo>
                  <a:pt x="1058157" y="62105"/>
                  <a:pt x="1066103" y="60581"/>
                  <a:pt x="1071202" y="58811"/>
                </a:cubicBezTo>
                <a:cubicBezTo>
                  <a:pt x="1071251" y="56987"/>
                  <a:pt x="1071276" y="55828"/>
                  <a:pt x="1071276" y="55335"/>
                </a:cubicBezTo>
                <a:cubicBezTo>
                  <a:pt x="1071276" y="49909"/>
                  <a:pt x="1070014" y="46088"/>
                  <a:pt x="1067489" y="43869"/>
                </a:cubicBezTo>
                <a:cubicBezTo>
                  <a:pt x="1064073" y="40860"/>
                  <a:pt x="1058999" y="39356"/>
                  <a:pt x="1052266" y="39356"/>
                </a:cubicBezTo>
                <a:cubicBezTo>
                  <a:pt x="1045979" y="39356"/>
                  <a:pt x="1041338" y="40457"/>
                  <a:pt x="1038343" y="42660"/>
                </a:cubicBezTo>
                <a:cubicBezTo>
                  <a:pt x="1035348" y="44863"/>
                  <a:pt x="1033133" y="48762"/>
                  <a:pt x="1031697" y="54356"/>
                </a:cubicBezTo>
                <a:lnTo>
                  <a:pt x="1018628" y="52573"/>
                </a:lnTo>
                <a:cubicBezTo>
                  <a:pt x="1019816" y="46962"/>
                  <a:pt x="1021772" y="42431"/>
                  <a:pt x="1024495" y="38980"/>
                </a:cubicBezTo>
                <a:cubicBezTo>
                  <a:pt x="1027217" y="35529"/>
                  <a:pt x="1031153" y="32872"/>
                  <a:pt x="1036301" y="31011"/>
                </a:cubicBezTo>
                <a:cubicBezTo>
                  <a:pt x="1041450" y="29149"/>
                  <a:pt x="1047415" y="28217"/>
                  <a:pt x="1054197" y="28217"/>
                </a:cubicBezTo>
                <a:cubicBezTo>
                  <a:pt x="1060930" y="28217"/>
                  <a:pt x="1066400" y="29009"/>
                  <a:pt x="1070608" y="30594"/>
                </a:cubicBezTo>
                <a:cubicBezTo>
                  <a:pt x="1074816" y="32178"/>
                  <a:pt x="1077910" y="34170"/>
                  <a:pt x="1079890" y="36571"/>
                </a:cubicBezTo>
                <a:cubicBezTo>
                  <a:pt x="1081870" y="38972"/>
                  <a:pt x="1083256" y="42004"/>
                  <a:pt x="1084048" y="45668"/>
                </a:cubicBezTo>
                <a:cubicBezTo>
                  <a:pt x="1084494" y="47945"/>
                  <a:pt x="1084716" y="52054"/>
                  <a:pt x="1084716" y="57994"/>
                </a:cubicBezTo>
                <a:lnTo>
                  <a:pt x="1084716" y="75816"/>
                </a:lnTo>
                <a:cubicBezTo>
                  <a:pt x="1084716" y="88241"/>
                  <a:pt x="1085001" y="96100"/>
                  <a:pt x="1085570" y="99392"/>
                </a:cubicBezTo>
                <a:cubicBezTo>
                  <a:pt x="1086140" y="102684"/>
                  <a:pt x="1087266" y="105840"/>
                  <a:pt x="1088949" y="108860"/>
                </a:cubicBezTo>
                <a:lnTo>
                  <a:pt x="1074989" y="108860"/>
                </a:lnTo>
                <a:cubicBezTo>
                  <a:pt x="1073603" y="106084"/>
                  <a:pt x="1072712" y="102839"/>
                  <a:pt x="1072316" y="99123"/>
                </a:cubicBezTo>
                <a:moveTo>
                  <a:pt x="1071202" y="69207"/>
                </a:moveTo>
                <a:cubicBezTo>
                  <a:pt x="1066350" y="71204"/>
                  <a:pt x="1059073" y="72901"/>
                  <a:pt x="1049370" y="74298"/>
                </a:cubicBezTo>
                <a:cubicBezTo>
                  <a:pt x="1043876" y="75093"/>
                  <a:pt x="1039989" y="75988"/>
                  <a:pt x="1037712" y="76983"/>
                </a:cubicBezTo>
                <a:cubicBezTo>
                  <a:pt x="1035435" y="77976"/>
                  <a:pt x="1033678" y="79430"/>
                  <a:pt x="1032440" y="81345"/>
                </a:cubicBezTo>
                <a:cubicBezTo>
                  <a:pt x="1031202" y="83259"/>
                  <a:pt x="1030584" y="85384"/>
                  <a:pt x="1030584" y="87720"/>
                </a:cubicBezTo>
                <a:cubicBezTo>
                  <a:pt x="1030584" y="91298"/>
                  <a:pt x="1031933" y="94281"/>
                  <a:pt x="1034631" y="96668"/>
                </a:cubicBezTo>
                <a:cubicBezTo>
                  <a:pt x="1037329" y="99053"/>
                  <a:pt x="1041277" y="100246"/>
                  <a:pt x="1046474" y="100246"/>
                </a:cubicBezTo>
                <a:cubicBezTo>
                  <a:pt x="1051623" y="100246"/>
                  <a:pt x="1056202" y="99114"/>
                  <a:pt x="1060212" y="96851"/>
                </a:cubicBezTo>
                <a:cubicBezTo>
                  <a:pt x="1064222" y="94588"/>
                  <a:pt x="1067167" y="91491"/>
                  <a:pt x="1069048" y="87562"/>
                </a:cubicBezTo>
                <a:cubicBezTo>
                  <a:pt x="1070484" y="84527"/>
                  <a:pt x="1071202" y="80050"/>
                  <a:pt x="1071202" y="74131"/>
                </a:cubicBezTo>
                <a:lnTo>
                  <a:pt x="1071202" y="69207"/>
                </a:lnTo>
                <a:close/>
                <a:moveTo>
                  <a:pt x="1102960" y="115394"/>
                </a:moveTo>
                <a:lnTo>
                  <a:pt x="1115955" y="117325"/>
                </a:lnTo>
                <a:cubicBezTo>
                  <a:pt x="1116500" y="121335"/>
                  <a:pt x="1118009" y="124255"/>
                  <a:pt x="1120485" y="126087"/>
                </a:cubicBezTo>
                <a:cubicBezTo>
                  <a:pt x="1123801" y="128562"/>
                  <a:pt x="1128331" y="129800"/>
                  <a:pt x="1134074" y="129800"/>
                </a:cubicBezTo>
                <a:cubicBezTo>
                  <a:pt x="1140262" y="129800"/>
                  <a:pt x="1145039" y="128559"/>
                  <a:pt x="1148405" y="126078"/>
                </a:cubicBezTo>
                <a:cubicBezTo>
                  <a:pt x="1151771" y="123598"/>
                  <a:pt x="1154048" y="120125"/>
                  <a:pt x="1155237" y="115659"/>
                </a:cubicBezTo>
                <a:cubicBezTo>
                  <a:pt x="1155930" y="112931"/>
                  <a:pt x="1156251" y="107201"/>
                  <a:pt x="1156202" y="98468"/>
                </a:cubicBezTo>
                <a:cubicBezTo>
                  <a:pt x="1150360" y="105396"/>
                  <a:pt x="1143083" y="108860"/>
                  <a:pt x="1134371" y="108860"/>
                </a:cubicBezTo>
                <a:cubicBezTo>
                  <a:pt x="1123529" y="108860"/>
                  <a:pt x="1115138" y="104949"/>
                  <a:pt x="1109198" y="97127"/>
                </a:cubicBezTo>
                <a:cubicBezTo>
                  <a:pt x="1103257" y="89305"/>
                  <a:pt x="1100287" y="79924"/>
                  <a:pt x="1100287" y="68984"/>
                </a:cubicBezTo>
                <a:cubicBezTo>
                  <a:pt x="1100287" y="61459"/>
                  <a:pt x="1101648" y="54516"/>
                  <a:pt x="1104371" y="48155"/>
                </a:cubicBezTo>
                <a:cubicBezTo>
                  <a:pt x="1107094" y="41794"/>
                  <a:pt x="1111042" y="36881"/>
                  <a:pt x="1116215" y="33415"/>
                </a:cubicBezTo>
                <a:cubicBezTo>
                  <a:pt x="1121388" y="29950"/>
                  <a:pt x="1127465" y="28217"/>
                  <a:pt x="1134445" y="28217"/>
                </a:cubicBezTo>
                <a:cubicBezTo>
                  <a:pt x="1143752" y="28217"/>
                  <a:pt x="1151425" y="32004"/>
                  <a:pt x="1157464" y="39579"/>
                </a:cubicBezTo>
                <a:lnTo>
                  <a:pt x="1157464" y="30000"/>
                </a:lnTo>
                <a:lnTo>
                  <a:pt x="1169791" y="30000"/>
                </a:lnTo>
                <a:lnTo>
                  <a:pt x="1169791" y="98213"/>
                </a:lnTo>
                <a:cubicBezTo>
                  <a:pt x="1169791" y="110498"/>
                  <a:pt x="1168541" y="119204"/>
                  <a:pt x="1166041" y="124330"/>
                </a:cubicBezTo>
                <a:cubicBezTo>
                  <a:pt x="1163541" y="129457"/>
                  <a:pt x="1159581" y="133507"/>
                  <a:pt x="1154160" y="136478"/>
                </a:cubicBezTo>
                <a:cubicBezTo>
                  <a:pt x="1148739" y="139452"/>
                  <a:pt x="1142068" y="140938"/>
                  <a:pt x="1134148" y="140938"/>
                </a:cubicBezTo>
                <a:cubicBezTo>
                  <a:pt x="1124742" y="140938"/>
                  <a:pt x="1117143" y="138816"/>
                  <a:pt x="1111351" y="134571"/>
                </a:cubicBezTo>
                <a:cubicBezTo>
                  <a:pt x="1105559" y="130326"/>
                  <a:pt x="1102762" y="123934"/>
                  <a:pt x="1102960" y="115394"/>
                </a:cubicBezTo>
                <a:moveTo>
                  <a:pt x="1114024" y="68021"/>
                </a:moveTo>
                <a:cubicBezTo>
                  <a:pt x="1114024" y="78341"/>
                  <a:pt x="1116079" y="85871"/>
                  <a:pt x="1120188" y="90611"/>
                </a:cubicBezTo>
                <a:cubicBezTo>
                  <a:pt x="1124296" y="95351"/>
                  <a:pt x="1129445" y="97721"/>
                  <a:pt x="1135633" y="97721"/>
                </a:cubicBezTo>
                <a:cubicBezTo>
                  <a:pt x="1141771" y="97721"/>
                  <a:pt x="1146920" y="95364"/>
                  <a:pt x="1151078" y="90648"/>
                </a:cubicBezTo>
                <a:cubicBezTo>
                  <a:pt x="1155237" y="85933"/>
                  <a:pt x="1157316" y="78538"/>
                  <a:pt x="1157316" y="68464"/>
                </a:cubicBezTo>
                <a:cubicBezTo>
                  <a:pt x="1157316" y="58836"/>
                  <a:pt x="1155175" y="51577"/>
                  <a:pt x="1150893" y="46689"/>
                </a:cubicBezTo>
                <a:cubicBezTo>
                  <a:pt x="1146610" y="41800"/>
                  <a:pt x="1141450" y="39356"/>
                  <a:pt x="1135410" y="39356"/>
                </a:cubicBezTo>
                <a:cubicBezTo>
                  <a:pt x="1129470" y="39356"/>
                  <a:pt x="1124420" y="41763"/>
                  <a:pt x="1120262" y="46577"/>
                </a:cubicBezTo>
                <a:cubicBezTo>
                  <a:pt x="1116104" y="51391"/>
                  <a:pt x="1114024" y="58539"/>
                  <a:pt x="1114024" y="68021"/>
                </a:cubicBezTo>
                <a:close/>
                <a:moveTo>
                  <a:pt x="1243949" y="83464"/>
                </a:moveTo>
                <a:lnTo>
                  <a:pt x="1257761" y="85172"/>
                </a:lnTo>
                <a:cubicBezTo>
                  <a:pt x="1255583" y="93241"/>
                  <a:pt x="1251548" y="99503"/>
                  <a:pt x="1245657" y="103959"/>
                </a:cubicBezTo>
                <a:cubicBezTo>
                  <a:pt x="1239766" y="108414"/>
                  <a:pt x="1232242" y="110642"/>
                  <a:pt x="1223083" y="110642"/>
                </a:cubicBezTo>
                <a:cubicBezTo>
                  <a:pt x="1211549" y="110642"/>
                  <a:pt x="1202403" y="107090"/>
                  <a:pt x="1195646" y="99986"/>
                </a:cubicBezTo>
                <a:cubicBezTo>
                  <a:pt x="1188889" y="92882"/>
                  <a:pt x="1185510" y="82919"/>
                  <a:pt x="1185510" y="70098"/>
                </a:cubicBezTo>
                <a:cubicBezTo>
                  <a:pt x="1185510" y="56831"/>
                  <a:pt x="1188926" y="46534"/>
                  <a:pt x="1195757" y="39207"/>
                </a:cubicBezTo>
                <a:cubicBezTo>
                  <a:pt x="1202589" y="31881"/>
                  <a:pt x="1211450" y="28217"/>
                  <a:pt x="1222341" y="28217"/>
                </a:cubicBezTo>
                <a:cubicBezTo>
                  <a:pt x="1232885" y="28217"/>
                  <a:pt x="1241499" y="31801"/>
                  <a:pt x="1248182" y="38968"/>
                </a:cubicBezTo>
                <a:cubicBezTo>
                  <a:pt x="1254865" y="46134"/>
                  <a:pt x="1258207" y="56216"/>
                  <a:pt x="1258207" y="69214"/>
                </a:cubicBezTo>
                <a:cubicBezTo>
                  <a:pt x="1258207" y="70004"/>
                  <a:pt x="1258182" y="71190"/>
                  <a:pt x="1258132" y="72771"/>
                </a:cubicBezTo>
                <a:lnTo>
                  <a:pt x="1199322" y="72771"/>
                </a:lnTo>
                <a:cubicBezTo>
                  <a:pt x="1199817" y="81410"/>
                  <a:pt x="1202267" y="88025"/>
                  <a:pt x="1206673" y="92616"/>
                </a:cubicBezTo>
                <a:cubicBezTo>
                  <a:pt x="1211079" y="97208"/>
                  <a:pt x="1216574" y="99503"/>
                  <a:pt x="1223158" y="99503"/>
                </a:cubicBezTo>
                <a:cubicBezTo>
                  <a:pt x="1228059" y="99503"/>
                  <a:pt x="1232242" y="98229"/>
                  <a:pt x="1235707" y="95679"/>
                </a:cubicBezTo>
                <a:cubicBezTo>
                  <a:pt x="1239172" y="93128"/>
                  <a:pt x="1241920" y="89056"/>
                  <a:pt x="1243949" y="83464"/>
                </a:cubicBezTo>
                <a:moveTo>
                  <a:pt x="1200064" y="61633"/>
                </a:moveTo>
                <a:lnTo>
                  <a:pt x="1244098" y="61633"/>
                </a:lnTo>
                <a:cubicBezTo>
                  <a:pt x="1243504" y="55107"/>
                  <a:pt x="1241821" y="50213"/>
                  <a:pt x="1239049" y="46951"/>
                </a:cubicBezTo>
                <a:cubicBezTo>
                  <a:pt x="1234791" y="41887"/>
                  <a:pt x="1229272" y="39356"/>
                  <a:pt x="1222489" y="39356"/>
                </a:cubicBezTo>
                <a:cubicBezTo>
                  <a:pt x="1216351" y="39356"/>
                  <a:pt x="1211190" y="41377"/>
                  <a:pt x="1207007" y="45419"/>
                </a:cubicBezTo>
                <a:cubicBezTo>
                  <a:pt x="1202824" y="49460"/>
                  <a:pt x="1200510" y="54865"/>
                  <a:pt x="1200064" y="61633"/>
                </a:cubicBezTo>
                <a:close/>
                <a:moveTo>
                  <a:pt x="1269174" y="85246"/>
                </a:moveTo>
                <a:lnTo>
                  <a:pt x="1282391" y="83167"/>
                </a:lnTo>
                <a:cubicBezTo>
                  <a:pt x="1283134" y="88441"/>
                  <a:pt x="1285201" y="92482"/>
                  <a:pt x="1288592" y="95292"/>
                </a:cubicBezTo>
                <a:cubicBezTo>
                  <a:pt x="1291983" y="98099"/>
                  <a:pt x="1296723" y="99503"/>
                  <a:pt x="1302812" y="99503"/>
                </a:cubicBezTo>
                <a:cubicBezTo>
                  <a:pt x="1308950" y="99503"/>
                  <a:pt x="1313505" y="98263"/>
                  <a:pt x="1316475" y="95784"/>
                </a:cubicBezTo>
                <a:cubicBezTo>
                  <a:pt x="1319445" y="93302"/>
                  <a:pt x="1320930" y="90392"/>
                  <a:pt x="1320930" y="87054"/>
                </a:cubicBezTo>
                <a:cubicBezTo>
                  <a:pt x="1320930" y="84057"/>
                  <a:pt x="1319618" y="81700"/>
                  <a:pt x="1316995" y="79981"/>
                </a:cubicBezTo>
                <a:cubicBezTo>
                  <a:pt x="1315163" y="78802"/>
                  <a:pt x="1310609" y="77304"/>
                  <a:pt x="1303331" y="75486"/>
                </a:cubicBezTo>
                <a:cubicBezTo>
                  <a:pt x="1293530" y="73009"/>
                  <a:pt x="1286735" y="70867"/>
                  <a:pt x="1282948" y="69058"/>
                </a:cubicBezTo>
                <a:cubicBezTo>
                  <a:pt x="1279161" y="67250"/>
                  <a:pt x="1276290" y="64748"/>
                  <a:pt x="1274334" y="61551"/>
                </a:cubicBezTo>
                <a:cubicBezTo>
                  <a:pt x="1272379" y="58355"/>
                  <a:pt x="1271401" y="54825"/>
                  <a:pt x="1271401" y="50961"/>
                </a:cubicBezTo>
                <a:cubicBezTo>
                  <a:pt x="1271401" y="47443"/>
                  <a:pt x="1272206" y="44185"/>
                  <a:pt x="1273815" y="41187"/>
                </a:cubicBezTo>
                <a:cubicBezTo>
                  <a:pt x="1275423" y="38189"/>
                  <a:pt x="1277614" y="35699"/>
                  <a:pt x="1280386" y="33717"/>
                </a:cubicBezTo>
                <a:cubicBezTo>
                  <a:pt x="1282465" y="32181"/>
                  <a:pt x="1285300" y="30881"/>
                  <a:pt x="1288889" y="29816"/>
                </a:cubicBezTo>
                <a:cubicBezTo>
                  <a:pt x="1292478" y="28750"/>
                  <a:pt x="1296327" y="28217"/>
                  <a:pt x="1300435" y="28217"/>
                </a:cubicBezTo>
                <a:cubicBezTo>
                  <a:pt x="1306623" y="28217"/>
                  <a:pt x="1312057" y="29115"/>
                  <a:pt x="1316735" y="30909"/>
                </a:cubicBezTo>
                <a:cubicBezTo>
                  <a:pt x="1321413" y="32702"/>
                  <a:pt x="1324866" y="35132"/>
                  <a:pt x="1327093" y="38198"/>
                </a:cubicBezTo>
                <a:cubicBezTo>
                  <a:pt x="1329321" y="41262"/>
                  <a:pt x="1330856" y="45361"/>
                  <a:pt x="1331697" y="50494"/>
                </a:cubicBezTo>
                <a:lnTo>
                  <a:pt x="1318628" y="52276"/>
                </a:lnTo>
                <a:cubicBezTo>
                  <a:pt x="1318034" y="48217"/>
                  <a:pt x="1316314" y="45049"/>
                  <a:pt x="1313467" y="42772"/>
                </a:cubicBezTo>
                <a:cubicBezTo>
                  <a:pt x="1310621" y="40494"/>
                  <a:pt x="1306599" y="39356"/>
                  <a:pt x="1301401" y="39356"/>
                </a:cubicBezTo>
                <a:cubicBezTo>
                  <a:pt x="1295262" y="39356"/>
                  <a:pt x="1290881" y="40366"/>
                  <a:pt x="1288257" y="42386"/>
                </a:cubicBezTo>
                <a:cubicBezTo>
                  <a:pt x="1285634" y="44405"/>
                  <a:pt x="1284322" y="46770"/>
                  <a:pt x="1284322" y="49480"/>
                </a:cubicBezTo>
                <a:cubicBezTo>
                  <a:pt x="1284322" y="51204"/>
                  <a:pt x="1284866" y="52755"/>
                  <a:pt x="1285956" y="54135"/>
                </a:cubicBezTo>
                <a:cubicBezTo>
                  <a:pt x="1287045" y="55563"/>
                  <a:pt x="1288752" y="56745"/>
                  <a:pt x="1291079" y="57681"/>
                </a:cubicBezTo>
                <a:cubicBezTo>
                  <a:pt x="1292416" y="58174"/>
                  <a:pt x="1296351" y="59308"/>
                  <a:pt x="1302886" y="61080"/>
                </a:cubicBezTo>
                <a:cubicBezTo>
                  <a:pt x="1312341" y="63604"/>
                  <a:pt x="1318938" y="65669"/>
                  <a:pt x="1322675" y="67276"/>
                </a:cubicBezTo>
                <a:cubicBezTo>
                  <a:pt x="1326413" y="68883"/>
                  <a:pt x="1329346" y="71221"/>
                  <a:pt x="1331475" y="74289"/>
                </a:cubicBezTo>
                <a:cubicBezTo>
                  <a:pt x="1333603" y="77355"/>
                  <a:pt x="1334668" y="81163"/>
                  <a:pt x="1334668" y="85713"/>
                </a:cubicBezTo>
                <a:cubicBezTo>
                  <a:pt x="1334668" y="90165"/>
                  <a:pt x="1333368" y="94357"/>
                  <a:pt x="1330769" y="98290"/>
                </a:cubicBezTo>
                <a:cubicBezTo>
                  <a:pt x="1328170" y="102221"/>
                  <a:pt x="1324420" y="105262"/>
                  <a:pt x="1319519" y="107414"/>
                </a:cubicBezTo>
                <a:cubicBezTo>
                  <a:pt x="1314618" y="109566"/>
                  <a:pt x="1309074" y="110642"/>
                  <a:pt x="1302886" y="110642"/>
                </a:cubicBezTo>
                <a:cubicBezTo>
                  <a:pt x="1292639" y="110642"/>
                  <a:pt x="1284829" y="108507"/>
                  <a:pt x="1279458" y="104237"/>
                </a:cubicBezTo>
                <a:cubicBezTo>
                  <a:pt x="1274087" y="99967"/>
                  <a:pt x="1270659" y="93637"/>
                  <a:pt x="1269174" y="852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StagedWebapp">
            <a:extLst xmlns:a="http://schemas.openxmlformats.org/drawingml/2006/main">
              <a:ext uri="{FF2B5EF4-FFF2-40B4-BE49-F238E27FC236}">
                <a16:creationId xmlns:a16="http://schemas.microsoft.com/office/drawing/2014/main" id="{00336B6A-B078-4076-A1AB-D0B150D9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272" y="1297164"/>
            <a:ext cx="1074915" cy="142869"/>
          </a:xfrm>
          <a:custGeom xmlns:a="http://schemas.openxmlformats.org/drawingml/2006/main">
            <a:pathLst>
              <a:path w="1074915" h="142869">
                <a:moveTo>
                  <a:pt x="0" y="75741"/>
                </a:moveTo>
                <a:lnTo>
                  <a:pt x="13589" y="74553"/>
                </a:lnTo>
                <a:cubicBezTo>
                  <a:pt x="14232" y="79999"/>
                  <a:pt x="15730" y="84466"/>
                  <a:pt x="18081" y="87956"/>
                </a:cubicBezTo>
                <a:cubicBezTo>
                  <a:pt x="20433" y="91447"/>
                  <a:pt x="24084" y="94268"/>
                  <a:pt x="29034" y="96422"/>
                </a:cubicBezTo>
                <a:cubicBezTo>
                  <a:pt x="33985" y="98575"/>
                  <a:pt x="39554" y="99652"/>
                  <a:pt x="45742" y="99652"/>
                </a:cubicBezTo>
                <a:cubicBezTo>
                  <a:pt x="51237" y="99652"/>
                  <a:pt x="56088" y="98835"/>
                  <a:pt x="60296" y="97201"/>
                </a:cubicBezTo>
                <a:cubicBezTo>
                  <a:pt x="64504" y="95568"/>
                  <a:pt x="67635" y="93328"/>
                  <a:pt x="69689" y="90481"/>
                </a:cubicBezTo>
                <a:cubicBezTo>
                  <a:pt x="71744" y="87635"/>
                  <a:pt x="72771" y="84528"/>
                  <a:pt x="72771" y="81162"/>
                </a:cubicBezTo>
                <a:cubicBezTo>
                  <a:pt x="72771" y="77746"/>
                  <a:pt x="71781" y="74764"/>
                  <a:pt x="69801" y="72214"/>
                </a:cubicBezTo>
                <a:cubicBezTo>
                  <a:pt x="67821" y="69665"/>
                  <a:pt x="64553" y="67524"/>
                  <a:pt x="59999" y="65791"/>
                </a:cubicBezTo>
                <a:cubicBezTo>
                  <a:pt x="57078" y="64652"/>
                  <a:pt x="50618" y="62883"/>
                  <a:pt x="40618" y="60482"/>
                </a:cubicBezTo>
                <a:cubicBezTo>
                  <a:pt x="30618" y="58081"/>
                  <a:pt x="23613" y="55816"/>
                  <a:pt x="19604" y="53687"/>
                </a:cubicBezTo>
                <a:cubicBezTo>
                  <a:pt x="14406" y="50965"/>
                  <a:pt x="10532" y="47586"/>
                  <a:pt x="7983" y="43551"/>
                </a:cubicBezTo>
                <a:cubicBezTo>
                  <a:pt x="5433" y="39517"/>
                  <a:pt x="4158" y="34999"/>
                  <a:pt x="4158" y="30000"/>
                </a:cubicBezTo>
                <a:cubicBezTo>
                  <a:pt x="4158" y="24505"/>
                  <a:pt x="5718" y="19368"/>
                  <a:pt x="8836" y="14591"/>
                </a:cubicBezTo>
                <a:cubicBezTo>
                  <a:pt x="11955" y="9814"/>
                  <a:pt x="16510" y="6188"/>
                  <a:pt x="22500" y="3713"/>
                </a:cubicBezTo>
                <a:cubicBezTo>
                  <a:pt x="28490" y="1238"/>
                  <a:pt x="35148" y="0"/>
                  <a:pt x="42475" y="0"/>
                </a:cubicBezTo>
                <a:cubicBezTo>
                  <a:pt x="50544" y="0"/>
                  <a:pt x="57660" y="1299"/>
                  <a:pt x="63823" y="3898"/>
                </a:cubicBezTo>
                <a:cubicBezTo>
                  <a:pt x="69986" y="6497"/>
                  <a:pt x="74727" y="10322"/>
                  <a:pt x="78043" y="15371"/>
                </a:cubicBezTo>
                <a:cubicBezTo>
                  <a:pt x="81360" y="20420"/>
                  <a:pt x="83142" y="26138"/>
                  <a:pt x="83390" y="32524"/>
                </a:cubicBezTo>
                <a:lnTo>
                  <a:pt x="69578" y="33564"/>
                </a:lnTo>
                <a:cubicBezTo>
                  <a:pt x="68836" y="26658"/>
                  <a:pt x="66323" y="21441"/>
                  <a:pt x="62041" y="17914"/>
                </a:cubicBezTo>
                <a:cubicBezTo>
                  <a:pt x="57759" y="14387"/>
                  <a:pt x="51435" y="12624"/>
                  <a:pt x="43069" y="12624"/>
                </a:cubicBezTo>
                <a:cubicBezTo>
                  <a:pt x="34356" y="12624"/>
                  <a:pt x="28007" y="14222"/>
                  <a:pt x="24022" y="17418"/>
                </a:cubicBezTo>
                <a:cubicBezTo>
                  <a:pt x="20037" y="20612"/>
                  <a:pt x="18044" y="24464"/>
                  <a:pt x="18044" y="28972"/>
                </a:cubicBezTo>
                <a:cubicBezTo>
                  <a:pt x="18044" y="32885"/>
                  <a:pt x="19455" y="36106"/>
                  <a:pt x="22277" y="38632"/>
                </a:cubicBezTo>
                <a:cubicBezTo>
                  <a:pt x="25049" y="41160"/>
                  <a:pt x="32289" y="43749"/>
                  <a:pt x="43997" y="46399"/>
                </a:cubicBezTo>
                <a:cubicBezTo>
                  <a:pt x="55705" y="49049"/>
                  <a:pt x="63737" y="51364"/>
                  <a:pt x="68093" y="53346"/>
                </a:cubicBezTo>
                <a:cubicBezTo>
                  <a:pt x="74429" y="56268"/>
                  <a:pt x="79108" y="59972"/>
                  <a:pt x="82127" y="64457"/>
                </a:cubicBezTo>
                <a:cubicBezTo>
                  <a:pt x="85147" y="68940"/>
                  <a:pt x="86657" y="74105"/>
                  <a:pt x="86657" y="79951"/>
                </a:cubicBezTo>
                <a:cubicBezTo>
                  <a:pt x="86657" y="85746"/>
                  <a:pt x="84999" y="91208"/>
                  <a:pt x="81682" y="96336"/>
                </a:cubicBezTo>
                <a:cubicBezTo>
                  <a:pt x="78365" y="101463"/>
                  <a:pt x="73600" y="105451"/>
                  <a:pt x="67388" y="108300"/>
                </a:cubicBezTo>
                <a:cubicBezTo>
                  <a:pt x="61175" y="111148"/>
                  <a:pt x="54182" y="112572"/>
                  <a:pt x="46410" y="112572"/>
                </a:cubicBezTo>
                <a:cubicBezTo>
                  <a:pt x="36559" y="112572"/>
                  <a:pt x="28304" y="111137"/>
                  <a:pt x="21646" y="108266"/>
                </a:cubicBezTo>
                <a:cubicBezTo>
                  <a:pt x="14987" y="105394"/>
                  <a:pt x="9765" y="101075"/>
                  <a:pt x="5978" y="95308"/>
                </a:cubicBezTo>
                <a:cubicBezTo>
                  <a:pt x="2191" y="89541"/>
                  <a:pt x="198" y="83018"/>
                  <a:pt x="0" y="75741"/>
                </a:cubicBezTo>
                <a:close/>
                <a:moveTo>
                  <a:pt x="133811" y="98984"/>
                </a:moveTo>
                <a:lnTo>
                  <a:pt x="135742" y="110790"/>
                </a:lnTo>
                <a:cubicBezTo>
                  <a:pt x="131979" y="111483"/>
                  <a:pt x="128613" y="111830"/>
                  <a:pt x="125643" y="111830"/>
                </a:cubicBezTo>
                <a:cubicBezTo>
                  <a:pt x="120791" y="111830"/>
                  <a:pt x="117029" y="111063"/>
                  <a:pt x="114356" y="109528"/>
                </a:cubicBezTo>
                <a:cubicBezTo>
                  <a:pt x="111683" y="107993"/>
                  <a:pt x="109801" y="105976"/>
                  <a:pt x="108712" y="103476"/>
                </a:cubicBezTo>
                <a:cubicBezTo>
                  <a:pt x="107623" y="100976"/>
                  <a:pt x="107079" y="95716"/>
                  <a:pt x="107079" y="87697"/>
                </a:cubicBezTo>
                <a:lnTo>
                  <a:pt x="107079" y="42326"/>
                </a:lnTo>
                <a:lnTo>
                  <a:pt x="97277" y="42326"/>
                </a:lnTo>
                <a:lnTo>
                  <a:pt x="97277" y="31930"/>
                </a:lnTo>
                <a:lnTo>
                  <a:pt x="107079" y="31930"/>
                </a:lnTo>
                <a:lnTo>
                  <a:pt x="107079" y="12347"/>
                </a:lnTo>
                <a:lnTo>
                  <a:pt x="120371" y="4307"/>
                </a:lnTo>
                <a:lnTo>
                  <a:pt x="120371" y="31930"/>
                </a:lnTo>
                <a:lnTo>
                  <a:pt x="133811" y="31930"/>
                </a:lnTo>
                <a:lnTo>
                  <a:pt x="133811" y="42326"/>
                </a:lnTo>
                <a:lnTo>
                  <a:pt x="120371" y="42326"/>
                </a:lnTo>
                <a:lnTo>
                  <a:pt x="120371" y="88439"/>
                </a:lnTo>
                <a:cubicBezTo>
                  <a:pt x="120371" y="92251"/>
                  <a:pt x="120606" y="94701"/>
                  <a:pt x="121076" y="95791"/>
                </a:cubicBezTo>
                <a:cubicBezTo>
                  <a:pt x="121546" y="96880"/>
                  <a:pt x="122314" y="97746"/>
                  <a:pt x="123378" y="98389"/>
                </a:cubicBezTo>
                <a:cubicBezTo>
                  <a:pt x="124442" y="99033"/>
                  <a:pt x="125965" y="99355"/>
                  <a:pt x="127945" y="99355"/>
                </a:cubicBezTo>
                <a:cubicBezTo>
                  <a:pt x="129430" y="99355"/>
                  <a:pt x="131385" y="99231"/>
                  <a:pt x="133811" y="98984"/>
                </a:cubicBezTo>
                <a:close/>
                <a:moveTo>
                  <a:pt x="198365" y="101053"/>
                </a:moveTo>
                <a:cubicBezTo>
                  <a:pt x="193415" y="105264"/>
                  <a:pt x="188650" y="108237"/>
                  <a:pt x="184071" y="109971"/>
                </a:cubicBezTo>
                <a:cubicBezTo>
                  <a:pt x="179492" y="111705"/>
                  <a:pt x="174579" y="112572"/>
                  <a:pt x="169331" y="112572"/>
                </a:cubicBezTo>
                <a:cubicBezTo>
                  <a:pt x="160668" y="112572"/>
                  <a:pt x="154010" y="110455"/>
                  <a:pt x="149356" y="106219"/>
                </a:cubicBezTo>
                <a:cubicBezTo>
                  <a:pt x="144703" y="101983"/>
                  <a:pt x="142376" y="96571"/>
                  <a:pt x="142376" y="89982"/>
                </a:cubicBezTo>
                <a:cubicBezTo>
                  <a:pt x="142376" y="86119"/>
                  <a:pt x="143255" y="82591"/>
                  <a:pt x="145012" y="79396"/>
                </a:cubicBezTo>
                <a:cubicBezTo>
                  <a:pt x="146770" y="76200"/>
                  <a:pt x="149072" y="73636"/>
                  <a:pt x="151918" y="71704"/>
                </a:cubicBezTo>
                <a:cubicBezTo>
                  <a:pt x="154765" y="69771"/>
                  <a:pt x="157970" y="68310"/>
                  <a:pt x="161534" y="67320"/>
                </a:cubicBezTo>
                <a:cubicBezTo>
                  <a:pt x="164158" y="66626"/>
                  <a:pt x="168118" y="65957"/>
                  <a:pt x="173415" y="65313"/>
                </a:cubicBezTo>
                <a:cubicBezTo>
                  <a:pt x="184207" y="64035"/>
                  <a:pt x="192153" y="62511"/>
                  <a:pt x="197251" y="60742"/>
                </a:cubicBezTo>
                <a:cubicBezTo>
                  <a:pt x="197301" y="58918"/>
                  <a:pt x="197326" y="57759"/>
                  <a:pt x="197326" y="57265"/>
                </a:cubicBezTo>
                <a:cubicBezTo>
                  <a:pt x="197326" y="51840"/>
                  <a:pt x="196063" y="48018"/>
                  <a:pt x="193539" y="45800"/>
                </a:cubicBezTo>
                <a:cubicBezTo>
                  <a:pt x="190123" y="42791"/>
                  <a:pt x="185049" y="41286"/>
                  <a:pt x="178316" y="41286"/>
                </a:cubicBezTo>
                <a:cubicBezTo>
                  <a:pt x="172029" y="41286"/>
                  <a:pt x="167388" y="42388"/>
                  <a:pt x="164393" y="44591"/>
                </a:cubicBezTo>
                <a:cubicBezTo>
                  <a:pt x="161398" y="46794"/>
                  <a:pt x="159183" y="50692"/>
                  <a:pt x="157747" y="56286"/>
                </a:cubicBezTo>
                <a:lnTo>
                  <a:pt x="144678" y="54504"/>
                </a:lnTo>
                <a:cubicBezTo>
                  <a:pt x="145866" y="48893"/>
                  <a:pt x="147822" y="44362"/>
                  <a:pt x="150544" y="40911"/>
                </a:cubicBezTo>
                <a:cubicBezTo>
                  <a:pt x="153267" y="37459"/>
                  <a:pt x="157203" y="34803"/>
                  <a:pt x="162351" y="32942"/>
                </a:cubicBezTo>
                <a:cubicBezTo>
                  <a:pt x="167499" y="31079"/>
                  <a:pt x="173465" y="30148"/>
                  <a:pt x="180247" y="30148"/>
                </a:cubicBezTo>
                <a:cubicBezTo>
                  <a:pt x="186979" y="30148"/>
                  <a:pt x="192450" y="30940"/>
                  <a:pt x="196657" y="32524"/>
                </a:cubicBezTo>
                <a:cubicBezTo>
                  <a:pt x="200865" y="34108"/>
                  <a:pt x="203959" y="36101"/>
                  <a:pt x="205939" y="38502"/>
                </a:cubicBezTo>
                <a:cubicBezTo>
                  <a:pt x="207920" y="40903"/>
                  <a:pt x="209306" y="43935"/>
                  <a:pt x="210098" y="47598"/>
                </a:cubicBezTo>
                <a:cubicBezTo>
                  <a:pt x="210543" y="49875"/>
                  <a:pt x="210766" y="53984"/>
                  <a:pt x="210766" y="59925"/>
                </a:cubicBezTo>
                <a:lnTo>
                  <a:pt x="210766" y="77746"/>
                </a:lnTo>
                <a:cubicBezTo>
                  <a:pt x="210766" y="90172"/>
                  <a:pt x="211051" y="98031"/>
                  <a:pt x="211620" y="101323"/>
                </a:cubicBezTo>
                <a:cubicBezTo>
                  <a:pt x="212189" y="104615"/>
                  <a:pt x="213316" y="107771"/>
                  <a:pt x="214999" y="110790"/>
                </a:cubicBezTo>
                <a:lnTo>
                  <a:pt x="201039" y="110790"/>
                </a:lnTo>
                <a:cubicBezTo>
                  <a:pt x="199652" y="108015"/>
                  <a:pt x="198761" y="104769"/>
                  <a:pt x="198365" y="101053"/>
                </a:cubicBezTo>
                <a:moveTo>
                  <a:pt x="197251" y="71137"/>
                </a:moveTo>
                <a:cubicBezTo>
                  <a:pt x="192400" y="73135"/>
                  <a:pt x="185123" y="74832"/>
                  <a:pt x="175420" y="76229"/>
                </a:cubicBezTo>
                <a:cubicBezTo>
                  <a:pt x="169925" y="77024"/>
                  <a:pt x="166039" y="77919"/>
                  <a:pt x="163762" y="78913"/>
                </a:cubicBezTo>
                <a:cubicBezTo>
                  <a:pt x="161485" y="79907"/>
                  <a:pt x="159727" y="81361"/>
                  <a:pt x="158490" y="83276"/>
                </a:cubicBezTo>
                <a:cubicBezTo>
                  <a:pt x="157252" y="85190"/>
                  <a:pt x="156633" y="87314"/>
                  <a:pt x="156633" y="89650"/>
                </a:cubicBezTo>
                <a:cubicBezTo>
                  <a:pt x="156633" y="93229"/>
                  <a:pt x="157982" y="96211"/>
                  <a:pt x="160680" y="98598"/>
                </a:cubicBezTo>
                <a:cubicBezTo>
                  <a:pt x="163378" y="100984"/>
                  <a:pt x="167326" y="102177"/>
                  <a:pt x="172524" y="102177"/>
                </a:cubicBezTo>
                <a:cubicBezTo>
                  <a:pt x="177673" y="102177"/>
                  <a:pt x="182252" y="101045"/>
                  <a:pt x="186262" y="98782"/>
                </a:cubicBezTo>
                <a:cubicBezTo>
                  <a:pt x="190271" y="96518"/>
                  <a:pt x="193217" y="93422"/>
                  <a:pt x="195098" y="89493"/>
                </a:cubicBezTo>
                <a:cubicBezTo>
                  <a:pt x="196534" y="86457"/>
                  <a:pt x="197251" y="81980"/>
                  <a:pt x="197251" y="76062"/>
                </a:cubicBezTo>
                <a:lnTo>
                  <a:pt x="197251" y="71137"/>
                </a:lnTo>
                <a:close/>
                <a:moveTo>
                  <a:pt x="229010" y="117325"/>
                </a:moveTo>
                <a:lnTo>
                  <a:pt x="242005" y="119255"/>
                </a:lnTo>
                <a:cubicBezTo>
                  <a:pt x="242549" y="123265"/>
                  <a:pt x="244059" y="126186"/>
                  <a:pt x="246534" y="128018"/>
                </a:cubicBezTo>
                <a:cubicBezTo>
                  <a:pt x="249851" y="130493"/>
                  <a:pt x="254381" y="131731"/>
                  <a:pt x="260123" y="131731"/>
                </a:cubicBezTo>
                <a:cubicBezTo>
                  <a:pt x="266311" y="131731"/>
                  <a:pt x="271088" y="130490"/>
                  <a:pt x="274455" y="128008"/>
                </a:cubicBezTo>
                <a:cubicBezTo>
                  <a:pt x="277821" y="125529"/>
                  <a:pt x="280098" y="122056"/>
                  <a:pt x="281286" y="117589"/>
                </a:cubicBezTo>
                <a:cubicBezTo>
                  <a:pt x="281979" y="114862"/>
                  <a:pt x="282301" y="109132"/>
                  <a:pt x="282252" y="100399"/>
                </a:cubicBezTo>
                <a:cubicBezTo>
                  <a:pt x="276410" y="107327"/>
                  <a:pt x="269133" y="110790"/>
                  <a:pt x="260420" y="110790"/>
                </a:cubicBezTo>
                <a:cubicBezTo>
                  <a:pt x="249579" y="110790"/>
                  <a:pt x="241188" y="106879"/>
                  <a:pt x="235247" y="99058"/>
                </a:cubicBezTo>
                <a:cubicBezTo>
                  <a:pt x="229307" y="91236"/>
                  <a:pt x="226337" y="81855"/>
                  <a:pt x="226337" y="70915"/>
                </a:cubicBezTo>
                <a:cubicBezTo>
                  <a:pt x="226337" y="63390"/>
                  <a:pt x="227698" y="56447"/>
                  <a:pt x="230421" y="50086"/>
                </a:cubicBezTo>
                <a:cubicBezTo>
                  <a:pt x="233144" y="43725"/>
                  <a:pt x="237092" y="38811"/>
                  <a:pt x="242265" y="35346"/>
                </a:cubicBezTo>
                <a:cubicBezTo>
                  <a:pt x="247438" y="31881"/>
                  <a:pt x="253515" y="30148"/>
                  <a:pt x="260495" y="30148"/>
                </a:cubicBezTo>
                <a:cubicBezTo>
                  <a:pt x="269801" y="30148"/>
                  <a:pt x="277475" y="33935"/>
                  <a:pt x="283514" y="41509"/>
                </a:cubicBezTo>
                <a:lnTo>
                  <a:pt x="283514" y="31930"/>
                </a:lnTo>
                <a:lnTo>
                  <a:pt x="295841" y="31930"/>
                </a:lnTo>
                <a:lnTo>
                  <a:pt x="295841" y="100144"/>
                </a:lnTo>
                <a:cubicBezTo>
                  <a:pt x="295841" y="112429"/>
                  <a:pt x="294591" y="121134"/>
                  <a:pt x="292091" y="126261"/>
                </a:cubicBezTo>
                <a:cubicBezTo>
                  <a:pt x="289591" y="131388"/>
                  <a:pt x="285630" y="135437"/>
                  <a:pt x="280210" y="138409"/>
                </a:cubicBezTo>
                <a:cubicBezTo>
                  <a:pt x="274789" y="141382"/>
                  <a:pt x="268118" y="142869"/>
                  <a:pt x="260198" y="142869"/>
                </a:cubicBezTo>
                <a:cubicBezTo>
                  <a:pt x="250792" y="142869"/>
                  <a:pt x="243193" y="140746"/>
                  <a:pt x="237401" y="136502"/>
                </a:cubicBezTo>
                <a:cubicBezTo>
                  <a:pt x="231609" y="132257"/>
                  <a:pt x="228812" y="125864"/>
                  <a:pt x="229010" y="117325"/>
                </a:cubicBezTo>
                <a:moveTo>
                  <a:pt x="240074" y="69952"/>
                </a:moveTo>
                <a:cubicBezTo>
                  <a:pt x="240074" y="80272"/>
                  <a:pt x="242129" y="87802"/>
                  <a:pt x="246237" y="92542"/>
                </a:cubicBezTo>
                <a:cubicBezTo>
                  <a:pt x="250346" y="97282"/>
                  <a:pt x="255495" y="99652"/>
                  <a:pt x="261683" y="99652"/>
                </a:cubicBezTo>
                <a:cubicBezTo>
                  <a:pt x="267821" y="99652"/>
                  <a:pt x="272970" y="97294"/>
                  <a:pt x="277128" y="92579"/>
                </a:cubicBezTo>
                <a:cubicBezTo>
                  <a:pt x="281286" y="87864"/>
                  <a:pt x="283366" y="80469"/>
                  <a:pt x="283366" y="70395"/>
                </a:cubicBezTo>
                <a:cubicBezTo>
                  <a:pt x="283366" y="60766"/>
                  <a:pt x="281224" y="53508"/>
                  <a:pt x="276942" y="48619"/>
                </a:cubicBezTo>
                <a:cubicBezTo>
                  <a:pt x="272660" y="43731"/>
                  <a:pt x="267499" y="41286"/>
                  <a:pt x="261460" y="41286"/>
                </a:cubicBezTo>
                <a:cubicBezTo>
                  <a:pt x="255519" y="41286"/>
                  <a:pt x="250470" y="43694"/>
                  <a:pt x="246312" y="48508"/>
                </a:cubicBezTo>
                <a:cubicBezTo>
                  <a:pt x="242153" y="53322"/>
                  <a:pt x="240074" y="60470"/>
                  <a:pt x="240074" y="69952"/>
                </a:cubicBezTo>
                <a:close/>
                <a:moveTo>
                  <a:pt x="369999" y="85395"/>
                </a:moveTo>
                <a:lnTo>
                  <a:pt x="383811" y="87103"/>
                </a:lnTo>
                <a:cubicBezTo>
                  <a:pt x="381633" y="95172"/>
                  <a:pt x="377598" y="101434"/>
                  <a:pt x="371707" y="105889"/>
                </a:cubicBezTo>
                <a:cubicBezTo>
                  <a:pt x="365816" y="110345"/>
                  <a:pt x="358292" y="112572"/>
                  <a:pt x="349133" y="112572"/>
                </a:cubicBezTo>
                <a:cubicBezTo>
                  <a:pt x="337599" y="112572"/>
                  <a:pt x="328453" y="109021"/>
                  <a:pt x="321696" y="101917"/>
                </a:cubicBezTo>
                <a:cubicBezTo>
                  <a:pt x="314938" y="94813"/>
                  <a:pt x="311560" y="84850"/>
                  <a:pt x="311560" y="72029"/>
                </a:cubicBezTo>
                <a:cubicBezTo>
                  <a:pt x="311560" y="58761"/>
                  <a:pt x="314976" y="48465"/>
                  <a:pt x="321807" y="41138"/>
                </a:cubicBezTo>
                <a:cubicBezTo>
                  <a:pt x="328639" y="33811"/>
                  <a:pt x="337500" y="30148"/>
                  <a:pt x="348391" y="30148"/>
                </a:cubicBezTo>
                <a:cubicBezTo>
                  <a:pt x="358935" y="30148"/>
                  <a:pt x="367549" y="33732"/>
                  <a:pt x="374232" y="40899"/>
                </a:cubicBezTo>
                <a:cubicBezTo>
                  <a:pt x="380915" y="48065"/>
                  <a:pt x="384257" y="58146"/>
                  <a:pt x="384257" y="71144"/>
                </a:cubicBezTo>
                <a:cubicBezTo>
                  <a:pt x="384257" y="71935"/>
                  <a:pt x="384232" y="73121"/>
                  <a:pt x="384182" y="74702"/>
                </a:cubicBezTo>
                <a:lnTo>
                  <a:pt x="325371" y="74702"/>
                </a:lnTo>
                <a:cubicBezTo>
                  <a:pt x="325867" y="83340"/>
                  <a:pt x="328317" y="89955"/>
                  <a:pt x="332723" y="94547"/>
                </a:cubicBezTo>
                <a:cubicBezTo>
                  <a:pt x="337129" y="99138"/>
                  <a:pt x="342624" y="101434"/>
                  <a:pt x="349208" y="101434"/>
                </a:cubicBezTo>
                <a:cubicBezTo>
                  <a:pt x="354109" y="101434"/>
                  <a:pt x="358292" y="100159"/>
                  <a:pt x="361757" y="97610"/>
                </a:cubicBezTo>
                <a:cubicBezTo>
                  <a:pt x="365222" y="95059"/>
                  <a:pt x="367970" y="90987"/>
                  <a:pt x="369999" y="85395"/>
                </a:cubicBezTo>
                <a:moveTo>
                  <a:pt x="326114" y="63563"/>
                </a:moveTo>
                <a:lnTo>
                  <a:pt x="370148" y="63563"/>
                </a:lnTo>
                <a:cubicBezTo>
                  <a:pt x="369554" y="57038"/>
                  <a:pt x="367871" y="52144"/>
                  <a:pt x="365099" y="48881"/>
                </a:cubicBezTo>
                <a:cubicBezTo>
                  <a:pt x="360841" y="43818"/>
                  <a:pt x="355321" y="41286"/>
                  <a:pt x="348539" y="41286"/>
                </a:cubicBezTo>
                <a:cubicBezTo>
                  <a:pt x="342401" y="41286"/>
                  <a:pt x="337240" y="43308"/>
                  <a:pt x="333057" y="47350"/>
                </a:cubicBezTo>
                <a:cubicBezTo>
                  <a:pt x="328874" y="51391"/>
                  <a:pt x="326560" y="56795"/>
                  <a:pt x="326114" y="63563"/>
                </a:cubicBezTo>
                <a:close/>
                <a:moveTo>
                  <a:pt x="451732" y="110790"/>
                </a:moveTo>
                <a:lnTo>
                  <a:pt x="451732" y="100840"/>
                </a:lnTo>
                <a:cubicBezTo>
                  <a:pt x="446732" y="108662"/>
                  <a:pt x="439381" y="112572"/>
                  <a:pt x="429678" y="112572"/>
                </a:cubicBezTo>
                <a:cubicBezTo>
                  <a:pt x="423391" y="112572"/>
                  <a:pt x="417612" y="110840"/>
                  <a:pt x="412339" y="107374"/>
                </a:cubicBezTo>
                <a:cubicBezTo>
                  <a:pt x="407067" y="103909"/>
                  <a:pt x="402983" y="99070"/>
                  <a:pt x="400087" y="92857"/>
                </a:cubicBezTo>
                <a:cubicBezTo>
                  <a:pt x="397191" y="86645"/>
                  <a:pt x="395743" y="79504"/>
                  <a:pt x="395743" y="71434"/>
                </a:cubicBezTo>
                <a:cubicBezTo>
                  <a:pt x="395743" y="63563"/>
                  <a:pt x="397055" y="56422"/>
                  <a:pt x="399679" y="50012"/>
                </a:cubicBezTo>
                <a:cubicBezTo>
                  <a:pt x="402302" y="43601"/>
                  <a:pt x="406238" y="38687"/>
                  <a:pt x="411485" y="35272"/>
                </a:cubicBezTo>
                <a:cubicBezTo>
                  <a:pt x="416733" y="31856"/>
                  <a:pt x="422599" y="30148"/>
                  <a:pt x="429084" y="30148"/>
                </a:cubicBezTo>
                <a:cubicBezTo>
                  <a:pt x="433837" y="30148"/>
                  <a:pt x="438069" y="31150"/>
                  <a:pt x="441782" y="33155"/>
                </a:cubicBezTo>
                <a:cubicBezTo>
                  <a:pt x="445495" y="35160"/>
                  <a:pt x="448515" y="37772"/>
                  <a:pt x="450841" y="40989"/>
                </a:cubicBezTo>
                <a:lnTo>
                  <a:pt x="450841" y="1931"/>
                </a:lnTo>
                <a:lnTo>
                  <a:pt x="464133" y="1931"/>
                </a:lnTo>
                <a:lnTo>
                  <a:pt x="464133" y="110790"/>
                </a:lnTo>
                <a:lnTo>
                  <a:pt x="451732" y="110790"/>
                </a:lnTo>
                <a:moveTo>
                  <a:pt x="409481" y="71397"/>
                </a:moveTo>
                <a:cubicBezTo>
                  <a:pt x="409481" y="81459"/>
                  <a:pt x="411609" y="88981"/>
                  <a:pt x="415867" y="93962"/>
                </a:cubicBezTo>
                <a:cubicBezTo>
                  <a:pt x="420124" y="98943"/>
                  <a:pt x="425149" y="101434"/>
                  <a:pt x="430941" y="101434"/>
                </a:cubicBezTo>
                <a:cubicBezTo>
                  <a:pt x="436782" y="101434"/>
                  <a:pt x="441745" y="99055"/>
                  <a:pt x="445829" y="94296"/>
                </a:cubicBezTo>
                <a:cubicBezTo>
                  <a:pt x="449913" y="89536"/>
                  <a:pt x="451955" y="82273"/>
                  <a:pt x="451955" y="72507"/>
                </a:cubicBezTo>
                <a:cubicBezTo>
                  <a:pt x="451955" y="61755"/>
                  <a:pt x="449876" y="53864"/>
                  <a:pt x="445718" y="48833"/>
                </a:cubicBezTo>
                <a:cubicBezTo>
                  <a:pt x="441559" y="43802"/>
                  <a:pt x="436436" y="41286"/>
                  <a:pt x="430347" y="41286"/>
                </a:cubicBezTo>
                <a:cubicBezTo>
                  <a:pt x="424406" y="41286"/>
                  <a:pt x="419443" y="43704"/>
                  <a:pt x="415458" y="48538"/>
                </a:cubicBezTo>
                <a:cubicBezTo>
                  <a:pt x="411473" y="53371"/>
                  <a:pt x="409481" y="60991"/>
                  <a:pt x="409481" y="71397"/>
                </a:cubicBezTo>
                <a:close/>
                <a:moveTo>
                  <a:pt x="548119" y="110790"/>
                </a:moveTo>
                <a:lnTo>
                  <a:pt x="519233" y="1931"/>
                </a:lnTo>
                <a:lnTo>
                  <a:pt x="534010" y="1931"/>
                </a:lnTo>
                <a:lnTo>
                  <a:pt x="550570" y="73291"/>
                </a:lnTo>
                <a:cubicBezTo>
                  <a:pt x="552352" y="80766"/>
                  <a:pt x="553886" y="88192"/>
                  <a:pt x="555174" y="95568"/>
                </a:cubicBezTo>
                <a:cubicBezTo>
                  <a:pt x="557946" y="83934"/>
                  <a:pt x="559579" y="77226"/>
                  <a:pt x="560074" y="75444"/>
                </a:cubicBezTo>
                <a:lnTo>
                  <a:pt x="580792" y="1931"/>
                </a:lnTo>
                <a:lnTo>
                  <a:pt x="598168" y="1931"/>
                </a:lnTo>
                <a:lnTo>
                  <a:pt x="613762" y="57029"/>
                </a:lnTo>
                <a:cubicBezTo>
                  <a:pt x="617672" y="70692"/>
                  <a:pt x="620494" y="83538"/>
                  <a:pt x="622227" y="95568"/>
                </a:cubicBezTo>
                <a:cubicBezTo>
                  <a:pt x="623613" y="88687"/>
                  <a:pt x="625420" y="80791"/>
                  <a:pt x="627648" y="71880"/>
                </a:cubicBezTo>
                <a:lnTo>
                  <a:pt x="644727" y="1931"/>
                </a:lnTo>
                <a:lnTo>
                  <a:pt x="659206" y="1931"/>
                </a:lnTo>
                <a:lnTo>
                  <a:pt x="629355" y="110790"/>
                </a:lnTo>
                <a:lnTo>
                  <a:pt x="615470" y="110790"/>
                </a:lnTo>
                <a:lnTo>
                  <a:pt x="592524" y="27846"/>
                </a:lnTo>
                <a:cubicBezTo>
                  <a:pt x="590594" y="20915"/>
                  <a:pt x="589455" y="16658"/>
                  <a:pt x="589109" y="15074"/>
                </a:cubicBezTo>
                <a:cubicBezTo>
                  <a:pt x="587970" y="20074"/>
                  <a:pt x="586906" y="24331"/>
                  <a:pt x="585916" y="27846"/>
                </a:cubicBezTo>
                <a:lnTo>
                  <a:pt x="562822" y="110790"/>
                </a:lnTo>
                <a:lnTo>
                  <a:pt x="548119" y="110790"/>
                </a:lnTo>
                <a:close/>
                <a:moveTo>
                  <a:pt x="722216" y="85395"/>
                </a:moveTo>
                <a:lnTo>
                  <a:pt x="736028" y="87103"/>
                </a:lnTo>
                <a:cubicBezTo>
                  <a:pt x="733850" y="95172"/>
                  <a:pt x="729815" y="101434"/>
                  <a:pt x="723924" y="105889"/>
                </a:cubicBezTo>
                <a:cubicBezTo>
                  <a:pt x="718033" y="110345"/>
                  <a:pt x="710509" y="112572"/>
                  <a:pt x="701350" y="112572"/>
                </a:cubicBezTo>
                <a:cubicBezTo>
                  <a:pt x="689816" y="112572"/>
                  <a:pt x="680670" y="109021"/>
                  <a:pt x="673913" y="101917"/>
                </a:cubicBezTo>
                <a:cubicBezTo>
                  <a:pt x="667155" y="94813"/>
                  <a:pt x="663777" y="84850"/>
                  <a:pt x="663777" y="72029"/>
                </a:cubicBezTo>
                <a:cubicBezTo>
                  <a:pt x="663777" y="58761"/>
                  <a:pt x="667193" y="48465"/>
                  <a:pt x="674024" y="41138"/>
                </a:cubicBezTo>
                <a:cubicBezTo>
                  <a:pt x="680856" y="33811"/>
                  <a:pt x="689717" y="30148"/>
                  <a:pt x="700608" y="30148"/>
                </a:cubicBezTo>
                <a:cubicBezTo>
                  <a:pt x="711152" y="30148"/>
                  <a:pt x="719766" y="33732"/>
                  <a:pt x="726449" y="40899"/>
                </a:cubicBezTo>
                <a:cubicBezTo>
                  <a:pt x="733132" y="48065"/>
                  <a:pt x="736474" y="58146"/>
                  <a:pt x="736474" y="71144"/>
                </a:cubicBezTo>
                <a:cubicBezTo>
                  <a:pt x="736474" y="71935"/>
                  <a:pt x="736449" y="73121"/>
                  <a:pt x="736399" y="74702"/>
                </a:cubicBezTo>
                <a:lnTo>
                  <a:pt x="677588" y="74702"/>
                </a:lnTo>
                <a:cubicBezTo>
                  <a:pt x="678083" y="83340"/>
                  <a:pt x="680534" y="89955"/>
                  <a:pt x="684940" y="94547"/>
                </a:cubicBezTo>
                <a:cubicBezTo>
                  <a:pt x="689346" y="99138"/>
                  <a:pt x="694841" y="101434"/>
                  <a:pt x="701425" y="101434"/>
                </a:cubicBezTo>
                <a:cubicBezTo>
                  <a:pt x="706326" y="101434"/>
                  <a:pt x="710509" y="100159"/>
                  <a:pt x="713974" y="97610"/>
                </a:cubicBezTo>
                <a:cubicBezTo>
                  <a:pt x="717439" y="95059"/>
                  <a:pt x="720187" y="90987"/>
                  <a:pt x="722216" y="85395"/>
                </a:cubicBezTo>
                <a:moveTo>
                  <a:pt x="678331" y="63563"/>
                </a:moveTo>
                <a:lnTo>
                  <a:pt x="722365" y="63563"/>
                </a:lnTo>
                <a:cubicBezTo>
                  <a:pt x="721771" y="57038"/>
                  <a:pt x="720088" y="52144"/>
                  <a:pt x="717316" y="48881"/>
                </a:cubicBezTo>
                <a:cubicBezTo>
                  <a:pt x="713058" y="43818"/>
                  <a:pt x="707538" y="41286"/>
                  <a:pt x="700756" y="41286"/>
                </a:cubicBezTo>
                <a:cubicBezTo>
                  <a:pt x="694618" y="41286"/>
                  <a:pt x="689457" y="43308"/>
                  <a:pt x="685274" y="47350"/>
                </a:cubicBezTo>
                <a:cubicBezTo>
                  <a:pt x="681091" y="51391"/>
                  <a:pt x="678777" y="56795"/>
                  <a:pt x="678331" y="63563"/>
                </a:cubicBezTo>
                <a:close/>
                <a:moveTo>
                  <a:pt x="765113" y="110790"/>
                </a:moveTo>
                <a:lnTo>
                  <a:pt x="752712" y="110790"/>
                </a:lnTo>
                <a:lnTo>
                  <a:pt x="752712" y="1931"/>
                </a:lnTo>
                <a:lnTo>
                  <a:pt x="766079" y="1931"/>
                </a:lnTo>
                <a:lnTo>
                  <a:pt x="766079" y="40911"/>
                </a:lnTo>
                <a:cubicBezTo>
                  <a:pt x="771722" y="33736"/>
                  <a:pt x="778925" y="30148"/>
                  <a:pt x="787687" y="30148"/>
                </a:cubicBezTo>
                <a:cubicBezTo>
                  <a:pt x="792539" y="30148"/>
                  <a:pt x="797130" y="31126"/>
                  <a:pt x="801462" y="33081"/>
                </a:cubicBezTo>
                <a:cubicBezTo>
                  <a:pt x="805793" y="35037"/>
                  <a:pt x="809358" y="37784"/>
                  <a:pt x="812155" y="41324"/>
                </a:cubicBezTo>
                <a:cubicBezTo>
                  <a:pt x="814952" y="44863"/>
                  <a:pt x="817142" y="49133"/>
                  <a:pt x="818726" y="54133"/>
                </a:cubicBezTo>
                <a:cubicBezTo>
                  <a:pt x="820310" y="59133"/>
                  <a:pt x="821102" y="64479"/>
                  <a:pt x="821102" y="70172"/>
                </a:cubicBezTo>
                <a:cubicBezTo>
                  <a:pt x="821102" y="83687"/>
                  <a:pt x="817761" y="94132"/>
                  <a:pt x="811078" y="101508"/>
                </a:cubicBezTo>
                <a:cubicBezTo>
                  <a:pt x="804395" y="108884"/>
                  <a:pt x="796375" y="112572"/>
                  <a:pt x="787019" y="112572"/>
                </a:cubicBezTo>
                <a:cubicBezTo>
                  <a:pt x="777712" y="112572"/>
                  <a:pt x="770410" y="108637"/>
                  <a:pt x="765113" y="100766"/>
                </a:cubicBezTo>
                <a:lnTo>
                  <a:pt x="765113" y="110790"/>
                </a:lnTo>
                <a:moveTo>
                  <a:pt x="764965" y="70768"/>
                </a:moveTo>
                <a:cubicBezTo>
                  <a:pt x="764965" y="80177"/>
                  <a:pt x="766252" y="86976"/>
                  <a:pt x="768826" y="91163"/>
                </a:cubicBezTo>
                <a:cubicBezTo>
                  <a:pt x="773034" y="98010"/>
                  <a:pt x="778727" y="101434"/>
                  <a:pt x="785905" y="101434"/>
                </a:cubicBezTo>
                <a:cubicBezTo>
                  <a:pt x="791746" y="101434"/>
                  <a:pt x="796796" y="98909"/>
                  <a:pt x="801053" y="93860"/>
                </a:cubicBezTo>
                <a:cubicBezTo>
                  <a:pt x="805311" y="88810"/>
                  <a:pt x="807439" y="81286"/>
                  <a:pt x="807439" y="71286"/>
                </a:cubicBezTo>
                <a:cubicBezTo>
                  <a:pt x="807439" y="61040"/>
                  <a:pt x="805397" y="53479"/>
                  <a:pt x="801313" y="48603"/>
                </a:cubicBezTo>
                <a:cubicBezTo>
                  <a:pt x="797229" y="43725"/>
                  <a:pt x="792291" y="41286"/>
                  <a:pt x="786499" y="41286"/>
                </a:cubicBezTo>
                <a:cubicBezTo>
                  <a:pt x="780658" y="41286"/>
                  <a:pt x="775608" y="43811"/>
                  <a:pt x="771351" y="48861"/>
                </a:cubicBezTo>
                <a:cubicBezTo>
                  <a:pt x="767093" y="53910"/>
                  <a:pt x="764965" y="61213"/>
                  <a:pt x="764965" y="70768"/>
                </a:cubicBezTo>
                <a:close/>
                <a:moveTo>
                  <a:pt x="888801" y="101053"/>
                </a:moveTo>
                <a:cubicBezTo>
                  <a:pt x="883851" y="105264"/>
                  <a:pt x="879086" y="108237"/>
                  <a:pt x="874507" y="109971"/>
                </a:cubicBezTo>
                <a:cubicBezTo>
                  <a:pt x="869928" y="111705"/>
                  <a:pt x="865014" y="112572"/>
                  <a:pt x="859767" y="112572"/>
                </a:cubicBezTo>
                <a:cubicBezTo>
                  <a:pt x="851104" y="112572"/>
                  <a:pt x="844445" y="110455"/>
                  <a:pt x="839792" y="106219"/>
                </a:cubicBezTo>
                <a:cubicBezTo>
                  <a:pt x="835139" y="101983"/>
                  <a:pt x="832812" y="96571"/>
                  <a:pt x="832812" y="89982"/>
                </a:cubicBezTo>
                <a:cubicBezTo>
                  <a:pt x="832812" y="86119"/>
                  <a:pt x="833691" y="82591"/>
                  <a:pt x="835448" y="79396"/>
                </a:cubicBezTo>
                <a:cubicBezTo>
                  <a:pt x="837205" y="76200"/>
                  <a:pt x="839507" y="73636"/>
                  <a:pt x="842354" y="71704"/>
                </a:cubicBezTo>
                <a:cubicBezTo>
                  <a:pt x="845200" y="69771"/>
                  <a:pt x="848406" y="68310"/>
                  <a:pt x="851970" y="67320"/>
                </a:cubicBezTo>
                <a:cubicBezTo>
                  <a:pt x="854594" y="66626"/>
                  <a:pt x="858554" y="65957"/>
                  <a:pt x="863851" y="65313"/>
                </a:cubicBezTo>
                <a:cubicBezTo>
                  <a:pt x="874643" y="64035"/>
                  <a:pt x="882588" y="62511"/>
                  <a:pt x="887687" y="60742"/>
                </a:cubicBezTo>
                <a:cubicBezTo>
                  <a:pt x="887737" y="58918"/>
                  <a:pt x="887762" y="57759"/>
                  <a:pt x="887762" y="57265"/>
                </a:cubicBezTo>
                <a:cubicBezTo>
                  <a:pt x="887762" y="51840"/>
                  <a:pt x="886499" y="48018"/>
                  <a:pt x="883974" y="45800"/>
                </a:cubicBezTo>
                <a:cubicBezTo>
                  <a:pt x="880559" y="42791"/>
                  <a:pt x="875485" y="41286"/>
                  <a:pt x="868752" y="41286"/>
                </a:cubicBezTo>
                <a:cubicBezTo>
                  <a:pt x="862465" y="41286"/>
                  <a:pt x="857824" y="42388"/>
                  <a:pt x="854829" y="44591"/>
                </a:cubicBezTo>
                <a:cubicBezTo>
                  <a:pt x="851834" y="46794"/>
                  <a:pt x="849619" y="50692"/>
                  <a:pt x="848183" y="56286"/>
                </a:cubicBezTo>
                <a:lnTo>
                  <a:pt x="835114" y="54504"/>
                </a:lnTo>
                <a:cubicBezTo>
                  <a:pt x="836302" y="48893"/>
                  <a:pt x="838257" y="44362"/>
                  <a:pt x="840980" y="40911"/>
                </a:cubicBezTo>
                <a:cubicBezTo>
                  <a:pt x="843703" y="37459"/>
                  <a:pt x="847638" y="34803"/>
                  <a:pt x="852787" y="32942"/>
                </a:cubicBezTo>
                <a:cubicBezTo>
                  <a:pt x="857935" y="31079"/>
                  <a:pt x="863901" y="30148"/>
                  <a:pt x="870683" y="30148"/>
                </a:cubicBezTo>
                <a:cubicBezTo>
                  <a:pt x="877415" y="30148"/>
                  <a:pt x="882885" y="30940"/>
                  <a:pt x="887093" y="32524"/>
                </a:cubicBezTo>
                <a:cubicBezTo>
                  <a:pt x="891301" y="34108"/>
                  <a:pt x="894395" y="36101"/>
                  <a:pt x="896375" y="38502"/>
                </a:cubicBezTo>
                <a:cubicBezTo>
                  <a:pt x="898355" y="40903"/>
                  <a:pt x="899742" y="43935"/>
                  <a:pt x="900534" y="47598"/>
                </a:cubicBezTo>
                <a:cubicBezTo>
                  <a:pt x="900979" y="49875"/>
                  <a:pt x="901202" y="53984"/>
                  <a:pt x="901202" y="59925"/>
                </a:cubicBezTo>
                <a:lnTo>
                  <a:pt x="901202" y="77746"/>
                </a:lnTo>
                <a:cubicBezTo>
                  <a:pt x="901202" y="90172"/>
                  <a:pt x="901487" y="98031"/>
                  <a:pt x="902056" y="101323"/>
                </a:cubicBezTo>
                <a:cubicBezTo>
                  <a:pt x="902625" y="104615"/>
                  <a:pt x="903751" y="107771"/>
                  <a:pt x="905435" y="110790"/>
                </a:cubicBezTo>
                <a:lnTo>
                  <a:pt x="891474" y="110790"/>
                </a:lnTo>
                <a:cubicBezTo>
                  <a:pt x="890088" y="108015"/>
                  <a:pt x="889197" y="104769"/>
                  <a:pt x="888801" y="101053"/>
                </a:cubicBezTo>
                <a:moveTo>
                  <a:pt x="887687" y="71137"/>
                </a:moveTo>
                <a:cubicBezTo>
                  <a:pt x="882836" y="73135"/>
                  <a:pt x="875559" y="74832"/>
                  <a:pt x="865856" y="76229"/>
                </a:cubicBezTo>
                <a:cubicBezTo>
                  <a:pt x="860361" y="77024"/>
                  <a:pt x="856475" y="77919"/>
                  <a:pt x="854198" y="78913"/>
                </a:cubicBezTo>
                <a:cubicBezTo>
                  <a:pt x="851921" y="79907"/>
                  <a:pt x="850163" y="81361"/>
                  <a:pt x="848926" y="83276"/>
                </a:cubicBezTo>
                <a:cubicBezTo>
                  <a:pt x="847688" y="85190"/>
                  <a:pt x="847069" y="87314"/>
                  <a:pt x="847069" y="89650"/>
                </a:cubicBezTo>
                <a:cubicBezTo>
                  <a:pt x="847069" y="93229"/>
                  <a:pt x="848418" y="96211"/>
                  <a:pt x="851116" y="98598"/>
                </a:cubicBezTo>
                <a:cubicBezTo>
                  <a:pt x="853814" y="100984"/>
                  <a:pt x="857762" y="102177"/>
                  <a:pt x="862960" y="102177"/>
                </a:cubicBezTo>
                <a:cubicBezTo>
                  <a:pt x="868108" y="102177"/>
                  <a:pt x="872688" y="101045"/>
                  <a:pt x="876697" y="98782"/>
                </a:cubicBezTo>
                <a:cubicBezTo>
                  <a:pt x="880707" y="96518"/>
                  <a:pt x="883653" y="93422"/>
                  <a:pt x="885534" y="89493"/>
                </a:cubicBezTo>
                <a:cubicBezTo>
                  <a:pt x="886969" y="86457"/>
                  <a:pt x="887687" y="81980"/>
                  <a:pt x="887687" y="76062"/>
                </a:cubicBezTo>
                <a:lnTo>
                  <a:pt x="887687" y="71137"/>
                </a:lnTo>
                <a:close/>
                <a:moveTo>
                  <a:pt x="921896" y="141087"/>
                </a:moveTo>
                <a:lnTo>
                  <a:pt x="921896" y="31930"/>
                </a:lnTo>
                <a:lnTo>
                  <a:pt x="934074" y="31930"/>
                </a:lnTo>
                <a:lnTo>
                  <a:pt x="934074" y="42103"/>
                </a:lnTo>
                <a:cubicBezTo>
                  <a:pt x="936945" y="38118"/>
                  <a:pt x="940187" y="35129"/>
                  <a:pt x="943801" y="33137"/>
                </a:cubicBezTo>
                <a:cubicBezTo>
                  <a:pt x="947415" y="31144"/>
                  <a:pt x="951796" y="30148"/>
                  <a:pt x="956944" y="30148"/>
                </a:cubicBezTo>
                <a:cubicBezTo>
                  <a:pt x="963677" y="30148"/>
                  <a:pt x="969618" y="31881"/>
                  <a:pt x="974766" y="35346"/>
                </a:cubicBezTo>
                <a:cubicBezTo>
                  <a:pt x="979914" y="38811"/>
                  <a:pt x="983800" y="43700"/>
                  <a:pt x="986424" y="50012"/>
                </a:cubicBezTo>
                <a:cubicBezTo>
                  <a:pt x="989048" y="56323"/>
                  <a:pt x="990360" y="63242"/>
                  <a:pt x="990360" y="70766"/>
                </a:cubicBezTo>
                <a:cubicBezTo>
                  <a:pt x="990360" y="78835"/>
                  <a:pt x="988912" y="86100"/>
                  <a:pt x="986016" y="92560"/>
                </a:cubicBezTo>
                <a:cubicBezTo>
                  <a:pt x="983120" y="99021"/>
                  <a:pt x="978912" y="103971"/>
                  <a:pt x="973392" y="107412"/>
                </a:cubicBezTo>
                <a:cubicBezTo>
                  <a:pt x="967873" y="110852"/>
                  <a:pt x="962068" y="112572"/>
                  <a:pt x="955979" y="112572"/>
                </a:cubicBezTo>
                <a:cubicBezTo>
                  <a:pt x="951524" y="112572"/>
                  <a:pt x="947526" y="111619"/>
                  <a:pt x="943987" y="109714"/>
                </a:cubicBezTo>
                <a:cubicBezTo>
                  <a:pt x="940447" y="107806"/>
                  <a:pt x="937539" y="105397"/>
                  <a:pt x="935262" y="102488"/>
                </a:cubicBezTo>
                <a:lnTo>
                  <a:pt x="935262" y="141087"/>
                </a:lnTo>
                <a:lnTo>
                  <a:pt x="921896" y="141087"/>
                </a:lnTo>
                <a:moveTo>
                  <a:pt x="933999" y="71694"/>
                </a:moveTo>
                <a:cubicBezTo>
                  <a:pt x="933999" y="81830"/>
                  <a:pt x="936054" y="89321"/>
                  <a:pt x="940163" y="94166"/>
                </a:cubicBezTo>
                <a:cubicBezTo>
                  <a:pt x="944271" y="99011"/>
                  <a:pt x="949247" y="101434"/>
                  <a:pt x="955088" y="101434"/>
                </a:cubicBezTo>
                <a:cubicBezTo>
                  <a:pt x="961029" y="101434"/>
                  <a:pt x="966115" y="98925"/>
                  <a:pt x="970348" y="93906"/>
                </a:cubicBezTo>
                <a:cubicBezTo>
                  <a:pt x="974580" y="88888"/>
                  <a:pt x="976697" y="81113"/>
                  <a:pt x="976697" y="70581"/>
                </a:cubicBezTo>
                <a:cubicBezTo>
                  <a:pt x="976697" y="60544"/>
                  <a:pt x="974630" y="53028"/>
                  <a:pt x="970496" y="48034"/>
                </a:cubicBezTo>
                <a:cubicBezTo>
                  <a:pt x="966363" y="43041"/>
                  <a:pt x="961425" y="40544"/>
                  <a:pt x="955682" y="40544"/>
                </a:cubicBezTo>
                <a:cubicBezTo>
                  <a:pt x="949989" y="40544"/>
                  <a:pt x="944952" y="43202"/>
                  <a:pt x="940571" y="48517"/>
                </a:cubicBezTo>
                <a:cubicBezTo>
                  <a:pt x="936190" y="53833"/>
                  <a:pt x="933999" y="61558"/>
                  <a:pt x="933999" y="71694"/>
                </a:cubicBezTo>
                <a:close/>
                <a:moveTo>
                  <a:pt x="1006450" y="141087"/>
                </a:moveTo>
                <a:lnTo>
                  <a:pt x="1006450" y="31930"/>
                </a:lnTo>
                <a:lnTo>
                  <a:pt x="1018628" y="31930"/>
                </a:lnTo>
                <a:lnTo>
                  <a:pt x="1018628" y="42103"/>
                </a:lnTo>
                <a:cubicBezTo>
                  <a:pt x="1021500" y="38118"/>
                  <a:pt x="1024742" y="35129"/>
                  <a:pt x="1028356" y="33137"/>
                </a:cubicBezTo>
                <a:cubicBezTo>
                  <a:pt x="1031970" y="31144"/>
                  <a:pt x="1036351" y="30148"/>
                  <a:pt x="1041499" y="30148"/>
                </a:cubicBezTo>
                <a:cubicBezTo>
                  <a:pt x="1048232" y="30148"/>
                  <a:pt x="1054172" y="31881"/>
                  <a:pt x="1059321" y="35346"/>
                </a:cubicBezTo>
                <a:cubicBezTo>
                  <a:pt x="1064469" y="38811"/>
                  <a:pt x="1068355" y="43700"/>
                  <a:pt x="1070979" y="50012"/>
                </a:cubicBezTo>
                <a:cubicBezTo>
                  <a:pt x="1073603" y="56323"/>
                  <a:pt x="1074915" y="63242"/>
                  <a:pt x="1074915" y="70766"/>
                </a:cubicBezTo>
                <a:cubicBezTo>
                  <a:pt x="1074915" y="78835"/>
                  <a:pt x="1073467" y="86100"/>
                  <a:pt x="1070571" y="92560"/>
                </a:cubicBezTo>
                <a:cubicBezTo>
                  <a:pt x="1067675" y="99021"/>
                  <a:pt x="1063467" y="103971"/>
                  <a:pt x="1057947" y="107412"/>
                </a:cubicBezTo>
                <a:cubicBezTo>
                  <a:pt x="1052427" y="110852"/>
                  <a:pt x="1046623" y="112572"/>
                  <a:pt x="1040534" y="112572"/>
                </a:cubicBezTo>
                <a:cubicBezTo>
                  <a:pt x="1036079" y="112572"/>
                  <a:pt x="1032081" y="111619"/>
                  <a:pt x="1028542" y="109714"/>
                </a:cubicBezTo>
                <a:cubicBezTo>
                  <a:pt x="1025002" y="107806"/>
                  <a:pt x="1022094" y="105397"/>
                  <a:pt x="1019817" y="102488"/>
                </a:cubicBezTo>
                <a:lnTo>
                  <a:pt x="1019817" y="141087"/>
                </a:lnTo>
                <a:lnTo>
                  <a:pt x="1006450" y="141087"/>
                </a:lnTo>
                <a:moveTo>
                  <a:pt x="1018554" y="71694"/>
                </a:moveTo>
                <a:cubicBezTo>
                  <a:pt x="1018554" y="81830"/>
                  <a:pt x="1020609" y="89321"/>
                  <a:pt x="1024717" y="94166"/>
                </a:cubicBezTo>
                <a:cubicBezTo>
                  <a:pt x="1028826" y="99011"/>
                  <a:pt x="1033801" y="101434"/>
                  <a:pt x="1039643" y="101434"/>
                </a:cubicBezTo>
                <a:cubicBezTo>
                  <a:pt x="1045583" y="101434"/>
                  <a:pt x="1050670" y="98925"/>
                  <a:pt x="1054903" y="93906"/>
                </a:cubicBezTo>
                <a:cubicBezTo>
                  <a:pt x="1059135" y="88888"/>
                  <a:pt x="1061252" y="81113"/>
                  <a:pt x="1061252" y="70581"/>
                </a:cubicBezTo>
                <a:cubicBezTo>
                  <a:pt x="1061252" y="60544"/>
                  <a:pt x="1059185" y="53028"/>
                  <a:pt x="1055051" y="48034"/>
                </a:cubicBezTo>
                <a:cubicBezTo>
                  <a:pt x="1050918" y="43041"/>
                  <a:pt x="1045979" y="40544"/>
                  <a:pt x="1040237" y="40544"/>
                </a:cubicBezTo>
                <a:cubicBezTo>
                  <a:pt x="1034544" y="40544"/>
                  <a:pt x="1029507" y="43202"/>
                  <a:pt x="1025126" y="48517"/>
                </a:cubicBezTo>
                <a:cubicBezTo>
                  <a:pt x="1020745" y="53833"/>
                  <a:pt x="1018554" y="61558"/>
                  <a:pt x="1018554" y="716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303A0-1C20-452D-AB39-5105EB8D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24" y="4268898"/>
            <a:ext cx="337991" cy="304153"/>
          </a:xfrm>
          <a:custGeom xmlns:a="http://schemas.openxmlformats.org/drawingml/2006/main">
            <a:pathLst>
              <a:path w="337991" h="304153">
                <a:moveTo>
                  <a:pt x="179260" y="40490"/>
                </a:moveTo>
                <a:lnTo>
                  <a:pt x="218040" y="4942"/>
                </a:lnTo>
                <a:cubicBezTo>
                  <a:pt x="221652" y="1901"/>
                  <a:pt x="225644" y="0"/>
                  <a:pt x="230586" y="0"/>
                </a:cubicBezTo>
                <a:lnTo>
                  <a:pt x="318030" y="0"/>
                </a:lnTo>
                <a:cubicBezTo>
                  <a:pt x="327155" y="0"/>
                  <a:pt x="337991" y="7604"/>
                  <a:pt x="337991" y="20530"/>
                </a:cubicBezTo>
                <a:lnTo>
                  <a:pt x="337991" y="40490"/>
                </a:lnTo>
                <a:lnTo>
                  <a:pt x="179260" y="40490"/>
                </a:lnTo>
                <a:close/>
                <a:moveTo>
                  <a:pt x="0" y="304153"/>
                </a:moveTo>
                <a:lnTo>
                  <a:pt x="0" y="75468"/>
                </a:lnTo>
                <a:cubicBezTo>
                  <a:pt x="0" y="64252"/>
                  <a:pt x="10075" y="55698"/>
                  <a:pt x="19770" y="55698"/>
                </a:cubicBezTo>
                <a:lnTo>
                  <a:pt x="337991" y="55698"/>
                </a:lnTo>
                <a:lnTo>
                  <a:pt x="337991" y="304153"/>
                </a:lnTo>
                <a:lnTo>
                  <a:pt x="0" y="304153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CA675-8D25-415C-9A1F-CB48517E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36" y="4268898"/>
            <a:ext cx="337991" cy="304153"/>
          </a:xfrm>
          <a:custGeom xmlns:a="http://schemas.openxmlformats.org/drawingml/2006/main">
            <a:pathLst>
              <a:path w="337991" h="304153">
                <a:moveTo>
                  <a:pt x="179260" y="40490"/>
                </a:moveTo>
                <a:lnTo>
                  <a:pt x="218040" y="4942"/>
                </a:lnTo>
                <a:cubicBezTo>
                  <a:pt x="221652" y="1901"/>
                  <a:pt x="225644" y="0"/>
                  <a:pt x="230586" y="0"/>
                </a:cubicBezTo>
                <a:lnTo>
                  <a:pt x="318030" y="0"/>
                </a:lnTo>
                <a:cubicBezTo>
                  <a:pt x="327155" y="0"/>
                  <a:pt x="337991" y="7604"/>
                  <a:pt x="337991" y="20530"/>
                </a:cubicBezTo>
                <a:lnTo>
                  <a:pt x="337991" y="40490"/>
                </a:lnTo>
                <a:lnTo>
                  <a:pt x="179260" y="40490"/>
                </a:lnTo>
                <a:close/>
                <a:moveTo>
                  <a:pt x="0" y="304153"/>
                </a:moveTo>
                <a:lnTo>
                  <a:pt x="0" y="75468"/>
                </a:lnTo>
                <a:cubicBezTo>
                  <a:pt x="0" y="64252"/>
                  <a:pt x="10075" y="55698"/>
                  <a:pt x="19770" y="55698"/>
                </a:cubicBezTo>
                <a:lnTo>
                  <a:pt x="337991" y="55698"/>
                </a:lnTo>
                <a:lnTo>
                  <a:pt x="337991" y="304153"/>
                </a:lnTo>
                <a:lnTo>
                  <a:pt x="0" y="304153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3D4A4-0EDA-46F2-9CAF-5FFF96A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765" y="4268898"/>
            <a:ext cx="337991" cy="304153"/>
          </a:xfrm>
          <a:custGeom xmlns:a="http://schemas.openxmlformats.org/drawingml/2006/main">
            <a:pathLst>
              <a:path w="337991" h="304153">
                <a:moveTo>
                  <a:pt x="179260" y="40490"/>
                </a:moveTo>
                <a:lnTo>
                  <a:pt x="218040" y="4942"/>
                </a:lnTo>
                <a:cubicBezTo>
                  <a:pt x="221652" y="1901"/>
                  <a:pt x="225644" y="0"/>
                  <a:pt x="230586" y="0"/>
                </a:cubicBezTo>
                <a:lnTo>
                  <a:pt x="318030" y="0"/>
                </a:lnTo>
                <a:cubicBezTo>
                  <a:pt x="327155" y="0"/>
                  <a:pt x="337991" y="7604"/>
                  <a:pt x="337991" y="20530"/>
                </a:cubicBezTo>
                <a:lnTo>
                  <a:pt x="337991" y="40490"/>
                </a:lnTo>
                <a:lnTo>
                  <a:pt x="179260" y="40490"/>
                </a:lnTo>
                <a:close/>
                <a:moveTo>
                  <a:pt x="0" y="304153"/>
                </a:moveTo>
                <a:lnTo>
                  <a:pt x="0" y="75468"/>
                </a:lnTo>
                <a:cubicBezTo>
                  <a:pt x="0" y="64252"/>
                  <a:pt x="10075" y="55698"/>
                  <a:pt x="19770" y="55698"/>
                </a:cubicBezTo>
                <a:lnTo>
                  <a:pt x="337991" y="55698"/>
                </a:lnTo>
                <a:lnTo>
                  <a:pt x="337991" y="304153"/>
                </a:lnTo>
                <a:lnTo>
                  <a:pt x="0" y="304153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WebappSources">
            <a:extLst xmlns:a="http://schemas.openxmlformats.org/drawingml/2006/main">
              <a:ext uri="{FF2B5EF4-FFF2-40B4-BE49-F238E27FC236}">
                <a16:creationId xmlns:a16="http://schemas.microsoft.com/office/drawing/2014/main" id="{D1B2F583-83F6-41F7-9333-C649A87C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32" y="4794929"/>
            <a:ext cx="1155935" cy="141087"/>
          </a:xfrm>
          <a:custGeom xmlns:a="http://schemas.openxmlformats.org/drawingml/2006/main">
            <a:pathLst>
              <a:path w="1155935" h="141087">
                <a:moveTo>
                  <a:pt x="28886" y="110790"/>
                </a:moveTo>
                <a:lnTo>
                  <a:pt x="0" y="1931"/>
                </a:lnTo>
                <a:lnTo>
                  <a:pt x="14777" y="1931"/>
                </a:lnTo>
                <a:lnTo>
                  <a:pt x="31336" y="73291"/>
                </a:lnTo>
                <a:cubicBezTo>
                  <a:pt x="33118" y="80766"/>
                  <a:pt x="34653" y="88192"/>
                  <a:pt x="35940" y="95568"/>
                </a:cubicBezTo>
                <a:cubicBezTo>
                  <a:pt x="38712" y="83934"/>
                  <a:pt x="40346" y="77226"/>
                  <a:pt x="40841" y="75444"/>
                </a:cubicBezTo>
                <a:lnTo>
                  <a:pt x="61558" y="1931"/>
                </a:lnTo>
                <a:lnTo>
                  <a:pt x="78934" y="1931"/>
                </a:lnTo>
                <a:lnTo>
                  <a:pt x="94528" y="57029"/>
                </a:lnTo>
                <a:cubicBezTo>
                  <a:pt x="98439" y="70692"/>
                  <a:pt x="101261" y="83538"/>
                  <a:pt x="102993" y="95568"/>
                </a:cubicBezTo>
                <a:cubicBezTo>
                  <a:pt x="104379" y="88687"/>
                  <a:pt x="106186" y="80791"/>
                  <a:pt x="108414" y="71880"/>
                </a:cubicBezTo>
                <a:lnTo>
                  <a:pt x="125493" y="1931"/>
                </a:lnTo>
                <a:lnTo>
                  <a:pt x="139973" y="1931"/>
                </a:lnTo>
                <a:lnTo>
                  <a:pt x="110122" y="110790"/>
                </a:lnTo>
                <a:lnTo>
                  <a:pt x="96236" y="110790"/>
                </a:lnTo>
                <a:lnTo>
                  <a:pt x="73291" y="27846"/>
                </a:lnTo>
                <a:cubicBezTo>
                  <a:pt x="71360" y="20915"/>
                  <a:pt x="70222" y="16658"/>
                  <a:pt x="69875" y="15074"/>
                </a:cubicBezTo>
                <a:cubicBezTo>
                  <a:pt x="68737" y="20074"/>
                  <a:pt x="67672" y="24331"/>
                  <a:pt x="66682" y="27846"/>
                </a:cubicBezTo>
                <a:lnTo>
                  <a:pt x="43588" y="110790"/>
                </a:lnTo>
                <a:lnTo>
                  <a:pt x="28886" y="110790"/>
                </a:lnTo>
                <a:close/>
                <a:moveTo>
                  <a:pt x="202942" y="85395"/>
                </a:moveTo>
                <a:lnTo>
                  <a:pt x="216754" y="87103"/>
                </a:lnTo>
                <a:cubicBezTo>
                  <a:pt x="214576" y="95172"/>
                  <a:pt x="210541" y="101434"/>
                  <a:pt x="204650" y="105889"/>
                </a:cubicBezTo>
                <a:cubicBezTo>
                  <a:pt x="198759" y="110345"/>
                  <a:pt x="191234" y="112572"/>
                  <a:pt x="182076" y="112572"/>
                </a:cubicBezTo>
                <a:cubicBezTo>
                  <a:pt x="170542" y="112572"/>
                  <a:pt x="161396" y="109021"/>
                  <a:pt x="154638" y="101917"/>
                </a:cubicBezTo>
                <a:cubicBezTo>
                  <a:pt x="147881" y="94813"/>
                  <a:pt x="144503" y="84850"/>
                  <a:pt x="144503" y="72029"/>
                </a:cubicBezTo>
                <a:cubicBezTo>
                  <a:pt x="144503" y="58761"/>
                  <a:pt x="147918" y="48465"/>
                  <a:pt x="154750" y="41138"/>
                </a:cubicBezTo>
                <a:cubicBezTo>
                  <a:pt x="161581" y="33811"/>
                  <a:pt x="170443" y="30148"/>
                  <a:pt x="181334" y="30148"/>
                </a:cubicBezTo>
                <a:cubicBezTo>
                  <a:pt x="191878" y="30148"/>
                  <a:pt x="200492" y="33732"/>
                  <a:pt x="207175" y="40899"/>
                </a:cubicBezTo>
                <a:cubicBezTo>
                  <a:pt x="213858" y="48065"/>
                  <a:pt x="217199" y="58146"/>
                  <a:pt x="217199" y="71144"/>
                </a:cubicBezTo>
                <a:cubicBezTo>
                  <a:pt x="217199" y="71935"/>
                  <a:pt x="217175" y="73121"/>
                  <a:pt x="217125" y="74702"/>
                </a:cubicBezTo>
                <a:lnTo>
                  <a:pt x="158314" y="74702"/>
                </a:lnTo>
                <a:cubicBezTo>
                  <a:pt x="158809" y="83340"/>
                  <a:pt x="161260" y="89955"/>
                  <a:pt x="165666" y="94547"/>
                </a:cubicBezTo>
                <a:cubicBezTo>
                  <a:pt x="170071" y="99138"/>
                  <a:pt x="175566" y="101434"/>
                  <a:pt x="182150" y="101434"/>
                </a:cubicBezTo>
                <a:cubicBezTo>
                  <a:pt x="187051" y="101434"/>
                  <a:pt x="191234" y="100159"/>
                  <a:pt x="194700" y="97610"/>
                </a:cubicBezTo>
                <a:cubicBezTo>
                  <a:pt x="198165" y="95059"/>
                  <a:pt x="200913" y="90987"/>
                  <a:pt x="202942" y="85395"/>
                </a:cubicBezTo>
                <a:moveTo>
                  <a:pt x="159057" y="63563"/>
                </a:moveTo>
                <a:lnTo>
                  <a:pt x="203091" y="63563"/>
                </a:lnTo>
                <a:cubicBezTo>
                  <a:pt x="202497" y="57038"/>
                  <a:pt x="200813" y="52144"/>
                  <a:pt x="198041" y="48881"/>
                </a:cubicBezTo>
                <a:cubicBezTo>
                  <a:pt x="193784" y="43818"/>
                  <a:pt x="188264" y="41286"/>
                  <a:pt x="181482" y="41286"/>
                </a:cubicBezTo>
                <a:cubicBezTo>
                  <a:pt x="175344" y="41286"/>
                  <a:pt x="170183" y="43308"/>
                  <a:pt x="166000" y="47350"/>
                </a:cubicBezTo>
                <a:cubicBezTo>
                  <a:pt x="161817" y="51391"/>
                  <a:pt x="159502" y="56795"/>
                  <a:pt x="159057" y="63563"/>
                </a:cubicBezTo>
                <a:close/>
                <a:moveTo>
                  <a:pt x="245839" y="110790"/>
                </a:moveTo>
                <a:lnTo>
                  <a:pt x="233438" y="110790"/>
                </a:lnTo>
                <a:lnTo>
                  <a:pt x="233438" y="1931"/>
                </a:lnTo>
                <a:lnTo>
                  <a:pt x="246805" y="1931"/>
                </a:lnTo>
                <a:lnTo>
                  <a:pt x="246805" y="40911"/>
                </a:lnTo>
                <a:cubicBezTo>
                  <a:pt x="252448" y="33736"/>
                  <a:pt x="259651" y="30148"/>
                  <a:pt x="268413" y="30148"/>
                </a:cubicBezTo>
                <a:cubicBezTo>
                  <a:pt x="273264" y="30148"/>
                  <a:pt x="277856" y="31126"/>
                  <a:pt x="282188" y="33081"/>
                </a:cubicBezTo>
                <a:cubicBezTo>
                  <a:pt x="286519" y="35037"/>
                  <a:pt x="290084" y="37784"/>
                  <a:pt x="292881" y="41324"/>
                </a:cubicBezTo>
                <a:cubicBezTo>
                  <a:pt x="295678" y="44863"/>
                  <a:pt x="297868" y="49133"/>
                  <a:pt x="299452" y="54133"/>
                </a:cubicBezTo>
                <a:cubicBezTo>
                  <a:pt x="301036" y="59133"/>
                  <a:pt x="301828" y="64479"/>
                  <a:pt x="301828" y="70172"/>
                </a:cubicBezTo>
                <a:cubicBezTo>
                  <a:pt x="301828" y="83687"/>
                  <a:pt x="298487" y="94132"/>
                  <a:pt x="291804" y="101508"/>
                </a:cubicBezTo>
                <a:cubicBezTo>
                  <a:pt x="285121" y="108884"/>
                  <a:pt x="277101" y="112572"/>
                  <a:pt x="267745" y="112572"/>
                </a:cubicBezTo>
                <a:cubicBezTo>
                  <a:pt x="258438" y="112572"/>
                  <a:pt x="251136" y="108637"/>
                  <a:pt x="245839" y="100766"/>
                </a:cubicBezTo>
                <a:lnTo>
                  <a:pt x="245839" y="110790"/>
                </a:lnTo>
                <a:moveTo>
                  <a:pt x="245691" y="70768"/>
                </a:moveTo>
                <a:cubicBezTo>
                  <a:pt x="245691" y="80177"/>
                  <a:pt x="246978" y="86976"/>
                  <a:pt x="249552" y="91163"/>
                </a:cubicBezTo>
                <a:cubicBezTo>
                  <a:pt x="253760" y="98010"/>
                  <a:pt x="259453" y="101434"/>
                  <a:pt x="266631" y="101434"/>
                </a:cubicBezTo>
                <a:cubicBezTo>
                  <a:pt x="272472" y="101434"/>
                  <a:pt x="277522" y="98909"/>
                  <a:pt x="281779" y="93860"/>
                </a:cubicBezTo>
                <a:cubicBezTo>
                  <a:pt x="286037" y="88810"/>
                  <a:pt x="288165" y="81286"/>
                  <a:pt x="288165" y="71286"/>
                </a:cubicBezTo>
                <a:cubicBezTo>
                  <a:pt x="288165" y="61040"/>
                  <a:pt x="286123" y="53479"/>
                  <a:pt x="282039" y="48603"/>
                </a:cubicBezTo>
                <a:cubicBezTo>
                  <a:pt x="277955" y="43725"/>
                  <a:pt x="273017" y="41286"/>
                  <a:pt x="267225" y="41286"/>
                </a:cubicBezTo>
                <a:cubicBezTo>
                  <a:pt x="261384" y="41286"/>
                  <a:pt x="256334" y="43811"/>
                  <a:pt x="252077" y="48861"/>
                </a:cubicBezTo>
                <a:cubicBezTo>
                  <a:pt x="247819" y="53910"/>
                  <a:pt x="245691" y="61213"/>
                  <a:pt x="245691" y="70768"/>
                </a:cubicBezTo>
                <a:close/>
                <a:moveTo>
                  <a:pt x="369527" y="101053"/>
                </a:moveTo>
                <a:cubicBezTo>
                  <a:pt x="364576" y="105264"/>
                  <a:pt x="359812" y="108237"/>
                  <a:pt x="355232" y="109971"/>
                </a:cubicBezTo>
                <a:cubicBezTo>
                  <a:pt x="350653" y="111705"/>
                  <a:pt x="345740" y="112572"/>
                  <a:pt x="340493" y="112572"/>
                </a:cubicBezTo>
                <a:cubicBezTo>
                  <a:pt x="331829" y="112572"/>
                  <a:pt x="325171" y="110455"/>
                  <a:pt x="320518" y="106219"/>
                </a:cubicBezTo>
                <a:cubicBezTo>
                  <a:pt x="315864" y="101983"/>
                  <a:pt x="313538" y="96571"/>
                  <a:pt x="313538" y="89982"/>
                </a:cubicBezTo>
                <a:cubicBezTo>
                  <a:pt x="313538" y="86119"/>
                  <a:pt x="314416" y="82591"/>
                  <a:pt x="316174" y="79396"/>
                </a:cubicBezTo>
                <a:cubicBezTo>
                  <a:pt x="317931" y="76200"/>
                  <a:pt x="320233" y="73636"/>
                  <a:pt x="323079" y="71704"/>
                </a:cubicBezTo>
                <a:cubicBezTo>
                  <a:pt x="325926" y="69771"/>
                  <a:pt x="329131" y="68310"/>
                  <a:pt x="332696" y="67320"/>
                </a:cubicBezTo>
                <a:cubicBezTo>
                  <a:pt x="335319" y="66626"/>
                  <a:pt x="339280" y="65957"/>
                  <a:pt x="344577" y="65313"/>
                </a:cubicBezTo>
                <a:cubicBezTo>
                  <a:pt x="355369" y="64035"/>
                  <a:pt x="363314" y="62511"/>
                  <a:pt x="368413" y="60742"/>
                </a:cubicBezTo>
                <a:cubicBezTo>
                  <a:pt x="368462" y="58918"/>
                  <a:pt x="368487" y="57759"/>
                  <a:pt x="368487" y="57265"/>
                </a:cubicBezTo>
                <a:cubicBezTo>
                  <a:pt x="368487" y="51840"/>
                  <a:pt x="367225" y="48018"/>
                  <a:pt x="364700" y="45800"/>
                </a:cubicBezTo>
                <a:cubicBezTo>
                  <a:pt x="361284" y="42791"/>
                  <a:pt x="356210" y="41286"/>
                  <a:pt x="349478" y="41286"/>
                </a:cubicBezTo>
                <a:cubicBezTo>
                  <a:pt x="343191" y="41286"/>
                  <a:pt x="338550" y="42388"/>
                  <a:pt x="335555" y="44591"/>
                </a:cubicBezTo>
                <a:cubicBezTo>
                  <a:pt x="332560" y="46794"/>
                  <a:pt x="330344" y="50692"/>
                  <a:pt x="328909" y="56286"/>
                </a:cubicBezTo>
                <a:lnTo>
                  <a:pt x="315839" y="54504"/>
                </a:lnTo>
                <a:cubicBezTo>
                  <a:pt x="317028" y="48893"/>
                  <a:pt x="318983" y="44362"/>
                  <a:pt x="321706" y="40911"/>
                </a:cubicBezTo>
                <a:cubicBezTo>
                  <a:pt x="324428" y="37459"/>
                  <a:pt x="328364" y="34803"/>
                  <a:pt x="333512" y="32942"/>
                </a:cubicBezTo>
                <a:cubicBezTo>
                  <a:pt x="338661" y="31079"/>
                  <a:pt x="344626" y="30148"/>
                  <a:pt x="351408" y="30148"/>
                </a:cubicBezTo>
                <a:cubicBezTo>
                  <a:pt x="358141" y="30148"/>
                  <a:pt x="363611" y="30940"/>
                  <a:pt x="367819" y="32524"/>
                </a:cubicBezTo>
                <a:cubicBezTo>
                  <a:pt x="372027" y="34108"/>
                  <a:pt x="375121" y="36101"/>
                  <a:pt x="377101" y="38502"/>
                </a:cubicBezTo>
                <a:cubicBezTo>
                  <a:pt x="379081" y="40903"/>
                  <a:pt x="380467" y="43935"/>
                  <a:pt x="381259" y="47598"/>
                </a:cubicBezTo>
                <a:cubicBezTo>
                  <a:pt x="381705" y="49875"/>
                  <a:pt x="381928" y="53984"/>
                  <a:pt x="381928" y="59925"/>
                </a:cubicBezTo>
                <a:lnTo>
                  <a:pt x="381928" y="77746"/>
                </a:lnTo>
                <a:cubicBezTo>
                  <a:pt x="381928" y="90172"/>
                  <a:pt x="382212" y="98031"/>
                  <a:pt x="382781" y="101323"/>
                </a:cubicBezTo>
                <a:cubicBezTo>
                  <a:pt x="383351" y="104615"/>
                  <a:pt x="384477" y="107771"/>
                  <a:pt x="386160" y="110790"/>
                </a:cubicBezTo>
                <a:lnTo>
                  <a:pt x="372200" y="110790"/>
                </a:lnTo>
                <a:cubicBezTo>
                  <a:pt x="370814" y="108015"/>
                  <a:pt x="369923" y="104769"/>
                  <a:pt x="369527" y="101053"/>
                </a:cubicBezTo>
                <a:moveTo>
                  <a:pt x="368413" y="71137"/>
                </a:moveTo>
                <a:cubicBezTo>
                  <a:pt x="363561" y="73135"/>
                  <a:pt x="356284" y="74832"/>
                  <a:pt x="346582" y="76229"/>
                </a:cubicBezTo>
                <a:cubicBezTo>
                  <a:pt x="341087" y="77024"/>
                  <a:pt x="337201" y="77919"/>
                  <a:pt x="334923" y="78913"/>
                </a:cubicBezTo>
                <a:cubicBezTo>
                  <a:pt x="332646" y="79907"/>
                  <a:pt x="330889" y="81361"/>
                  <a:pt x="329651" y="83276"/>
                </a:cubicBezTo>
                <a:cubicBezTo>
                  <a:pt x="328414" y="85190"/>
                  <a:pt x="327795" y="87314"/>
                  <a:pt x="327795" y="89650"/>
                </a:cubicBezTo>
                <a:cubicBezTo>
                  <a:pt x="327795" y="93229"/>
                  <a:pt x="329144" y="96211"/>
                  <a:pt x="331842" y="98598"/>
                </a:cubicBezTo>
                <a:cubicBezTo>
                  <a:pt x="334540" y="100984"/>
                  <a:pt x="338488" y="102177"/>
                  <a:pt x="343686" y="102177"/>
                </a:cubicBezTo>
                <a:cubicBezTo>
                  <a:pt x="348834" y="102177"/>
                  <a:pt x="353413" y="101045"/>
                  <a:pt x="357423" y="98782"/>
                </a:cubicBezTo>
                <a:cubicBezTo>
                  <a:pt x="361433" y="96518"/>
                  <a:pt x="364378" y="93422"/>
                  <a:pt x="366259" y="89493"/>
                </a:cubicBezTo>
                <a:cubicBezTo>
                  <a:pt x="367695" y="86457"/>
                  <a:pt x="368413" y="81980"/>
                  <a:pt x="368413" y="76062"/>
                </a:cubicBezTo>
                <a:lnTo>
                  <a:pt x="368413" y="71137"/>
                </a:lnTo>
                <a:close/>
                <a:moveTo>
                  <a:pt x="402622" y="141087"/>
                </a:moveTo>
                <a:lnTo>
                  <a:pt x="402622" y="31930"/>
                </a:lnTo>
                <a:lnTo>
                  <a:pt x="414800" y="31930"/>
                </a:lnTo>
                <a:lnTo>
                  <a:pt x="414800" y="42103"/>
                </a:lnTo>
                <a:cubicBezTo>
                  <a:pt x="417671" y="38118"/>
                  <a:pt x="420914" y="35129"/>
                  <a:pt x="424527" y="33137"/>
                </a:cubicBezTo>
                <a:cubicBezTo>
                  <a:pt x="428141" y="31144"/>
                  <a:pt x="432522" y="30148"/>
                  <a:pt x="437671" y="30148"/>
                </a:cubicBezTo>
                <a:cubicBezTo>
                  <a:pt x="444403" y="30148"/>
                  <a:pt x="450344" y="31881"/>
                  <a:pt x="455492" y="35346"/>
                </a:cubicBezTo>
                <a:cubicBezTo>
                  <a:pt x="460641" y="38811"/>
                  <a:pt x="464527" y="43700"/>
                  <a:pt x="467151" y="50012"/>
                </a:cubicBezTo>
                <a:cubicBezTo>
                  <a:pt x="469774" y="56323"/>
                  <a:pt x="471086" y="63242"/>
                  <a:pt x="471086" y="70766"/>
                </a:cubicBezTo>
                <a:cubicBezTo>
                  <a:pt x="471086" y="78835"/>
                  <a:pt x="469638" y="86100"/>
                  <a:pt x="466742" y="92560"/>
                </a:cubicBezTo>
                <a:cubicBezTo>
                  <a:pt x="463846" y="99021"/>
                  <a:pt x="459638" y="103971"/>
                  <a:pt x="454119" y="107412"/>
                </a:cubicBezTo>
                <a:cubicBezTo>
                  <a:pt x="448599" y="110852"/>
                  <a:pt x="442795" y="112572"/>
                  <a:pt x="436705" y="112572"/>
                </a:cubicBezTo>
                <a:cubicBezTo>
                  <a:pt x="432250" y="112572"/>
                  <a:pt x="428253" y="111619"/>
                  <a:pt x="424713" y="109714"/>
                </a:cubicBezTo>
                <a:cubicBezTo>
                  <a:pt x="421174" y="107806"/>
                  <a:pt x="418265" y="105397"/>
                  <a:pt x="415988" y="102488"/>
                </a:cubicBezTo>
                <a:lnTo>
                  <a:pt x="415988" y="141087"/>
                </a:lnTo>
                <a:lnTo>
                  <a:pt x="402622" y="141087"/>
                </a:lnTo>
                <a:moveTo>
                  <a:pt x="414726" y="71694"/>
                </a:moveTo>
                <a:cubicBezTo>
                  <a:pt x="414726" y="81830"/>
                  <a:pt x="416780" y="89321"/>
                  <a:pt x="420889" y="94166"/>
                </a:cubicBezTo>
                <a:cubicBezTo>
                  <a:pt x="424998" y="99011"/>
                  <a:pt x="429973" y="101434"/>
                  <a:pt x="435814" y="101434"/>
                </a:cubicBezTo>
                <a:cubicBezTo>
                  <a:pt x="441755" y="101434"/>
                  <a:pt x="446841" y="98925"/>
                  <a:pt x="451074" y="93906"/>
                </a:cubicBezTo>
                <a:cubicBezTo>
                  <a:pt x="455307" y="88888"/>
                  <a:pt x="457423" y="81113"/>
                  <a:pt x="457423" y="70581"/>
                </a:cubicBezTo>
                <a:cubicBezTo>
                  <a:pt x="457423" y="60544"/>
                  <a:pt x="455356" y="53028"/>
                  <a:pt x="451223" y="48034"/>
                </a:cubicBezTo>
                <a:cubicBezTo>
                  <a:pt x="447089" y="43041"/>
                  <a:pt x="442151" y="40544"/>
                  <a:pt x="436408" y="40544"/>
                </a:cubicBezTo>
                <a:cubicBezTo>
                  <a:pt x="430715" y="40544"/>
                  <a:pt x="425678" y="43202"/>
                  <a:pt x="421297" y="48517"/>
                </a:cubicBezTo>
                <a:cubicBezTo>
                  <a:pt x="416916" y="53833"/>
                  <a:pt x="414726" y="61558"/>
                  <a:pt x="414726" y="71694"/>
                </a:cubicBezTo>
                <a:close/>
                <a:moveTo>
                  <a:pt x="487176" y="141087"/>
                </a:moveTo>
                <a:lnTo>
                  <a:pt x="487176" y="31930"/>
                </a:lnTo>
                <a:lnTo>
                  <a:pt x="499354" y="31930"/>
                </a:lnTo>
                <a:lnTo>
                  <a:pt x="499354" y="42103"/>
                </a:lnTo>
                <a:cubicBezTo>
                  <a:pt x="502226" y="38118"/>
                  <a:pt x="505468" y="35129"/>
                  <a:pt x="509082" y="33137"/>
                </a:cubicBezTo>
                <a:cubicBezTo>
                  <a:pt x="512696" y="31144"/>
                  <a:pt x="517077" y="30148"/>
                  <a:pt x="522225" y="30148"/>
                </a:cubicBezTo>
                <a:cubicBezTo>
                  <a:pt x="528958" y="30148"/>
                  <a:pt x="534898" y="31881"/>
                  <a:pt x="540047" y="35346"/>
                </a:cubicBezTo>
                <a:cubicBezTo>
                  <a:pt x="545195" y="38811"/>
                  <a:pt x="549081" y="43700"/>
                  <a:pt x="551705" y="50012"/>
                </a:cubicBezTo>
                <a:cubicBezTo>
                  <a:pt x="554329" y="56323"/>
                  <a:pt x="555641" y="63242"/>
                  <a:pt x="555641" y="70766"/>
                </a:cubicBezTo>
                <a:cubicBezTo>
                  <a:pt x="555641" y="78835"/>
                  <a:pt x="554193" y="86100"/>
                  <a:pt x="551297" y="92560"/>
                </a:cubicBezTo>
                <a:cubicBezTo>
                  <a:pt x="548401" y="99021"/>
                  <a:pt x="544193" y="103971"/>
                  <a:pt x="538673" y="107412"/>
                </a:cubicBezTo>
                <a:cubicBezTo>
                  <a:pt x="533153" y="110852"/>
                  <a:pt x="527349" y="112572"/>
                  <a:pt x="521260" y="112572"/>
                </a:cubicBezTo>
                <a:cubicBezTo>
                  <a:pt x="516805" y="112572"/>
                  <a:pt x="512807" y="111619"/>
                  <a:pt x="509268" y="109714"/>
                </a:cubicBezTo>
                <a:cubicBezTo>
                  <a:pt x="505728" y="107806"/>
                  <a:pt x="502820" y="105397"/>
                  <a:pt x="500543" y="102488"/>
                </a:cubicBezTo>
                <a:lnTo>
                  <a:pt x="500543" y="141087"/>
                </a:lnTo>
                <a:lnTo>
                  <a:pt x="487176" y="141087"/>
                </a:lnTo>
                <a:moveTo>
                  <a:pt x="499280" y="71694"/>
                </a:moveTo>
                <a:cubicBezTo>
                  <a:pt x="499280" y="81830"/>
                  <a:pt x="501335" y="89321"/>
                  <a:pt x="505443" y="94166"/>
                </a:cubicBezTo>
                <a:cubicBezTo>
                  <a:pt x="509552" y="99011"/>
                  <a:pt x="514527" y="101434"/>
                  <a:pt x="520369" y="101434"/>
                </a:cubicBezTo>
                <a:cubicBezTo>
                  <a:pt x="526309" y="101434"/>
                  <a:pt x="531396" y="98925"/>
                  <a:pt x="535629" y="93906"/>
                </a:cubicBezTo>
                <a:cubicBezTo>
                  <a:pt x="539861" y="88888"/>
                  <a:pt x="541977" y="81113"/>
                  <a:pt x="541977" y="70581"/>
                </a:cubicBezTo>
                <a:cubicBezTo>
                  <a:pt x="541977" y="60544"/>
                  <a:pt x="539911" y="53028"/>
                  <a:pt x="535777" y="48034"/>
                </a:cubicBezTo>
                <a:cubicBezTo>
                  <a:pt x="531643" y="43041"/>
                  <a:pt x="526705" y="40544"/>
                  <a:pt x="520963" y="40544"/>
                </a:cubicBezTo>
                <a:cubicBezTo>
                  <a:pt x="515270" y="40544"/>
                  <a:pt x="510233" y="43202"/>
                  <a:pt x="505852" y="48517"/>
                </a:cubicBezTo>
                <a:cubicBezTo>
                  <a:pt x="501471" y="53833"/>
                  <a:pt x="499280" y="61558"/>
                  <a:pt x="499280" y="71694"/>
                </a:cubicBezTo>
                <a:close/>
                <a:moveTo>
                  <a:pt x="610815" y="75741"/>
                </a:moveTo>
                <a:lnTo>
                  <a:pt x="624404" y="74553"/>
                </a:lnTo>
                <a:cubicBezTo>
                  <a:pt x="625048" y="79999"/>
                  <a:pt x="626545" y="84466"/>
                  <a:pt x="628897" y="87956"/>
                </a:cubicBezTo>
                <a:cubicBezTo>
                  <a:pt x="631248" y="91447"/>
                  <a:pt x="634899" y="94268"/>
                  <a:pt x="639850" y="96422"/>
                </a:cubicBezTo>
                <a:cubicBezTo>
                  <a:pt x="644800" y="98575"/>
                  <a:pt x="650369" y="99652"/>
                  <a:pt x="656557" y="99652"/>
                </a:cubicBezTo>
                <a:cubicBezTo>
                  <a:pt x="662052" y="99652"/>
                  <a:pt x="666904" y="98835"/>
                  <a:pt x="671112" y="97201"/>
                </a:cubicBezTo>
                <a:cubicBezTo>
                  <a:pt x="675319" y="95568"/>
                  <a:pt x="678451" y="93328"/>
                  <a:pt x="680505" y="90481"/>
                </a:cubicBezTo>
                <a:cubicBezTo>
                  <a:pt x="682559" y="87635"/>
                  <a:pt x="683587" y="84528"/>
                  <a:pt x="683587" y="81162"/>
                </a:cubicBezTo>
                <a:cubicBezTo>
                  <a:pt x="683587" y="77746"/>
                  <a:pt x="682596" y="74764"/>
                  <a:pt x="680616" y="72214"/>
                </a:cubicBezTo>
                <a:cubicBezTo>
                  <a:pt x="678636" y="69665"/>
                  <a:pt x="675369" y="67524"/>
                  <a:pt x="670814" y="65791"/>
                </a:cubicBezTo>
                <a:cubicBezTo>
                  <a:pt x="667894" y="64652"/>
                  <a:pt x="661433" y="62883"/>
                  <a:pt x="651434" y="60482"/>
                </a:cubicBezTo>
                <a:cubicBezTo>
                  <a:pt x="641434" y="58081"/>
                  <a:pt x="634429" y="55816"/>
                  <a:pt x="630419" y="53687"/>
                </a:cubicBezTo>
                <a:cubicBezTo>
                  <a:pt x="625221" y="50965"/>
                  <a:pt x="621347" y="47586"/>
                  <a:pt x="618798" y="43551"/>
                </a:cubicBezTo>
                <a:cubicBezTo>
                  <a:pt x="616249" y="39517"/>
                  <a:pt x="614974" y="34999"/>
                  <a:pt x="614974" y="30000"/>
                </a:cubicBezTo>
                <a:cubicBezTo>
                  <a:pt x="614974" y="24505"/>
                  <a:pt x="616533" y="19368"/>
                  <a:pt x="619652" y="14591"/>
                </a:cubicBezTo>
                <a:cubicBezTo>
                  <a:pt x="622771" y="9814"/>
                  <a:pt x="627325" y="6188"/>
                  <a:pt x="633315" y="3713"/>
                </a:cubicBezTo>
                <a:cubicBezTo>
                  <a:pt x="639305" y="1238"/>
                  <a:pt x="645963" y="0"/>
                  <a:pt x="653290" y="0"/>
                </a:cubicBezTo>
                <a:cubicBezTo>
                  <a:pt x="661359" y="0"/>
                  <a:pt x="668475" y="1299"/>
                  <a:pt x="674639" y="3898"/>
                </a:cubicBezTo>
                <a:cubicBezTo>
                  <a:pt x="680802" y="6497"/>
                  <a:pt x="685542" y="10322"/>
                  <a:pt x="688859" y="15371"/>
                </a:cubicBezTo>
                <a:cubicBezTo>
                  <a:pt x="692176" y="20420"/>
                  <a:pt x="693958" y="26138"/>
                  <a:pt x="694205" y="32524"/>
                </a:cubicBezTo>
                <a:lnTo>
                  <a:pt x="680394" y="33564"/>
                </a:lnTo>
                <a:cubicBezTo>
                  <a:pt x="679651" y="26658"/>
                  <a:pt x="677139" y="21441"/>
                  <a:pt x="672857" y="17914"/>
                </a:cubicBezTo>
                <a:cubicBezTo>
                  <a:pt x="668574" y="14387"/>
                  <a:pt x="662250" y="12624"/>
                  <a:pt x="653884" y="12624"/>
                </a:cubicBezTo>
                <a:cubicBezTo>
                  <a:pt x="645171" y="12624"/>
                  <a:pt x="638822" y="14222"/>
                  <a:pt x="634837" y="17418"/>
                </a:cubicBezTo>
                <a:cubicBezTo>
                  <a:pt x="630852" y="20612"/>
                  <a:pt x="628860" y="24464"/>
                  <a:pt x="628860" y="28972"/>
                </a:cubicBezTo>
                <a:cubicBezTo>
                  <a:pt x="628860" y="32885"/>
                  <a:pt x="630271" y="36106"/>
                  <a:pt x="633092" y="38632"/>
                </a:cubicBezTo>
                <a:cubicBezTo>
                  <a:pt x="635865" y="41160"/>
                  <a:pt x="643105" y="43749"/>
                  <a:pt x="654812" y="46399"/>
                </a:cubicBezTo>
                <a:cubicBezTo>
                  <a:pt x="666520" y="49049"/>
                  <a:pt x="674552" y="51364"/>
                  <a:pt x="678908" y="53346"/>
                </a:cubicBezTo>
                <a:cubicBezTo>
                  <a:pt x="685245" y="56268"/>
                  <a:pt x="689923" y="59972"/>
                  <a:pt x="692943" y="64457"/>
                </a:cubicBezTo>
                <a:cubicBezTo>
                  <a:pt x="695963" y="68940"/>
                  <a:pt x="697472" y="74105"/>
                  <a:pt x="697472" y="79951"/>
                </a:cubicBezTo>
                <a:cubicBezTo>
                  <a:pt x="697472" y="85746"/>
                  <a:pt x="695814" y="91208"/>
                  <a:pt x="692497" y="96336"/>
                </a:cubicBezTo>
                <a:cubicBezTo>
                  <a:pt x="689181" y="101463"/>
                  <a:pt x="684416" y="105451"/>
                  <a:pt x="678203" y="108300"/>
                </a:cubicBezTo>
                <a:cubicBezTo>
                  <a:pt x="671990" y="111148"/>
                  <a:pt x="664998" y="112572"/>
                  <a:pt x="657226" y="112572"/>
                </a:cubicBezTo>
                <a:cubicBezTo>
                  <a:pt x="647374" y="112572"/>
                  <a:pt x="639119" y="111137"/>
                  <a:pt x="632461" y="108266"/>
                </a:cubicBezTo>
                <a:cubicBezTo>
                  <a:pt x="625803" y="105394"/>
                  <a:pt x="620580" y="101075"/>
                  <a:pt x="616793" y="95308"/>
                </a:cubicBezTo>
                <a:cubicBezTo>
                  <a:pt x="613006" y="89541"/>
                  <a:pt x="611013" y="83018"/>
                  <a:pt x="610815" y="75741"/>
                </a:cubicBezTo>
                <a:close/>
                <a:moveTo>
                  <a:pt x="710469" y="71360"/>
                </a:moveTo>
                <a:cubicBezTo>
                  <a:pt x="710469" y="56757"/>
                  <a:pt x="714528" y="45940"/>
                  <a:pt x="722647" y="38910"/>
                </a:cubicBezTo>
                <a:cubicBezTo>
                  <a:pt x="729429" y="33069"/>
                  <a:pt x="737696" y="30148"/>
                  <a:pt x="747448" y="30148"/>
                </a:cubicBezTo>
                <a:cubicBezTo>
                  <a:pt x="758290" y="30148"/>
                  <a:pt x="767151" y="33700"/>
                  <a:pt x="774032" y="40804"/>
                </a:cubicBezTo>
                <a:cubicBezTo>
                  <a:pt x="780913" y="47908"/>
                  <a:pt x="784354" y="57722"/>
                  <a:pt x="784354" y="70246"/>
                </a:cubicBezTo>
                <a:cubicBezTo>
                  <a:pt x="784354" y="80395"/>
                  <a:pt x="782831" y="88377"/>
                  <a:pt x="779787" y="94194"/>
                </a:cubicBezTo>
                <a:cubicBezTo>
                  <a:pt x="776742" y="100011"/>
                  <a:pt x="772312" y="104528"/>
                  <a:pt x="766495" y="107746"/>
                </a:cubicBezTo>
                <a:cubicBezTo>
                  <a:pt x="760678" y="110964"/>
                  <a:pt x="754329" y="112572"/>
                  <a:pt x="747448" y="112572"/>
                </a:cubicBezTo>
                <a:cubicBezTo>
                  <a:pt x="736409" y="112572"/>
                  <a:pt x="727486" y="109033"/>
                  <a:pt x="720679" y="101954"/>
                </a:cubicBezTo>
                <a:cubicBezTo>
                  <a:pt x="713872" y="94875"/>
                  <a:pt x="710469" y="84677"/>
                  <a:pt x="710469" y="71360"/>
                </a:cubicBezTo>
                <a:moveTo>
                  <a:pt x="724206" y="71323"/>
                </a:moveTo>
                <a:cubicBezTo>
                  <a:pt x="724206" y="81385"/>
                  <a:pt x="726409" y="88919"/>
                  <a:pt x="730815" y="93925"/>
                </a:cubicBezTo>
                <a:cubicBezTo>
                  <a:pt x="735221" y="98931"/>
                  <a:pt x="740765" y="101434"/>
                  <a:pt x="747448" y="101434"/>
                </a:cubicBezTo>
                <a:cubicBezTo>
                  <a:pt x="754082" y="101434"/>
                  <a:pt x="759601" y="98919"/>
                  <a:pt x="764007" y="93888"/>
                </a:cubicBezTo>
                <a:cubicBezTo>
                  <a:pt x="768413" y="88857"/>
                  <a:pt x="770616" y="81188"/>
                  <a:pt x="770616" y="70880"/>
                </a:cubicBezTo>
                <a:cubicBezTo>
                  <a:pt x="770616" y="61163"/>
                  <a:pt x="768401" y="53802"/>
                  <a:pt x="763970" y="48796"/>
                </a:cubicBezTo>
                <a:cubicBezTo>
                  <a:pt x="759540" y="43790"/>
                  <a:pt x="754032" y="41286"/>
                  <a:pt x="747448" y="41286"/>
                </a:cubicBezTo>
                <a:cubicBezTo>
                  <a:pt x="740765" y="41286"/>
                  <a:pt x="735221" y="43777"/>
                  <a:pt x="730815" y="48758"/>
                </a:cubicBezTo>
                <a:cubicBezTo>
                  <a:pt x="726409" y="53740"/>
                  <a:pt x="724206" y="61261"/>
                  <a:pt x="724206" y="71323"/>
                </a:cubicBezTo>
                <a:close/>
                <a:moveTo>
                  <a:pt x="851681" y="110790"/>
                </a:moveTo>
                <a:lnTo>
                  <a:pt x="851681" y="99206"/>
                </a:lnTo>
                <a:cubicBezTo>
                  <a:pt x="845542" y="108117"/>
                  <a:pt x="837201" y="112572"/>
                  <a:pt x="826656" y="112572"/>
                </a:cubicBezTo>
                <a:cubicBezTo>
                  <a:pt x="822003" y="112572"/>
                  <a:pt x="817659" y="111681"/>
                  <a:pt x="813624" y="109899"/>
                </a:cubicBezTo>
                <a:cubicBezTo>
                  <a:pt x="809590" y="108117"/>
                  <a:pt x="806595" y="105877"/>
                  <a:pt x="804639" y="103179"/>
                </a:cubicBezTo>
                <a:cubicBezTo>
                  <a:pt x="802684" y="100481"/>
                  <a:pt x="801310" y="97177"/>
                  <a:pt x="800518" y="93266"/>
                </a:cubicBezTo>
                <a:cubicBezTo>
                  <a:pt x="799973" y="90642"/>
                  <a:pt x="799701" y="86484"/>
                  <a:pt x="799701" y="80791"/>
                </a:cubicBezTo>
                <a:lnTo>
                  <a:pt x="799701" y="31930"/>
                </a:lnTo>
                <a:lnTo>
                  <a:pt x="813067" y="31930"/>
                </a:lnTo>
                <a:lnTo>
                  <a:pt x="813067" y="75667"/>
                </a:lnTo>
                <a:cubicBezTo>
                  <a:pt x="813067" y="82647"/>
                  <a:pt x="813340" y="87350"/>
                  <a:pt x="813884" y="89776"/>
                </a:cubicBezTo>
                <a:cubicBezTo>
                  <a:pt x="814726" y="93291"/>
                  <a:pt x="816508" y="96050"/>
                  <a:pt x="819231" y="98055"/>
                </a:cubicBezTo>
                <a:cubicBezTo>
                  <a:pt x="821953" y="100060"/>
                  <a:pt x="825320" y="101063"/>
                  <a:pt x="829329" y="101063"/>
                </a:cubicBezTo>
                <a:cubicBezTo>
                  <a:pt x="833339" y="101063"/>
                  <a:pt x="837102" y="100036"/>
                  <a:pt x="840616" y="97981"/>
                </a:cubicBezTo>
                <a:cubicBezTo>
                  <a:pt x="844131" y="95927"/>
                  <a:pt x="846619" y="93130"/>
                  <a:pt x="848079" y="89590"/>
                </a:cubicBezTo>
                <a:cubicBezTo>
                  <a:pt x="849540" y="86051"/>
                  <a:pt x="850270" y="80915"/>
                  <a:pt x="850270" y="74182"/>
                </a:cubicBezTo>
                <a:lnTo>
                  <a:pt x="850270" y="31930"/>
                </a:lnTo>
                <a:lnTo>
                  <a:pt x="863636" y="31930"/>
                </a:lnTo>
                <a:lnTo>
                  <a:pt x="863636" y="110790"/>
                </a:lnTo>
                <a:lnTo>
                  <a:pt x="851681" y="110790"/>
                </a:lnTo>
                <a:close/>
                <a:moveTo>
                  <a:pt x="884404" y="110790"/>
                </a:moveTo>
                <a:lnTo>
                  <a:pt x="884404" y="31930"/>
                </a:lnTo>
                <a:lnTo>
                  <a:pt x="896434" y="31930"/>
                </a:lnTo>
                <a:lnTo>
                  <a:pt x="896434" y="43811"/>
                </a:lnTo>
                <a:cubicBezTo>
                  <a:pt x="899503" y="38248"/>
                  <a:pt x="902337" y="34580"/>
                  <a:pt x="904936" y="32807"/>
                </a:cubicBezTo>
                <a:cubicBezTo>
                  <a:pt x="907535" y="31034"/>
                  <a:pt x="910394" y="30148"/>
                  <a:pt x="913513" y="30148"/>
                </a:cubicBezTo>
                <a:cubicBezTo>
                  <a:pt x="918018" y="30148"/>
                  <a:pt x="922597" y="31577"/>
                  <a:pt x="927250" y="34436"/>
                </a:cubicBezTo>
                <a:lnTo>
                  <a:pt x="922646" y="46781"/>
                </a:lnTo>
                <a:cubicBezTo>
                  <a:pt x="919379" y="44851"/>
                  <a:pt x="916112" y="43885"/>
                  <a:pt x="912845" y="43885"/>
                </a:cubicBezTo>
                <a:cubicBezTo>
                  <a:pt x="909924" y="43885"/>
                  <a:pt x="907300" y="44766"/>
                  <a:pt x="904973" y="46526"/>
                </a:cubicBezTo>
                <a:cubicBezTo>
                  <a:pt x="902647" y="48285"/>
                  <a:pt x="900988" y="50726"/>
                  <a:pt x="899998" y="53847"/>
                </a:cubicBezTo>
                <a:cubicBezTo>
                  <a:pt x="898513" y="58604"/>
                  <a:pt x="897771" y="63808"/>
                  <a:pt x="897771" y="69457"/>
                </a:cubicBezTo>
                <a:lnTo>
                  <a:pt x="897771" y="110790"/>
                </a:lnTo>
                <a:lnTo>
                  <a:pt x="884404" y="110790"/>
                </a:lnTo>
                <a:close/>
                <a:moveTo>
                  <a:pt x="986654" y="81830"/>
                </a:moveTo>
                <a:lnTo>
                  <a:pt x="999797" y="83538"/>
                </a:lnTo>
                <a:cubicBezTo>
                  <a:pt x="998362" y="92621"/>
                  <a:pt x="994686" y="99731"/>
                  <a:pt x="988770" y="104868"/>
                </a:cubicBezTo>
                <a:cubicBezTo>
                  <a:pt x="982855" y="110004"/>
                  <a:pt x="975590" y="112572"/>
                  <a:pt x="966976" y="112572"/>
                </a:cubicBezTo>
                <a:cubicBezTo>
                  <a:pt x="956184" y="112572"/>
                  <a:pt x="947509" y="109045"/>
                  <a:pt x="940949" y="101991"/>
                </a:cubicBezTo>
                <a:cubicBezTo>
                  <a:pt x="934390" y="94937"/>
                  <a:pt x="931110" y="84825"/>
                  <a:pt x="931110" y="71657"/>
                </a:cubicBezTo>
                <a:cubicBezTo>
                  <a:pt x="931110" y="63143"/>
                  <a:pt x="932521" y="55692"/>
                  <a:pt x="935343" y="49306"/>
                </a:cubicBezTo>
                <a:cubicBezTo>
                  <a:pt x="938165" y="42920"/>
                  <a:pt x="942459" y="38131"/>
                  <a:pt x="948226" y="34938"/>
                </a:cubicBezTo>
                <a:cubicBezTo>
                  <a:pt x="953994" y="31745"/>
                  <a:pt x="960268" y="30148"/>
                  <a:pt x="967050" y="30148"/>
                </a:cubicBezTo>
                <a:cubicBezTo>
                  <a:pt x="975615" y="30148"/>
                  <a:pt x="982619" y="32321"/>
                  <a:pt x="988065" y="36666"/>
                </a:cubicBezTo>
                <a:cubicBezTo>
                  <a:pt x="993510" y="41010"/>
                  <a:pt x="997000" y="47179"/>
                  <a:pt x="998535" y="55172"/>
                </a:cubicBezTo>
                <a:lnTo>
                  <a:pt x="985540" y="57177"/>
                </a:lnTo>
                <a:cubicBezTo>
                  <a:pt x="984303" y="51905"/>
                  <a:pt x="982112" y="47939"/>
                  <a:pt x="978968" y="45278"/>
                </a:cubicBezTo>
                <a:cubicBezTo>
                  <a:pt x="975825" y="42617"/>
                  <a:pt x="972026" y="41286"/>
                  <a:pt x="967570" y="41286"/>
                </a:cubicBezTo>
                <a:cubicBezTo>
                  <a:pt x="960838" y="41286"/>
                  <a:pt x="955367" y="43688"/>
                  <a:pt x="951160" y="48492"/>
                </a:cubicBezTo>
                <a:cubicBezTo>
                  <a:pt x="946952" y="53294"/>
                  <a:pt x="944848" y="60892"/>
                  <a:pt x="944848" y="71286"/>
                </a:cubicBezTo>
                <a:cubicBezTo>
                  <a:pt x="944848" y="81829"/>
                  <a:pt x="946877" y="89490"/>
                  <a:pt x="950937" y="94268"/>
                </a:cubicBezTo>
                <a:cubicBezTo>
                  <a:pt x="954996" y="99045"/>
                  <a:pt x="960293" y="101434"/>
                  <a:pt x="966828" y="101434"/>
                </a:cubicBezTo>
                <a:cubicBezTo>
                  <a:pt x="972075" y="101434"/>
                  <a:pt x="976456" y="99831"/>
                  <a:pt x="979971" y="96626"/>
                </a:cubicBezTo>
                <a:cubicBezTo>
                  <a:pt x="983486" y="93421"/>
                  <a:pt x="985713" y="88489"/>
                  <a:pt x="986654" y="81830"/>
                </a:cubicBezTo>
                <a:close/>
                <a:moveTo>
                  <a:pt x="1065217" y="85395"/>
                </a:moveTo>
                <a:lnTo>
                  <a:pt x="1079029" y="87103"/>
                </a:lnTo>
                <a:cubicBezTo>
                  <a:pt x="1076851" y="95172"/>
                  <a:pt x="1072816" y="101434"/>
                  <a:pt x="1066925" y="105889"/>
                </a:cubicBezTo>
                <a:cubicBezTo>
                  <a:pt x="1061034" y="110345"/>
                  <a:pt x="1053509" y="112572"/>
                  <a:pt x="1044351" y="112572"/>
                </a:cubicBezTo>
                <a:cubicBezTo>
                  <a:pt x="1032817" y="112572"/>
                  <a:pt x="1023671" y="109021"/>
                  <a:pt x="1016913" y="101917"/>
                </a:cubicBezTo>
                <a:cubicBezTo>
                  <a:pt x="1010156" y="94813"/>
                  <a:pt x="1006777" y="84850"/>
                  <a:pt x="1006777" y="72029"/>
                </a:cubicBezTo>
                <a:cubicBezTo>
                  <a:pt x="1006777" y="58761"/>
                  <a:pt x="1010193" y="48465"/>
                  <a:pt x="1017025" y="41138"/>
                </a:cubicBezTo>
                <a:cubicBezTo>
                  <a:pt x="1023856" y="33811"/>
                  <a:pt x="1032718" y="30148"/>
                  <a:pt x="1043609" y="30148"/>
                </a:cubicBezTo>
                <a:cubicBezTo>
                  <a:pt x="1054153" y="30148"/>
                  <a:pt x="1062767" y="33732"/>
                  <a:pt x="1069450" y="40899"/>
                </a:cubicBezTo>
                <a:cubicBezTo>
                  <a:pt x="1076133" y="48065"/>
                  <a:pt x="1079474" y="58146"/>
                  <a:pt x="1079474" y="71144"/>
                </a:cubicBezTo>
                <a:cubicBezTo>
                  <a:pt x="1079474" y="71935"/>
                  <a:pt x="1079450" y="73121"/>
                  <a:pt x="1079400" y="74702"/>
                </a:cubicBezTo>
                <a:lnTo>
                  <a:pt x="1020589" y="74702"/>
                </a:lnTo>
                <a:cubicBezTo>
                  <a:pt x="1021084" y="83340"/>
                  <a:pt x="1023535" y="89955"/>
                  <a:pt x="1027940" y="94547"/>
                </a:cubicBezTo>
                <a:cubicBezTo>
                  <a:pt x="1032346" y="99138"/>
                  <a:pt x="1037841" y="101434"/>
                  <a:pt x="1044425" y="101434"/>
                </a:cubicBezTo>
                <a:cubicBezTo>
                  <a:pt x="1049326" y="101434"/>
                  <a:pt x="1053509" y="100159"/>
                  <a:pt x="1056975" y="97610"/>
                </a:cubicBezTo>
                <a:cubicBezTo>
                  <a:pt x="1060440" y="95059"/>
                  <a:pt x="1063187" y="90987"/>
                  <a:pt x="1065217" y="85395"/>
                </a:cubicBezTo>
                <a:moveTo>
                  <a:pt x="1021332" y="63563"/>
                </a:moveTo>
                <a:lnTo>
                  <a:pt x="1065366" y="63563"/>
                </a:lnTo>
                <a:cubicBezTo>
                  <a:pt x="1064772" y="57038"/>
                  <a:pt x="1063088" y="52144"/>
                  <a:pt x="1060316" y="48881"/>
                </a:cubicBezTo>
                <a:cubicBezTo>
                  <a:pt x="1056059" y="43818"/>
                  <a:pt x="1050539" y="41286"/>
                  <a:pt x="1043757" y="41286"/>
                </a:cubicBezTo>
                <a:cubicBezTo>
                  <a:pt x="1037619" y="41286"/>
                  <a:pt x="1032458" y="43308"/>
                  <a:pt x="1028275" y="47350"/>
                </a:cubicBezTo>
                <a:cubicBezTo>
                  <a:pt x="1024092" y="51391"/>
                  <a:pt x="1021777" y="56795"/>
                  <a:pt x="1021332" y="63563"/>
                </a:cubicBezTo>
                <a:close/>
                <a:moveTo>
                  <a:pt x="1090441" y="87177"/>
                </a:moveTo>
                <a:lnTo>
                  <a:pt x="1103659" y="85098"/>
                </a:lnTo>
                <a:cubicBezTo>
                  <a:pt x="1104401" y="90371"/>
                  <a:pt x="1106468" y="94413"/>
                  <a:pt x="1109859" y="97222"/>
                </a:cubicBezTo>
                <a:cubicBezTo>
                  <a:pt x="1113250" y="100030"/>
                  <a:pt x="1117990" y="101434"/>
                  <a:pt x="1124079" y="101434"/>
                </a:cubicBezTo>
                <a:cubicBezTo>
                  <a:pt x="1130218" y="101434"/>
                  <a:pt x="1134772" y="100194"/>
                  <a:pt x="1137742" y="97714"/>
                </a:cubicBezTo>
                <a:cubicBezTo>
                  <a:pt x="1140713" y="95233"/>
                  <a:pt x="1142198" y="92323"/>
                  <a:pt x="1142198" y="88984"/>
                </a:cubicBezTo>
                <a:cubicBezTo>
                  <a:pt x="1142198" y="85988"/>
                  <a:pt x="1140886" y="83630"/>
                  <a:pt x="1138262" y="81912"/>
                </a:cubicBezTo>
                <a:cubicBezTo>
                  <a:pt x="1136431" y="80733"/>
                  <a:pt x="1131876" y="79234"/>
                  <a:pt x="1124599" y="77417"/>
                </a:cubicBezTo>
                <a:cubicBezTo>
                  <a:pt x="1114797" y="74940"/>
                  <a:pt x="1108003" y="72797"/>
                  <a:pt x="1104216" y="70989"/>
                </a:cubicBezTo>
                <a:cubicBezTo>
                  <a:pt x="1100429" y="69180"/>
                  <a:pt x="1097557" y="66678"/>
                  <a:pt x="1095602" y="63482"/>
                </a:cubicBezTo>
                <a:cubicBezTo>
                  <a:pt x="1093647" y="60286"/>
                  <a:pt x="1092669" y="56756"/>
                  <a:pt x="1092669" y="52891"/>
                </a:cubicBezTo>
                <a:cubicBezTo>
                  <a:pt x="1092669" y="49373"/>
                  <a:pt x="1093473" y="46115"/>
                  <a:pt x="1095082" y="43117"/>
                </a:cubicBezTo>
                <a:cubicBezTo>
                  <a:pt x="1096691" y="40119"/>
                  <a:pt x="1098882" y="37629"/>
                  <a:pt x="1101654" y="35648"/>
                </a:cubicBezTo>
                <a:cubicBezTo>
                  <a:pt x="1103733" y="34111"/>
                  <a:pt x="1106567" y="32811"/>
                  <a:pt x="1110156" y="31747"/>
                </a:cubicBezTo>
                <a:cubicBezTo>
                  <a:pt x="1113745" y="30681"/>
                  <a:pt x="1117594" y="30148"/>
                  <a:pt x="1121703" y="30148"/>
                </a:cubicBezTo>
                <a:cubicBezTo>
                  <a:pt x="1127891" y="30148"/>
                  <a:pt x="1133324" y="31045"/>
                  <a:pt x="1138002" y="32840"/>
                </a:cubicBezTo>
                <a:cubicBezTo>
                  <a:pt x="1142680" y="34633"/>
                  <a:pt x="1146133" y="37062"/>
                  <a:pt x="1148361" y="40129"/>
                </a:cubicBezTo>
                <a:cubicBezTo>
                  <a:pt x="1150589" y="43193"/>
                  <a:pt x="1152123" y="47292"/>
                  <a:pt x="1152965" y="52425"/>
                </a:cubicBezTo>
                <a:lnTo>
                  <a:pt x="1139896" y="54207"/>
                </a:lnTo>
                <a:cubicBezTo>
                  <a:pt x="1139302" y="50148"/>
                  <a:pt x="1137582" y="46979"/>
                  <a:pt x="1134735" y="44702"/>
                </a:cubicBezTo>
                <a:cubicBezTo>
                  <a:pt x="1131889" y="42425"/>
                  <a:pt x="1127866" y="41286"/>
                  <a:pt x="1122668" y="41286"/>
                </a:cubicBezTo>
                <a:cubicBezTo>
                  <a:pt x="1116530" y="41286"/>
                  <a:pt x="1112149" y="42297"/>
                  <a:pt x="1109525" y="44317"/>
                </a:cubicBezTo>
                <a:cubicBezTo>
                  <a:pt x="1106901" y="46336"/>
                  <a:pt x="1105589" y="48700"/>
                  <a:pt x="1105589" y="51411"/>
                </a:cubicBezTo>
                <a:cubicBezTo>
                  <a:pt x="1105589" y="53134"/>
                  <a:pt x="1106134" y="54686"/>
                  <a:pt x="1107223" y="56066"/>
                </a:cubicBezTo>
                <a:cubicBezTo>
                  <a:pt x="1108312" y="57494"/>
                  <a:pt x="1110020" y="58676"/>
                  <a:pt x="1112347" y="59612"/>
                </a:cubicBezTo>
                <a:cubicBezTo>
                  <a:pt x="1113683" y="60105"/>
                  <a:pt x="1117619" y="61238"/>
                  <a:pt x="1124154" y="63011"/>
                </a:cubicBezTo>
                <a:cubicBezTo>
                  <a:pt x="1133609" y="65534"/>
                  <a:pt x="1140205" y="67599"/>
                  <a:pt x="1143943" y="69207"/>
                </a:cubicBezTo>
                <a:cubicBezTo>
                  <a:pt x="1147680" y="70814"/>
                  <a:pt x="1150613" y="73152"/>
                  <a:pt x="1152742" y="76219"/>
                </a:cubicBezTo>
                <a:cubicBezTo>
                  <a:pt x="1154871" y="79286"/>
                  <a:pt x="1155935" y="83093"/>
                  <a:pt x="1155935" y="87643"/>
                </a:cubicBezTo>
                <a:cubicBezTo>
                  <a:pt x="1155935" y="92096"/>
                  <a:pt x="1154636" y="96288"/>
                  <a:pt x="1152037" y="100220"/>
                </a:cubicBezTo>
                <a:cubicBezTo>
                  <a:pt x="1149438" y="104151"/>
                  <a:pt x="1145688" y="107193"/>
                  <a:pt x="1140787" y="109345"/>
                </a:cubicBezTo>
                <a:cubicBezTo>
                  <a:pt x="1135886" y="111496"/>
                  <a:pt x="1130342" y="112572"/>
                  <a:pt x="1124154" y="112572"/>
                </a:cubicBezTo>
                <a:cubicBezTo>
                  <a:pt x="1113906" y="112572"/>
                  <a:pt x="1106097" y="110438"/>
                  <a:pt x="1100726" y="106168"/>
                </a:cubicBezTo>
                <a:cubicBezTo>
                  <a:pt x="1095354" y="101898"/>
                  <a:pt x="1091926" y="95568"/>
                  <a:pt x="1090441" y="87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2B4B9-C01E-43BE-8BFA-A5979FED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010" y="4238482"/>
            <a:ext cx="361182" cy="384184"/>
          </a:xfrm>
          <a:custGeom xmlns:a="http://schemas.openxmlformats.org/drawingml/2006/main">
            <a:pathLst>
              <a:path w="361182" h="384184">
                <a:moveTo>
                  <a:pt x="0" y="48474"/>
                </a:moveTo>
                <a:cubicBezTo>
                  <a:pt x="950" y="21481"/>
                  <a:pt x="22812" y="0"/>
                  <a:pt x="49235" y="0"/>
                </a:cubicBezTo>
                <a:lnTo>
                  <a:pt x="286665" y="0"/>
                </a:lnTo>
                <a:lnTo>
                  <a:pt x="361182" y="76419"/>
                </a:lnTo>
                <a:lnTo>
                  <a:pt x="361182" y="336850"/>
                </a:lnTo>
                <a:cubicBezTo>
                  <a:pt x="360042" y="360802"/>
                  <a:pt x="342553" y="380572"/>
                  <a:pt x="319551" y="384184"/>
                </a:cubicBezTo>
                <a:lnTo>
                  <a:pt x="45433" y="384184"/>
                </a:lnTo>
                <a:cubicBezTo>
                  <a:pt x="20911" y="382283"/>
                  <a:pt x="1521" y="362133"/>
                  <a:pt x="0" y="336850"/>
                </a:cubicBezTo>
                <a:lnTo>
                  <a:pt x="0" y="48474"/>
                </a:lnTo>
                <a:close/>
                <a:moveTo>
                  <a:pt x="30225" y="336090"/>
                </a:moveTo>
                <a:cubicBezTo>
                  <a:pt x="31366" y="344264"/>
                  <a:pt x="36689" y="351297"/>
                  <a:pt x="44292" y="354339"/>
                </a:cubicBezTo>
                <a:lnTo>
                  <a:pt x="313848" y="354339"/>
                </a:lnTo>
                <a:cubicBezTo>
                  <a:pt x="323163" y="351868"/>
                  <a:pt x="330007" y="343884"/>
                  <a:pt x="330957" y="334189"/>
                </a:cubicBezTo>
                <a:lnTo>
                  <a:pt x="331337" y="94288"/>
                </a:lnTo>
                <a:lnTo>
                  <a:pt x="270507" y="94288"/>
                </a:lnTo>
                <a:lnTo>
                  <a:pt x="270507" y="31556"/>
                </a:lnTo>
                <a:lnTo>
                  <a:pt x="48094" y="31556"/>
                </a:lnTo>
                <a:cubicBezTo>
                  <a:pt x="39350" y="33077"/>
                  <a:pt x="32506" y="39730"/>
                  <a:pt x="30225" y="48474"/>
                </a:cubicBezTo>
                <a:lnTo>
                  <a:pt x="30225" y="336090"/>
                </a:lnTo>
                <a:close/>
                <a:moveTo>
                  <a:pt x="122992" y="257770"/>
                </a:moveTo>
                <a:lnTo>
                  <a:pt x="54748" y="212337"/>
                </a:lnTo>
                <a:lnTo>
                  <a:pt x="54748" y="195229"/>
                </a:lnTo>
                <a:lnTo>
                  <a:pt x="122992" y="147895"/>
                </a:lnTo>
                <a:lnTo>
                  <a:pt x="122992" y="172417"/>
                </a:lnTo>
                <a:lnTo>
                  <a:pt x="73377" y="203403"/>
                </a:lnTo>
                <a:lnTo>
                  <a:pt x="122992" y="232487"/>
                </a:lnTo>
                <a:lnTo>
                  <a:pt x="122992" y="257770"/>
                </a:lnTo>
                <a:close/>
                <a:moveTo>
                  <a:pt x="138770" y="289896"/>
                </a:moveTo>
                <a:lnTo>
                  <a:pt x="189906" y="111016"/>
                </a:lnTo>
                <a:lnTo>
                  <a:pt x="210246" y="111016"/>
                </a:lnTo>
                <a:lnTo>
                  <a:pt x="159300" y="289896"/>
                </a:lnTo>
                <a:lnTo>
                  <a:pt x="138770" y="289896"/>
                </a:lnTo>
                <a:close/>
                <a:moveTo>
                  <a:pt x="228115" y="171847"/>
                </a:moveTo>
                <a:lnTo>
                  <a:pt x="228115" y="146754"/>
                </a:lnTo>
                <a:lnTo>
                  <a:pt x="295789" y="193328"/>
                </a:lnTo>
                <a:lnTo>
                  <a:pt x="295789" y="210816"/>
                </a:lnTo>
                <a:lnTo>
                  <a:pt x="228115" y="255679"/>
                </a:lnTo>
                <a:lnTo>
                  <a:pt x="228115" y="231727"/>
                </a:lnTo>
                <a:lnTo>
                  <a:pt x="277540" y="202642"/>
                </a:lnTo>
                <a:lnTo>
                  <a:pt x="228115" y="1718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224E6-8EC0-4E14-A393-3D0C5ADE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322" y="4238482"/>
            <a:ext cx="361182" cy="384184"/>
          </a:xfrm>
          <a:custGeom xmlns:a="http://schemas.openxmlformats.org/drawingml/2006/main">
            <a:pathLst>
              <a:path w="361182" h="384184">
                <a:moveTo>
                  <a:pt x="0" y="48474"/>
                </a:moveTo>
                <a:cubicBezTo>
                  <a:pt x="950" y="21481"/>
                  <a:pt x="22812" y="0"/>
                  <a:pt x="49235" y="0"/>
                </a:cubicBezTo>
                <a:lnTo>
                  <a:pt x="286665" y="0"/>
                </a:lnTo>
                <a:lnTo>
                  <a:pt x="361182" y="76419"/>
                </a:lnTo>
                <a:lnTo>
                  <a:pt x="361182" y="336850"/>
                </a:lnTo>
                <a:cubicBezTo>
                  <a:pt x="360042" y="360802"/>
                  <a:pt x="342553" y="380572"/>
                  <a:pt x="319551" y="384184"/>
                </a:cubicBezTo>
                <a:lnTo>
                  <a:pt x="45433" y="384184"/>
                </a:lnTo>
                <a:cubicBezTo>
                  <a:pt x="20911" y="382283"/>
                  <a:pt x="1521" y="362133"/>
                  <a:pt x="0" y="336850"/>
                </a:cubicBezTo>
                <a:lnTo>
                  <a:pt x="0" y="48474"/>
                </a:lnTo>
                <a:close/>
                <a:moveTo>
                  <a:pt x="30225" y="336090"/>
                </a:moveTo>
                <a:cubicBezTo>
                  <a:pt x="31366" y="344264"/>
                  <a:pt x="36689" y="351297"/>
                  <a:pt x="44292" y="354339"/>
                </a:cubicBezTo>
                <a:lnTo>
                  <a:pt x="313848" y="354339"/>
                </a:lnTo>
                <a:cubicBezTo>
                  <a:pt x="323163" y="351868"/>
                  <a:pt x="330007" y="343884"/>
                  <a:pt x="330957" y="334189"/>
                </a:cubicBezTo>
                <a:lnTo>
                  <a:pt x="331337" y="94288"/>
                </a:lnTo>
                <a:lnTo>
                  <a:pt x="270507" y="94288"/>
                </a:lnTo>
                <a:lnTo>
                  <a:pt x="270507" y="31556"/>
                </a:lnTo>
                <a:lnTo>
                  <a:pt x="48094" y="31556"/>
                </a:lnTo>
                <a:cubicBezTo>
                  <a:pt x="39350" y="33077"/>
                  <a:pt x="32506" y="39730"/>
                  <a:pt x="30225" y="48474"/>
                </a:cubicBezTo>
                <a:lnTo>
                  <a:pt x="30225" y="336090"/>
                </a:lnTo>
                <a:close/>
                <a:moveTo>
                  <a:pt x="122992" y="257770"/>
                </a:moveTo>
                <a:lnTo>
                  <a:pt x="54748" y="212337"/>
                </a:lnTo>
                <a:lnTo>
                  <a:pt x="54748" y="195229"/>
                </a:lnTo>
                <a:lnTo>
                  <a:pt x="122992" y="147895"/>
                </a:lnTo>
                <a:lnTo>
                  <a:pt x="122992" y="172417"/>
                </a:lnTo>
                <a:lnTo>
                  <a:pt x="73377" y="203403"/>
                </a:lnTo>
                <a:lnTo>
                  <a:pt x="122992" y="232487"/>
                </a:lnTo>
                <a:lnTo>
                  <a:pt x="122992" y="257770"/>
                </a:lnTo>
                <a:close/>
                <a:moveTo>
                  <a:pt x="138770" y="289896"/>
                </a:moveTo>
                <a:lnTo>
                  <a:pt x="189906" y="111016"/>
                </a:lnTo>
                <a:lnTo>
                  <a:pt x="210246" y="111016"/>
                </a:lnTo>
                <a:lnTo>
                  <a:pt x="159300" y="289896"/>
                </a:lnTo>
                <a:lnTo>
                  <a:pt x="138770" y="289896"/>
                </a:lnTo>
                <a:close/>
                <a:moveTo>
                  <a:pt x="228115" y="171847"/>
                </a:moveTo>
                <a:lnTo>
                  <a:pt x="228115" y="146754"/>
                </a:lnTo>
                <a:lnTo>
                  <a:pt x="295789" y="193328"/>
                </a:lnTo>
                <a:lnTo>
                  <a:pt x="295789" y="210816"/>
                </a:lnTo>
                <a:lnTo>
                  <a:pt x="228115" y="255679"/>
                </a:lnTo>
                <a:lnTo>
                  <a:pt x="228115" y="231727"/>
                </a:lnTo>
                <a:lnTo>
                  <a:pt x="277540" y="202642"/>
                </a:lnTo>
                <a:lnTo>
                  <a:pt x="228115" y="1718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7B2EC-FFD7-4272-A3F4-05BC4DDA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451" y="4238482"/>
            <a:ext cx="361182" cy="384184"/>
          </a:xfrm>
          <a:custGeom xmlns:a="http://schemas.openxmlformats.org/drawingml/2006/main">
            <a:pathLst>
              <a:path w="361182" h="384184">
                <a:moveTo>
                  <a:pt x="0" y="48474"/>
                </a:moveTo>
                <a:cubicBezTo>
                  <a:pt x="950" y="21481"/>
                  <a:pt x="22812" y="0"/>
                  <a:pt x="49235" y="0"/>
                </a:cubicBezTo>
                <a:lnTo>
                  <a:pt x="286665" y="0"/>
                </a:lnTo>
                <a:lnTo>
                  <a:pt x="361182" y="76419"/>
                </a:lnTo>
                <a:lnTo>
                  <a:pt x="361182" y="336850"/>
                </a:lnTo>
                <a:cubicBezTo>
                  <a:pt x="360042" y="360802"/>
                  <a:pt x="342553" y="380572"/>
                  <a:pt x="319551" y="384184"/>
                </a:cubicBezTo>
                <a:lnTo>
                  <a:pt x="45433" y="384184"/>
                </a:lnTo>
                <a:cubicBezTo>
                  <a:pt x="20911" y="382283"/>
                  <a:pt x="1521" y="362133"/>
                  <a:pt x="0" y="336850"/>
                </a:cubicBezTo>
                <a:lnTo>
                  <a:pt x="0" y="48474"/>
                </a:lnTo>
                <a:close/>
                <a:moveTo>
                  <a:pt x="30225" y="336090"/>
                </a:moveTo>
                <a:cubicBezTo>
                  <a:pt x="31366" y="344264"/>
                  <a:pt x="36689" y="351297"/>
                  <a:pt x="44292" y="354339"/>
                </a:cubicBezTo>
                <a:lnTo>
                  <a:pt x="313848" y="354339"/>
                </a:lnTo>
                <a:cubicBezTo>
                  <a:pt x="323163" y="351868"/>
                  <a:pt x="330007" y="343884"/>
                  <a:pt x="330957" y="334189"/>
                </a:cubicBezTo>
                <a:lnTo>
                  <a:pt x="331337" y="94288"/>
                </a:lnTo>
                <a:lnTo>
                  <a:pt x="270507" y="94288"/>
                </a:lnTo>
                <a:lnTo>
                  <a:pt x="270507" y="31556"/>
                </a:lnTo>
                <a:lnTo>
                  <a:pt x="48094" y="31556"/>
                </a:lnTo>
                <a:cubicBezTo>
                  <a:pt x="39350" y="33077"/>
                  <a:pt x="32506" y="39730"/>
                  <a:pt x="30225" y="48474"/>
                </a:cubicBezTo>
                <a:lnTo>
                  <a:pt x="30225" y="336090"/>
                </a:lnTo>
                <a:close/>
                <a:moveTo>
                  <a:pt x="122992" y="257770"/>
                </a:moveTo>
                <a:lnTo>
                  <a:pt x="54748" y="212337"/>
                </a:lnTo>
                <a:lnTo>
                  <a:pt x="54748" y="195229"/>
                </a:lnTo>
                <a:lnTo>
                  <a:pt x="122992" y="147895"/>
                </a:lnTo>
                <a:lnTo>
                  <a:pt x="122992" y="172417"/>
                </a:lnTo>
                <a:lnTo>
                  <a:pt x="73377" y="203403"/>
                </a:lnTo>
                <a:lnTo>
                  <a:pt x="122992" y="232487"/>
                </a:lnTo>
                <a:lnTo>
                  <a:pt x="122992" y="257770"/>
                </a:lnTo>
                <a:close/>
                <a:moveTo>
                  <a:pt x="138770" y="289896"/>
                </a:moveTo>
                <a:lnTo>
                  <a:pt x="189906" y="111016"/>
                </a:lnTo>
                <a:lnTo>
                  <a:pt x="210246" y="111016"/>
                </a:lnTo>
                <a:lnTo>
                  <a:pt x="159300" y="289896"/>
                </a:lnTo>
                <a:lnTo>
                  <a:pt x="138770" y="289896"/>
                </a:lnTo>
                <a:close/>
                <a:moveTo>
                  <a:pt x="228115" y="171847"/>
                </a:moveTo>
                <a:lnTo>
                  <a:pt x="228115" y="146754"/>
                </a:lnTo>
                <a:lnTo>
                  <a:pt x="295789" y="193328"/>
                </a:lnTo>
                <a:lnTo>
                  <a:pt x="295789" y="210816"/>
                </a:lnTo>
                <a:lnTo>
                  <a:pt x="228115" y="255679"/>
                </a:lnTo>
                <a:lnTo>
                  <a:pt x="228115" y="231727"/>
                </a:lnTo>
                <a:lnTo>
                  <a:pt x="277540" y="202642"/>
                </a:lnTo>
                <a:lnTo>
                  <a:pt x="228115" y="1718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WebappInstallScripts">
            <a:extLst xmlns:a="http://schemas.openxmlformats.org/drawingml/2006/main">
              <a:ext uri="{FF2B5EF4-FFF2-40B4-BE49-F238E27FC236}">
                <a16:creationId xmlns:a16="http://schemas.microsoft.com/office/drawing/2014/main" id="{EB33DDEC-B277-4219-84FA-246EC6B5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435" y="4794929"/>
            <a:ext cx="1502366" cy="141087"/>
          </a:xfrm>
          <a:custGeom xmlns:a="http://schemas.openxmlformats.org/drawingml/2006/main">
            <a:pathLst>
              <a:path w="1502366" h="141087">
                <a:moveTo>
                  <a:pt x="28886" y="110790"/>
                </a:moveTo>
                <a:lnTo>
                  <a:pt x="0" y="1931"/>
                </a:lnTo>
                <a:lnTo>
                  <a:pt x="14777" y="1931"/>
                </a:lnTo>
                <a:lnTo>
                  <a:pt x="31336" y="73291"/>
                </a:lnTo>
                <a:cubicBezTo>
                  <a:pt x="33118" y="80766"/>
                  <a:pt x="34653" y="88192"/>
                  <a:pt x="35940" y="95568"/>
                </a:cubicBezTo>
                <a:cubicBezTo>
                  <a:pt x="38712" y="83934"/>
                  <a:pt x="40346" y="77226"/>
                  <a:pt x="40841" y="75444"/>
                </a:cubicBezTo>
                <a:lnTo>
                  <a:pt x="61558" y="1931"/>
                </a:lnTo>
                <a:lnTo>
                  <a:pt x="78934" y="1931"/>
                </a:lnTo>
                <a:lnTo>
                  <a:pt x="94528" y="57029"/>
                </a:lnTo>
                <a:cubicBezTo>
                  <a:pt x="98439" y="70692"/>
                  <a:pt x="101261" y="83538"/>
                  <a:pt x="102993" y="95568"/>
                </a:cubicBezTo>
                <a:cubicBezTo>
                  <a:pt x="104379" y="88687"/>
                  <a:pt x="106186" y="80791"/>
                  <a:pt x="108414" y="71880"/>
                </a:cubicBezTo>
                <a:lnTo>
                  <a:pt x="125493" y="1931"/>
                </a:lnTo>
                <a:lnTo>
                  <a:pt x="139973" y="1931"/>
                </a:lnTo>
                <a:lnTo>
                  <a:pt x="110122" y="110790"/>
                </a:lnTo>
                <a:lnTo>
                  <a:pt x="96236" y="110790"/>
                </a:lnTo>
                <a:lnTo>
                  <a:pt x="73291" y="27846"/>
                </a:lnTo>
                <a:cubicBezTo>
                  <a:pt x="71360" y="20915"/>
                  <a:pt x="70222" y="16658"/>
                  <a:pt x="69875" y="15074"/>
                </a:cubicBezTo>
                <a:cubicBezTo>
                  <a:pt x="68737" y="20074"/>
                  <a:pt x="67672" y="24331"/>
                  <a:pt x="66682" y="27846"/>
                </a:cubicBezTo>
                <a:lnTo>
                  <a:pt x="43588" y="110790"/>
                </a:lnTo>
                <a:lnTo>
                  <a:pt x="28886" y="110790"/>
                </a:lnTo>
                <a:close/>
                <a:moveTo>
                  <a:pt x="202943" y="85395"/>
                </a:moveTo>
                <a:lnTo>
                  <a:pt x="216754" y="87103"/>
                </a:lnTo>
                <a:cubicBezTo>
                  <a:pt x="214576" y="95172"/>
                  <a:pt x="210541" y="101434"/>
                  <a:pt x="204650" y="105889"/>
                </a:cubicBezTo>
                <a:cubicBezTo>
                  <a:pt x="198760" y="110345"/>
                  <a:pt x="191235" y="112572"/>
                  <a:pt x="182077" y="112572"/>
                </a:cubicBezTo>
                <a:cubicBezTo>
                  <a:pt x="170542" y="112572"/>
                  <a:pt x="161396" y="109021"/>
                  <a:pt x="154639" y="101917"/>
                </a:cubicBezTo>
                <a:cubicBezTo>
                  <a:pt x="147882" y="94813"/>
                  <a:pt x="144503" y="84850"/>
                  <a:pt x="144503" y="72029"/>
                </a:cubicBezTo>
                <a:cubicBezTo>
                  <a:pt x="144503" y="58761"/>
                  <a:pt x="147919" y="48465"/>
                  <a:pt x="154750" y="41138"/>
                </a:cubicBezTo>
                <a:cubicBezTo>
                  <a:pt x="161582" y="33811"/>
                  <a:pt x="170443" y="30148"/>
                  <a:pt x="181334" y="30148"/>
                </a:cubicBezTo>
                <a:cubicBezTo>
                  <a:pt x="191878" y="30148"/>
                  <a:pt x="200492" y="33732"/>
                  <a:pt x="207175" y="40899"/>
                </a:cubicBezTo>
                <a:cubicBezTo>
                  <a:pt x="213858" y="48065"/>
                  <a:pt x="217200" y="58146"/>
                  <a:pt x="217200" y="71144"/>
                </a:cubicBezTo>
                <a:cubicBezTo>
                  <a:pt x="217200" y="71935"/>
                  <a:pt x="217175" y="73121"/>
                  <a:pt x="217126" y="74702"/>
                </a:cubicBezTo>
                <a:lnTo>
                  <a:pt x="158315" y="74702"/>
                </a:lnTo>
                <a:cubicBezTo>
                  <a:pt x="158810" y="83340"/>
                  <a:pt x="161260" y="89955"/>
                  <a:pt x="165666" y="94547"/>
                </a:cubicBezTo>
                <a:cubicBezTo>
                  <a:pt x="170072" y="99138"/>
                  <a:pt x="175567" y="101434"/>
                  <a:pt x="182151" y="101434"/>
                </a:cubicBezTo>
                <a:cubicBezTo>
                  <a:pt x="187052" y="101434"/>
                  <a:pt x="191235" y="100159"/>
                  <a:pt x="194700" y="97610"/>
                </a:cubicBezTo>
                <a:cubicBezTo>
                  <a:pt x="198165" y="95059"/>
                  <a:pt x="200913" y="90987"/>
                  <a:pt x="202943" y="85395"/>
                </a:cubicBezTo>
                <a:moveTo>
                  <a:pt x="159057" y="63563"/>
                </a:moveTo>
                <a:lnTo>
                  <a:pt x="203091" y="63563"/>
                </a:lnTo>
                <a:cubicBezTo>
                  <a:pt x="202497" y="57038"/>
                  <a:pt x="200814" y="52144"/>
                  <a:pt x="198042" y="48881"/>
                </a:cubicBezTo>
                <a:cubicBezTo>
                  <a:pt x="193784" y="43818"/>
                  <a:pt x="188265" y="41286"/>
                  <a:pt x="181483" y="41286"/>
                </a:cubicBezTo>
                <a:cubicBezTo>
                  <a:pt x="175344" y="41286"/>
                  <a:pt x="170183" y="43308"/>
                  <a:pt x="166000" y="47350"/>
                </a:cubicBezTo>
                <a:cubicBezTo>
                  <a:pt x="161817" y="51391"/>
                  <a:pt x="159503" y="56795"/>
                  <a:pt x="159057" y="63563"/>
                </a:cubicBezTo>
                <a:close/>
                <a:moveTo>
                  <a:pt x="245839" y="110790"/>
                </a:moveTo>
                <a:lnTo>
                  <a:pt x="233438" y="110790"/>
                </a:lnTo>
                <a:lnTo>
                  <a:pt x="233438" y="1931"/>
                </a:lnTo>
                <a:lnTo>
                  <a:pt x="246804" y="1931"/>
                </a:lnTo>
                <a:lnTo>
                  <a:pt x="246804" y="40911"/>
                </a:lnTo>
                <a:cubicBezTo>
                  <a:pt x="252448" y="33736"/>
                  <a:pt x="259651" y="30148"/>
                  <a:pt x="268413" y="30148"/>
                </a:cubicBezTo>
                <a:cubicBezTo>
                  <a:pt x="273264" y="30148"/>
                  <a:pt x="277856" y="31126"/>
                  <a:pt x="282188" y="33081"/>
                </a:cubicBezTo>
                <a:cubicBezTo>
                  <a:pt x="286519" y="35037"/>
                  <a:pt x="290084" y="37784"/>
                  <a:pt x="292880" y="41324"/>
                </a:cubicBezTo>
                <a:cubicBezTo>
                  <a:pt x="295677" y="44863"/>
                  <a:pt x="297868" y="49133"/>
                  <a:pt x="299452" y="54133"/>
                </a:cubicBezTo>
                <a:cubicBezTo>
                  <a:pt x="301036" y="59133"/>
                  <a:pt x="301828" y="64479"/>
                  <a:pt x="301828" y="70172"/>
                </a:cubicBezTo>
                <a:cubicBezTo>
                  <a:pt x="301828" y="83687"/>
                  <a:pt x="298487" y="94132"/>
                  <a:pt x="291804" y="101508"/>
                </a:cubicBezTo>
                <a:cubicBezTo>
                  <a:pt x="285121" y="108884"/>
                  <a:pt x="277101" y="112572"/>
                  <a:pt x="267745" y="112572"/>
                </a:cubicBezTo>
                <a:cubicBezTo>
                  <a:pt x="258438" y="112572"/>
                  <a:pt x="251136" y="108637"/>
                  <a:pt x="245839" y="100766"/>
                </a:cubicBezTo>
                <a:lnTo>
                  <a:pt x="245839" y="110790"/>
                </a:lnTo>
                <a:moveTo>
                  <a:pt x="245691" y="70768"/>
                </a:moveTo>
                <a:cubicBezTo>
                  <a:pt x="245691" y="80177"/>
                  <a:pt x="246978" y="86976"/>
                  <a:pt x="249552" y="91163"/>
                </a:cubicBezTo>
                <a:cubicBezTo>
                  <a:pt x="253760" y="98010"/>
                  <a:pt x="259453" y="101434"/>
                  <a:pt x="266631" y="101434"/>
                </a:cubicBezTo>
                <a:cubicBezTo>
                  <a:pt x="272472" y="101434"/>
                  <a:pt x="277522" y="98909"/>
                  <a:pt x="281779" y="93860"/>
                </a:cubicBezTo>
                <a:cubicBezTo>
                  <a:pt x="286037" y="88810"/>
                  <a:pt x="288165" y="81286"/>
                  <a:pt x="288165" y="71286"/>
                </a:cubicBezTo>
                <a:cubicBezTo>
                  <a:pt x="288165" y="61040"/>
                  <a:pt x="286123" y="53479"/>
                  <a:pt x="282039" y="48603"/>
                </a:cubicBezTo>
                <a:cubicBezTo>
                  <a:pt x="277955" y="43725"/>
                  <a:pt x="273017" y="41286"/>
                  <a:pt x="267225" y="41286"/>
                </a:cubicBezTo>
                <a:cubicBezTo>
                  <a:pt x="261383" y="41286"/>
                  <a:pt x="256334" y="43811"/>
                  <a:pt x="252077" y="48861"/>
                </a:cubicBezTo>
                <a:cubicBezTo>
                  <a:pt x="247819" y="53910"/>
                  <a:pt x="245691" y="61213"/>
                  <a:pt x="245691" y="70768"/>
                </a:cubicBezTo>
                <a:close/>
                <a:moveTo>
                  <a:pt x="369527" y="101053"/>
                </a:moveTo>
                <a:cubicBezTo>
                  <a:pt x="364576" y="105264"/>
                  <a:pt x="359812" y="108237"/>
                  <a:pt x="355232" y="109971"/>
                </a:cubicBezTo>
                <a:cubicBezTo>
                  <a:pt x="350653" y="111705"/>
                  <a:pt x="345740" y="112572"/>
                  <a:pt x="340493" y="112572"/>
                </a:cubicBezTo>
                <a:cubicBezTo>
                  <a:pt x="331829" y="112572"/>
                  <a:pt x="325171" y="110455"/>
                  <a:pt x="320518" y="106219"/>
                </a:cubicBezTo>
                <a:cubicBezTo>
                  <a:pt x="315864" y="101983"/>
                  <a:pt x="313538" y="96571"/>
                  <a:pt x="313538" y="89982"/>
                </a:cubicBezTo>
                <a:cubicBezTo>
                  <a:pt x="313538" y="86119"/>
                  <a:pt x="314416" y="82591"/>
                  <a:pt x="316174" y="79396"/>
                </a:cubicBezTo>
                <a:cubicBezTo>
                  <a:pt x="317931" y="76200"/>
                  <a:pt x="320233" y="73636"/>
                  <a:pt x="323079" y="71704"/>
                </a:cubicBezTo>
                <a:cubicBezTo>
                  <a:pt x="325926" y="69771"/>
                  <a:pt x="329131" y="68310"/>
                  <a:pt x="332696" y="67320"/>
                </a:cubicBezTo>
                <a:cubicBezTo>
                  <a:pt x="335319" y="66626"/>
                  <a:pt x="339280" y="65957"/>
                  <a:pt x="344577" y="65313"/>
                </a:cubicBezTo>
                <a:cubicBezTo>
                  <a:pt x="355369" y="64035"/>
                  <a:pt x="363314" y="62511"/>
                  <a:pt x="368413" y="60742"/>
                </a:cubicBezTo>
                <a:cubicBezTo>
                  <a:pt x="368462" y="58918"/>
                  <a:pt x="368487" y="57759"/>
                  <a:pt x="368487" y="57265"/>
                </a:cubicBezTo>
                <a:cubicBezTo>
                  <a:pt x="368487" y="51840"/>
                  <a:pt x="367225" y="48018"/>
                  <a:pt x="364700" y="45800"/>
                </a:cubicBezTo>
                <a:cubicBezTo>
                  <a:pt x="361284" y="42791"/>
                  <a:pt x="356210" y="41286"/>
                  <a:pt x="349478" y="41286"/>
                </a:cubicBezTo>
                <a:cubicBezTo>
                  <a:pt x="343191" y="41286"/>
                  <a:pt x="338550" y="42388"/>
                  <a:pt x="335555" y="44591"/>
                </a:cubicBezTo>
                <a:cubicBezTo>
                  <a:pt x="332560" y="46794"/>
                  <a:pt x="330344" y="50692"/>
                  <a:pt x="328909" y="56286"/>
                </a:cubicBezTo>
                <a:lnTo>
                  <a:pt x="315840" y="54504"/>
                </a:lnTo>
                <a:cubicBezTo>
                  <a:pt x="317028" y="48893"/>
                  <a:pt x="318983" y="44362"/>
                  <a:pt x="321706" y="40911"/>
                </a:cubicBezTo>
                <a:cubicBezTo>
                  <a:pt x="324428" y="37459"/>
                  <a:pt x="328364" y="34803"/>
                  <a:pt x="333512" y="32942"/>
                </a:cubicBezTo>
                <a:cubicBezTo>
                  <a:pt x="338661" y="31079"/>
                  <a:pt x="344626" y="30148"/>
                  <a:pt x="351408" y="30148"/>
                </a:cubicBezTo>
                <a:cubicBezTo>
                  <a:pt x="358141" y="30148"/>
                  <a:pt x="363611" y="30940"/>
                  <a:pt x="367819" y="32524"/>
                </a:cubicBezTo>
                <a:cubicBezTo>
                  <a:pt x="372027" y="34108"/>
                  <a:pt x="375121" y="36101"/>
                  <a:pt x="377101" y="38502"/>
                </a:cubicBezTo>
                <a:cubicBezTo>
                  <a:pt x="379081" y="40903"/>
                  <a:pt x="380467" y="43935"/>
                  <a:pt x="381259" y="47598"/>
                </a:cubicBezTo>
                <a:cubicBezTo>
                  <a:pt x="381705" y="49875"/>
                  <a:pt x="381928" y="53984"/>
                  <a:pt x="381928" y="59925"/>
                </a:cubicBezTo>
                <a:lnTo>
                  <a:pt x="381928" y="77746"/>
                </a:lnTo>
                <a:cubicBezTo>
                  <a:pt x="381928" y="90172"/>
                  <a:pt x="382212" y="98031"/>
                  <a:pt x="382782" y="101323"/>
                </a:cubicBezTo>
                <a:cubicBezTo>
                  <a:pt x="383351" y="104615"/>
                  <a:pt x="384477" y="107771"/>
                  <a:pt x="386160" y="110790"/>
                </a:cubicBezTo>
                <a:lnTo>
                  <a:pt x="372200" y="110790"/>
                </a:lnTo>
                <a:cubicBezTo>
                  <a:pt x="370814" y="108015"/>
                  <a:pt x="369923" y="104769"/>
                  <a:pt x="369527" y="101053"/>
                </a:cubicBezTo>
                <a:moveTo>
                  <a:pt x="368413" y="71137"/>
                </a:moveTo>
                <a:cubicBezTo>
                  <a:pt x="363562" y="73135"/>
                  <a:pt x="356284" y="74832"/>
                  <a:pt x="346582" y="76229"/>
                </a:cubicBezTo>
                <a:cubicBezTo>
                  <a:pt x="341087" y="77024"/>
                  <a:pt x="337201" y="77919"/>
                  <a:pt x="334923" y="78913"/>
                </a:cubicBezTo>
                <a:cubicBezTo>
                  <a:pt x="332646" y="79907"/>
                  <a:pt x="330889" y="81361"/>
                  <a:pt x="329651" y="83276"/>
                </a:cubicBezTo>
                <a:cubicBezTo>
                  <a:pt x="328414" y="85190"/>
                  <a:pt x="327795" y="87314"/>
                  <a:pt x="327795" y="89650"/>
                </a:cubicBezTo>
                <a:cubicBezTo>
                  <a:pt x="327795" y="93229"/>
                  <a:pt x="329144" y="96211"/>
                  <a:pt x="331842" y="98598"/>
                </a:cubicBezTo>
                <a:cubicBezTo>
                  <a:pt x="334540" y="100984"/>
                  <a:pt x="338488" y="102177"/>
                  <a:pt x="343686" y="102177"/>
                </a:cubicBezTo>
                <a:cubicBezTo>
                  <a:pt x="348834" y="102177"/>
                  <a:pt x="353413" y="101045"/>
                  <a:pt x="357423" y="98782"/>
                </a:cubicBezTo>
                <a:cubicBezTo>
                  <a:pt x="361433" y="96518"/>
                  <a:pt x="364378" y="93422"/>
                  <a:pt x="366259" y="89493"/>
                </a:cubicBezTo>
                <a:cubicBezTo>
                  <a:pt x="367695" y="86457"/>
                  <a:pt x="368413" y="81980"/>
                  <a:pt x="368413" y="76062"/>
                </a:cubicBezTo>
                <a:lnTo>
                  <a:pt x="368413" y="71137"/>
                </a:lnTo>
                <a:close/>
                <a:moveTo>
                  <a:pt x="402622" y="141087"/>
                </a:moveTo>
                <a:lnTo>
                  <a:pt x="402622" y="31930"/>
                </a:lnTo>
                <a:lnTo>
                  <a:pt x="414800" y="31930"/>
                </a:lnTo>
                <a:lnTo>
                  <a:pt x="414800" y="42103"/>
                </a:lnTo>
                <a:cubicBezTo>
                  <a:pt x="417671" y="38118"/>
                  <a:pt x="420914" y="35129"/>
                  <a:pt x="424528" y="33137"/>
                </a:cubicBezTo>
                <a:cubicBezTo>
                  <a:pt x="428141" y="31144"/>
                  <a:pt x="432523" y="30148"/>
                  <a:pt x="437671" y="30148"/>
                </a:cubicBezTo>
                <a:cubicBezTo>
                  <a:pt x="444404" y="30148"/>
                  <a:pt x="450344" y="31881"/>
                  <a:pt x="455492" y="35346"/>
                </a:cubicBezTo>
                <a:cubicBezTo>
                  <a:pt x="460641" y="38811"/>
                  <a:pt x="464527" y="43700"/>
                  <a:pt x="467151" y="50012"/>
                </a:cubicBezTo>
                <a:cubicBezTo>
                  <a:pt x="469774" y="56323"/>
                  <a:pt x="471086" y="63242"/>
                  <a:pt x="471086" y="70766"/>
                </a:cubicBezTo>
                <a:cubicBezTo>
                  <a:pt x="471086" y="78835"/>
                  <a:pt x="469638" y="86100"/>
                  <a:pt x="466742" y="92560"/>
                </a:cubicBezTo>
                <a:cubicBezTo>
                  <a:pt x="463846" y="99021"/>
                  <a:pt x="459638" y="103971"/>
                  <a:pt x="454119" y="107412"/>
                </a:cubicBezTo>
                <a:cubicBezTo>
                  <a:pt x="448599" y="110852"/>
                  <a:pt x="442795" y="112572"/>
                  <a:pt x="436706" y="112572"/>
                </a:cubicBezTo>
                <a:cubicBezTo>
                  <a:pt x="432250" y="112572"/>
                  <a:pt x="428253" y="111619"/>
                  <a:pt x="424713" y="109714"/>
                </a:cubicBezTo>
                <a:cubicBezTo>
                  <a:pt x="421174" y="107806"/>
                  <a:pt x="418265" y="105397"/>
                  <a:pt x="415988" y="102488"/>
                </a:cubicBezTo>
                <a:lnTo>
                  <a:pt x="415988" y="141087"/>
                </a:lnTo>
                <a:lnTo>
                  <a:pt x="402622" y="141087"/>
                </a:lnTo>
                <a:moveTo>
                  <a:pt x="414726" y="71694"/>
                </a:moveTo>
                <a:cubicBezTo>
                  <a:pt x="414726" y="81830"/>
                  <a:pt x="416780" y="89321"/>
                  <a:pt x="420889" y="94166"/>
                </a:cubicBezTo>
                <a:cubicBezTo>
                  <a:pt x="424998" y="99011"/>
                  <a:pt x="429973" y="101434"/>
                  <a:pt x="435815" y="101434"/>
                </a:cubicBezTo>
                <a:cubicBezTo>
                  <a:pt x="441755" y="101434"/>
                  <a:pt x="446842" y="98925"/>
                  <a:pt x="451074" y="93906"/>
                </a:cubicBezTo>
                <a:cubicBezTo>
                  <a:pt x="455307" y="88888"/>
                  <a:pt x="457423" y="81113"/>
                  <a:pt x="457423" y="70581"/>
                </a:cubicBezTo>
                <a:cubicBezTo>
                  <a:pt x="457423" y="60544"/>
                  <a:pt x="455356" y="53028"/>
                  <a:pt x="451223" y="48034"/>
                </a:cubicBezTo>
                <a:cubicBezTo>
                  <a:pt x="447089" y="43041"/>
                  <a:pt x="442151" y="40544"/>
                  <a:pt x="436409" y="40544"/>
                </a:cubicBezTo>
                <a:cubicBezTo>
                  <a:pt x="430716" y="40544"/>
                  <a:pt x="425679" y="43202"/>
                  <a:pt x="421297" y="48517"/>
                </a:cubicBezTo>
                <a:cubicBezTo>
                  <a:pt x="416916" y="53833"/>
                  <a:pt x="414726" y="61558"/>
                  <a:pt x="414726" y="71694"/>
                </a:cubicBezTo>
                <a:close/>
                <a:moveTo>
                  <a:pt x="487177" y="141087"/>
                </a:moveTo>
                <a:lnTo>
                  <a:pt x="487177" y="31930"/>
                </a:lnTo>
                <a:lnTo>
                  <a:pt x="499355" y="31930"/>
                </a:lnTo>
                <a:lnTo>
                  <a:pt x="499355" y="42103"/>
                </a:lnTo>
                <a:cubicBezTo>
                  <a:pt x="502226" y="38118"/>
                  <a:pt x="505468" y="35129"/>
                  <a:pt x="509082" y="33137"/>
                </a:cubicBezTo>
                <a:cubicBezTo>
                  <a:pt x="512696" y="31144"/>
                  <a:pt x="517077" y="30148"/>
                  <a:pt x="522226" y="30148"/>
                </a:cubicBezTo>
                <a:cubicBezTo>
                  <a:pt x="528958" y="30148"/>
                  <a:pt x="534899" y="31881"/>
                  <a:pt x="540047" y="35346"/>
                </a:cubicBezTo>
                <a:cubicBezTo>
                  <a:pt x="545195" y="38811"/>
                  <a:pt x="549082" y="43700"/>
                  <a:pt x="551705" y="50012"/>
                </a:cubicBezTo>
                <a:cubicBezTo>
                  <a:pt x="554329" y="56323"/>
                  <a:pt x="555641" y="63242"/>
                  <a:pt x="555641" y="70766"/>
                </a:cubicBezTo>
                <a:cubicBezTo>
                  <a:pt x="555641" y="78835"/>
                  <a:pt x="554193" y="86100"/>
                  <a:pt x="551297" y="92560"/>
                </a:cubicBezTo>
                <a:cubicBezTo>
                  <a:pt x="548401" y="99021"/>
                  <a:pt x="544193" y="103971"/>
                  <a:pt x="538673" y="107412"/>
                </a:cubicBezTo>
                <a:cubicBezTo>
                  <a:pt x="533154" y="110852"/>
                  <a:pt x="527349" y="112572"/>
                  <a:pt x="521260" y="112572"/>
                </a:cubicBezTo>
                <a:cubicBezTo>
                  <a:pt x="516805" y="112572"/>
                  <a:pt x="512807" y="111619"/>
                  <a:pt x="509268" y="109714"/>
                </a:cubicBezTo>
                <a:cubicBezTo>
                  <a:pt x="505728" y="107806"/>
                  <a:pt x="502820" y="105397"/>
                  <a:pt x="500543" y="102488"/>
                </a:cubicBezTo>
                <a:lnTo>
                  <a:pt x="500543" y="141087"/>
                </a:lnTo>
                <a:lnTo>
                  <a:pt x="487177" y="141087"/>
                </a:lnTo>
                <a:moveTo>
                  <a:pt x="499280" y="71694"/>
                </a:moveTo>
                <a:cubicBezTo>
                  <a:pt x="499280" y="81830"/>
                  <a:pt x="501335" y="89321"/>
                  <a:pt x="505444" y="94166"/>
                </a:cubicBezTo>
                <a:cubicBezTo>
                  <a:pt x="509553" y="99011"/>
                  <a:pt x="514528" y="101434"/>
                  <a:pt x="520369" y="101434"/>
                </a:cubicBezTo>
                <a:cubicBezTo>
                  <a:pt x="526310" y="101434"/>
                  <a:pt x="531396" y="98925"/>
                  <a:pt x="535629" y="93906"/>
                </a:cubicBezTo>
                <a:cubicBezTo>
                  <a:pt x="539861" y="88888"/>
                  <a:pt x="541978" y="81113"/>
                  <a:pt x="541978" y="70581"/>
                </a:cubicBezTo>
                <a:cubicBezTo>
                  <a:pt x="541978" y="60544"/>
                  <a:pt x="539911" y="53028"/>
                  <a:pt x="535777" y="48034"/>
                </a:cubicBezTo>
                <a:cubicBezTo>
                  <a:pt x="531644" y="43041"/>
                  <a:pt x="526706" y="40544"/>
                  <a:pt x="520963" y="40544"/>
                </a:cubicBezTo>
                <a:cubicBezTo>
                  <a:pt x="515270" y="40544"/>
                  <a:pt x="510233" y="43202"/>
                  <a:pt x="505852" y="48517"/>
                </a:cubicBezTo>
                <a:cubicBezTo>
                  <a:pt x="501471" y="53833"/>
                  <a:pt x="499280" y="61558"/>
                  <a:pt x="499280" y="71694"/>
                </a:cubicBezTo>
                <a:close/>
                <a:moveTo>
                  <a:pt x="618167" y="110790"/>
                </a:moveTo>
                <a:lnTo>
                  <a:pt x="618167" y="1931"/>
                </a:lnTo>
                <a:lnTo>
                  <a:pt x="632573" y="1931"/>
                </a:lnTo>
                <a:lnTo>
                  <a:pt x="632573" y="110790"/>
                </a:lnTo>
                <a:lnTo>
                  <a:pt x="618167" y="110790"/>
                </a:lnTo>
                <a:close/>
                <a:moveTo>
                  <a:pt x="656286" y="110790"/>
                </a:moveTo>
                <a:lnTo>
                  <a:pt x="656286" y="31930"/>
                </a:lnTo>
                <a:lnTo>
                  <a:pt x="668315" y="31930"/>
                </a:lnTo>
                <a:lnTo>
                  <a:pt x="668315" y="43069"/>
                </a:lnTo>
                <a:cubicBezTo>
                  <a:pt x="674107" y="34455"/>
                  <a:pt x="682473" y="30148"/>
                  <a:pt x="693414" y="30148"/>
                </a:cubicBezTo>
                <a:cubicBezTo>
                  <a:pt x="698166" y="30148"/>
                  <a:pt x="702535" y="31002"/>
                  <a:pt x="706520" y="32710"/>
                </a:cubicBezTo>
                <a:cubicBezTo>
                  <a:pt x="710505" y="34418"/>
                  <a:pt x="713488" y="36658"/>
                  <a:pt x="715468" y="39430"/>
                </a:cubicBezTo>
                <a:cubicBezTo>
                  <a:pt x="717448" y="42202"/>
                  <a:pt x="718834" y="45494"/>
                  <a:pt x="719626" y="49306"/>
                </a:cubicBezTo>
                <a:cubicBezTo>
                  <a:pt x="720121" y="51781"/>
                  <a:pt x="720369" y="56113"/>
                  <a:pt x="720369" y="62301"/>
                </a:cubicBezTo>
                <a:lnTo>
                  <a:pt x="720369" y="110790"/>
                </a:lnTo>
                <a:lnTo>
                  <a:pt x="707003" y="110790"/>
                </a:lnTo>
                <a:lnTo>
                  <a:pt x="707003" y="62770"/>
                </a:lnTo>
                <a:cubicBezTo>
                  <a:pt x="707003" y="57318"/>
                  <a:pt x="706483" y="53242"/>
                  <a:pt x="705443" y="50541"/>
                </a:cubicBezTo>
                <a:cubicBezTo>
                  <a:pt x="704404" y="47840"/>
                  <a:pt x="702560" y="45684"/>
                  <a:pt x="699911" y="44073"/>
                </a:cubicBezTo>
                <a:cubicBezTo>
                  <a:pt x="697263" y="42463"/>
                  <a:pt x="694156" y="41658"/>
                  <a:pt x="690592" y="41658"/>
                </a:cubicBezTo>
                <a:cubicBezTo>
                  <a:pt x="684899" y="41658"/>
                  <a:pt x="679986" y="43467"/>
                  <a:pt x="675852" y="47085"/>
                </a:cubicBezTo>
                <a:cubicBezTo>
                  <a:pt x="671719" y="50702"/>
                  <a:pt x="669652" y="57566"/>
                  <a:pt x="669652" y="67675"/>
                </a:cubicBezTo>
                <a:lnTo>
                  <a:pt x="669652" y="110790"/>
                </a:lnTo>
                <a:lnTo>
                  <a:pt x="656286" y="110790"/>
                </a:lnTo>
                <a:close/>
                <a:moveTo>
                  <a:pt x="735494" y="87177"/>
                </a:moveTo>
                <a:lnTo>
                  <a:pt x="748711" y="85098"/>
                </a:lnTo>
                <a:cubicBezTo>
                  <a:pt x="749454" y="90371"/>
                  <a:pt x="751521" y="94413"/>
                  <a:pt x="754912" y="97222"/>
                </a:cubicBezTo>
                <a:cubicBezTo>
                  <a:pt x="758303" y="100030"/>
                  <a:pt x="763043" y="101434"/>
                  <a:pt x="769132" y="101434"/>
                </a:cubicBezTo>
                <a:cubicBezTo>
                  <a:pt x="775270" y="101434"/>
                  <a:pt x="779825" y="100194"/>
                  <a:pt x="782795" y="97714"/>
                </a:cubicBezTo>
                <a:cubicBezTo>
                  <a:pt x="785765" y="95233"/>
                  <a:pt x="787250" y="92323"/>
                  <a:pt x="787250" y="88984"/>
                </a:cubicBezTo>
                <a:cubicBezTo>
                  <a:pt x="787250" y="85988"/>
                  <a:pt x="785939" y="83630"/>
                  <a:pt x="783315" y="81912"/>
                </a:cubicBezTo>
                <a:cubicBezTo>
                  <a:pt x="781483" y="80733"/>
                  <a:pt x="776929" y="79234"/>
                  <a:pt x="769652" y="77417"/>
                </a:cubicBezTo>
                <a:cubicBezTo>
                  <a:pt x="759850" y="74940"/>
                  <a:pt x="753055" y="72797"/>
                  <a:pt x="749268" y="70989"/>
                </a:cubicBezTo>
                <a:cubicBezTo>
                  <a:pt x="745481" y="69180"/>
                  <a:pt x="742610" y="66678"/>
                  <a:pt x="740655" y="63482"/>
                </a:cubicBezTo>
                <a:cubicBezTo>
                  <a:pt x="738699" y="60286"/>
                  <a:pt x="737722" y="56756"/>
                  <a:pt x="737722" y="52891"/>
                </a:cubicBezTo>
                <a:cubicBezTo>
                  <a:pt x="737722" y="49373"/>
                  <a:pt x="738526" y="46115"/>
                  <a:pt x="740135" y="43117"/>
                </a:cubicBezTo>
                <a:cubicBezTo>
                  <a:pt x="741744" y="40119"/>
                  <a:pt x="743934" y="37629"/>
                  <a:pt x="746707" y="35648"/>
                </a:cubicBezTo>
                <a:cubicBezTo>
                  <a:pt x="748786" y="34111"/>
                  <a:pt x="751620" y="32811"/>
                  <a:pt x="755209" y="31747"/>
                </a:cubicBezTo>
                <a:cubicBezTo>
                  <a:pt x="758798" y="30681"/>
                  <a:pt x="762647" y="30148"/>
                  <a:pt x="766756" y="30148"/>
                </a:cubicBezTo>
                <a:cubicBezTo>
                  <a:pt x="772944" y="30148"/>
                  <a:pt x="778377" y="31045"/>
                  <a:pt x="783055" y="32840"/>
                </a:cubicBezTo>
                <a:cubicBezTo>
                  <a:pt x="787733" y="34633"/>
                  <a:pt x="791186" y="37062"/>
                  <a:pt x="793414" y="40129"/>
                </a:cubicBezTo>
                <a:cubicBezTo>
                  <a:pt x="795641" y="43193"/>
                  <a:pt x="797176" y="47292"/>
                  <a:pt x="798018" y="52425"/>
                </a:cubicBezTo>
                <a:lnTo>
                  <a:pt x="784949" y="54207"/>
                </a:lnTo>
                <a:cubicBezTo>
                  <a:pt x="784354" y="50148"/>
                  <a:pt x="782634" y="46979"/>
                  <a:pt x="779788" y="44702"/>
                </a:cubicBezTo>
                <a:cubicBezTo>
                  <a:pt x="776941" y="42425"/>
                  <a:pt x="772919" y="41286"/>
                  <a:pt x="767721" y="41286"/>
                </a:cubicBezTo>
                <a:cubicBezTo>
                  <a:pt x="761583" y="41286"/>
                  <a:pt x="757201" y="42297"/>
                  <a:pt x="754578" y="44317"/>
                </a:cubicBezTo>
                <a:cubicBezTo>
                  <a:pt x="751954" y="46336"/>
                  <a:pt x="750642" y="48700"/>
                  <a:pt x="750642" y="51411"/>
                </a:cubicBezTo>
                <a:cubicBezTo>
                  <a:pt x="750642" y="53134"/>
                  <a:pt x="751187" y="54686"/>
                  <a:pt x="752276" y="56066"/>
                </a:cubicBezTo>
                <a:cubicBezTo>
                  <a:pt x="753365" y="57494"/>
                  <a:pt x="755073" y="58676"/>
                  <a:pt x="757399" y="59612"/>
                </a:cubicBezTo>
                <a:cubicBezTo>
                  <a:pt x="758736" y="60105"/>
                  <a:pt x="762672" y="61238"/>
                  <a:pt x="769206" y="63011"/>
                </a:cubicBezTo>
                <a:cubicBezTo>
                  <a:pt x="778662" y="65534"/>
                  <a:pt x="785258" y="67599"/>
                  <a:pt x="788995" y="69207"/>
                </a:cubicBezTo>
                <a:cubicBezTo>
                  <a:pt x="792733" y="70814"/>
                  <a:pt x="795666" y="73152"/>
                  <a:pt x="797795" y="76219"/>
                </a:cubicBezTo>
                <a:cubicBezTo>
                  <a:pt x="799924" y="79286"/>
                  <a:pt x="800988" y="83093"/>
                  <a:pt x="800988" y="87643"/>
                </a:cubicBezTo>
                <a:cubicBezTo>
                  <a:pt x="800988" y="92096"/>
                  <a:pt x="799688" y="96288"/>
                  <a:pt x="797089" y="100220"/>
                </a:cubicBezTo>
                <a:cubicBezTo>
                  <a:pt x="794490" y="104151"/>
                  <a:pt x="790741" y="107193"/>
                  <a:pt x="785840" y="109345"/>
                </a:cubicBezTo>
                <a:cubicBezTo>
                  <a:pt x="780939" y="111496"/>
                  <a:pt x="775394" y="112572"/>
                  <a:pt x="769206" y="112572"/>
                </a:cubicBezTo>
                <a:cubicBezTo>
                  <a:pt x="758959" y="112572"/>
                  <a:pt x="751150" y="110438"/>
                  <a:pt x="745778" y="106168"/>
                </a:cubicBezTo>
                <a:cubicBezTo>
                  <a:pt x="740407" y="101898"/>
                  <a:pt x="736979" y="95568"/>
                  <a:pt x="735494" y="87177"/>
                </a:cubicBezTo>
                <a:close/>
                <a:moveTo>
                  <a:pt x="846062" y="98984"/>
                </a:moveTo>
                <a:lnTo>
                  <a:pt x="847992" y="110790"/>
                </a:lnTo>
                <a:cubicBezTo>
                  <a:pt x="844230" y="111483"/>
                  <a:pt x="840864" y="111830"/>
                  <a:pt x="837893" y="111830"/>
                </a:cubicBezTo>
                <a:cubicBezTo>
                  <a:pt x="833042" y="111830"/>
                  <a:pt x="829280" y="111063"/>
                  <a:pt x="826606" y="109528"/>
                </a:cubicBezTo>
                <a:cubicBezTo>
                  <a:pt x="823933" y="107993"/>
                  <a:pt x="822052" y="105976"/>
                  <a:pt x="820963" y="103476"/>
                </a:cubicBezTo>
                <a:cubicBezTo>
                  <a:pt x="819874" y="100976"/>
                  <a:pt x="819329" y="95716"/>
                  <a:pt x="819329" y="87697"/>
                </a:cubicBezTo>
                <a:lnTo>
                  <a:pt x="819329" y="42326"/>
                </a:lnTo>
                <a:lnTo>
                  <a:pt x="809528" y="42326"/>
                </a:lnTo>
                <a:lnTo>
                  <a:pt x="809528" y="31930"/>
                </a:lnTo>
                <a:lnTo>
                  <a:pt x="819329" y="31930"/>
                </a:lnTo>
                <a:lnTo>
                  <a:pt x="819329" y="12347"/>
                </a:lnTo>
                <a:lnTo>
                  <a:pt x="832621" y="4307"/>
                </a:lnTo>
                <a:lnTo>
                  <a:pt x="832621" y="31930"/>
                </a:lnTo>
                <a:lnTo>
                  <a:pt x="846062" y="31930"/>
                </a:lnTo>
                <a:lnTo>
                  <a:pt x="846062" y="42326"/>
                </a:lnTo>
                <a:lnTo>
                  <a:pt x="832621" y="42326"/>
                </a:lnTo>
                <a:lnTo>
                  <a:pt x="832621" y="88439"/>
                </a:lnTo>
                <a:cubicBezTo>
                  <a:pt x="832621" y="92251"/>
                  <a:pt x="832856" y="94701"/>
                  <a:pt x="833327" y="95791"/>
                </a:cubicBezTo>
                <a:cubicBezTo>
                  <a:pt x="833797" y="96880"/>
                  <a:pt x="834564" y="97746"/>
                  <a:pt x="835629" y="98389"/>
                </a:cubicBezTo>
                <a:cubicBezTo>
                  <a:pt x="836693" y="99033"/>
                  <a:pt x="838215" y="99355"/>
                  <a:pt x="840195" y="99355"/>
                </a:cubicBezTo>
                <a:cubicBezTo>
                  <a:pt x="841680" y="99355"/>
                  <a:pt x="843636" y="99231"/>
                  <a:pt x="846062" y="98984"/>
                </a:cubicBezTo>
                <a:close/>
                <a:moveTo>
                  <a:pt x="910616" y="101053"/>
                </a:moveTo>
                <a:cubicBezTo>
                  <a:pt x="905665" y="105264"/>
                  <a:pt x="900901" y="108237"/>
                  <a:pt x="896322" y="109971"/>
                </a:cubicBezTo>
                <a:cubicBezTo>
                  <a:pt x="891742" y="111705"/>
                  <a:pt x="886829" y="112572"/>
                  <a:pt x="881582" y="112572"/>
                </a:cubicBezTo>
                <a:cubicBezTo>
                  <a:pt x="872918" y="112572"/>
                  <a:pt x="866260" y="110455"/>
                  <a:pt x="861607" y="106219"/>
                </a:cubicBezTo>
                <a:cubicBezTo>
                  <a:pt x="856953" y="101983"/>
                  <a:pt x="854627" y="96571"/>
                  <a:pt x="854627" y="89982"/>
                </a:cubicBezTo>
                <a:cubicBezTo>
                  <a:pt x="854627" y="86119"/>
                  <a:pt x="855505" y="82591"/>
                  <a:pt x="857263" y="79396"/>
                </a:cubicBezTo>
                <a:cubicBezTo>
                  <a:pt x="859020" y="76200"/>
                  <a:pt x="861322" y="73636"/>
                  <a:pt x="864169" y="71704"/>
                </a:cubicBezTo>
                <a:cubicBezTo>
                  <a:pt x="867015" y="69771"/>
                  <a:pt x="870220" y="68310"/>
                  <a:pt x="873785" y="67320"/>
                </a:cubicBezTo>
                <a:cubicBezTo>
                  <a:pt x="876408" y="66626"/>
                  <a:pt x="880369" y="65957"/>
                  <a:pt x="885666" y="65313"/>
                </a:cubicBezTo>
                <a:cubicBezTo>
                  <a:pt x="896458" y="64035"/>
                  <a:pt x="904403" y="62511"/>
                  <a:pt x="909502" y="60742"/>
                </a:cubicBezTo>
                <a:cubicBezTo>
                  <a:pt x="909551" y="58918"/>
                  <a:pt x="909576" y="57759"/>
                  <a:pt x="909576" y="57265"/>
                </a:cubicBezTo>
                <a:cubicBezTo>
                  <a:pt x="909576" y="51840"/>
                  <a:pt x="908314" y="48018"/>
                  <a:pt x="905789" y="45800"/>
                </a:cubicBezTo>
                <a:cubicBezTo>
                  <a:pt x="902373" y="42791"/>
                  <a:pt x="897299" y="41286"/>
                  <a:pt x="890567" y="41286"/>
                </a:cubicBezTo>
                <a:cubicBezTo>
                  <a:pt x="884280" y="41286"/>
                  <a:pt x="879639" y="42388"/>
                  <a:pt x="876644" y="44591"/>
                </a:cubicBezTo>
                <a:cubicBezTo>
                  <a:pt x="873649" y="46794"/>
                  <a:pt x="871433" y="50692"/>
                  <a:pt x="869998" y="56286"/>
                </a:cubicBezTo>
                <a:lnTo>
                  <a:pt x="856929" y="54504"/>
                </a:lnTo>
                <a:cubicBezTo>
                  <a:pt x="858117" y="48893"/>
                  <a:pt x="860072" y="44362"/>
                  <a:pt x="862795" y="40911"/>
                </a:cubicBezTo>
                <a:cubicBezTo>
                  <a:pt x="865518" y="37459"/>
                  <a:pt x="869453" y="34803"/>
                  <a:pt x="874602" y="32942"/>
                </a:cubicBezTo>
                <a:cubicBezTo>
                  <a:pt x="879750" y="31079"/>
                  <a:pt x="885715" y="30148"/>
                  <a:pt x="892497" y="30148"/>
                </a:cubicBezTo>
                <a:cubicBezTo>
                  <a:pt x="899230" y="30148"/>
                  <a:pt x="904700" y="30940"/>
                  <a:pt x="908908" y="32524"/>
                </a:cubicBezTo>
                <a:cubicBezTo>
                  <a:pt x="913116" y="34108"/>
                  <a:pt x="916210" y="36101"/>
                  <a:pt x="918190" y="38502"/>
                </a:cubicBezTo>
                <a:cubicBezTo>
                  <a:pt x="920170" y="40903"/>
                  <a:pt x="921556" y="43935"/>
                  <a:pt x="922348" y="47598"/>
                </a:cubicBezTo>
                <a:cubicBezTo>
                  <a:pt x="922794" y="49875"/>
                  <a:pt x="923017" y="53984"/>
                  <a:pt x="923017" y="59925"/>
                </a:cubicBezTo>
                <a:lnTo>
                  <a:pt x="923017" y="77746"/>
                </a:lnTo>
                <a:cubicBezTo>
                  <a:pt x="923017" y="90172"/>
                  <a:pt x="923301" y="98031"/>
                  <a:pt x="923871" y="101323"/>
                </a:cubicBezTo>
                <a:cubicBezTo>
                  <a:pt x="924440" y="104615"/>
                  <a:pt x="925566" y="107771"/>
                  <a:pt x="927249" y="110790"/>
                </a:cubicBezTo>
                <a:lnTo>
                  <a:pt x="913289" y="110790"/>
                </a:lnTo>
                <a:cubicBezTo>
                  <a:pt x="911903" y="108015"/>
                  <a:pt x="911012" y="104769"/>
                  <a:pt x="910616" y="101053"/>
                </a:cubicBezTo>
                <a:moveTo>
                  <a:pt x="909502" y="71137"/>
                </a:moveTo>
                <a:cubicBezTo>
                  <a:pt x="904651" y="73135"/>
                  <a:pt x="897373" y="74832"/>
                  <a:pt x="887671" y="76229"/>
                </a:cubicBezTo>
                <a:cubicBezTo>
                  <a:pt x="882176" y="77024"/>
                  <a:pt x="878290" y="77919"/>
                  <a:pt x="876012" y="78913"/>
                </a:cubicBezTo>
                <a:cubicBezTo>
                  <a:pt x="873735" y="79907"/>
                  <a:pt x="871978" y="81361"/>
                  <a:pt x="870740" y="83276"/>
                </a:cubicBezTo>
                <a:cubicBezTo>
                  <a:pt x="869503" y="85190"/>
                  <a:pt x="868884" y="87314"/>
                  <a:pt x="868884" y="89650"/>
                </a:cubicBezTo>
                <a:cubicBezTo>
                  <a:pt x="868884" y="93229"/>
                  <a:pt x="870233" y="96211"/>
                  <a:pt x="872931" y="98598"/>
                </a:cubicBezTo>
                <a:cubicBezTo>
                  <a:pt x="875629" y="100984"/>
                  <a:pt x="879577" y="102177"/>
                  <a:pt x="884775" y="102177"/>
                </a:cubicBezTo>
                <a:cubicBezTo>
                  <a:pt x="889923" y="102177"/>
                  <a:pt x="894502" y="101045"/>
                  <a:pt x="898512" y="98782"/>
                </a:cubicBezTo>
                <a:cubicBezTo>
                  <a:pt x="902522" y="96518"/>
                  <a:pt x="905467" y="93422"/>
                  <a:pt x="907349" y="89493"/>
                </a:cubicBezTo>
                <a:cubicBezTo>
                  <a:pt x="908784" y="86457"/>
                  <a:pt x="909502" y="81980"/>
                  <a:pt x="909502" y="76062"/>
                </a:cubicBezTo>
                <a:lnTo>
                  <a:pt x="909502" y="71137"/>
                </a:lnTo>
                <a:close/>
                <a:moveTo>
                  <a:pt x="943414" y="110790"/>
                </a:moveTo>
                <a:lnTo>
                  <a:pt x="943414" y="1931"/>
                </a:lnTo>
                <a:lnTo>
                  <a:pt x="956780" y="1931"/>
                </a:lnTo>
                <a:lnTo>
                  <a:pt x="956780" y="110790"/>
                </a:lnTo>
                <a:lnTo>
                  <a:pt x="943414" y="110790"/>
                </a:lnTo>
                <a:close/>
                <a:moveTo>
                  <a:pt x="977175" y="110790"/>
                </a:moveTo>
                <a:lnTo>
                  <a:pt x="977175" y="1931"/>
                </a:lnTo>
                <a:lnTo>
                  <a:pt x="990541" y="1931"/>
                </a:lnTo>
                <a:lnTo>
                  <a:pt x="990541" y="110790"/>
                </a:lnTo>
                <a:lnTo>
                  <a:pt x="977175" y="110790"/>
                </a:lnTo>
                <a:close/>
                <a:moveTo>
                  <a:pt x="1050317" y="75741"/>
                </a:moveTo>
                <a:lnTo>
                  <a:pt x="1063906" y="74553"/>
                </a:lnTo>
                <a:cubicBezTo>
                  <a:pt x="1064550" y="79999"/>
                  <a:pt x="1066047" y="84466"/>
                  <a:pt x="1068399" y="87956"/>
                </a:cubicBezTo>
                <a:cubicBezTo>
                  <a:pt x="1070750" y="91447"/>
                  <a:pt x="1074401" y="94268"/>
                  <a:pt x="1079351" y="96422"/>
                </a:cubicBezTo>
                <a:cubicBezTo>
                  <a:pt x="1084302" y="98575"/>
                  <a:pt x="1089871" y="99652"/>
                  <a:pt x="1096059" y="99652"/>
                </a:cubicBezTo>
                <a:cubicBezTo>
                  <a:pt x="1101554" y="99652"/>
                  <a:pt x="1106405" y="98835"/>
                  <a:pt x="1110613" y="97201"/>
                </a:cubicBezTo>
                <a:cubicBezTo>
                  <a:pt x="1114821" y="95568"/>
                  <a:pt x="1117952" y="93328"/>
                  <a:pt x="1120007" y="90481"/>
                </a:cubicBezTo>
                <a:cubicBezTo>
                  <a:pt x="1122061" y="87635"/>
                  <a:pt x="1123088" y="84528"/>
                  <a:pt x="1123088" y="81162"/>
                </a:cubicBezTo>
                <a:cubicBezTo>
                  <a:pt x="1123088" y="77746"/>
                  <a:pt x="1122098" y="74764"/>
                  <a:pt x="1120118" y="72214"/>
                </a:cubicBezTo>
                <a:cubicBezTo>
                  <a:pt x="1118138" y="69665"/>
                  <a:pt x="1114871" y="67524"/>
                  <a:pt x="1110316" y="65791"/>
                </a:cubicBezTo>
                <a:cubicBezTo>
                  <a:pt x="1107396" y="64652"/>
                  <a:pt x="1100935" y="62883"/>
                  <a:pt x="1090935" y="60482"/>
                </a:cubicBezTo>
                <a:cubicBezTo>
                  <a:pt x="1080936" y="58081"/>
                  <a:pt x="1073931" y="55816"/>
                  <a:pt x="1069921" y="53687"/>
                </a:cubicBezTo>
                <a:cubicBezTo>
                  <a:pt x="1064723" y="50965"/>
                  <a:pt x="1060849" y="47586"/>
                  <a:pt x="1058300" y="43551"/>
                </a:cubicBezTo>
                <a:cubicBezTo>
                  <a:pt x="1055750" y="39517"/>
                  <a:pt x="1054476" y="34999"/>
                  <a:pt x="1054476" y="30000"/>
                </a:cubicBezTo>
                <a:cubicBezTo>
                  <a:pt x="1054476" y="24505"/>
                  <a:pt x="1056035" y="19368"/>
                  <a:pt x="1059154" y="14591"/>
                </a:cubicBezTo>
                <a:cubicBezTo>
                  <a:pt x="1062272" y="9814"/>
                  <a:pt x="1066827" y="6188"/>
                  <a:pt x="1072817" y="3713"/>
                </a:cubicBezTo>
                <a:cubicBezTo>
                  <a:pt x="1078807" y="1238"/>
                  <a:pt x="1085465" y="0"/>
                  <a:pt x="1092792" y="0"/>
                </a:cubicBezTo>
                <a:cubicBezTo>
                  <a:pt x="1100861" y="0"/>
                  <a:pt x="1107977" y="1299"/>
                  <a:pt x="1114140" y="3898"/>
                </a:cubicBezTo>
                <a:cubicBezTo>
                  <a:pt x="1120304" y="6497"/>
                  <a:pt x="1125044" y="10322"/>
                  <a:pt x="1128361" y="15371"/>
                </a:cubicBezTo>
                <a:cubicBezTo>
                  <a:pt x="1131677" y="20420"/>
                  <a:pt x="1133459" y="26138"/>
                  <a:pt x="1133707" y="32524"/>
                </a:cubicBezTo>
                <a:lnTo>
                  <a:pt x="1119895" y="33564"/>
                </a:lnTo>
                <a:cubicBezTo>
                  <a:pt x="1119153" y="26658"/>
                  <a:pt x="1116640" y="21441"/>
                  <a:pt x="1112358" y="17914"/>
                </a:cubicBezTo>
                <a:cubicBezTo>
                  <a:pt x="1108076" y="14387"/>
                  <a:pt x="1101752" y="12624"/>
                  <a:pt x="1093386" y="12624"/>
                </a:cubicBezTo>
                <a:cubicBezTo>
                  <a:pt x="1084673" y="12624"/>
                  <a:pt x="1078324" y="14222"/>
                  <a:pt x="1074339" y="17418"/>
                </a:cubicBezTo>
                <a:cubicBezTo>
                  <a:pt x="1070354" y="20612"/>
                  <a:pt x="1068362" y="24464"/>
                  <a:pt x="1068362" y="28972"/>
                </a:cubicBezTo>
                <a:cubicBezTo>
                  <a:pt x="1068362" y="32885"/>
                  <a:pt x="1069772" y="36106"/>
                  <a:pt x="1072594" y="38632"/>
                </a:cubicBezTo>
                <a:cubicBezTo>
                  <a:pt x="1075366" y="41160"/>
                  <a:pt x="1082606" y="43749"/>
                  <a:pt x="1094314" y="46399"/>
                </a:cubicBezTo>
                <a:cubicBezTo>
                  <a:pt x="1106022" y="49049"/>
                  <a:pt x="1114054" y="51364"/>
                  <a:pt x="1118410" y="53346"/>
                </a:cubicBezTo>
                <a:cubicBezTo>
                  <a:pt x="1124747" y="56268"/>
                  <a:pt x="1129425" y="59972"/>
                  <a:pt x="1132445" y="64457"/>
                </a:cubicBezTo>
                <a:cubicBezTo>
                  <a:pt x="1135464" y="68940"/>
                  <a:pt x="1136974" y="74105"/>
                  <a:pt x="1136974" y="79951"/>
                </a:cubicBezTo>
                <a:cubicBezTo>
                  <a:pt x="1136974" y="85746"/>
                  <a:pt x="1135316" y="91208"/>
                  <a:pt x="1131999" y="96336"/>
                </a:cubicBezTo>
                <a:cubicBezTo>
                  <a:pt x="1128682" y="101463"/>
                  <a:pt x="1123918" y="105451"/>
                  <a:pt x="1117705" y="108300"/>
                </a:cubicBezTo>
                <a:cubicBezTo>
                  <a:pt x="1111492" y="111148"/>
                  <a:pt x="1104500" y="112572"/>
                  <a:pt x="1096727" y="112572"/>
                </a:cubicBezTo>
                <a:cubicBezTo>
                  <a:pt x="1086876" y="112572"/>
                  <a:pt x="1078621" y="111137"/>
                  <a:pt x="1071963" y="108266"/>
                </a:cubicBezTo>
                <a:cubicBezTo>
                  <a:pt x="1065305" y="105394"/>
                  <a:pt x="1060082" y="101075"/>
                  <a:pt x="1056295" y="95308"/>
                </a:cubicBezTo>
                <a:cubicBezTo>
                  <a:pt x="1052508" y="89541"/>
                  <a:pt x="1050515" y="83018"/>
                  <a:pt x="1050317" y="75741"/>
                </a:cubicBezTo>
                <a:close/>
                <a:moveTo>
                  <a:pt x="1206405" y="81830"/>
                </a:moveTo>
                <a:lnTo>
                  <a:pt x="1219548" y="83538"/>
                </a:lnTo>
                <a:cubicBezTo>
                  <a:pt x="1218113" y="92621"/>
                  <a:pt x="1214437" y="99731"/>
                  <a:pt x="1208521" y="104868"/>
                </a:cubicBezTo>
                <a:cubicBezTo>
                  <a:pt x="1202606" y="110004"/>
                  <a:pt x="1195341" y="112572"/>
                  <a:pt x="1186727" y="112572"/>
                </a:cubicBezTo>
                <a:cubicBezTo>
                  <a:pt x="1175935" y="112572"/>
                  <a:pt x="1167260" y="109045"/>
                  <a:pt x="1160700" y="101991"/>
                </a:cubicBezTo>
                <a:cubicBezTo>
                  <a:pt x="1154141" y="94937"/>
                  <a:pt x="1150861" y="84825"/>
                  <a:pt x="1150861" y="71657"/>
                </a:cubicBezTo>
                <a:cubicBezTo>
                  <a:pt x="1150861" y="63143"/>
                  <a:pt x="1152272" y="55692"/>
                  <a:pt x="1155094" y="49306"/>
                </a:cubicBezTo>
                <a:cubicBezTo>
                  <a:pt x="1157916" y="42920"/>
                  <a:pt x="1162210" y="38131"/>
                  <a:pt x="1167977" y="34938"/>
                </a:cubicBezTo>
                <a:cubicBezTo>
                  <a:pt x="1173745" y="31745"/>
                  <a:pt x="1180019" y="30148"/>
                  <a:pt x="1186801" y="30148"/>
                </a:cubicBezTo>
                <a:cubicBezTo>
                  <a:pt x="1195366" y="30148"/>
                  <a:pt x="1202370" y="32321"/>
                  <a:pt x="1207816" y="36666"/>
                </a:cubicBezTo>
                <a:cubicBezTo>
                  <a:pt x="1213261" y="41010"/>
                  <a:pt x="1216751" y="47179"/>
                  <a:pt x="1218286" y="55172"/>
                </a:cubicBezTo>
                <a:lnTo>
                  <a:pt x="1205291" y="57177"/>
                </a:lnTo>
                <a:cubicBezTo>
                  <a:pt x="1204054" y="51905"/>
                  <a:pt x="1201863" y="47939"/>
                  <a:pt x="1198720" y="45278"/>
                </a:cubicBezTo>
                <a:cubicBezTo>
                  <a:pt x="1195576" y="42617"/>
                  <a:pt x="1191777" y="41286"/>
                  <a:pt x="1187321" y="41286"/>
                </a:cubicBezTo>
                <a:cubicBezTo>
                  <a:pt x="1180589" y="41286"/>
                  <a:pt x="1175118" y="43688"/>
                  <a:pt x="1170911" y="48492"/>
                </a:cubicBezTo>
                <a:cubicBezTo>
                  <a:pt x="1166703" y="53294"/>
                  <a:pt x="1164599" y="60892"/>
                  <a:pt x="1164599" y="71286"/>
                </a:cubicBezTo>
                <a:cubicBezTo>
                  <a:pt x="1164599" y="81829"/>
                  <a:pt x="1166628" y="89490"/>
                  <a:pt x="1170688" y="94268"/>
                </a:cubicBezTo>
                <a:cubicBezTo>
                  <a:pt x="1174747" y="99045"/>
                  <a:pt x="1180044" y="101434"/>
                  <a:pt x="1186579" y="101434"/>
                </a:cubicBezTo>
                <a:cubicBezTo>
                  <a:pt x="1191826" y="101434"/>
                  <a:pt x="1196207" y="99831"/>
                  <a:pt x="1199722" y="96626"/>
                </a:cubicBezTo>
                <a:cubicBezTo>
                  <a:pt x="1203237" y="93421"/>
                  <a:pt x="1205464" y="88489"/>
                  <a:pt x="1206405" y="81830"/>
                </a:cubicBezTo>
                <a:close/>
                <a:moveTo>
                  <a:pt x="1230835" y="110790"/>
                </a:moveTo>
                <a:lnTo>
                  <a:pt x="1230835" y="31930"/>
                </a:lnTo>
                <a:lnTo>
                  <a:pt x="1242865" y="31930"/>
                </a:lnTo>
                <a:lnTo>
                  <a:pt x="1242865" y="43811"/>
                </a:lnTo>
                <a:cubicBezTo>
                  <a:pt x="1245934" y="38248"/>
                  <a:pt x="1248768" y="34580"/>
                  <a:pt x="1251367" y="32807"/>
                </a:cubicBezTo>
                <a:cubicBezTo>
                  <a:pt x="1253966" y="31034"/>
                  <a:pt x="1256825" y="30148"/>
                  <a:pt x="1259944" y="30148"/>
                </a:cubicBezTo>
                <a:cubicBezTo>
                  <a:pt x="1264449" y="30148"/>
                  <a:pt x="1269028" y="31577"/>
                  <a:pt x="1273681" y="34436"/>
                </a:cubicBezTo>
                <a:lnTo>
                  <a:pt x="1269077" y="46781"/>
                </a:lnTo>
                <a:cubicBezTo>
                  <a:pt x="1265810" y="44851"/>
                  <a:pt x="1262543" y="43885"/>
                  <a:pt x="1259275" y="43885"/>
                </a:cubicBezTo>
                <a:cubicBezTo>
                  <a:pt x="1256355" y="43885"/>
                  <a:pt x="1253731" y="44766"/>
                  <a:pt x="1251404" y="46526"/>
                </a:cubicBezTo>
                <a:cubicBezTo>
                  <a:pt x="1249078" y="48285"/>
                  <a:pt x="1247419" y="50726"/>
                  <a:pt x="1246429" y="53847"/>
                </a:cubicBezTo>
                <a:cubicBezTo>
                  <a:pt x="1244944" y="58604"/>
                  <a:pt x="1244201" y="63808"/>
                  <a:pt x="1244201" y="69457"/>
                </a:cubicBezTo>
                <a:lnTo>
                  <a:pt x="1244201" y="110790"/>
                </a:lnTo>
                <a:lnTo>
                  <a:pt x="1230835" y="110790"/>
                </a:lnTo>
                <a:close/>
                <a:moveTo>
                  <a:pt x="1281700" y="17376"/>
                </a:moveTo>
                <a:lnTo>
                  <a:pt x="1281700" y="1931"/>
                </a:lnTo>
                <a:lnTo>
                  <a:pt x="1295066" y="1931"/>
                </a:lnTo>
                <a:lnTo>
                  <a:pt x="1295066" y="17376"/>
                </a:lnTo>
                <a:lnTo>
                  <a:pt x="1281700" y="17376"/>
                </a:lnTo>
                <a:moveTo>
                  <a:pt x="1281700" y="110790"/>
                </a:moveTo>
                <a:lnTo>
                  <a:pt x="1281700" y="31930"/>
                </a:lnTo>
                <a:lnTo>
                  <a:pt x="1295066" y="31930"/>
                </a:lnTo>
                <a:lnTo>
                  <a:pt x="1295066" y="110790"/>
                </a:lnTo>
                <a:lnTo>
                  <a:pt x="1281700" y="110790"/>
                </a:lnTo>
                <a:close/>
                <a:moveTo>
                  <a:pt x="1315386" y="141087"/>
                </a:moveTo>
                <a:lnTo>
                  <a:pt x="1315386" y="31930"/>
                </a:lnTo>
                <a:lnTo>
                  <a:pt x="1327564" y="31930"/>
                </a:lnTo>
                <a:lnTo>
                  <a:pt x="1327564" y="42103"/>
                </a:lnTo>
                <a:cubicBezTo>
                  <a:pt x="1330436" y="38118"/>
                  <a:pt x="1333678" y="35129"/>
                  <a:pt x="1337292" y="33137"/>
                </a:cubicBezTo>
                <a:cubicBezTo>
                  <a:pt x="1340906" y="31144"/>
                  <a:pt x="1345287" y="30148"/>
                  <a:pt x="1350435" y="30148"/>
                </a:cubicBezTo>
                <a:cubicBezTo>
                  <a:pt x="1357168" y="30148"/>
                  <a:pt x="1363108" y="31881"/>
                  <a:pt x="1368257" y="35346"/>
                </a:cubicBezTo>
                <a:cubicBezTo>
                  <a:pt x="1373405" y="38811"/>
                  <a:pt x="1377291" y="43700"/>
                  <a:pt x="1379915" y="50012"/>
                </a:cubicBezTo>
                <a:cubicBezTo>
                  <a:pt x="1382539" y="56323"/>
                  <a:pt x="1383851" y="63242"/>
                  <a:pt x="1383851" y="70766"/>
                </a:cubicBezTo>
                <a:cubicBezTo>
                  <a:pt x="1383851" y="78835"/>
                  <a:pt x="1382403" y="86100"/>
                  <a:pt x="1379507" y="92560"/>
                </a:cubicBezTo>
                <a:cubicBezTo>
                  <a:pt x="1376611" y="99021"/>
                  <a:pt x="1372403" y="103971"/>
                  <a:pt x="1366883" y="107412"/>
                </a:cubicBezTo>
                <a:cubicBezTo>
                  <a:pt x="1361363" y="110852"/>
                  <a:pt x="1355559" y="112572"/>
                  <a:pt x="1349470" y="112572"/>
                </a:cubicBezTo>
                <a:cubicBezTo>
                  <a:pt x="1345015" y="112572"/>
                  <a:pt x="1341017" y="111619"/>
                  <a:pt x="1337478" y="109714"/>
                </a:cubicBezTo>
                <a:cubicBezTo>
                  <a:pt x="1333938" y="107806"/>
                  <a:pt x="1331030" y="105397"/>
                  <a:pt x="1328753" y="102488"/>
                </a:cubicBezTo>
                <a:lnTo>
                  <a:pt x="1328753" y="141087"/>
                </a:lnTo>
                <a:lnTo>
                  <a:pt x="1315386" y="141087"/>
                </a:lnTo>
                <a:moveTo>
                  <a:pt x="1327490" y="71694"/>
                </a:moveTo>
                <a:cubicBezTo>
                  <a:pt x="1327490" y="81830"/>
                  <a:pt x="1329545" y="89321"/>
                  <a:pt x="1333653" y="94166"/>
                </a:cubicBezTo>
                <a:cubicBezTo>
                  <a:pt x="1337762" y="99011"/>
                  <a:pt x="1342737" y="101434"/>
                  <a:pt x="1348579" y="101434"/>
                </a:cubicBezTo>
                <a:cubicBezTo>
                  <a:pt x="1354519" y="101434"/>
                  <a:pt x="1359606" y="98925"/>
                  <a:pt x="1363839" y="93906"/>
                </a:cubicBezTo>
                <a:cubicBezTo>
                  <a:pt x="1368071" y="88888"/>
                  <a:pt x="1370188" y="81113"/>
                  <a:pt x="1370188" y="70581"/>
                </a:cubicBezTo>
                <a:cubicBezTo>
                  <a:pt x="1370188" y="60544"/>
                  <a:pt x="1368121" y="53028"/>
                  <a:pt x="1363987" y="48034"/>
                </a:cubicBezTo>
                <a:cubicBezTo>
                  <a:pt x="1359854" y="43041"/>
                  <a:pt x="1354915" y="40544"/>
                  <a:pt x="1349173" y="40544"/>
                </a:cubicBezTo>
                <a:cubicBezTo>
                  <a:pt x="1343480" y="40544"/>
                  <a:pt x="1338443" y="43202"/>
                  <a:pt x="1334062" y="48517"/>
                </a:cubicBezTo>
                <a:cubicBezTo>
                  <a:pt x="1329681" y="53833"/>
                  <a:pt x="1327490" y="61558"/>
                  <a:pt x="1327490" y="71694"/>
                </a:cubicBezTo>
                <a:close/>
                <a:moveTo>
                  <a:pt x="1429124" y="98984"/>
                </a:moveTo>
                <a:lnTo>
                  <a:pt x="1431055" y="110790"/>
                </a:lnTo>
                <a:cubicBezTo>
                  <a:pt x="1427292" y="111483"/>
                  <a:pt x="1423926" y="111830"/>
                  <a:pt x="1420956" y="111830"/>
                </a:cubicBezTo>
                <a:cubicBezTo>
                  <a:pt x="1416104" y="111830"/>
                  <a:pt x="1412342" y="111063"/>
                  <a:pt x="1409669" y="109528"/>
                </a:cubicBezTo>
                <a:cubicBezTo>
                  <a:pt x="1406996" y="107993"/>
                  <a:pt x="1405114" y="105976"/>
                  <a:pt x="1404025" y="103476"/>
                </a:cubicBezTo>
                <a:cubicBezTo>
                  <a:pt x="1402936" y="100976"/>
                  <a:pt x="1402392" y="95716"/>
                  <a:pt x="1402392" y="87697"/>
                </a:cubicBezTo>
                <a:lnTo>
                  <a:pt x="1402392" y="42326"/>
                </a:lnTo>
                <a:lnTo>
                  <a:pt x="1392590" y="42326"/>
                </a:lnTo>
                <a:lnTo>
                  <a:pt x="1392590" y="31930"/>
                </a:lnTo>
                <a:lnTo>
                  <a:pt x="1402392" y="31930"/>
                </a:lnTo>
                <a:lnTo>
                  <a:pt x="1402392" y="12347"/>
                </a:lnTo>
                <a:lnTo>
                  <a:pt x="1415684" y="4307"/>
                </a:lnTo>
                <a:lnTo>
                  <a:pt x="1415684" y="31930"/>
                </a:lnTo>
                <a:lnTo>
                  <a:pt x="1429124" y="31930"/>
                </a:lnTo>
                <a:lnTo>
                  <a:pt x="1429124" y="42326"/>
                </a:lnTo>
                <a:lnTo>
                  <a:pt x="1415684" y="42326"/>
                </a:lnTo>
                <a:lnTo>
                  <a:pt x="1415684" y="88439"/>
                </a:lnTo>
                <a:cubicBezTo>
                  <a:pt x="1415684" y="92251"/>
                  <a:pt x="1415919" y="94701"/>
                  <a:pt x="1416389" y="95791"/>
                </a:cubicBezTo>
                <a:cubicBezTo>
                  <a:pt x="1416859" y="96880"/>
                  <a:pt x="1417627" y="97746"/>
                  <a:pt x="1418691" y="98389"/>
                </a:cubicBezTo>
                <a:cubicBezTo>
                  <a:pt x="1419755" y="99033"/>
                  <a:pt x="1421278" y="99355"/>
                  <a:pt x="1423258" y="99355"/>
                </a:cubicBezTo>
                <a:cubicBezTo>
                  <a:pt x="1424743" y="99355"/>
                  <a:pt x="1426698" y="99231"/>
                  <a:pt x="1429124" y="98984"/>
                </a:cubicBezTo>
                <a:close/>
                <a:moveTo>
                  <a:pt x="1436872" y="87177"/>
                </a:moveTo>
                <a:lnTo>
                  <a:pt x="1450090" y="85098"/>
                </a:lnTo>
                <a:cubicBezTo>
                  <a:pt x="1450832" y="90371"/>
                  <a:pt x="1452899" y="94413"/>
                  <a:pt x="1456290" y="97222"/>
                </a:cubicBezTo>
                <a:cubicBezTo>
                  <a:pt x="1459681" y="100030"/>
                  <a:pt x="1464421" y="101434"/>
                  <a:pt x="1470510" y="101434"/>
                </a:cubicBezTo>
                <a:cubicBezTo>
                  <a:pt x="1476649" y="101434"/>
                  <a:pt x="1481203" y="100194"/>
                  <a:pt x="1484173" y="97714"/>
                </a:cubicBezTo>
                <a:cubicBezTo>
                  <a:pt x="1487144" y="95233"/>
                  <a:pt x="1488629" y="92323"/>
                  <a:pt x="1488629" y="88984"/>
                </a:cubicBezTo>
                <a:cubicBezTo>
                  <a:pt x="1488629" y="85988"/>
                  <a:pt x="1487317" y="83630"/>
                  <a:pt x="1484693" y="81912"/>
                </a:cubicBezTo>
                <a:cubicBezTo>
                  <a:pt x="1482861" y="80733"/>
                  <a:pt x="1478307" y="79234"/>
                  <a:pt x="1471030" y="77417"/>
                </a:cubicBezTo>
                <a:cubicBezTo>
                  <a:pt x="1461228" y="74940"/>
                  <a:pt x="1454434" y="72797"/>
                  <a:pt x="1450647" y="70989"/>
                </a:cubicBezTo>
                <a:cubicBezTo>
                  <a:pt x="1446860" y="69180"/>
                  <a:pt x="1443988" y="66678"/>
                  <a:pt x="1442033" y="63482"/>
                </a:cubicBezTo>
                <a:cubicBezTo>
                  <a:pt x="1440078" y="60286"/>
                  <a:pt x="1439100" y="56756"/>
                  <a:pt x="1439100" y="52891"/>
                </a:cubicBezTo>
                <a:cubicBezTo>
                  <a:pt x="1439100" y="49373"/>
                  <a:pt x="1439904" y="46115"/>
                  <a:pt x="1441513" y="43117"/>
                </a:cubicBezTo>
                <a:cubicBezTo>
                  <a:pt x="1443122" y="40119"/>
                  <a:pt x="1445313" y="37629"/>
                  <a:pt x="1448085" y="35648"/>
                </a:cubicBezTo>
                <a:cubicBezTo>
                  <a:pt x="1450164" y="34111"/>
                  <a:pt x="1452998" y="32811"/>
                  <a:pt x="1456587" y="31747"/>
                </a:cubicBezTo>
                <a:cubicBezTo>
                  <a:pt x="1460176" y="30681"/>
                  <a:pt x="1464025" y="30148"/>
                  <a:pt x="1468134" y="30148"/>
                </a:cubicBezTo>
                <a:cubicBezTo>
                  <a:pt x="1474322" y="30148"/>
                  <a:pt x="1479755" y="31045"/>
                  <a:pt x="1484433" y="32840"/>
                </a:cubicBezTo>
                <a:cubicBezTo>
                  <a:pt x="1489111" y="34633"/>
                  <a:pt x="1492564" y="37062"/>
                  <a:pt x="1494792" y="40129"/>
                </a:cubicBezTo>
                <a:cubicBezTo>
                  <a:pt x="1497020" y="43193"/>
                  <a:pt x="1498554" y="47292"/>
                  <a:pt x="1499396" y="52425"/>
                </a:cubicBezTo>
                <a:lnTo>
                  <a:pt x="1486327" y="54207"/>
                </a:lnTo>
                <a:cubicBezTo>
                  <a:pt x="1485733" y="50148"/>
                  <a:pt x="1484012" y="46979"/>
                  <a:pt x="1481166" y="44702"/>
                </a:cubicBezTo>
                <a:cubicBezTo>
                  <a:pt x="1478319" y="42425"/>
                  <a:pt x="1474297" y="41286"/>
                  <a:pt x="1469099" y="41286"/>
                </a:cubicBezTo>
                <a:cubicBezTo>
                  <a:pt x="1462961" y="41286"/>
                  <a:pt x="1458580" y="42297"/>
                  <a:pt x="1455956" y="44317"/>
                </a:cubicBezTo>
                <a:cubicBezTo>
                  <a:pt x="1453332" y="46336"/>
                  <a:pt x="1452020" y="48700"/>
                  <a:pt x="1452020" y="51411"/>
                </a:cubicBezTo>
                <a:cubicBezTo>
                  <a:pt x="1452020" y="53134"/>
                  <a:pt x="1452565" y="54686"/>
                  <a:pt x="1453654" y="56066"/>
                </a:cubicBezTo>
                <a:cubicBezTo>
                  <a:pt x="1454743" y="57494"/>
                  <a:pt x="1456451" y="58676"/>
                  <a:pt x="1458778" y="59612"/>
                </a:cubicBezTo>
                <a:cubicBezTo>
                  <a:pt x="1460114" y="60105"/>
                  <a:pt x="1464050" y="61238"/>
                  <a:pt x="1470584" y="63011"/>
                </a:cubicBezTo>
                <a:cubicBezTo>
                  <a:pt x="1480040" y="65534"/>
                  <a:pt x="1486636" y="67599"/>
                  <a:pt x="1490374" y="69207"/>
                </a:cubicBezTo>
                <a:cubicBezTo>
                  <a:pt x="1494111" y="70814"/>
                  <a:pt x="1497044" y="73152"/>
                  <a:pt x="1499173" y="76219"/>
                </a:cubicBezTo>
                <a:cubicBezTo>
                  <a:pt x="1501302" y="79286"/>
                  <a:pt x="1502366" y="83093"/>
                  <a:pt x="1502366" y="87643"/>
                </a:cubicBezTo>
                <a:cubicBezTo>
                  <a:pt x="1502366" y="92096"/>
                  <a:pt x="1501067" y="96288"/>
                  <a:pt x="1498468" y="100220"/>
                </a:cubicBezTo>
                <a:cubicBezTo>
                  <a:pt x="1495869" y="104151"/>
                  <a:pt x="1492119" y="107193"/>
                  <a:pt x="1487218" y="109345"/>
                </a:cubicBezTo>
                <a:cubicBezTo>
                  <a:pt x="1482317" y="111496"/>
                  <a:pt x="1476772" y="112572"/>
                  <a:pt x="1470584" y="112572"/>
                </a:cubicBezTo>
                <a:cubicBezTo>
                  <a:pt x="1460337" y="112572"/>
                  <a:pt x="1452528" y="110438"/>
                  <a:pt x="1447157" y="106168"/>
                </a:cubicBezTo>
                <a:cubicBezTo>
                  <a:pt x="1441785" y="101898"/>
                  <a:pt x="1438357" y="95568"/>
                  <a:pt x="1436872" y="87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59B8E1-34FD-4465-9FEE-D1D10F79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471" y="1360430"/>
            <a:ext cx="285144" cy="285144"/>
          </a:xfrm>
          <a:custGeom xmlns:a="http://schemas.openxmlformats.org/drawingml/2006/main">
            <a:pathLst>
              <a:path w="285144" h="285144">
                <a:moveTo>
                  <a:pt x="285144" y="142572"/>
                </a:moveTo>
                <a:cubicBezTo>
                  <a:pt x="285144" y="151933"/>
                  <a:pt x="284231" y="161205"/>
                  <a:pt x="282404" y="170386"/>
                </a:cubicBezTo>
                <a:cubicBezTo>
                  <a:pt x="280578" y="179568"/>
                  <a:pt x="277874" y="188483"/>
                  <a:pt x="274292" y="197131"/>
                </a:cubicBezTo>
                <a:cubicBezTo>
                  <a:pt x="270709" y="205780"/>
                  <a:pt x="266317" y="213997"/>
                  <a:pt x="261116" y="221781"/>
                </a:cubicBezTo>
                <a:cubicBezTo>
                  <a:pt x="255915" y="229564"/>
                  <a:pt x="250005" y="236766"/>
                  <a:pt x="243386" y="243386"/>
                </a:cubicBezTo>
                <a:cubicBezTo>
                  <a:pt x="236766" y="250005"/>
                  <a:pt x="229565" y="255915"/>
                  <a:pt x="221781" y="261116"/>
                </a:cubicBezTo>
                <a:cubicBezTo>
                  <a:pt x="213997" y="266317"/>
                  <a:pt x="205781" y="270709"/>
                  <a:pt x="197132" y="274291"/>
                </a:cubicBezTo>
                <a:cubicBezTo>
                  <a:pt x="188483" y="277874"/>
                  <a:pt x="179568" y="280578"/>
                  <a:pt x="170386" y="282405"/>
                </a:cubicBezTo>
                <a:cubicBezTo>
                  <a:pt x="161205" y="284230"/>
                  <a:pt x="151933" y="285144"/>
                  <a:pt x="142572" y="285144"/>
                </a:cubicBezTo>
                <a:cubicBezTo>
                  <a:pt x="133210" y="285144"/>
                  <a:pt x="123939" y="284230"/>
                  <a:pt x="114757" y="282404"/>
                </a:cubicBezTo>
                <a:cubicBezTo>
                  <a:pt x="105576" y="280578"/>
                  <a:pt x="96660" y="277874"/>
                  <a:pt x="88012" y="274291"/>
                </a:cubicBezTo>
                <a:cubicBezTo>
                  <a:pt x="79363" y="270709"/>
                  <a:pt x="71147" y="266317"/>
                  <a:pt x="63363" y="261116"/>
                </a:cubicBezTo>
                <a:cubicBezTo>
                  <a:pt x="55579" y="255915"/>
                  <a:pt x="48378" y="250005"/>
                  <a:pt x="41758" y="243386"/>
                </a:cubicBezTo>
                <a:cubicBezTo>
                  <a:pt x="35139" y="236766"/>
                  <a:pt x="29228" y="229564"/>
                  <a:pt x="24027" y="221781"/>
                </a:cubicBezTo>
                <a:cubicBezTo>
                  <a:pt x="18826" y="213997"/>
                  <a:pt x="14435" y="205780"/>
                  <a:pt x="10852" y="197131"/>
                </a:cubicBezTo>
                <a:cubicBezTo>
                  <a:pt x="7270" y="188483"/>
                  <a:pt x="4566" y="179567"/>
                  <a:pt x="2739" y="170386"/>
                </a:cubicBezTo>
                <a:cubicBezTo>
                  <a:pt x="913" y="161205"/>
                  <a:pt x="0" y="151933"/>
                  <a:pt x="0" y="142572"/>
                </a:cubicBezTo>
                <a:cubicBezTo>
                  <a:pt x="0" y="133210"/>
                  <a:pt x="913" y="123939"/>
                  <a:pt x="2739" y="114757"/>
                </a:cubicBezTo>
                <a:cubicBezTo>
                  <a:pt x="4566" y="105575"/>
                  <a:pt x="7270" y="96660"/>
                  <a:pt x="10852" y="88011"/>
                </a:cubicBezTo>
                <a:cubicBezTo>
                  <a:pt x="14435" y="79363"/>
                  <a:pt x="18827" y="71146"/>
                  <a:pt x="24028" y="63363"/>
                </a:cubicBezTo>
                <a:cubicBezTo>
                  <a:pt x="29228" y="55579"/>
                  <a:pt x="35139" y="48378"/>
                  <a:pt x="41758" y="41758"/>
                </a:cubicBezTo>
                <a:cubicBezTo>
                  <a:pt x="48378" y="35139"/>
                  <a:pt x="55579" y="29229"/>
                  <a:pt x="63363" y="24027"/>
                </a:cubicBezTo>
                <a:cubicBezTo>
                  <a:pt x="71147" y="18827"/>
                  <a:pt x="79363" y="14435"/>
                  <a:pt x="88012" y="10852"/>
                </a:cubicBezTo>
                <a:cubicBezTo>
                  <a:pt x="96661" y="7270"/>
                  <a:pt x="105576" y="4566"/>
                  <a:pt x="114757" y="2739"/>
                </a:cubicBezTo>
                <a:cubicBezTo>
                  <a:pt x="123939" y="913"/>
                  <a:pt x="133210" y="0"/>
                  <a:pt x="142572" y="0"/>
                </a:cubicBezTo>
                <a:cubicBezTo>
                  <a:pt x="151933" y="0"/>
                  <a:pt x="161205" y="913"/>
                  <a:pt x="170387" y="2739"/>
                </a:cubicBezTo>
                <a:cubicBezTo>
                  <a:pt x="179568" y="4566"/>
                  <a:pt x="188483" y="7270"/>
                  <a:pt x="197132" y="10852"/>
                </a:cubicBezTo>
                <a:cubicBezTo>
                  <a:pt x="205781" y="14435"/>
                  <a:pt x="213997" y="18826"/>
                  <a:pt x="221781" y="24027"/>
                </a:cubicBezTo>
                <a:cubicBezTo>
                  <a:pt x="229565" y="29229"/>
                  <a:pt x="236766" y="35139"/>
                  <a:pt x="243386" y="41758"/>
                </a:cubicBezTo>
                <a:cubicBezTo>
                  <a:pt x="250005" y="48378"/>
                  <a:pt x="255915" y="55579"/>
                  <a:pt x="261116" y="63363"/>
                </a:cubicBezTo>
                <a:cubicBezTo>
                  <a:pt x="266317" y="71146"/>
                  <a:pt x="270709" y="79363"/>
                  <a:pt x="274292" y="88012"/>
                </a:cubicBezTo>
                <a:cubicBezTo>
                  <a:pt x="277874" y="96661"/>
                  <a:pt x="280578" y="105576"/>
                  <a:pt x="282405" y="114757"/>
                </a:cubicBezTo>
                <a:cubicBezTo>
                  <a:pt x="284231" y="123939"/>
                  <a:pt x="285144" y="133210"/>
                  <a:pt x="285144" y="142572"/>
                </a:cubicBezTo>
                <a:close/>
              </a:path>
            </a:pathLst>
          </a:custGeom>
          <a:solidFill xmlns:a="http://schemas.openxmlformats.org/drawingml/2006/main">
            <a:srgbClr val="339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F6942-116F-4795-A188-9B02C678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471" y="1360430"/>
            <a:ext cx="285144" cy="285144"/>
          </a:xfrm>
          <a:custGeom xmlns:a="http://schemas.openxmlformats.org/drawingml/2006/main">
            <a:pathLst>
              <a:path w="285144" h="285144" fill="none">
                <a:moveTo>
                  <a:pt x="285144" y="142572"/>
                </a:moveTo>
                <a:cubicBezTo>
                  <a:pt x="285144" y="151933"/>
                  <a:pt x="284231" y="161205"/>
                  <a:pt x="282404" y="170386"/>
                </a:cubicBezTo>
                <a:cubicBezTo>
                  <a:pt x="280578" y="179568"/>
                  <a:pt x="277874" y="188483"/>
                  <a:pt x="274292" y="197131"/>
                </a:cubicBezTo>
                <a:cubicBezTo>
                  <a:pt x="270709" y="205780"/>
                  <a:pt x="266317" y="213997"/>
                  <a:pt x="261116" y="221781"/>
                </a:cubicBezTo>
                <a:cubicBezTo>
                  <a:pt x="255915" y="229564"/>
                  <a:pt x="250005" y="236766"/>
                  <a:pt x="243386" y="243386"/>
                </a:cubicBezTo>
                <a:cubicBezTo>
                  <a:pt x="236766" y="250005"/>
                  <a:pt x="229565" y="255915"/>
                  <a:pt x="221781" y="261116"/>
                </a:cubicBezTo>
                <a:cubicBezTo>
                  <a:pt x="213997" y="266317"/>
                  <a:pt x="205781" y="270709"/>
                  <a:pt x="197132" y="274291"/>
                </a:cubicBezTo>
                <a:cubicBezTo>
                  <a:pt x="188483" y="277874"/>
                  <a:pt x="179568" y="280578"/>
                  <a:pt x="170386" y="282405"/>
                </a:cubicBezTo>
                <a:cubicBezTo>
                  <a:pt x="161205" y="284230"/>
                  <a:pt x="151933" y="285144"/>
                  <a:pt x="142572" y="285144"/>
                </a:cubicBezTo>
                <a:cubicBezTo>
                  <a:pt x="133210" y="285144"/>
                  <a:pt x="123939" y="284230"/>
                  <a:pt x="114757" y="282404"/>
                </a:cubicBezTo>
                <a:cubicBezTo>
                  <a:pt x="105576" y="280578"/>
                  <a:pt x="96660" y="277874"/>
                  <a:pt x="88012" y="274291"/>
                </a:cubicBezTo>
                <a:cubicBezTo>
                  <a:pt x="79363" y="270709"/>
                  <a:pt x="71147" y="266317"/>
                  <a:pt x="63363" y="261116"/>
                </a:cubicBezTo>
                <a:cubicBezTo>
                  <a:pt x="55579" y="255915"/>
                  <a:pt x="48378" y="250005"/>
                  <a:pt x="41758" y="243386"/>
                </a:cubicBezTo>
                <a:cubicBezTo>
                  <a:pt x="35139" y="236766"/>
                  <a:pt x="29228" y="229564"/>
                  <a:pt x="24027" y="221781"/>
                </a:cubicBezTo>
                <a:cubicBezTo>
                  <a:pt x="18826" y="213997"/>
                  <a:pt x="14435" y="205780"/>
                  <a:pt x="10852" y="197131"/>
                </a:cubicBezTo>
                <a:cubicBezTo>
                  <a:pt x="7270" y="188483"/>
                  <a:pt x="4566" y="179567"/>
                  <a:pt x="2739" y="170386"/>
                </a:cubicBezTo>
                <a:cubicBezTo>
                  <a:pt x="913" y="161205"/>
                  <a:pt x="0" y="151933"/>
                  <a:pt x="0" y="142572"/>
                </a:cubicBezTo>
                <a:cubicBezTo>
                  <a:pt x="0" y="133210"/>
                  <a:pt x="913" y="123939"/>
                  <a:pt x="2739" y="114757"/>
                </a:cubicBezTo>
                <a:cubicBezTo>
                  <a:pt x="4566" y="105575"/>
                  <a:pt x="7270" y="96660"/>
                  <a:pt x="10852" y="88011"/>
                </a:cubicBezTo>
                <a:cubicBezTo>
                  <a:pt x="14435" y="79363"/>
                  <a:pt x="18827" y="71146"/>
                  <a:pt x="24028" y="63363"/>
                </a:cubicBezTo>
                <a:cubicBezTo>
                  <a:pt x="29228" y="55579"/>
                  <a:pt x="35139" y="48378"/>
                  <a:pt x="41758" y="41758"/>
                </a:cubicBezTo>
                <a:cubicBezTo>
                  <a:pt x="48378" y="35139"/>
                  <a:pt x="55579" y="29229"/>
                  <a:pt x="63363" y="24027"/>
                </a:cubicBezTo>
                <a:cubicBezTo>
                  <a:pt x="71147" y="18827"/>
                  <a:pt x="79363" y="14435"/>
                  <a:pt x="88012" y="10852"/>
                </a:cubicBezTo>
                <a:cubicBezTo>
                  <a:pt x="96661" y="7270"/>
                  <a:pt x="105576" y="4566"/>
                  <a:pt x="114757" y="2739"/>
                </a:cubicBezTo>
                <a:cubicBezTo>
                  <a:pt x="123939" y="913"/>
                  <a:pt x="133210" y="0"/>
                  <a:pt x="142572" y="0"/>
                </a:cubicBezTo>
                <a:cubicBezTo>
                  <a:pt x="151933" y="0"/>
                  <a:pt x="161205" y="913"/>
                  <a:pt x="170387" y="2739"/>
                </a:cubicBezTo>
                <a:cubicBezTo>
                  <a:pt x="179568" y="4566"/>
                  <a:pt x="188483" y="7270"/>
                  <a:pt x="197132" y="10852"/>
                </a:cubicBezTo>
                <a:cubicBezTo>
                  <a:pt x="205781" y="14435"/>
                  <a:pt x="213997" y="18826"/>
                  <a:pt x="221781" y="24027"/>
                </a:cubicBezTo>
                <a:cubicBezTo>
                  <a:pt x="229565" y="29229"/>
                  <a:pt x="236766" y="35139"/>
                  <a:pt x="243386" y="41758"/>
                </a:cubicBezTo>
                <a:cubicBezTo>
                  <a:pt x="250005" y="48378"/>
                  <a:pt x="255915" y="55579"/>
                  <a:pt x="261116" y="63363"/>
                </a:cubicBezTo>
                <a:cubicBezTo>
                  <a:pt x="266317" y="71146"/>
                  <a:pt x="270709" y="79363"/>
                  <a:pt x="274292" y="88012"/>
                </a:cubicBezTo>
                <a:cubicBezTo>
                  <a:pt x="277874" y="96661"/>
                  <a:pt x="280578" y="105576"/>
                  <a:pt x="282405" y="114757"/>
                </a:cubicBezTo>
                <a:cubicBezTo>
                  <a:pt x="284231" y="123939"/>
                  <a:pt x="285144" y="133210"/>
                  <a:pt x="285144" y="1425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3399FF"/>
            </a:solidFill>
            <a:miter/>
          </a:ln>
        </p:spPr>
      </p:sp>
      <p:sp>
        <p:nvSpPr>
          <p:cNvPr id="79" name="Text 1">
            <a:extLst xmlns:a="http://schemas.openxmlformats.org/drawingml/2006/main">
              <a:ext uri="{FF2B5EF4-FFF2-40B4-BE49-F238E27FC236}">
                <a16:creationId xmlns:a16="http://schemas.microsoft.com/office/drawing/2014/main" id="{32944F33-8E82-4A1D-84A4-30F3B6A0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624" y="1450726"/>
            <a:ext cx="40098" cy="109305"/>
          </a:xfrm>
          <a:custGeom xmlns:a="http://schemas.openxmlformats.org/drawingml/2006/main">
            <a:pathLst>
              <a:path w="40098" h="109305">
                <a:moveTo>
                  <a:pt x="40098" y="109305"/>
                </a:moveTo>
                <a:lnTo>
                  <a:pt x="26732" y="109305"/>
                </a:lnTo>
                <a:lnTo>
                  <a:pt x="26732" y="24133"/>
                </a:lnTo>
                <a:cubicBezTo>
                  <a:pt x="23514" y="27203"/>
                  <a:pt x="19294" y="30272"/>
                  <a:pt x="14072" y="33341"/>
                </a:cubicBezTo>
                <a:cubicBezTo>
                  <a:pt x="8849" y="36410"/>
                  <a:pt x="4158" y="38712"/>
                  <a:pt x="0" y="40247"/>
                </a:cubicBezTo>
                <a:lnTo>
                  <a:pt x="0" y="27326"/>
                </a:lnTo>
                <a:cubicBezTo>
                  <a:pt x="7475" y="23811"/>
                  <a:pt x="14010" y="19554"/>
                  <a:pt x="19604" y="14554"/>
                </a:cubicBezTo>
                <a:cubicBezTo>
                  <a:pt x="25198" y="9554"/>
                  <a:pt x="29158" y="4703"/>
                  <a:pt x="31485" y="0"/>
                </a:cubicBezTo>
                <a:lnTo>
                  <a:pt x="40098" y="0"/>
                </a:lnTo>
                <a:lnTo>
                  <a:pt x="40098" y="1093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EF25F-22E0-494B-9CA9-468A960E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746" y="3983754"/>
            <a:ext cx="285144" cy="285144"/>
          </a:xfrm>
          <a:custGeom xmlns:a="http://schemas.openxmlformats.org/drawingml/2006/main">
            <a:pathLst>
              <a:path w="285144" h="285144">
                <a:moveTo>
                  <a:pt x="285144" y="142572"/>
                </a:moveTo>
                <a:cubicBezTo>
                  <a:pt x="285144" y="151933"/>
                  <a:pt x="284231" y="161204"/>
                  <a:pt x="282404" y="170386"/>
                </a:cubicBezTo>
                <a:cubicBezTo>
                  <a:pt x="280578" y="179567"/>
                  <a:pt x="277874" y="188483"/>
                  <a:pt x="274291" y="197131"/>
                </a:cubicBezTo>
                <a:cubicBezTo>
                  <a:pt x="270709" y="205780"/>
                  <a:pt x="266317" y="213996"/>
                  <a:pt x="261116" y="221780"/>
                </a:cubicBezTo>
                <a:cubicBezTo>
                  <a:pt x="255915" y="229563"/>
                  <a:pt x="250005" y="236765"/>
                  <a:pt x="243386" y="243385"/>
                </a:cubicBezTo>
                <a:cubicBezTo>
                  <a:pt x="236766" y="250004"/>
                  <a:pt x="229564" y="255914"/>
                  <a:pt x="221781" y="261115"/>
                </a:cubicBezTo>
                <a:cubicBezTo>
                  <a:pt x="213997" y="266316"/>
                  <a:pt x="205781" y="270708"/>
                  <a:pt x="197132" y="274291"/>
                </a:cubicBezTo>
                <a:cubicBezTo>
                  <a:pt x="188483" y="277873"/>
                  <a:pt x="179567" y="280577"/>
                  <a:pt x="170386" y="282404"/>
                </a:cubicBezTo>
                <a:cubicBezTo>
                  <a:pt x="161205" y="284230"/>
                  <a:pt x="151933" y="285144"/>
                  <a:pt x="142572" y="285144"/>
                </a:cubicBezTo>
                <a:cubicBezTo>
                  <a:pt x="133210" y="285144"/>
                  <a:pt x="123939" y="284230"/>
                  <a:pt x="114757" y="282404"/>
                </a:cubicBezTo>
                <a:cubicBezTo>
                  <a:pt x="105576" y="280577"/>
                  <a:pt x="96661" y="277873"/>
                  <a:pt x="88012" y="274291"/>
                </a:cubicBezTo>
                <a:cubicBezTo>
                  <a:pt x="79363" y="270708"/>
                  <a:pt x="71147" y="266316"/>
                  <a:pt x="63363" y="261115"/>
                </a:cubicBezTo>
                <a:cubicBezTo>
                  <a:pt x="55579" y="255914"/>
                  <a:pt x="48378" y="250004"/>
                  <a:pt x="41758" y="243385"/>
                </a:cubicBezTo>
                <a:cubicBezTo>
                  <a:pt x="35139" y="236765"/>
                  <a:pt x="29228" y="229564"/>
                  <a:pt x="24028" y="221780"/>
                </a:cubicBezTo>
                <a:cubicBezTo>
                  <a:pt x="18827" y="213996"/>
                  <a:pt x="14435" y="205780"/>
                  <a:pt x="10852" y="197131"/>
                </a:cubicBezTo>
                <a:cubicBezTo>
                  <a:pt x="7270" y="188483"/>
                  <a:pt x="4566" y="179567"/>
                  <a:pt x="2739" y="170386"/>
                </a:cubicBezTo>
                <a:cubicBezTo>
                  <a:pt x="913" y="161204"/>
                  <a:pt x="0" y="151933"/>
                  <a:pt x="0" y="142572"/>
                </a:cubicBezTo>
                <a:cubicBezTo>
                  <a:pt x="0" y="133210"/>
                  <a:pt x="913" y="123939"/>
                  <a:pt x="2739" y="114757"/>
                </a:cubicBezTo>
                <a:cubicBezTo>
                  <a:pt x="4566" y="105575"/>
                  <a:pt x="7270" y="96660"/>
                  <a:pt x="10852" y="88011"/>
                </a:cubicBezTo>
                <a:cubicBezTo>
                  <a:pt x="14435" y="79362"/>
                  <a:pt x="18827" y="71145"/>
                  <a:pt x="24028" y="63362"/>
                </a:cubicBezTo>
                <a:cubicBezTo>
                  <a:pt x="29228" y="55578"/>
                  <a:pt x="35139" y="48378"/>
                  <a:pt x="41758" y="41758"/>
                </a:cubicBezTo>
                <a:cubicBezTo>
                  <a:pt x="48378" y="35138"/>
                  <a:pt x="55579" y="29229"/>
                  <a:pt x="63363" y="24028"/>
                </a:cubicBezTo>
                <a:cubicBezTo>
                  <a:pt x="71147" y="18827"/>
                  <a:pt x="79363" y="14435"/>
                  <a:pt x="88012" y="10853"/>
                </a:cubicBezTo>
                <a:cubicBezTo>
                  <a:pt x="96661" y="7270"/>
                  <a:pt x="105576" y="4565"/>
                  <a:pt x="114757" y="2739"/>
                </a:cubicBezTo>
                <a:cubicBezTo>
                  <a:pt x="123939" y="913"/>
                  <a:pt x="133210" y="0"/>
                  <a:pt x="142572" y="0"/>
                </a:cubicBezTo>
                <a:cubicBezTo>
                  <a:pt x="151933" y="0"/>
                  <a:pt x="161205" y="913"/>
                  <a:pt x="170386" y="2739"/>
                </a:cubicBezTo>
                <a:cubicBezTo>
                  <a:pt x="179568" y="4565"/>
                  <a:pt x="188483" y="7270"/>
                  <a:pt x="197132" y="10853"/>
                </a:cubicBezTo>
                <a:cubicBezTo>
                  <a:pt x="205781" y="14435"/>
                  <a:pt x="213997" y="18827"/>
                  <a:pt x="221781" y="24027"/>
                </a:cubicBezTo>
                <a:cubicBezTo>
                  <a:pt x="229564" y="29228"/>
                  <a:pt x="236766" y="35138"/>
                  <a:pt x="243386" y="41758"/>
                </a:cubicBezTo>
                <a:cubicBezTo>
                  <a:pt x="250005" y="48378"/>
                  <a:pt x="255915" y="55579"/>
                  <a:pt x="261116" y="63363"/>
                </a:cubicBezTo>
                <a:cubicBezTo>
                  <a:pt x="266317" y="71146"/>
                  <a:pt x="270709" y="79362"/>
                  <a:pt x="274291" y="88011"/>
                </a:cubicBezTo>
                <a:cubicBezTo>
                  <a:pt x="277873" y="96660"/>
                  <a:pt x="280578" y="105575"/>
                  <a:pt x="282404" y="114757"/>
                </a:cubicBezTo>
                <a:cubicBezTo>
                  <a:pt x="284231" y="123939"/>
                  <a:pt x="285144" y="133210"/>
                  <a:pt x="285144" y="142572"/>
                </a:cubicBezTo>
                <a:close/>
              </a:path>
            </a:pathLst>
          </a:custGeom>
          <a:solidFill xmlns:a="http://schemas.openxmlformats.org/drawingml/2006/main">
            <a:srgbClr val="339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00040-0781-4208-A0FC-5488ABE0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746" y="3983754"/>
            <a:ext cx="285144" cy="285144"/>
          </a:xfrm>
          <a:custGeom xmlns:a="http://schemas.openxmlformats.org/drawingml/2006/main">
            <a:pathLst>
              <a:path w="285144" h="285144" fill="none">
                <a:moveTo>
                  <a:pt x="285144" y="142572"/>
                </a:moveTo>
                <a:cubicBezTo>
                  <a:pt x="285144" y="151933"/>
                  <a:pt x="284231" y="161204"/>
                  <a:pt x="282404" y="170386"/>
                </a:cubicBezTo>
                <a:cubicBezTo>
                  <a:pt x="280578" y="179567"/>
                  <a:pt x="277874" y="188483"/>
                  <a:pt x="274291" y="197131"/>
                </a:cubicBezTo>
                <a:cubicBezTo>
                  <a:pt x="270709" y="205780"/>
                  <a:pt x="266317" y="213996"/>
                  <a:pt x="261116" y="221780"/>
                </a:cubicBezTo>
                <a:cubicBezTo>
                  <a:pt x="255915" y="229563"/>
                  <a:pt x="250005" y="236765"/>
                  <a:pt x="243386" y="243385"/>
                </a:cubicBezTo>
                <a:cubicBezTo>
                  <a:pt x="236766" y="250004"/>
                  <a:pt x="229564" y="255914"/>
                  <a:pt x="221781" y="261115"/>
                </a:cubicBezTo>
                <a:cubicBezTo>
                  <a:pt x="213997" y="266316"/>
                  <a:pt x="205781" y="270708"/>
                  <a:pt x="197132" y="274291"/>
                </a:cubicBezTo>
                <a:cubicBezTo>
                  <a:pt x="188483" y="277873"/>
                  <a:pt x="179567" y="280577"/>
                  <a:pt x="170386" y="282404"/>
                </a:cubicBezTo>
                <a:cubicBezTo>
                  <a:pt x="161205" y="284230"/>
                  <a:pt x="151933" y="285144"/>
                  <a:pt x="142572" y="285144"/>
                </a:cubicBezTo>
                <a:cubicBezTo>
                  <a:pt x="133210" y="285144"/>
                  <a:pt x="123939" y="284230"/>
                  <a:pt x="114757" y="282404"/>
                </a:cubicBezTo>
                <a:cubicBezTo>
                  <a:pt x="105576" y="280577"/>
                  <a:pt x="96661" y="277873"/>
                  <a:pt x="88012" y="274291"/>
                </a:cubicBezTo>
                <a:cubicBezTo>
                  <a:pt x="79363" y="270708"/>
                  <a:pt x="71147" y="266316"/>
                  <a:pt x="63363" y="261115"/>
                </a:cubicBezTo>
                <a:cubicBezTo>
                  <a:pt x="55579" y="255914"/>
                  <a:pt x="48378" y="250004"/>
                  <a:pt x="41758" y="243385"/>
                </a:cubicBezTo>
                <a:cubicBezTo>
                  <a:pt x="35139" y="236765"/>
                  <a:pt x="29228" y="229564"/>
                  <a:pt x="24028" y="221780"/>
                </a:cubicBezTo>
                <a:cubicBezTo>
                  <a:pt x="18827" y="213996"/>
                  <a:pt x="14435" y="205780"/>
                  <a:pt x="10852" y="197131"/>
                </a:cubicBezTo>
                <a:cubicBezTo>
                  <a:pt x="7270" y="188483"/>
                  <a:pt x="4566" y="179567"/>
                  <a:pt x="2739" y="170386"/>
                </a:cubicBezTo>
                <a:cubicBezTo>
                  <a:pt x="913" y="161204"/>
                  <a:pt x="0" y="151933"/>
                  <a:pt x="0" y="142572"/>
                </a:cubicBezTo>
                <a:cubicBezTo>
                  <a:pt x="0" y="133210"/>
                  <a:pt x="913" y="123939"/>
                  <a:pt x="2739" y="114757"/>
                </a:cubicBezTo>
                <a:cubicBezTo>
                  <a:pt x="4566" y="105575"/>
                  <a:pt x="7270" y="96660"/>
                  <a:pt x="10852" y="88011"/>
                </a:cubicBezTo>
                <a:cubicBezTo>
                  <a:pt x="14435" y="79362"/>
                  <a:pt x="18827" y="71145"/>
                  <a:pt x="24028" y="63362"/>
                </a:cubicBezTo>
                <a:cubicBezTo>
                  <a:pt x="29228" y="55578"/>
                  <a:pt x="35139" y="48378"/>
                  <a:pt x="41758" y="41758"/>
                </a:cubicBezTo>
                <a:cubicBezTo>
                  <a:pt x="48378" y="35138"/>
                  <a:pt x="55579" y="29229"/>
                  <a:pt x="63363" y="24028"/>
                </a:cubicBezTo>
                <a:cubicBezTo>
                  <a:pt x="71147" y="18827"/>
                  <a:pt x="79363" y="14435"/>
                  <a:pt x="88012" y="10853"/>
                </a:cubicBezTo>
                <a:cubicBezTo>
                  <a:pt x="96661" y="7270"/>
                  <a:pt x="105576" y="4565"/>
                  <a:pt x="114757" y="2739"/>
                </a:cubicBezTo>
                <a:cubicBezTo>
                  <a:pt x="123939" y="913"/>
                  <a:pt x="133210" y="0"/>
                  <a:pt x="142572" y="0"/>
                </a:cubicBezTo>
                <a:cubicBezTo>
                  <a:pt x="151933" y="0"/>
                  <a:pt x="161205" y="913"/>
                  <a:pt x="170386" y="2739"/>
                </a:cubicBezTo>
                <a:cubicBezTo>
                  <a:pt x="179568" y="4565"/>
                  <a:pt x="188483" y="7270"/>
                  <a:pt x="197132" y="10853"/>
                </a:cubicBezTo>
                <a:cubicBezTo>
                  <a:pt x="205781" y="14435"/>
                  <a:pt x="213997" y="18827"/>
                  <a:pt x="221781" y="24027"/>
                </a:cubicBezTo>
                <a:cubicBezTo>
                  <a:pt x="229564" y="29228"/>
                  <a:pt x="236766" y="35138"/>
                  <a:pt x="243386" y="41758"/>
                </a:cubicBezTo>
                <a:cubicBezTo>
                  <a:pt x="250005" y="48378"/>
                  <a:pt x="255915" y="55579"/>
                  <a:pt x="261116" y="63363"/>
                </a:cubicBezTo>
                <a:cubicBezTo>
                  <a:pt x="266317" y="71146"/>
                  <a:pt x="270709" y="79362"/>
                  <a:pt x="274291" y="88011"/>
                </a:cubicBezTo>
                <a:cubicBezTo>
                  <a:pt x="277873" y="96660"/>
                  <a:pt x="280578" y="105575"/>
                  <a:pt x="282404" y="114757"/>
                </a:cubicBezTo>
                <a:cubicBezTo>
                  <a:pt x="284231" y="123939"/>
                  <a:pt x="285144" y="133210"/>
                  <a:pt x="285144" y="1425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3399FF"/>
            </a:solidFill>
            <a:miter/>
          </a:ln>
        </p:spPr>
      </p:sp>
      <p:sp>
        <p:nvSpPr>
          <p:cNvPr id="82" name="Text 2">
            <a:extLst xmlns:a="http://schemas.openxmlformats.org/drawingml/2006/main">
              <a:ext uri="{FF2B5EF4-FFF2-40B4-BE49-F238E27FC236}">
                <a16:creationId xmlns:a16="http://schemas.microsoft.com/office/drawing/2014/main" id="{4397DB0E-5A14-4763-8764-97809755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49" y="4074050"/>
            <a:ext cx="72053" cy="109305"/>
          </a:xfrm>
          <a:custGeom xmlns:a="http://schemas.openxmlformats.org/drawingml/2006/main">
            <a:pathLst>
              <a:path w="72053" h="109305">
                <a:moveTo>
                  <a:pt x="72053" y="96459"/>
                </a:moveTo>
                <a:lnTo>
                  <a:pt x="72053" y="109305"/>
                </a:lnTo>
                <a:lnTo>
                  <a:pt x="99" y="109305"/>
                </a:lnTo>
                <a:cubicBezTo>
                  <a:pt x="0" y="106089"/>
                  <a:pt x="520" y="102996"/>
                  <a:pt x="1658" y="100028"/>
                </a:cubicBezTo>
                <a:cubicBezTo>
                  <a:pt x="3490" y="95130"/>
                  <a:pt x="6423" y="90306"/>
                  <a:pt x="10458" y="85557"/>
                </a:cubicBezTo>
                <a:cubicBezTo>
                  <a:pt x="14492" y="80808"/>
                  <a:pt x="20321" y="75316"/>
                  <a:pt x="27945" y="69081"/>
                </a:cubicBezTo>
                <a:cubicBezTo>
                  <a:pt x="39777" y="59388"/>
                  <a:pt x="47772" y="51709"/>
                  <a:pt x="51930" y="46046"/>
                </a:cubicBezTo>
                <a:cubicBezTo>
                  <a:pt x="56088" y="40382"/>
                  <a:pt x="58167" y="35028"/>
                  <a:pt x="58167" y="29983"/>
                </a:cubicBezTo>
                <a:cubicBezTo>
                  <a:pt x="58167" y="24691"/>
                  <a:pt x="56274" y="20227"/>
                  <a:pt x="52487" y="16592"/>
                </a:cubicBezTo>
                <a:cubicBezTo>
                  <a:pt x="48700" y="12956"/>
                  <a:pt x="43762" y="11138"/>
                  <a:pt x="37673" y="11138"/>
                </a:cubicBezTo>
                <a:cubicBezTo>
                  <a:pt x="31237" y="11138"/>
                  <a:pt x="26089" y="13069"/>
                  <a:pt x="22227" y="16930"/>
                </a:cubicBezTo>
                <a:cubicBezTo>
                  <a:pt x="18366" y="20792"/>
                  <a:pt x="16411" y="26138"/>
                  <a:pt x="16361" y="32970"/>
                </a:cubicBezTo>
                <a:lnTo>
                  <a:pt x="2624" y="31557"/>
                </a:lnTo>
                <a:cubicBezTo>
                  <a:pt x="3564" y="21286"/>
                  <a:pt x="7104" y="13459"/>
                  <a:pt x="13242" y="8075"/>
                </a:cubicBezTo>
                <a:cubicBezTo>
                  <a:pt x="19381" y="2692"/>
                  <a:pt x="27623" y="0"/>
                  <a:pt x="37970" y="0"/>
                </a:cubicBezTo>
                <a:cubicBezTo>
                  <a:pt x="48415" y="0"/>
                  <a:pt x="56682" y="2897"/>
                  <a:pt x="62771" y="8690"/>
                </a:cubicBezTo>
                <a:cubicBezTo>
                  <a:pt x="68860" y="14484"/>
                  <a:pt x="71905" y="21664"/>
                  <a:pt x="71905" y="30232"/>
                </a:cubicBezTo>
                <a:cubicBezTo>
                  <a:pt x="71905" y="34589"/>
                  <a:pt x="71014" y="38873"/>
                  <a:pt x="69232" y="43083"/>
                </a:cubicBezTo>
                <a:cubicBezTo>
                  <a:pt x="67449" y="47292"/>
                  <a:pt x="64492" y="51724"/>
                  <a:pt x="60358" y="56379"/>
                </a:cubicBezTo>
                <a:cubicBezTo>
                  <a:pt x="56224" y="61032"/>
                  <a:pt x="49356" y="67420"/>
                  <a:pt x="39752" y="75542"/>
                </a:cubicBezTo>
                <a:cubicBezTo>
                  <a:pt x="31732" y="82267"/>
                  <a:pt x="26584" y="86829"/>
                  <a:pt x="24307" y="89228"/>
                </a:cubicBezTo>
                <a:cubicBezTo>
                  <a:pt x="22029" y="91626"/>
                  <a:pt x="20148" y="94036"/>
                  <a:pt x="18663" y="96459"/>
                </a:cubicBezTo>
                <a:lnTo>
                  <a:pt x="72053" y="964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4A5F2-A033-41D7-A048-FCA7A497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633" y="3983754"/>
            <a:ext cx="285144" cy="285144"/>
          </a:xfrm>
          <a:custGeom xmlns:a="http://schemas.openxmlformats.org/drawingml/2006/main">
            <a:pathLst>
              <a:path w="285144" h="285144">
                <a:moveTo>
                  <a:pt x="285144" y="142572"/>
                </a:moveTo>
                <a:cubicBezTo>
                  <a:pt x="285144" y="151933"/>
                  <a:pt x="284231" y="161204"/>
                  <a:pt x="282405" y="170386"/>
                </a:cubicBezTo>
                <a:cubicBezTo>
                  <a:pt x="280578" y="179567"/>
                  <a:pt x="277873" y="188483"/>
                  <a:pt x="274291" y="197131"/>
                </a:cubicBezTo>
                <a:cubicBezTo>
                  <a:pt x="270708" y="205780"/>
                  <a:pt x="266317" y="213996"/>
                  <a:pt x="261116" y="221780"/>
                </a:cubicBezTo>
                <a:cubicBezTo>
                  <a:pt x="255916" y="229563"/>
                  <a:pt x="250005" y="236765"/>
                  <a:pt x="243386" y="243385"/>
                </a:cubicBezTo>
                <a:cubicBezTo>
                  <a:pt x="236766" y="250004"/>
                  <a:pt x="229564" y="255914"/>
                  <a:pt x="221781" y="261115"/>
                </a:cubicBezTo>
                <a:cubicBezTo>
                  <a:pt x="213997" y="266316"/>
                  <a:pt x="205780" y="270708"/>
                  <a:pt x="197132" y="274291"/>
                </a:cubicBezTo>
                <a:cubicBezTo>
                  <a:pt x="188483" y="277873"/>
                  <a:pt x="179568" y="280577"/>
                  <a:pt x="170386" y="282404"/>
                </a:cubicBezTo>
                <a:cubicBezTo>
                  <a:pt x="161205" y="284230"/>
                  <a:pt x="151934" y="285144"/>
                  <a:pt x="142572" y="285144"/>
                </a:cubicBezTo>
                <a:cubicBezTo>
                  <a:pt x="133211" y="285144"/>
                  <a:pt x="123939" y="284230"/>
                  <a:pt x="114757" y="282404"/>
                </a:cubicBezTo>
                <a:cubicBezTo>
                  <a:pt x="105576" y="280577"/>
                  <a:pt x="96661" y="277873"/>
                  <a:pt x="88012" y="274291"/>
                </a:cubicBezTo>
                <a:cubicBezTo>
                  <a:pt x="79363" y="270708"/>
                  <a:pt x="71147" y="266316"/>
                  <a:pt x="63363" y="261115"/>
                </a:cubicBezTo>
                <a:cubicBezTo>
                  <a:pt x="55580" y="255914"/>
                  <a:pt x="48379" y="250004"/>
                  <a:pt x="41759" y="243385"/>
                </a:cubicBezTo>
                <a:cubicBezTo>
                  <a:pt x="35139" y="236765"/>
                  <a:pt x="29229" y="229564"/>
                  <a:pt x="24028" y="221780"/>
                </a:cubicBezTo>
                <a:cubicBezTo>
                  <a:pt x="18827" y="213996"/>
                  <a:pt x="14435" y="205780"/>
                  <a:pt x="10853" y="197131"/>
                </a:cubicBezTo>
                <a:cubicBezTo>
                  <a:pt x="7270" y="188483"/>
                  <a:pt x="4566" y="179567"/>
                  <a:pt x="2739" y="170386"/>
                </a:cubicBezTo>
                <a:cubicBezTo>
                  <a:pt x="913" y="161204"/>
                  <a:pt x="0" y="151933"/>
                  <a:pt x="0" y="142572"/>
                </a:cubicBezTo>
                <a:cubicBezTo>
                  <a:pt x="0" y="133210"/>
                  <a:pt x="913" y="123939"/>
                  <a:pt x="2739" y="114757"/>
                </a:cubicBezTo>
                <a:cubicBezTo>
                  <a:pt x="4566" y="105575"/>
                  <a:pt x="7270" y="96660"/>
                  <a:pt x="10853" y="88011"/>
                </a:cubicBezTo>
                <a:cubicBezTo>
                  <a:pt x="14435" y="79362"/>
                  <a:pt x="18827" y="71145"/>
                  <a:pt x="24028" y="63362"/>
                </a:cubicBezTo>
                <a:cubicBezTo>
                  <a:pt x="29229" y="55578"/>
                  <a:pt x="35139" y="48378"/>
                  <a:pt x="41759" y="41758"/>
                </a:cubicBezTo>
                <a:cubicBezTo>
                  <a:pt x="48379" y="35138"/>
                  <a:pt x="55580" y="29229"/>
                  <a:pt x="63363" y="24028"/>
                </a:cubicBezTo>
                <a:cubicBezTo>
                  <a:pt x="71147" y="18827"/>
                  <a:pt x="79363" y="14435"/>
                  <a:pt x="88012" y="10853"/>
                </a:cubicBezTo>
                <a:cubicBezTo>
                  <a:pt x="96661" y="7270"/>
                  <a:pt x="105576" y="4565"/>
                  <a:pt x="114757" y="2739"/>
                </a:cubicBezTo>
                <a:cubicBezTo>
                  <a:pt x="123939" y="913"/>
                  <a:pt x="133211" y="0"/>
                  <a:pt x="142572" y="0"/>
                </a:cubicBezTo>
                <a:cubicBezTo>
                  <a:pt x="151934" y="0"/>
                  <a:pt x="161205" y="913"/>
                  <a:pt x="170386" y="2739"/>
                </a:cubicBezTo>
                <a:cubicBezTo>
                  <a:pt x="179568" y="4565"/>
                  <a:pt x="188483" y="7270"/>
                  <a:pt x="197132" y="10853"/>
                </a:cubicBezTo>
                <a:cubicBezTo>
                  <a:pt x="205780" y="14435"/>
                  <a:pt x="213997" y="18827"/>
                  <a:pt x="221781" y="24027"/>
                </a:cubicBezTo>
                <a:cubicBezTo>
                  <a:pt x="229564" y="29228"/>
                  <a:pt x="236766" y="35138"/>
                  <a:pt x="243386" y="41758"/>
                </a:cubicBezTo>
                <a:cubicBezTo>
                  <a:pt x="250005" y="48378"/>
                  <a:pt x="255915" y="55579"/>
                  <a:pt x="261116" y="63363"/>
                </a:cubicBezTo>
                <a:cubicBezTo>
                  <a:pt x="266317" y="71146"/>
                  <a:pt x="270708" y="79362"/>
                  <a:pt x="274291" y="88011"/>
                </a:cubicBezTo>
                <a:cubicBezTo>
                  <a:pt x="277873" y="96660"/>
                  <a:pt x="280578" y="105575"/>
                  <a:pt x="282405" y="114757"/>
                </a:cubicBezTo>
                <a:cubicBezTo>
                  <a:pt x="284231" y="123939"/>
                  <a:pt x="285144" y="133210"/>
                  <a:pt x="285144" y="142572"/>
                </a:cubicBezTo>
                <a:close/>
              </a:path>
            </a:pathLst>
          </a:custGeom>
          <a:solidFill xmlns:a="http://schemas.openxmlformats.org/drawingml/2006/main">
            <a:srgbClr val="339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D001C-5A0D-4073-8B9E-8C97C83C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633" y="3983754"/>
            <a:ext cx="285144" cy="285144"/>
          </a:xfrm>
          <a:custGeom xmlns:a="http://schemas.openxmlformats.org/drawingml/2006/main">
            <a:pathLst>
              <a:path w="285144" h="285144" fill="none">
                <a:moveTo>
                  <a:pt x="285144" y="142572"/>
                </a:moveTo>
                <a:cubicBezTo>
                  <a:pt x="285144" y="151933"/>
                  <a:pt x="284231" y="161204"/>
                  <a:pt x="282405" y="170386"/>
                </a:cubicBezTo>
                <a:cubicBezTo>
                  <a:pt x="280578" y="179567"/>
                  <a:pt x="277873" y="188483"/>
                  <a:pt x="274291" y="197131"/>
                </a:cubicBezTo>
                <a:cubicBezTo>
                  <a:pt x="270708" y="205780"/>
                  <a:pt x="266317" y="213996"/>
                  <a:pt x="261116" y="221780"/>
                </a:cubicBezTo>
                <a:cubicBezTo>
                  <a:pt x="255916" y="229563"/>
                  <a:pt x="250005" y="236765"/>
                  <a:pt x="243386" y="243385"/>
                </a:cubicBezTo>
                <a:cubicBezTo>
                  <a:pt x="236766" y="250004"/>
                  <a:pt x="229564" y="255914"/>
                  <a:pt x="221781" y="261115"/>
                </a:cubicBezTo>
                <a:cubicBezTo>
                  <a:pt x="213997" y="266316"/>
                  <a:pt x="205780" y="270708"/>
                  <a:pt x="197132" y="274291"/>
                </a:cubicBezTo>
                <a:cubicBezTo>
                  <a:pt x="188483" y="277873"/>
                  <a:pt x="179568" y="280577"/>
                  <a:pt x="170386" y="282404"/>
                </a:cubicBezTo>
                <a:cubicBezTo>
                  <a:pt x="161205" y="284230"/>
                  <a:pt x="151934" y="285144"/>
                  <a:pt x="142572" y="285144"/>
                </a:cubicBezTo>
                <a:cubicBezTo>
                  <a:pt x="133211" y="285144"/>
                  <a:pt x="123939" y="284230"/>
                  <a:pt x="114757" y="282404"/>
                </a:cubicBezTo>
                <a:cubicBezTo>
                  <a:pt x="105576" y="280577"/>
                  <a:pt x="96661" y="277873"/>
                  <a:pt x="88012" y="274291"/>
                </a:cubicBezTo>
                <a:cubicBezTo>
                  <a:pt x="79363" y="270708"/>
                  <a:pt x="71147" y="266316"/>
                  <a:pt x="63363" y="261115"/>
                </a:cubicBezTo>
                <a:cubicBezTo>
                  <a:pt x="55580" y="255914"/>
                  <a:pt x="48379" y="250004"/>
                  <a:pt x="41759" y="243385"/>
                </a:cubicBezTo>
                <a:cubicBezTo>
                  <a:pt x="35139" y="236765"/>
                  <a:pt x="29229" y="229564"/>
                  <a:pt x="24028" y="221780"/>
                </a:cubicBezTo>
                <a:cubicBezTo>
                  <a:pt x="18827" y="213996"/>
                  <a:pt x="14435" y="205780"/>
                  <a:pt x="10853" y="197131"/>
                </a:cubicBezTo>
                <a:cubicBezTo>
                  <a:pt x="7270" y="188483"/>
                  <a:pt x="4566" y="179567"/>
                  <a:pt x="2739" y="170386"/>
                </a:cubicBezTo>
                <a:cubicBezTo>
                  <a:pt x="913" y="161204"/>
                  <a:pt x="0" y="151933"/>
                  <a:pt x="0" y="142572"/>
                </a:cubicBezTo>
                <a:cubicBezTo>
                  <a:pt x="0" y="133210"/>
                  <a:pt x="913" y="123939"/>
                  <a:pt x="2739" y="114757"/>
                </a:cubicBezTo>
                <a:cubicBezTo>
                  <a:pt x="4566" y="105575"/>
                  <a:pt x="7270" y="96660"/>
                  <a:pt x="10853" y="88011"/>
                </a:cubicBezTo>
                <a:cubicBezTo>
                  <a:pt x="14435" y="79362"/>
                  <a:pt x="18827" y="71145"/>
                  <a:pt x="24028" y="63362"/>
                </a:cubicBezTo>
                <a:cubicBezTo>
                  <a:pt x="29229" y="55578"/>
                  <a:pt x="35139" y="48378"/>
                  <a:pt x="41759" y="41758"/>
                </a:cubicBezTo>
                <a:cubicBezTo>
                  <a:pt x="48379" y="35138"/>
                  <a:pt x="55580" y="29229"/>
                  <a:pt x="63363" y="24028"/>
                </a:cubicBezTo>
                <a:cubicBezTo>
                  <a:pt x="71147" y="18827"/>
                  <a:pt x="79363" y="14435"/>
                  <a:pt x="88012" y="10853"/>
                </a:cubicBezTo>
                <a:cubicBezTo>
                  <a:pt x="96661" y="7270"/>
                  <a:pt x="105576" y="4565"/>
                  <a:pt x="114757" y="2739"/>
                </a:cubicBezTo>
                <a:cubicBezTo>
                  <a:pt x="123939" y="913"/>
                  <a:pt x="133211" y="0"/>
                  <a:pt x="142572" y="0"/>
                </a:cubicBezTo>
                <a:cubicBezTo>
                  <a:pt x="151934" y="0"/>
                  <a:pt x="161205" y="913"/>
                  <a:pt x="170386" y="2739"/>
                </a:cubicBezTo>
                <a:cubicBezTo>
                  <a:pt x="179568" y="4565"/>
                  <a:pt x="188483" y="7270"/>
                  <a:pt x="197132" y="10853"/>
                </a:cubicBezTo>
                <a:cubicBezTo>
                  <a:pt x="205780" y="14435"/>
                  <a:pt x="213997" y="18827"/>
                  <a:pt x="221781" y="24027"/>
                </a:cubicBezTo>
                <a:cubicBezTo>
                  <a:pt x="229564" y="29228"/>
                  <a:pt x="236766" y="35138"/>
                  <a:pt x="243386" y="41758"/>
                </a:cubicBezTo>
                <a:cubicBezTo>
                  <a:pt x="250005" y="48378"/>
                  <a:pt x="255915" y="55579"/>
                  <a:pt x="261116" y="63363"/>
                </a:cubicBezTo>
                <a:cubicBezTo>
                  <a:pt x="266317" y="71146"/>
                  <a:pt x="270708" y="79362"/>
                  <a:pt x="274291" y="88011"/>
                </a:cubicBezTo>
                <a:cubicBezTo>
                  <a:pt x="277873" y="96660"/>
                  <a:pt x="280578" y="105575"/>
                  <a:pt x="282405" y="114757"/>
                </a:cubicBezTo>
                <a:cubicBezTo>
                  <a:pt x="284231" y="123939"/>
                  <a:pt x="285144" y="133210"/>
                  <a:pt x="285144" y="1425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3399FF"/>
            </a:solidFill>
            <a:miter/>
          </a:ln>
        </p:spPr>
      </p:sp>
      <p:sp>
        <p:nvSpPr>
          <p:cNvPr id="85" name="Text 3">
            <a:extLst xmlns:a="http://schemas.openxmlformats.org/drawingml/2006/main">
              <a:ext uri="{FF2B5EF4-FFF2-40B4-BE49-F238E27FC236}">
                <a16:creationId xmlns:a16="http://schemas.microsoft.com/office/drawing/2014/main" id="{8853D1CF-FC70-4B3A-858A-F32EDAD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199" y="4074050"/>
            <a:ext cx="71286" cy="111087"/>
          </a:xfrm>
          <a:custGeom xmlns:a="http://schemas.openxmlformats.org/drawingml/2006/main">
            <a:pathLst>
              <a:path w="71286" h="111087">
                <a:moveTo>
                  <a:pt x="0" y="80345"/>
                </a:moveTo>
                <a:lnTo>
                  <a:pt x="13366" y="78563"/>
                </a:lnTo>
                <a:cubicBezTo>
                  <a:pt x="14901" y="86137"/>
                  <a:pt x="17512" y="91595"/>
                  <a:pt x="21200" y="94937"/>
                </a:cubicBezTo>
                <a:cubicBezTo>
                  <a:pt x="24888" y="98278"/>
                  <a:pt x="29381" y="99949"/>
                  <a:pt x="34678" y="99949"/>
                </a:cubicBezTo>
                <a:cubicBezTo>
                  <a:pt x="40965" y="99949"/>
                  <a:pt x="46274" y="97775"/>
                  <a:pt x="50606" y="93426"/>
                </a:cubicBezTo>
                <a:cubicBezTo>
                  <a:pt x="54937" y="89077"/>
                  <a:pt x="57103" y="83691"/>
                  <a:pt x="57103" y="77266"/>
                </a:cubicBezTo>
                <a:cubicBezTo>
                  <a:pt x="57103" y="71137"/>
                  <a:pt x="55098" y="66083"/>
                  <a:pt x="51088" y="62106"/>
                </a:cubicBezTo>
                <a:cubicBezTo>
                  <a:pt x="47078" y="58127"/>
                  <a:pt x="41980" y="56138"/>
                  <a:pt x="35792" y="56138"/>
                </a:cubicBezTo>
                <a:cubicBezTo>
                  <a:pt x="33267" y="56138"/>
                  <a:pt x="30123" y="56633"/>
                  <a:pt x="26361" y="57623"/>
                </a:cubicBezTo>
                <a:lnTo>
                  <a:pt x="27846" y="45890"/>
                </a:lnTo>
                <a:cubicBezTo>
                  <a:pt x="28737" y="45989"/>
                  <a:pt x="29455" y="46039"/>
                  <a:pt x="30000" y="46039"/>
                </a:cubicBezTo>
                <a:cubicBezTo>
                  <a:pt x="35692" y="46039"/>
                  <a:pt x="40816" y="44566"/>
                  <a:pt x="45371" y="41621"/>
                </a:cubicBezTo>
                <a:cubicBezTo>
                  <a:pt x="49925" y="38675"/>
                  <a:pt x="52202" y="34135"/>
                  <a:pt x="52202" y="27999"/>
                </a:cubicBezTo>
                <a:cubicBezTo>
                  <a:pt x="52202" y="23140"/>
                  <a:pt x="50544" y="19116"/>
                  <a:pt x="47227" y="15926"/>
                </a:cubicBezTo>
                <a:cubicBezTo>
                  <a:pt x="43910" y="12734"/>
                  <a:pt x="39628" y="11138"/>
                  <a:pt x="34381" y="11138"/>
                </a:cubicBezTo>
                <a:cubicBezTo>
                  <a:pt x="29183" y="11138"/>
                  <a:pt x="24851" y="12772"/>
                  <a:pt x="21386" y="16039"/>
                </a:cubicBezTo>
                <a:cubicBezTo>
                  <a:pt x="17921" y="19307"/>
                  <a:pt x="15693" y="24208"/>
                  <a:pt x="14703" y="30742"/>
                </a:cubicBezTo>
                <a:lnTo>
                  <a:pt x="1337" y="28366"/>
                </a:lnTo>
                <a:cubicBezTo>
                  <a:pt x="2970" y="19359"/>
                  <a:pt x="6683" y="12380"/>
                  <a:pt x="12475" y="7428"/>
                </a:cubicBezTo>
                <a:cubicBezTo>
                  <a:pt x="18267" y="2476"/>
                  <a:pt x="25470" y="0"/>
                  <a:pt x="34084" y="0"/>
                </a:cubicBezTo>
                <a:cubicBezTo>
                  <a:pt x="40024" y="0"/>
                  <a:pt x="45494" y="1271"/>
                  <a:pt x="50494" y="3813"/>
                </a:cubicBezTo>
                <a:cubicBezTo>
                  <a:pt x="55494" y="6354"/>
                  <a:pt x="59318" y="9822"/>
                  <a:pt x="61967" y="14215"/>
                </a:cubicBezTo>
                <a:cubicBezTo>
                  <a:pt x="64615" y="18607"/>
                  <a:pt x="65940" y="23272"/>
                  <a:pt x="65940" y="28208"/>
                </a:cubicBezTo>
                <a:cubicBezTo>
                  <a:pt x="65940" y="32897"/>
                  <a:pt x="64677" y="37167"/>
                  <a:pt x="62152" y="41017"/>
                </a:cubicBezTo>
                <a:cubicBezTo>
                  <a:pt x="59628" y="44866"/>
                  <a:pt x="55890" y="47926"/>
                  <a:pt x="50940" y="50197"/>
                </a:cubicBezTo>
                <a:cubicBezTo>
                  <a:pt x="57375" y="51682"/>
                  <a:pt x="62375" y="54764"/>
                  <a:pt x="65940" y="59442"/>
                </a:cubicBezTo>
                <a:cubicBezTo>
                  <a:pt x="69504" y="64120"/>
                  <a:pt x="71286" y="69974"/>
                  <a:pt x="71286" y="77004"/>
                </a:cubicBezTo>
                <a:cubicBezTo>
                  <a:pt x="71286" y="86509"/>
                  <a:pt x="67821" y="94565"/>
                  <a:pt x="60890" y="101174"/>
                </a:cubicBezTo>
                <a:cubicBezTo>
                  <a:pt x="53960" y="107783"/>
                  <a:pt x="45197" y="111087"/>
                  <a:pt x="34603" y="111087"/>
                </a:cubicBezTo>
                <a:cubicBezTo>
                  <a:pt x="25049" y="111087"/>
                  <a:pt x="17116" y="108234"/>
                  <a:pt x="10804" y="102527"/>
                </a:cubicBezTo>
                <a:cubicBezTo>
                  <a:pt x="4493" y="96820"/>
                  <a:pt x="891" y="89426"/>
                  <a:pt x="0" y="8034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5E3F0-9D65-4BE7-9235-CD2A937D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989" y="1046772"/>
            <a:ext cx="285144" cy="285144"/>
          </a:xfrm>
          <a:custGeom xmlns:a="http://schemas.openxmlformats.org/drawingml/2006/main">
            <a:pathLst>
              <a:path w="285144" h="285144">
                <a:moveTo>
                  <a:pt x="285144" y="142572"/>
                </a:moveTo>
                <a:cubicBezTo>
                  <a:pt x="285143" y="151933"/>
                  <a:pt x="284230" y="161205"/>
                  <a:pt x="282404" y="170386"/>
                </a:cubicBezTo>
                <a:cubicBezTo>
                  <a:pt x="280578" y="179567"/>
                  <a:pt x="277873" y="188483"/>
                  <a:pt x="274291" y="197131"/>
                </a:cubicBezTo>
                <a:cubicBezTo>
                  <a:pt x="270709" y="205780"/>
                  <a:pt x="266316" y="213996"/>
                  <a:pt x="261115" y="221780"/>
                </a:cubicBezTo>
                <a:cubicBezTo>
                  <a:pt x="255914" y="229564"/>
                  <a:pt x="250004" y="236766"/>
                  <a:pt x="243385" y="243385"/>
                </a:cubicBezTo>
                <a:cubicBezTo>
                  <a:pt x="236765" y="250004"/>
                  <a:pt x="229564" y="255915"/>
                  <a:pt x="221780" y="261116"/>
                </a:cubicBezTo>
                <a:cubicBezTo>
                  <a:pt x="213997" y="266317"/>
                  <a:pt x="205780" y="270708"/>
                  <a:pt x="197131" y="274291"/>
                </a:cubicBezTo>
                <a:cubicBezTo>
                  <a:pt x="188482" y="277873"/>
                  <a:pt x="179567" y="280578"/>
                  <a:pt x="170386" y="282404"/>
                </a:cubicBezTo>
                <a:cubicBezTo>
                  <a:pt x="161204" y="284231"/>
                  <a:pt x="151933" y="285144"/>
                  <a:pt x="142572" y="285144"/>
                </a:cubicBezTo>
                <a:cubicBezTo>
                  <a:pt x="133210" y="285144"/>
                  <a:pt x="123940" y="284231"/>
                  <a:pt x="114758" y="282404"/>
                </a:cubicBezTo>
                <a:cubicBezTo>
                  <a:pt x="105576" y="280578"/>
                  <a:pt x="96661" y="277873"/>
                  <a:pt x="88012" y="274291"/>
                </a:cubicBezTo>
                <a:cubicBezTo>
                  <a:pt x="79363" y="270708"/>
                  <a:pt x="71147" y="266317"/>
                  <a:pt x="63363" y="261116"/>
                </a:cubicBezTo>
                <a:cubicBezTo>
                  <a:pt x="55579" y="255915"/>
                  <a:pt x="48377" y="250004"/>
                  <a:pt x="41758" y="243385"/>
                </a:cubicBezTo>
                <a:cubicBezTo>
                  <a:pt x="35138" y="236766"/>
                  <a:pt x="29229" y="229564"/>
                  <a:pt x="24028" y="221780"/>
                </a:cubicBezTo>
                <a:cubicBezTo>
                  <a:pt x="18827" y="213996"/>
                  <a:pt x="14435" y="205780"/>
                  <a:pt x="10852" y="197131"/>
                </a:cubicBezTo>
                <a:cubicBezTo>
                  <a:pt x="7270" y="188483"/>
                  <a:pt x="4566" y="179567"/>
                  <a:pt x="2739" y="170386"/>
                </a:cubicBezTo>
                <a:cubicBezTo>
                  <a:pt x="913" y="161205"/>
                  <a:pt x="0" y="151933"/>
                  <a:pt x="0" y="142572"/>
                </a:cubicBezTo>
                <a:cubicBezTo>
                  <a:pt x="0" y="133210"/>
                  <a:pt x="913" y="123939"/>
                  <a:pt x="2739" y="114757"/>
                </a:cubicBezTo>
                <a:cubicBezTo>
                  <a:pt x="4565" y="105575"/>
                  <a:pt x="7269" y="96661"/>
                  <a:pt x="10851" y="88012"/>
                </a:cubicBezTo>
                <a:cubicBezTo>
                  <a:pt x="14434" y="79363"/>
                  <a:pt x="18826" y="71147"/>
                  <a:pt x="24027" y="63363"/>
                </a:cubicBezTo>
                <a:cubicBezTo>
                  <a:pt x="29228" y="55579"/>
                  <a:pt x="35138" y="48378"/>
                  <a:pt x="41758" y="41758"/>
                </a:cubicBezTo>
                <a:cubicBezTo>
                  <a:pt x="48377" y="35139"/>
                  <a:pt x="55579" y="29228"/>
                  <a:pt x="63363" y="24028"/>
                </a:cubicBezTo>
                <a:cubicBezTo>
                  <a:pt x="71147" y="18827"/>
                  <a:pt x="79363" y="14435"/>
                  <a:pt x="88012" y="10852"/>
                </a:cubicBezTo>
                <a:cubicBezTo>
                  <a:pt x="96661" y="7270"/>
                  <a:pt x="105576" y="4566"/>
                  <a:pt x="114758" y="2739"/>
                </a:cubicBezTo>
                <a:cubicBezTo>
                  <a:pt x="123940" y="913"/>
                  <a:pt x="133210" y="0"/>
                  <a:pt x="142572" y="0"/>
                </a:cubicBezTo>
                <a:cubicBezTo>
                  <a:pt x="151933" y="0"/>
                  <a:pt x="161204" y="913"/>
                  <a:pt x="170386" y="2740"/>
                </a:cubicBezTo>
                <a:cubicBezTo>
                  <a:pt x="179567" y="4566"/>
                  <a:pt x="188482" y="7270"/>
                  <a:pt x="197131" y="10852"/>
                </a:cubicBezTo>
                <a:cubicBezTo>
                  <a:pt x="205780" y="14435"/>
                  <a:pt x="213996" y="18827"/>
                  <a:pt x="221779" y="24028"/>
                </a:cubicBezTo>
                <a:cubicBezTo>
                  <a:pt x="229564" y="29228"/>
                  <a:pt x="236765" y="35139"/>
                  <a:pt x="243385" y="41758"/>
                </a:cubicBezTo>
                <a:cubicBezTo>
                  <a:pt x="250004" y="48378"/>
                  <a:pt x="255915" y="55579"/>
                  <a:pt x="261116" y="63363"/>
                </a:cubicBezTo>
                <a:cubicBezTo>
                  <a:pt x="266316" y="71147"/>
                  <a:pt x="270709" y="79363"/>
                  <a:pt x="274291" y="88012"/>
                </a:cubicBezTo>
                <a:cubicBezTo>
                  <a:pt x="277873" y="96661"/>
                  <a:pt x="280578" y="105575"/>
                  <a:pt x="282404" y="114757"/>
                </a:cubicBezTo>
                <a:cubicBezTo>
                  <a:pt x="284230" y="123939"/>
                  <a:pt x="285143" y="133210"/>
                  <a:pt x="285144" y="142572"/>
                </a:cubicBezTo>
                <a:close/>
              </a:path>
            </a:pathLst>
          </a:custGeom>
          <a:solidFill xmlns:a="http://schemas.openxmlformats.org/drawingml/2006/main">
            <a:srgbClr val="339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2E4DD-62C2-4BFF-8F91-A04E6539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989" y="1046772"/>
            <a:ext cx="285144" cy="285144"/>
          </a:xfrm>
          <a:custGeom xmlns:a="http://schemas.openxmlformats.org/drawingml/2006/main">
            <a:pathLst>
              <a:path w="285144" h="285144" fill="none">
                <a:moveTo>
                  <a:pt x="285144" y="142572"/>
                </a:moveTo>
                <a:cubicBezTo>
                  <a:pt x="285143" y="151933"/>
                  <a:pt x="284230" y="161205"/>
                  <a:pt x="282404" y="170386"/>
                </a:cubicBezTo>
                <a:cubicBezTo>
                  <a:pt x="280578" y="179567"/>
                  <a:pt x="277873" y="188483"/>
                  <a:pt x="274291" y="197131"/>
                </a:cubicBezTo>
                <a:cubicBezTo>
                  <a:pt x="270709" y="205780"/>
                  <a:pt x="266316" y="213996"/>
                  <a:pt x="261115" y="221780"/>
                </a:cubicBezTo>
                <a:cubicBezTo>
                  <a:pt x="255914" y="229564"/>
                  <a:pt x="250004" y="236766"/>
                  <a:pt x="243385" y="243385"/>
                </a:cubicBezTo>
                <a:cubicBezTo>
                  <a:pt x="236765" y="250004"/>
                  <a:pt x="229564" y="255915"/>
                  <a:pt x="221780" y="261116"/>
                </a:cubicBezTo>
                <a:cubicBezTo>
                  <a:pt x="213997" y="266317"/>
                  <a:pt x="205780" y="270708"/>
                  <a:pt x="197131" y="274291"/>
                </a:cubicBezTo>
                <a:cubicBezTo>
                  <a:pt x="188482" y="277873"/>
                  <a:pt x="179567" y="280578"/>
                  <a:pt x="170386" y="282404"/>
                </a:cubicBezTo>
                <a:cubicBezTo>
                  <a:pt x="161204" y="284231"/>
                  <a:pt x="151933" y="285144"/>
                  <a:pt x="142572" y="285144"/>
                </a:cubicBezTo>
                <a:cubicBezTo>
                  <a:pt x="133210" y="285144"/>
                  <a:pt x="123940" y="284231"/>
                  <a:pt x="114758" y="282404"/>
                </a:cubicBezTo>
                <a:cubicBezTo>
                  <a:pt x="105576" y="280578"/>
                  <a:pt x="96661" y="277873"/>
                  <a:pt x="88012" y="274291"/>
                </a:cubicBezTo>
                <a:cubicBezTo>
                  <a:pt x="79363" y="270708"/>
                  <a:pt x="71147" y="266317"/>
                  <a:pt x="63363" y="261116"/>
                </a:cubicBezTo>
                <a:cubicBezTo>
                  <a:pt x="55579" y="255915"/>
                  <a:pt x="48377" y="250004"/>
                  <a:pt x="41758" y="243385"/>
                </a:cubicBezTo>
                <a:cubicBezTo>
                  <a:pt x="35138" y="236766"/>
                  <a:pt x="29229" y="229564"/>
                  <a:pt x="24028" y="221780"/>
                </a:cubicBezTo>
                <a:cubicBezTo>
                  <a:pt x="18827" y="213996"/>
                  <a:pt x="14435" y="205780"/>
                  <a:pt x="10852" y="197131"/>
                </a:cubicBezTo>
                <a:cubicBezTo>
                  <a:pt x="7270" y="188483"/>
                  <a:pt x="4566" y="179567"/>
                  <a:pt x="2739" y="170386"/>
                </a:cubicBezTo>
                <a:cubicBezTo>
                  <a:pt x="913" y="161205"/>
                  <a:pt x="0" y="151933"/>
                  <a:pt x="0" y="142572"/>
                </a:cubicBezTo>
                <a:cubicBezTo>
                  <a:pt x="0" y="133210"/>
                  <a:pt x="913" y="123939"/>
                  <a:pt x="2739" y="114757"/>
                </a:cubicBezTo>
                <a:cubicBezTo>
                  <a:pt x="4565" y="105575"/>
                  <a:pt x="7269" y="96661"/>
                  <a:pt x="10851" y="88012"/>
                </a:cubicBezTo>
                <a:cubicBezTo>
                  <a:pt x="14434" y="79363"/>
                  <a:pt x="18826" y="71147"/>
                  <a:pt x="24027" y="63363"/>
                </a:cubicBezTo>
                <a:cubicBezTo>
                  <a:pt x="29228" y="55579"/>
                  <a:pt x="35138" y="48378"/>
                  <a:pt x="41758" y="41758"/>
                </a:cubicBezTo>
                <a:cubicBezTo>
                  <a:pt x="48377" y="35139"/>
                  <a:pt x="55579" y="29228"/>
                  <a:pt x="63363" y="24028"/>
                </a:cubicBezTo>
                <a:cubicBezTo>
                  <a:pt x="71147" y="18827"/>
                  <a:pt x="79363" y="14435"/>
                  <a:pt x="88012" y="10852"/>
                </a:cubicBezTo>
                <a:cubicBezTo>
                  <a:pt x="96661" y="7270"/>
                  <a:pt x="105576" y="4566"/>
                  <a:pt x="114758" y="2739"/>
                </a:cubicBezTo>
                <a:cubicBezTo>
                  <a:pt x="123940" y="913"/>
                  <a:pt x="133210" y="0"/>
                  <a:pt x="142572" y="0"/>
                </a:cubicBezTo>
                <a:cubicBezTo>
                  <a:pt x="151933" y="0"/>
                  <a:pt x="161204" y="913"/>
                  <a:pt x="170386" y="2740"/>
                </a:cubicBezTo>
                <a:cubicBezTo>
                  <a:pt x="179567" y="4566"/>
                  <a:pt x="188482" y="7270"/>
                  <a:pt x="197131" y="10852"/>
                </a:cubicBezTo>
                <a:cubicBezTo>
                  <a:pt x="205780" y="14435"/>
                  <a:pt x="213996" y="18827"/>
                  <a:pt x="221779" y="24028"/>
                </a:cubicBezTo>
                <a:cubicBezTo>
                  <a:pt x="229564" y="29228"/>
                  <a:pt x="236765" y="35139"/>
                  <a:pt x="243385" y="41758"/>
                </a:cubicBezTo>
                <a:cubicBezTo>
                  <a:pt x="250004" y="48378"/>
                  <a:pt x="255915" y="55579"/>
                  <a:pt x="261116" y="63363"/>
                </a:cubicBezTo>
                <a:cubicBezTo>
                  <a:pt x="266316" y="71147"/>
                  <a:pt x="270709" y="79363"/>
                  <a:pt x="274291" y="88012"/>
                </a:cubicBezTo>
                <a:cubicBezTo>
                  <a:pt x="277873" y="96661"/>
                  <a:pt x="280578" y="105575"/>
                  <a:pt x="282404" y="114757"/>
                </a:cubicBezTo>
                <a:cubicBezTo>
                  <a:pt x="284230" y="123939"/>
                  <a:pt x="285143" y="133210"/>
                  <a:pt x="285144" y="1425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3399FF"/>
            </a:solidFill>
            <a:miter/>
          </a:ln>
        </p:spPr>
      </p:sp>
      <p:sp>
        <p:nvSpPr>
          <p:cNvPr id="88" name="Text 5">
            <a:extLst xmlns:a="http://schemas.openxmlformats.org/drawingml/2006/main">
              <a:ext uri="{FF2B5EF4-FFF2-40B4-BE49-F238E27FC236}">
                <a16:creationId xmlns:a16="http://schemas.microsoft.com/office/drawing/2014/main" id="{296A4551-2521-4170-A266-8202473D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084" y="1129345"/>
            <a:ext cx="72177" cy="109305"/>
          </a:xfrm>
          <a:custGeom xmlns:a="http://schemas.openxmlformats.org/drawingml/2006/main">
            <a:pathLst>
              <a:path w="72177" h="109305">
                <a:moveTo>
                  <a:pt x="0" y="78860"/>
                </a:moveTo>
                <a:lnTo>
                  <a:pt x="14034" y="77672"/>
                </a:lnTo>
                <a:cubicBezTo>
                  <a:pt x="15074" y="84480"/>
                  <a:pt x="17487" y="89599"/>
                  <a:pt x="21274" y="93027"/>
                </a:cubicBezTo>
                <a:cubicBezTo>
                  <a:pt x="25061" y="96453"/>
                  <a:pt x="29628" y="98167"/>
                  <a:pt x="34975" y="98167"/>
                </a:cubicBezTo>
                <a:cubicBezTo>
                  <a:pt x="41410" y="98167"/>
                  <a:pt x="46856" y="95745"/>
                  <a:pt x="51311" y="90901"/>
                </a:cubicBezTo>
                <a:cubicBezTo>
                  <a:pt x="55766" y="86056"/>
                  <a:pt x="57994" y="79630"/>
                  <a:pt x="57994" y="71622"/>
                </a:cubicBezTo>
                <a:cubicBezTo>
                  <a:pt x="57994" y="64010"/>
                  <a:pt x="55853" y="58003"/>
                  <a:pt x="51571" y="53604"/>
                </a:cubicBezTo>
                <a:cubicBezTo>
                  <a:pt x="47289" y="49204"/>
                  <a:pt x="41682" y="47004"/>
                  <a:pt x="34752" y="47004"/>
                </a:cubicBezTo>
                <a:cubicBezTo>
                  <a:pt x="30445" y="47004"/>
                  <a:pt x="26559" y="47975"/>
                  <a:pt x="23094" y="49916"/>
                </a:cubicBezTo>
                <a:cubicBezTo>
                  <a:pt x="19628" y="51858"/>
                  <a:pt x="16906" y="54377"/>
                  <a:pt x="14926" y="57474"/>
                </a:cubicBezTo>
                <a:lnTo>
                  <a:pt x="2376" y="55841"/>
                </a:lnTo>
                <a:lnTo>
                  <a:pt x="12921" y="0"/>
                </a:lnTo>
                <a:lnTo>
                  <a:pt x="67053" y="0"/>
                </a:lnTo>
                <a:lnTo>
                  <a:pt x="67053" y="12624"/>
                </a:lnTo>
                <a:lnTo>
                  <a:pt x="23613" y="12624"/>
                </a:lnTo>
                <a:lnTo>
                  <a:pt x="17747" y="41955"/>
                </a:lnTo>
                <a:cubicBezTo>
                  <a:pt x="24282" y="37450"/>
                  <a:pt x="31138" y="35197"/>
                  <a:pt x="38316" y="35197"/>
                </a:cubicBezTo>
                <a:cubicBezTo>
                  <a:pt x="47821" y="35197"/>
                  <a:pt x="55841" y="38493"/>
                  <a:pt x="62375" y="45085"/>
                </a:cubicBezTo>
                <a:cubicBezTo>
                  <a:pt x="68910" y="51675"/>
                  <a:pt x="72177" y="60148"/>
                  <a:pt x="72177" y="70504"/>
                </a:cubicBezTo>
                <a:cubicBezTo>
                  <a:pt x="72177" y="80366"/>
                  <a:pt x="69306" y="88889"/>
                  <a:pt x="63563" y="96074"/>
                </a:cubicBezTo>
                <a:cubicBezTo>
                  <a:pt x="56583" y="104895"/>
                  <a:pt x="47054" y="109305"/>
                  <a:pt x="34975" y="109305"/>
                </a:cubicBezTo>
                <a:cubicBezTo>
                  <a:pt x="25074" y="109305"/>
                  <a:pt x="16992" y="106526"/>
                  <a:pt x="10730" y="100968"/>
                </a:cubicBezTo>
                <a:cubicBezTo>
                  <a:pt x="4468" y="95409"/>
                  <a:pt x="891" y="88040"/>
                  <a:pt x="0" y="7886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Fingerprinting">
            <a:extLst xmlns:a="http://schemas.openxmlformats.org/drawingml/2006/main">
              <a:ext uri="{FF2B5EF4-FFF2-40B4-BE49-F238E27FC236}">
                <a16:creationId xmlns:a16="http://schemas.microsoft.com/office/drawing/2014/main" id="{0A1719BC-5640-4DD3-AAE3-E5082C78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210" y="3751332"/>
            <a:ext cx="907020" cy="140938"/>
          </a:xfrm>
          <a:custGeom xmlns:a="http://schemas.openxmlformats.org/drawingml/2006/main">
            <a:pathLst>
              <a:path w="907020" h="140938">
                <a:moveTo>
                  <a:pt x="0" y="108860"/>
                </a:moveTo>
                <a:lnTo>
                  <a:pt x="0" y="0"/>
                </a:lnTo>
                <a:lnTo>
                  <a:pt x="73439" y="0"/>
                </a:lnTo>
                <a:lnTo>
                  <a:pt x="73439" y="12846"/>
                </a:lnTo>
                <a:lnTo>
                  <a:pt x="14406" y="12846"/>
                </a:lnTo>
                <a:lnTo>
                  <a:pt x="14406" y="46484"/>
                </a:lnTo>
                <a:lnTo>
                  <a:pt x="65494" y="46484"/>
                </a:lnTo>
                <a:lnTo>
                  <a:pt x="65494" y="59331"/>
                </a:lnTo>
                <a:lnTo>
                  <a:pt x="14406" y="59331"/>
                </a:lnTo>
                <a:lnTo>
                  <a:pt x="14406" y="108860"/>
                </a:lnTo>
                <a:lnTo>
                  <a:pt x="0" y="108860"/>
                </a:lnTo>
                <a:close/>
                <a:moveTo>
                  <a:pt x="90543" y="15445"/>
                </a:moveTo>
                <a:lnTo>
                  <a:pt x="90543" y="0"/>
                </a:lnTo>
                <a:lnTo>
                  <a:pt x="103909" y="0"/>
                </a:lnTo>
                <a:lnTo>
                  <a:pt x="103909" y="15445"/>
                </a:lnTo>
                <a:lnTo>
                  <a:pt x="90543" y="15445"/>
                </a:lnTo>
                <a:moveTo>
                  <a:pt x="90543" y="108860"/>
                </a:moveTo>
                <a:lnTo>
                  <a:pt x="90543" y="30000"/>
                </a:lnTo>
                <a:lnTo>
                  <a:pt x="103909" y="30000"/>
                </a:lnTo>
                <a:lnTo>
                  <a:pt x="103909" y="108860"/>
                </a:lnTo>
                <a:lnTo>
                  <a:pt x="90543" y="108860"/>
                </a:lnTo>
                <a:close/>
                <a:moveTo>
                  <a:pt x="124230" y="108860"/>
                </a:moveTo>
                <a:lnTo>
                  <a:pt x="124230" y="30000"/>
                </a:lnTo>
                <a:lnTo>
                  <a:pt x="136259" y="30000"/>
                </a:lnTo>
                <a:lnTo>
                  <a:pt x="136259" y="41138"/>
                </a:lnTo>
                <a:cubicBezTo>
                  <a:pt x="142051" y="32524"/>
                  <a:pt x="150417" y="28217"/>
                  <a:pt x="161358" y="28217"/>
                </a:cubicBezTo>
                <a:cubicBezTo>
                  <a:pt x="166110" y="28217"/>
                  <a:pt x="170479" y="29071"/>
                  <a:pt x="174464" y="30779"/>
                </a:cubicBezTo>
                <a:cubicBezTo>
                  <a:pt x="178449" y="32487"/>
                  <a:pt x="181432" y="34727"/>
                  <a:pt x="183412" y="37499"/>
                </a:cubicBezTo>
                <a:cubicBezTo>
                  <a:pt x="185392" y="40272"/>
                  <a:pt x="186778" y="43564"/>
                  <a:pt x="187570" y="47375"/>
                </a:cubicBezTo>
                <a:cubicBezTo>
                  <a:pt x="188065" y="49851"/>
                  <a:pt x="188313" y="54182"/>
                  <a:pt x="188313" y="60370"/>
                </a:cubicBezTo>
                <a:lnTo>
                  <a:pt x="188313" y="108860"/>
                </a:lnTo>
                <a:lnTo>
                  <a:pt x="174947" y="108860"/>
                </a:lnTo>
                <a:lnTo>
                  <a:pt x="174947" y="60839"/>
                </a:lnTo>
                <a:cubicBezTo>
                  <a:pt x="174947" y="55387"/>
                  <a:pt x="174427" y="51311"/>
                  <a:pt x="173387" y="48610"/>
                </a:cubicBezTo>
                <a:cubicBezTo>
                  <a:pt x="172348" y="45909"/>
                  <a:pt x="170504" y="43753"/>
                  <a:pt x="167855" y="42143"/>
                </a:cubicBezTo>
                <a:cubicBezTo>
                  <a:pt x="165207" y="40532"/>
                  <a:pt x="162100" y="39727"/>
                  <a:pt x="158536" y="39727"/>
                </a:cubicBezTo>
                <a:cubicBezTo>
                  <a:pt x="152843" y="39727"/>
                  <a:pt x="147930" y="41536"/>
                  <a:pt x="143796" y="45155"/>
                </a:cubicBezTo>
                <a:cubicBezTo>
                  <a:pt x="139663" y="48772"/>
                  <a:pt x="137596" y="55635"/>
                  <a:pt x="137596" y="65745"/>
                </a:cubicBezTo>
                <a:lnTo>
                  <a:pt x="137596" y="108860"/>
                </a:lnTo>
                <a:lnTo>
                  <a:pt x="124230" y="108860"/>
                </a:lnTo>
                <a:close/>
                <a:moveTo>
                  <a:pt x="206334" y="115394"/>
                </a:moveTo>
                <a:lnTo>
                  <a:pt x="219329" y="117325"/>
                </a:lnTo>
                <a:cubicBezTo>
                  <a:pt x="219873" y="121335"/>
                  <a:pt x="221383" y="124255"/>
                  <a:pt x="223858" y="126087"/>
                </a:cubicBezTo>
                <a:cubicBezTo>
                  <a:pt x="227175" y="128562"/>
                  <a:pt x="231705" y="129800"/>
                  <a:pt x="237447" y="129800"/>
                </a:cubicBezTo>
                <a:cubicBezTo>
                  <a:pt x="243635" y="129800"/>
                  <a:pt x="248412" y="128559"/>
                  <a:pt x="251779" y="126078"/>
                </a:cubicBezTo>
                <a:cubicBezTo>
                  <a:pt x="255145" y="123598"/>
                  <a:pt x="257422" y="120125"/>
                  <a:pt x="258610" y="115659"/>
                </a:cubicBezTo>
                <a:cubicBezTo>
                  <a:pt x="259303" y="112931"/>
                  <a:pt x="259625" y="107201"/>
                  <a:pt x="259575" y="98468"/>
                </a:cubicBezTo>
                <a:cubicBezTo>
                  <a:pt x="253734" y="105396"/>
                  <a:pt x="246457" y="108860"/>
                  <a:pt x="237744" y="108860"/>
                </a:cubicBezTo>
                <a:cubicBezTo>
                  <a:pt x="226903" y="108860"/>
                  <a:pt x="218512" y="104949"/>
                  <a:pt x="212571" y="97127"/>
                </a:cubicBezTo>
                <a:cubicBezTo>
                  <a:pt x="206631" y="89305"/>
                  <a:pt x="203661" y="79924"/>
                  <a:pt x="203661" y="68984"/>
                </a:cubicBezTo>
                <a:cubicBezTo>
                  <a:pt x="203661" y="61459"/>
                  <a:pt x="205022" y="54516"/>
                  <a:pt x="207745" y="48155"/>
                </a:cubicBezTo>
                <a:cubicBezTo>
                  <a:pt x="210467" y="41794"/>
                  <a:pt x="214415" y="36881"/>
                  <a:pt x="219589" y="33415"/>
                </a:cubicBezTo>
                <a:cubicBezTo>
                  <a:pt x="224762" y="29950"/>
                  <a:pt x="230838" y="28217"/>
                  <a:pt x="237818" y="28217"/>
                </a:cubicBezTo>
                <a:cubicBezTo>
                  <a:pt x="247125" y="28217"/>
                  <a:pt x="254798" y="32004"/>
                  <a:pt x="260838" y="39579"/>
                </a:cubicBezTo>
                <a:lnTo>
                  <a:pt x="260838" y="30000"/>
                </a:lnTo>
                <a:lnTo>
                  <a:pt x="273164" y="30000"/>
                </a:lnTo>
                <a:lnTo>
                  <a:pt x="273164" y="98213"/>
                </a:lnTo>
                <a:cubicBezTo>
                  <a:pt x="273164" y="110498"/>
                  <a:pt x="271914" y="119204"/>
                  <a:pt x="269414" y="124330"/>
                </a:cubicBezTo>
                <a:cubicBezTo>
                  <a:pt x="266914" y="129457"/>
                  <a:pt x="262954" y="133507"/>
                  <a:pt x="257533" y="136478"/>
                </a:cubicBezTo>
                <a:cubicBezTo>
                  <a:pt x="252113" y="139452"/>
                  <a:pt x="245442" y="140938"/>
                  <a:pt x="237521" y="140938"/>
                </a:cubicBezTo>
                <a:cubicBezTo>
                  <a:pt x="228116" y="140938"/>
                  <a:pt x="220517" y="138816"/>
                  <a:pt x="214725" y="134571"/>
                </a:cubicBezTo>
                <a:cubicBezTo>
                  <a:pt x="208933" y="130326"/>
                  <a:pt x="206136" y="123934"/>
                  <a:pt x="206334" y="115394"/>
                </a:cubicBezTo>
                <a:moveTo>
                  <a:pt x="217398" y="68021"/>
                </a:moveTo>
                <a:cubicBezTo>
                  <a:pt x="217398" y="78341"/>
                  <a:pt x="219452" y="85871"/>
                  <a:pt x="223561" y="90611"/>
                </a:cubicBezTo>
                <a:cubicBezTo>
                  <a:pt x="227670" y="95351"/>
                  <a:pt x="232818" y="97721"/>
                  <a:pt x="239007" y="97721"/>
                </a:cubicBezTo>
                <a:cubicBezTo>
                  <a:pt x="245145" y="97721"/>
                  <a:pt x="250293" y="95364"/>
                  <a:pt x="254452" y="90648"/>
                </a:cubicBezTo>
                <a:cubicBezTo>
                  <a:pt x="258610" y="85933"/>
                  <a:pt x="260689" y="78538"/>
                  <a:pt x="260689" y="68464"/>
                </a:cubicBezTo>
                <a:cubicBezTo>
                  <a:pt x="260689" y="58836"/>
                  <a:pt x="258548" y="51577"/>
                  <a:pt x="254266" y="46689"/>
                </a:cubicBezTo>
                <a:cubicBezTo>
                  <a:pt x="249984" y="41800"/>
                  <a:pt x="244823" y="39356"/>
                  <a:pt x="238784" y="39356"/>
                </a:cubicBezTo>
                <a:cubicBezTo>
                  <a:pt x="232843" y="39356"/>
                  <a:pt x="227794" y="41763"/>
                  <a:pt x="223635" y="46577"/>
                </a:cubicBezTo>
                <a:cubicBezTo>
                  <a:pt x="219477" y="51391"/>
                  <a:pt x="217398" y="58539"/>
                  <a:pt x="217398" y="68021"/>
                </a:cubicBezTo>
                <a:close/>
                <a:moveTo>
                  <a:pt x="347323" y="83464"/>
                </a:moveTo>
                <a:lnTo>
                  <a:pt x="361135" y="85172"/>
                </a:lnTo>
                <a:cubicBezTo>
                  <a:pt x="358957" y="93241"/>
                  <a:pt x="354922" y="99503"/>
                  <a:pt x="349031" y="103959"/>
                </a:cubicBezTo>
                <a:cubicBezTo>
                  <a:pt x="343140" y="108414"/>
                  <a:pt x="335616" y="110642"/>
                  <a:pt x="326457" y="110642"/>
                </a:cubicBezTo>
                <a:cubicBezTo>
                  <a:pt x="314923" y="110642"/>
                  <a:pt x="305777" y="107090"/>
                  <a:pt x="299020" y="99986"/>
                </a:cubicBezTo>
                <a:cubicBezTo>
                  <a:pt x="292262" y="92882"/>
                  <a:pt x="288884" y="82919"/>
                  <a:pt x="288884" y="70098"/>
                </a:cubicBezTo>
                <a:cubicBezTo>
                  <a:pt x="288884" y="56831"/>
                  <a:pt x="292299" y="46534"/>
                  <a:pt x="299131" y="39207"/>
                </a:cubicBezTo>
                <a:cubicBezTo>
                  <a:pt x="305963" y="31881"/>
                  <a:pt x="314824" y="28217"/>
                  <a:pt x="325715" y="28217"/>
                </a:cubicBezTo>
                <a:cubicBezTo>
                  <a:pt x="336259" y="28217"/>
                  <a:pt x="344873" y="31801"/>
                  <a:pt x="351556" y="38968"/>
                </a:cubicBezTo>
                <a:cubicBezTo>
                  <a:pt x="358239" y="46134"/>
                  <a:pt x="361581" y="56216"/>
                  <a:pt x="361581" y="69214"/>
                </a:cubicBezTo>
                <a:cubicBezTo>
                  <a:pt x="361581" y="70004"/>
                  <a:pt x="361556" y="71190"/>
                  <a:pt x="361506" y="72771"/>
                </a:cubicBezTo>
                <a:lnTo>
                  <a:pt x="302695" y="72771"/>
                </a:lnTo>
                <a:cubicBezTo>
                  <a:pt x="303190" y="81410"/>
                  <a:pt x="305641" y="88025"/>
                  <a:pt x="310047" y="92616"/>
                </a:cubicBezTo>
                <a:cubicBezTo>
                  <a:pt x="314453" y="97208"/>
                  <a:pt x="319948" y="99503"/>
                  <a:pt x="326532" y="99503"/>
                </a:cubicBezTo>
                <a:cubicBezTo>
                  <a:pt x="331433" y="99503"/>
                  <a:pt x="335616" y="98229"/>
                  <a:pt x="339081" y="95679"/>
                </a:cubicBezTo>
                <a:cubicBezTo>
                  <a:pt x="342546" y="93128"/>
                  <a:pt x="345294" y="89056"/>
                  <a:pt x="347323" y="83464"/>
                </a:cubicBezTo>
                <a:moveTo>
                  <a:pt x="303438" y="61633"/>
                </a:moveTo>
                <a:lnTo>
                  <a:pt x="347472" y="61633"/>
                </a:lnTo>
                <a:cubicBezTo>
                  <a:pt x="346878" y="55107"/>
                  <a:pt x="345195" y="50213"/>
                  <a:pt x="342422" y="46951"/>
                </a:cubicBezTo>
                <a:cubicBezTo>
                  <a:pt x="338165" y="41887"/>
                  <a:pt x="332645" y="39356"/>
                  <a:pt x="325863" y="39356"/>
                </a:cubicBezTo>
                <a:cubicBezTo>
                  <a:pt x="319725" y="39356"/>
                  <a:pt x="314564" y="41377"/>
                  <a:pt x="310381" y="45419"/>
                </a:cubicBezTo>
                <a:cubicBezTo>
                  <a:pt x="306198" y="49460"/>
                  <a:pt x="303883" y="54865"/>
                  <a:pt x="303438" y="61633"/>
                </a:cubicBezTo>
                <a:close/>
                <a:moveTo>
                  <a:pt x="377745" y="108860"/>
                </a:moveTo>
                <a:lnTo>
                  <a:pt x="377745" y="30000"/>
                </a:lnTo>
                <a:lnTo>
                  <a:pt x="389775" y="30000"/>
                </a:lnTo>
                <a:lnTo>
                  <a:pt x="389775" y="41881"/>
                </a:lnTo>
                <a:cubicBezTo>
                  <a:pt x="392844" y="36317"/>
                  <a:pt x="395678" y="32650"/>
                  <a:pt x="398277" y="30877"/>
                </a:cubicBezTo>
                <a:cubicBezTo>
                  <a:pt x="400876" y="29104"/>
                  <a:pt x="403735" y="28217"/>
                  <a:pt x="406854" y="28217"/>
                </a:cubicBezTo>
                <a:cubicBezTo>
                  <a:pt x="411358" y="28217"/>
                  <a:pt x="415938" y="29647"/>
                  <a:pt x="420591" y="32506"/>
                </a:cubicBezTo>
                <a:lnTo>
                  <a:pt x="415987" y="44851"/>
                </a:lnTo>
                <a:cubicBezTo>
                  <a:pt x="412720" y="42920"/>
                  <a:pt x="409453" y="41955"/>
                  <a:pt x="406185" y="41955"/>
                </a:cubicBezTo>
                <a:cubicBezTo>
                  <a:pt x="403265" y="41955"/>
                  <a:pt x="400641" y="42835"/>
                  <a:pt x="398314" y="44596"/>
                </a:cubicBezTo>
                <a:cubicBezTo>
                  <a:pt x="395987" y="46354"/>
                  <a:pt x="394329" y="48795"/>
                  <a:pt x="393339" y="51917"/>
                </a:cubicBezTo>
                <a:cubicBezTo>
                  <a:pt x="391854" y="56674"/>
                  <a:pt x="391111" y="61877"/>
                  <a:pt x="391111" y="67527"/>
                </a:cubicBezTo>
                <a:lnTo>
                  <a:pt x="391111" y="108860"/>
                </a:lnTo>
                <a:lnTo>
                  <a:pt x="377745" y="108860"/>
                </a:lnTo>
                <a:close/>
                <a:moveTo>
                  <a:pt x="428535" y="139156"/>
                </a:moveTo>
                <a:lnTo>
                  <a:pt x="428535" y="30000"/>
                </a:lnTo>
                <a:lnTo>
                  <a:pt x="440713" y="30000"/>
                </a:lnTo>
                <a:lnTo>
                  <a:pt x="440713" y="40173"/>
                </a:lnTo>
                <a:cubicBezTo>
                  <a:pt x="443585" y="36188"/>
                  <a:pt x="446827" y="33199"/>
                  <a:pt x="450441" y="31206"/>
                </a:cubicBezTo>
                <a:cubicBezTo>
                  <a:pt x="454055" y="29214"/>
                  <a:pt x="458436" y="28217"/>
                  <a:pt x="463584" y="28217"/>
                </a:cubicBezTo>
                <a:cubicBezTo>
                  <a:pt x="470317" y="28217"/>
                  <a:pt x="476257" y="29950"/>
                  <a:pt x="481406" y="33415"/>
                </a:cubicBezTo>
                <a:cubicBezTo>
                  <a:pt x="486554" y="36881"/>
                  <a:pt x="490440" y="41769"/>
                  <a:pt x="493064" y="48081"/>
                </a:cubicBezTo>
                <a:cubicBezTo>
                  <a:pt x="495688" y="54393"/>
                  <a:pt x="497000" y="61311"/>
                  <a:pt x="497000" y="68836"/>
                </a:cubicBezTo>
                <a:cubicBezTo>
                  <a:pt x="497000" y="76905"/>
                  <a:pt x="495552" y="84169"/>
                  <a:pt x="492656" y="90630"/>
                </a:cubicBezTo>
                <a:cubicBezTo>
                  <a:pt x="489760" y="97090"/>
                  <a:pt x="485552" y="102040"/>
                  <a:pt x="480032" y="105481"/>
                </a:cubicBezTo>
                <a:cubicBezTo>
                  <a:pt x="474512" y="108922"/>
                  <a:pt x="468708" y="110642"/>
                  <a:pt x="462619" y="110642"/>
                </a:cubicBezTo>
                <a:cubicBezTo>
                  <a:pt x="458164" y="110642"/>
                  <a:pt x="454166" y="109689"/>
                  <a:pt x="450627" y="107783"/>
                </a:cubicBezTo>
                <a:cubicBezTo>
                  <a:pt x="447087" y="105875"/>
                  <a:pt x="444179" y="103467"/>
                  <a:pt x="441902" y="100557"/>
                </a:cubicBezTo>
                <a:lnTo>
                  <a:pt x="441902" y="139156"/>
                </a:lnTo>
                <a:lnTo>
                  <a:pt x="428535" y="139156"/>
                </a:lnTo>
                <a:moveTo>
                  <a:pt x="440639" y="69764"/>
                </a:moveTo>
                <a:cubicBezTo>
                  <a:pt x="440639" y="79900"/>
                  <a:pt x="442694" y="87390"/>
                  <a:pt x="446802" y="92236"/>
                </a:cubicBezTo>
                <a:cubicBezTo>
                  <a:pt x="450911" y="97081"/>
                  <a:pt x="455886" y="99503"/>
                  <a:pt x="461728" y="99503"/>
                </a:cubicBezTo>
                <a:cubicBezTo>
                  <a:pt x="467668" y="99503"/>
                  <a:pt x="472755" y="96994"/>
                  <a:pt x="476988" y="91976"/>
                </a:cubicBezTo>
                <a:cubicBezTo>
                  <a:pt x="481220" y="86957"/>
                  <a:pt x="483337" y="79182"/>
                  <a:pt x="483337" y="68650"/>
                </a:cubicBezTo>
                <a:cubicBezTo>
                  <a:pt x="483337" y="58613"/>
                  <a:pt x="481270" y="51098"/>
                  <a:pt x="477136" y="46104"/>
                </a:cubicBezTo>
                <a:cubicBezTo>
                  <a:pt x="473003" y="41110"/>
                  <a:pt x="468064" y="38613"/>
                  <a:pt x="462322" y="38613"/>
                </a:cubicBezTo>
                <a:cubicBezTo>
                  <a:pt x="456629" y="38613"/>
                  <a:pt x="451592" y="41271"/>
                  <a:pt x="447211" y="46586"/>
                </a:cubicBezTo>
                <a:cubicBezTo>
                  <a:pt x="442830" y="51902"/>
                  <a:pt x="440639" y="59628"/>
                  <a:pt x="440639" y="69764"/>
                </a:cubicBezTo>
                <a:close/>
                <a:moveTo>
                  <a:pt x="512941" y="108860"/>
                </a:moveTo>
                <a:lnTo>
                  <a:pt x="512941" y="30000"/>
                </a:lnTo>
                <a:lnTo>
                  <a:pt x="524971" y="30000"/>
                </a:lnTo>
                <a:lnTo>
                  <a:pt x="524971" y="41881"/>
                </a:lnTo>
                <a:cubicBezTo>
                  <a:pt x="528040" y="36317"/>
                  <a:pt x="530874" y="32650"/>
                  <a:pt x="533473" y="30877"/>
                </a:cubicBezTo>
                <a:cubicBezTo>
                  <a:pt x="536072" y="29104"/>
                  <a:pt x="538931" y="28217"/>
                  <a:pt x="542050" y="28217"/>
                </a:cubicBezTo>
                <a:cubicBezTo>
                  <a:pt x="546555" y="28217"/>
                  <a:pt x="551134" y="29647"/>
                  <a:pt x="555787" y="32506"/>
                </a:cubicBezTo>
                <a:lnTo>
                  <a:pt x="551183" y="44851"/>
                </a:lnTo>
                <a:cubicBezTo>
                  <a:pt x="547916" y="42920"/>
                  <a:pt x="544649" y="41955"/>
                  <a:pt x="541382" y="41955"/>
                </a:cubicBezTo>
                <a:cubicBezTo>
                  <a:pt x="538461" y="41955"/>
                  <a:pt x="535837" y="42835"/>
                  <a:pt x="533510" y="44596"/>
                </a:cubicBezTo>
                <a:cubicBezTo>
                  <a:pt x="531184" y="46354"/>
                  <a:pt x="529525" y="48795"/>
                  <a:pt x="528535" y="51917"/>
                </a:cubicBezTo>
                <a:cubicBezTo>
                  <a:pt x="527050" y="56674"/>
                  <a:pt x="526308" y="61877"/>
                  <a:pt x="526308" y="67527"/>
                </a:cubicBezTo>
                <a:lnTo>
                  <a:pt x="526308" y="108860"/>
                </a:lnTo>
                <a:lnTo>
                  <a:pt x="512941" y="108860"/>
                </a:lnTo>
                <a:close/>
                <a:moveTo>
                  <a:pt x="563806" y="15445"/>
                </a:moveTo>
                <a:lnTo>
                  <a:pt x="563806" y="0"/>
                </a:lnTo>
                <a:lnTo>
                  <a:pt x="577172" y="0"/>
                </a:lnTo>
                <a:lnTo>
                  <a:pt x="577172" y="15445"/>
                </a:lnTo>
                <a:lnTo>
                  <a:pt x="563806" y="15445"/>
                </a:lnTo>
                <a:moveTo>
                  <a:pt x="563806" y="108860"/>
                </a:moveTo>
                <a:lnTo>
                  <a:pt x="563806" y="30000"/>
                </a:lnTo>
                <a:lnTo>
                  <a:pt x="577172" y="30000"/>
                </a:lnTo>
                <a:lnTo>
                  <a:pt x="577172" y="108860"/>
                </a:lnTo>
                <a:lnTo>
                  <a:pt x="563806" y="108860"/>
                </a:lnTo>
                <a:close/>
                <a:moveTo>
                  <a:pt x="597493" y="108860"/>
                </a:moveTo>
                <a:lnTo>
                  <a:pt x="597493" y="30000"/>
                </a:lnTo>
                <a:lnTo>
                  <a:pt x="609522" y="30000"/>
                </a:lnTo>
                <a:lnTo>
                  <a:pt x="609522" y="41138"/>
                </a:lnTo>
                <a:cubicBezTo>
                  <a:pt x="615314" y="32524"/>
                  <a:pt x="623680" y="28217"/>
                  <a:pt x="634621" y="28217"/>
                </a:cubicBezTo>
                <a:cubicBezTo>
                  <a:pt x="639373" y="28217"/>
                  <a:pt x="643742" y="29071"/>
                  <a:pt x="647727" y="30779"/>
                </a:cubicBezTo>
                <a:cubicBezTo>
                  <a:pt x="651712" y="32487"/>
                  <a:pt x="654695" y="34727"/>
                  <a:pt x="656675" y="37499"/>
                </a:cubicBezTo>
                <a:cubicBezTo>
                  <a:pt x="658655" y="40272"/>
                  <a:pt x="660041" y="43564"/>
                  <a:pt x="660833" y="47375"/>
                </a:cubicBezTo>
                <a:cubicBezTo>
                  <a:pt x="661328" y="49851"/>
                  <a:pt x="661576" y="54182"/>
                  <a:pt x="661576" y="60370"/>
                </a:cubicBezTo>
                <a:lnTo>
                  <a:pt x="661576" y="108860"/>
                </a:lnTo>
                <a:lnTo>
                  <a:pt x="648210" y="108860"/>
                </a:lnTo>
                <a:lnTo>
                  <a:pt x="648210" y="60839"/>
                </a:lnTo>
                <a:cubicBezTo>
                  <a:pt x="648210" y="55387"/>
                  <a:pt x="647690" y="51311"/>
                  <a:pt x="646650" y="48610"/>
                </a:cubicBezTo>
                <a:cubicBezTo>
                  <a:pt x="645611" y="45909"/>
                  <a:pt x="643767" y="43753"/>
                  <a:pt x="641118" y="42143"/>
                </a:cubicBezTo>
                <a:cubicBezTo>
                  <a:pt x="638470" y="40532"/>
                  <a:pt x="635363" y="39727"/>
                  <a:pt x="631799" y="39727"/>
                </a:cubicBezTo>
                <a:cubicBezTo>
                  <a:pt x="626106" y="39727"/>
                  <a:pt x="621193" y="41536"/>
                  <a:pt x="617059" y="45155"/>
                </a:cubicBezTo>
                <a:cubicBezTo>
                  <a:pt x="612925" y="48772"/>
                  <a:pt x="610859" y="55635"/>
                  <a:pt x="610859" y="65745"/>
                </a:cubicBezTo>
                <a:lnTo>
                  <a:pt x="610859" y="108860"/>
                </a:lnTo>
                <a:lnTo>
                  <a:pt x="597493" y="108860"/>
                </a:lnTo>
                <a:close/>
                <a:moveTo>
                  <a:pt x="711230" y="97053"/>
                </a:moveTo>
                <a:lnTo>
                  <a:pt x="713161" y="108860"/>
                </a:lnTo>
                <a:cubicBezTo>
                  <a:pt x="709398" y="109553"/>
                  <a:pt x="706032" y="109899"/>
                  <a:pt x="703062" y="109899"/>
                </a:cubicBezTo>
                <a:cubicBezTo>
                  <a:pt x="698210" y="109899"/>
                  <a:pt x="694448" y="109132"/>
                  <a:pt x="691775" y="107597"/>
                </a:cubicBezTo>
                <a:cubicBezTo>
                  <a:pt x="689102" y="106063"/>
                  <a:pt x="687221" y="104045"/>
                  <a:pt x="686131" y="101545"/>
                </a:cubicBezTo>
                <a:cubicBezTo>
                  <a:pt x="685042" y="99045"/>
                  <a:pt x="684498" y="93786"/>
                  <a:pt x="684498" y="85766"/>
                </a:cubicBezTo>
                <a:lnTo>
                  <a:pt x="684498" y="40395"/>
                </a:lnTo>
                <a:lnTo>
                  <a:pt x="674696" y="40395"/>
                </a:lnTo>
                <a:lnTo>
                  <a:pt x="674696" y="30000"/>
                </a:lnTo>
                <a:lnTo>
                  <a:pt x="684498" y="30000"/>
                </a:lnTo>
                <a:lnTo>
                  <a:pt x="684498" y="10417"/>
                </a:lnTo>
                <a:lnTo>
                  <a:pt x="697790" y="2376"/>
                </a:lnTo>
                <a:lnTo>
                  <a:pt x="697790" y="30000"/>
                </a:lnTo>
                <a:lnTo>
                  <a:pt x="711230" y="30000"/>
                </a:lnTo>
                <a:lnTo>
                  <a:pt x="711230" y="40395"/>
                </a:lnTo>
                <a:lnTo>
                  <a:pt x="697790" y="40395"/>
                </a:lnTo>
                <a:lnTo>
                  <a:pt x="697790" y="86509"/>
                </a:lnTo>
                <a:cubicBezTo>
                  <a:pt x="697790" y="90320"/>
                  <a:pt x="698025" y="92771"/>
                  <a:pt x="698495" y="93860"/>
                </a:cubicBezTo>
                <a:cubicBezTo>
                  <a:pt x="698965" y="94949"/>
                  <a:pt x="699733" y="95815"/>
                  <a:pt x="700797" y="96459"/>
                </a:cubicBezTo>
                <a:cubicBezTo>
                  <a:pt x="701861" y="97102"/>
                  <a:pt x="703384" y="97424"/>
                  <a:pt x="705364" y="97424"/>
                </a:cubicBezTo>
                <a:cubicBezTo>
                  <a:pt x="706849" y="97424"/>
                  <a:pt x="708804" y="97300"/>
                  <a:pt x="711230" y="97053"/>
                </a:cubicBezTo>
                <a:close/>
                <a:moveTo>
                  <a:pt x="724399" y="15445"/>
                </a:moveTo>
                <a:lnTo>
                  <a:pt x="724399" y="0"/>
                </a:lnTo>
                <a:lnTo>
                  <a:pt x="737765" y="0"/>
                </a:lnTo>
                <a:lnTo>
                  <a:pt x="737765" y="15445"/>
                </a:lnTo>
                <a:lnTo>
                  <a:pt x="724399" y="15445"/>
                </a:lnTo>
                <a:moveTo>
                  <a:pt x="724399" y="108860"/>
                </a:moveTo>
                <a:lnTo>
                  <a:pt x="724399" y="30000"/>
                </a:lnTo>
                <a:lnTo>
                  <a:pt x="737765" y="30000"/>
                </a:lnTo>
                <a:lnTo>
                  <a:pt x="737765" y="108860"/>
                </a:lnTo>
                <a:lnTo>
                  <a:pt x="724399" y="108860"/>
                </a:lnTo>
                <a:close/>
                <a:moveTo>
                  <a:pt x="758086" y="108860"/>
                </a:moveTo>
                <a:lnTo>
                  <a:pt x="758086" y="30000"/>
                </a:lnTo>
                <a:lnTo>
                  <a:pt x="770115" y="30000"/>
                </a:lnTo>
                <a:lnTo>
                  <a:pt x="770115" y="41138"/>
                </a:lnTo>
                <a:cubicBezTo>
                  <a:pt x="775907" y="32524"/>
                  <a:pt x="784273" y="28217"/>
                  <a:pt x="795214" y="28217"/>
                </a:cubicBezTo>
                <a:cubicBezTo>
                  <a:pt x="799966" y="28217"/>
                  <a:pt x="804335" y="29071"/>
                  <a:pt x="808320" y="30779"/>
                </a:cubicBezTo>
                <a:cubicBezTo>
                  <a:pt x="812305" y="32487"/>
                  <a:pt x="815288" y="34727"/>
                  <a:pt x="817268" y="37499"/>
                </a:cubicBezTo>
                <a:cubicBezTo>
                  <a:pt x="819248" y="40272"/>
                  <a:pt x="820634" y="43564"/>
                  <a:pt x="821426" y="47375"/>
                </a:cubicBezTo>
                <a:cubicBezTo>
                  <a:pt x="821921" y="49851"/>
                  <a:pt x="822169" y="54182"/>
                  <a:pt x="822169" y="60370"/>
                </a:cubicBezTo>
                <a:lnTo>
                  <a:pt x="822169" y="108860"/>
                </a:lnTo>
                <a:lnTo>
                  <a:pt x="808803" y="108860"/>
                </a:lnTo>
                <a:lnTo>
                  <a:pt x="808803" y="60839"/>
                </a:lnTo>
                <a:cubicBezTo>
                  <a:pt x="808803" y="55387"/>
                  <a:pt x="808283" y="51311"/>
                  <a:pt x="807243" y="48610"/>
                </a:cubicBezTo>
                <a:cubicBezTo>
                  <a:pt x="806204" y="45909"/>
                  <a:pt x="804360" y="43753"/>
                  <a:pt x="801711" y="42143"/>
                </a:cubicBezTo>
                <a:cubicBezTo>
                  <a:pt x="799063" y="40532"/>
                  <a:pt x="795956" y="39727"/>
                  <a:pt x="792392" y="39727"/>
                </a:cubicBezTo>
                <a:cubicBezTo>
                  <a:pt x="786699" y="39727"/>
                  <a:pt x="781786" y="41536"/>
                  <a:pt x="777652" y="45155"/>
                </a:cubicBezTo>
                <a:cubicBezTo>
                  <a:pt x="773519" y="48772"/>
                  <a:pt x="771452" y="55635"/>
                  <a:pt x="771452" y="65745"/>
                </a:cubicBezTo>
                <a:lnTo>
                  <a:pt x="771452" y="108860"/>
                </a:lnTo>
                <a:lnTo>
                  <a:pt x="758086" y="108860"/>
                </a:lnTo>
                <a:close/>
                <a:moveTo>
                  <a:pt x="840190" y="115394"/>
                </a:moveTo>
                <a:lnTo>
                  <a:pt x="853185" y="117325"/>
                </a:lnTo>
                <a:cubicBezTo>
                  <a:pt x="853729" y="121335"/>
                  <a:pt x="855239" y="124255"/>
                  <a:pt x="857714" y="126087"/>
                </a:cubicBezTo>
                <a:cubicBezTo>
                  <a:pt x="861031" y="128562"/>
                  <a:pt x="865561" y="129800"/>
                  <a:pt x="871303" y="129800"/>
                </a:cubicBezTo>
                <a:cubicBezTo>
                  <a:pt x="877491" y="129800"/>
                  <a:pt x="882268" y="128559"/>
                  <a:pt x="885635" y="126078"/>
                </a:cubicBezTo>
                <a:cubicBezTo>
                  <a:pt x="889001" y="123598"/>
                  <a:pt x="891278" y="120125"/>
                  <a:pt x="892466" y="115659"/>
                </a:cubicBezTo>
                <a:cubicBezTo>
                  <a:pt x="893159" y="112931"/>
                  <a:pt x="893481" y="107201"/>
                  <a:pt x="893432" y="98468"/>
                </a:cubicBezTo>
                <a:cubicBezTo>
                  <a:pt x="887590" y="105396"/>
                  <a:pt x="880313" y="108860"/>
                  <a:pt x="871600" y="108860"/>
                </a:cubicBezTo>
                <a:cubicBezTo>
                  <a:pt x="860759" y="108860"/>
                  <a:pt x="852368" y="104949"/>
                  <a:pt x="846427" y="97127"/>
                </a:cubicBezTo>
                <a:cubicBezTo>
                  <a:pt x="840487" y="89305"/>
                  <a:pt x="837517" y="79924"/>
                  <a:pt x="837517" y="68984"/>
                </a:cubicBezTo>
                <a:cubicBezTo>
                  <a:pt x="837517" y="61459"/>
                  <a:pt x="838878" y="54516"/>
                  <a:pt x="841601" y="48155"/>
                </a:cubicBezTo>
                <a:cubicBezTo>
                  <a:pt x="844323" y="41794"/>
                  <a:pt x="848271" y="36881"/>
                  <a:pt x="853445" y="33415"/>
                </a:cubicBezTo>
                <a:cubicBezTo>
                  <a:pt x="858618" y="29950"/>
                  <a:pt x="864694" y="28217"/>
                  <a:pt x="871674" y="28217"/>
                </a:cubicBezTo>
                <a:cubicBezTo>
                  <a:pt x="880981" y="28217"/>
                  <a:pt x="888654" y="32004"/>
                  <a:pt x="894694" y="39579"/>
                </a:cubicBezTo>
                <a:lnTo>
                  <a:pt x="894694" y="30000"/>
                </a:lnTo>
                <a:lnTo>
                  <a:pt x="907020" y="30000"/>
                </a:lnTo>
                <a:lnTo>
                  <a:pt x="907020" y="98213"/>
                </a:lnTo>
                <a:cubicBezTo>
                  <a:pt x="907020" y="110498"/>
                  <a:pt x="905770" y="119204"/>
                  <a:pt x="903271" y="124330"/>
                </a:cubicBezTo>
                <a:cubicBezTo>
                  <a:pt x="900771" y="129457"/>
                  <a:pt x="896810" y="133507"/>
                  <a:pt x="891390" y="136478"/>
                </a:cubicBezTo>
                <a:cubicBezTo>
                  <a:pt x="885969" y="139452"/>
                  <a:pt x="879298" y="140938"/>
                  <a:pt x="871377" y="140938"/>
                </a:cubicBezTo>
                <a:cubicBezTo>
                  <a:pt x="861972" y="140938"/>
                  <a:pt x="854373" y="138816"/>
                  <a:pt x="848581" y="134571"/>
                </a:cubicBezTo>
                <a:cubicBezTo>
                  <a:pt x="842789" y="130326"/>
                  <a:pt x="839992" y="123934"/>
                  <a:pt x="840190" y="115394"/>
                </a:cubicBezTo>
                <a:moveTo>
                  <a:pt x="851254" y="68021"/>
                </a:moveTo>
                <a:cubicBezTo>
                  <a:pt x="851254" y="78341"/>
                  <a:pt x="853308" y="85871"/>
                  <a:pt x="857417" y="90611"/>
                </a:cubicBezTo>
                <a:cubicBezTo>
                  <a:pt x="861526" y="95351"/>
                  <a:pt x="866675" y="97721"/>
                  <a:pt x="872863" y="97721"/>
                </a:cubicBezTo>
                <a:cubicBezTo>
                  <a:pt x="879001" y="97721"/>
                  <a:pt x="884150" y="95364"/>
                  <a:pt x="888308" y="90648"/>
                </a:cubicBezTo>
                <a:cubicBezTo>
                  <a:pt x="892466" y="85933"/>
                  <a:pt x="894545" y="78538"/>
                  <a:pt x="894545" y="68464"/>
                </a:cubicBezTo>
                <a:cubicBezTo>
                  <a:pt x="894545" y="58836"/>
                  <a:pt x="892404" y="51577"/>
                  <a:pt x="888122" y="46689"/>
                </a:cubicBezTo>
                <a:cubicBezTo>
                  <a:pt x="883840" y="41800"/>
                  <a:pt x="878679" y="39356"/>
                  <a:pt x="872640" y="39356"/>
                </a:cubicBezTo>
                <a:cubicBezTo>
                  <a:pt x="866699" y="39356"/>
                  <a:pt x="861650" y="41763"/>
                  <a:pt x="857492" y="46577"/>
                </a:cubicBezTo>
                <a:cubicBezTo>
                  <a:pt x="853333" y="51391"/>
                  <a:pt x="851254" y="58539"/>
                  <a:pt x="851254" y="680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T">
            <a:extLst xmlns:a="http://schemas.openxmlformats.org/drawingml/2006/main">
              <a:ext uri="{FF2B5EF4-FFF2-40B4-BE49-F238E27FC236}">
                <a16:creationId xmlns:a16="http://schemas.microsoft.com/office/drawing/2014/main" id="{E1B2481E-1501-48AA-8E6C-85F8CD41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522" y="3941428"/>
            <a:ext cx="86286" cy="108860"/>
          </a:xfrm>
          <a:custGeom xmlns:a="http://schemas.openxmlformats.org/drawingml/2006/main">
            <a:pathLst>
              <a:path w="86286" h="108860">
                <a:moveTo>
                  <a:pt x="35866" y="108860"/>
                </a:moveTo>
                <a:lnTo>
                  <a:pt x="35866" y="12846"/>
                </a:lnTo>
                <a:lnTo>
                  <a:pt x="0" y="12846"/>
                </a:lnTo>
                <a:lnTo>
                  <a:pt x="0" y="0"/>
                </a:lnTo>
                <a:lnTo>
                  <a:pt x="86286" y="0"/>
                </a:lnTo>
                <a:lnTo>
                  <a:pt x="86286" y="12846"/>
                </a:lnTo>
                <a:lnTo>
                  <a:pt x="50271" y="12846"/>
                </a:lnTo>
                <a:lnTo>
                  <a:pt x="50271" y="108860"/>
                </a:lnTo>
                <a:lnTo>
                  <a:pt x="35866" y="1088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ools">
            <a:extLst xmlns:a="http://schemas.openxmlformats.org/drawingml/2006/main">
              <a:ext uri="{FF2B5EF4-FFF2-40B4-BE49-F238E27FC236}">
                <a16:creationId xmlns:a16="http://schemas.microsoft.com/office/drawing/2014/main" id="{01226D6C-F8FE-4D4E-9D3D-B68E63F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046" y="3941428"/>
            <a:ext cx="267993" cy="110642"/>
          </a:xfrm>
          <a:custGeom xmlns:a="http://schemas.openxmlformats.org/drawingml/2006/main">
            <a:pathLst>
              <a:path w="267993" h="110642">
                <a:moveTo>
                  <a:pt x="0" y="69430"/>
                </a:moveTo>
                <a:cubicBezTo>
                  <a:pt x="0" y="54826"/>
                  <a:pt x="4059" y="44009"/>
                  <a:pt x="12178" y="36980"/>
                </a:cubicBezTo>
                <a:cubicBezTo>
                  <a:pt x="18960" y="31138"/>
                  <a:pt x="27227" y="28217"/>
                  <a:pt x="36980" y="28217"/>
                </a:cubicBezTo>
                <a:cubicBezTo>
                  <a:pt x="47821" y="28217"/>
                  <a:pt x="56682" y="31769"/>
                  <a:pt x="63563" y="38873"/>
                </a:cubicBezTo>
                <a:cubicBezTo>
                  <a:pt x="70444" y="45977"/>
                  <a:pt x="73885" y="55791"/>
                  <a:pt x="73885" y="68316"/>
                </a:cubicBezTo>
                <a:cubicBezTo>
                  <a:pt x="73885" y="78464"/>
                  <a:pt x="72363" y="86447"/>
                  <a:pt x="69318" y="92263"/>
                </a:cubicBezTo>
                <a:cubicBezTo>
                  <a:pt x="66274" y="98080"/>
                  <a:pt x="61843" y="102597"/>
                  <a:pt x="56026" y="105815"/>
                </a:cubicBezTo>
                <a:cubicBezTo>
                  <a:pt x="50210" y="109033"/>
                  <a:pt x="43861" y="110642"/>
                  <a:pt x="36980" y="110642"/>
                </a:cubicBezTo>
                <a:cubicBezTo>
                  <a:pt x="25940" y="110642"/>
                  <a:pt x="17017" y="107102"/>
                  <a:pt x="10210" y="100023"/>
                </a:cubicBezTo>
                <a:cubicBezTo>
                  <a:pt x="3403" y="92944"/>
                  <a:pt x="0" y="82746"/>
                  <a:pt x="0" y="69430"/>
                </a:cubicBezTo>
                <a:moveTo>
                  <a:pt x="13737" y="69392"/>
                </a:moveTo>
                <a:cubicBezTo>
                  <a:pt x="13737" y="79454"/>
                  <a:pt x="15940" y="86988"/>
                  <a:pt x="20346" y="91994"/>
                </a:cubicBezTo>
                <a:cubicBezTo>
                  <a:pt x="24752" y="97000"/>
                  <a:pt x="30297" y="99503"/>
                  <a:pt x="36980" y="99503"/>
                </a:cubicBezTo>
                <a:cubicBezTo>
                  <a:pt x="43613" y="99503"/>
                  <a:pt x="49133" y="96988"/>
                  <a:pt x="53539" y="91957"/>
                </a:cubicBezTo>
                <a:cubicBezTo>
                  <a:pt x="57945" y="86926"/>
                  <a:pt x="60148" y="79257"/>
                  <a:pt x="60148" y="68949"/>
                </a:cubicBezTo>
                <a:cubicBezTo>
                  <a:pt x="60148" y="59232"/>
                  <a:pt x="57932" y="51871"/>
                  <a:pt x="53502" y="46865"/>
                </a:cubicBezTo>
                <a:cubicBezTo>
                  <a:pt x="49071" y="41859"/>
                  <a:pt x="43564" y="39356"/>
                  <a:pt x="36980" y="39356"/>
                </a:cubicBezTo>
                <a:cubicBezTo>
                  <a:pt x="30297" y="39356"/>
                  <a:pt x="24752" y="41846"/>
                  <a:pt x="20346" y="46828"/>
                </a:cubicBezTo>
                <a:cubicBezTo>
                  <a:pt x="15940" y="51809"/>
                  <a:pt x="13737" y="59331"/>
                  <a:pt x="13737" y="69392"/>
                </a:cubicBezTo>
                <a:close/>
                <a:moveTo>
                  <a:pt x="84555" y="69430"/>
                </a:moveTo>
                <a:cubicBezTo>
                  <a:pt x="84555" y="54826"/>
                  <a:pt x="88614" y="44009"/>
                  <a:pt x="96733" y="36980"/>
                </a:cubicBezTo>
                <a:cubicBezTo>
                  <a:pt x="103515" y="31138"/>
                  <a:pt x="111782" y="28217"/>
                  <a:pt x="121534" y="28217"/>
                </a:cubicBezTo>
                <a:cubicBezTo>
                  <a:pt x="132376" y="28217"/>
                  <a:pt x="141237" y="31769"/>
                  <a:pt x="148118" y="38873"/>
                </a:cubicBezTo>
                <a:cubicBezTo>
                  <a:pt x="154999" y="45977"/>
                  <a:pt x="158440" y="55791"/>
                  <a:pt x="158440" y="68316"/>
                </a:cubicBezTo>
                <a:cubicBezTo>
                  <a:pt x="158440" y="78464"/>
                  <a:pt x="156917" y="86447"/>
                  <a:pt x="153873" y="92263"/>
                </a:cubicBezTo>
                <a:cubicBezTo>
                  <a:pt x="150828" y="98080"/>
                  <a:pt x="146398" y="102597"/>
                  <a:pt x="140581" y="105815"/>
                </a:cubicBezTo>
                <a:cubicBezTo>
                  <a:pt x="134764" y="109033"/>
                  <a:pt x="128415" y="110642"/>
                  <a:pt x="121534" y="110642"/>
                </a:cubicBezTo>
                <a:cubicBezTo>
                  <a:pt x="110495" y="110642"/>
                  <a:pt x="101572" y="107102"/>
                  <a:pt x="94765" y="100023"/>
                </a:cubicBezTo>
                <a:cubicBezTo>
                  <a:pt x="87958" y="92944"/>
                  <a:pt x="84555" y="82746"/>
                  <a:pt x="84555" y="69430"/>
                </a:cubicBezTo>
                <a:moveTo>
                  <a:pt x="98292" y="69392"/>
                </a:moveTo>
                <a:cubicBezTo>
                  <a:pt x="98292" y="79454"/>
                  <a:pt x="100495" y="86988"/>
                  <a:pt x="104901" y="91994"/>
                </a:cubicBezTo>
                <a:cubicBezTo>
                  <a:pt x="109307" y="97000"/>
                  <a:pt x="114851" y="99503"/>
                  <a:pt x="121534" y="99503"/>
                </a:cubicBezTo>
                <a:cubicBezTo>
                  <a:pt x="128168" y="99503"/>
                  <a:pt x="133687" y="96988"/>
                  <a:pt x="138093" y="91957"/>
                </a:cubicBezTo>
                <a:cubicBezTo>
                  <a:pt x="142499" y="86926"/>
                  <a:pt x="144702" y="79257"/>
                  <a:pt x="144702" y="68949"/>
                </a:cubicBezTo>
                <a:cubicBezTo>
                  <a:pt x="144702" y="59232"/>
                  <a:pt x="142487" y="51871"/>
                  <a:pt x="138056" y="46865"/>
                </a:cubicBezTo>
                <a:cubicBezTo>
                  <a:pt x="133626" y="41859"/>
                  <a:pt x="128118" y="39356"/>
                  <a:pt x="121534" y="39356"/>
                </a:cubicBezTo>
                <a:cubicBezTo>
                  <a:pt x="114851" y="39356"/>
                  <a:pt x="109307" y="41846"/>
                  <a:pt x="104901" y="46828"/>
                </a:cubicBezTo>
                <a:cubicBezTo>
                  <a:pt x="100495" y="51809"/>
                  <a:pt x="98292" y="59331"/>
                  <a:pt x="98292" y="69392"/>
                </a:cubicBezTo>
                <a:close/>
                <a:moveTo>
                  <a:pt x="173787" y="108860"/>
                </a:moveTo>
                <a:lnTo>
                  <a:pt x="173787" y="0"/>
                </a:lnTo>
                <a:lnTo>
                  <a:pt x="187153" y="0"/>
                </a:lnTo>
                <a:lnTo>
                  <a:pt x="187153" y="108860"/>
                </a:lnTo>
                <a:lnTo>
                  <a:pt x="173787" y="108860"/>
                </a:lnTo>
                <a:close/>
                <a:moveTo>
                  <a:pt x="202499" y="85246"/>
                </a:moveTo>
                <a:lnTo>
                  <a:pt x="215716" y="83167"/>
                </a:lnTo>
                <a:cubicBezTo>
                  <a:pt x="216459" y="88441"/>
                  <a:pt x="218526" y="92482"/>
                  <a:pt x="221917" y="95292"/>
                </a:cubicBezTo>
                <a:cubicBezTo>
                  <a:pt x="225308" y="98099"/>
                  <a:pt x="230048" y="99503"/>
                  <a:pt x="236137" y="99503"/>
                </a:cubicBezTo>
                <a:cubicBezTo>
                  <a:pt x="242275" y="99503"/>
                  <a:pt x="246830" y="98263"/>
                  <a:pt x="249800" y="95784"/>
                </a:cubicBezTo>
                <a:cubicBezTo>
                  <a:pt x="252770" y="93302"/>
                  <a:pt x="254255" y="90392"/>
                  <a:pt x="254255" y="87054"/>
                </a:cubicBezTo>
                <a:cubicBezTo>
                  <a:pt x="254255" y="84057"/>
                  <a:pt x="252943" y="81700"/>
                  <a:pt x="250320" y="79981"/>
                </a:cubicBezTo>
                <a:cubicBezTo>
                  <a:pt x="248488" y="78802"/>
                  <a:pt x="243934" y="77304"/>
                  <a:pt x="236657" y="75486"/>
                </a:cubicBezTo>
                <a:cubicBezTo>
                  <a:pt x="226855" y="73009"/>
                  <a:pt x="220060" y="70867"/>
                  <a:pt x="216273" y="69058"/>
                </a:cubicBezTo>
                <a:cubicBezTo>
                  <a:pt x="212486" y="67250"/>
                  <a:pt x="209615" y="64748"/>
                  <a:pt x="207659" y="61551"/>
                </a:cubicBezTo>
                <a:cubicBezTo>
                  <a:pt x="205704" y="58355"/>
                  <a:pt x="204726" y="54825"/>
                  <a:pt x="204726" y="50961"/>
                </a:cubicBezTo>
                <a:cubicBezTo>
                  <a:pt x="204726" y="47443"/>
                  <a:pt x="205531" y="44185"/>
                  <a:pt x="207140" y="41187"/>
                </a:cubicBezTo>
                <a:cubicBezTo>
                  <a:pt x="208749" y="38189"/>
                  <a:pt x="210939" y="35699"/>
                  <a:pt x="213711" y="33717"/>
                </a:cubicBezTo>
                <a:cubicBezTo>
                  <a:pt x="215791" y="32181"/>
                  <a:pt x="218625" y="30881"/>
                  <a:pt x="222214" y="29816"/>
                </a:cubicBezTo>
                <a:cubicBezTo>
                  <a:pt x="225803" y="28750"/>
                  <a:pt x="229652" y="28217"/>
                  <a:pt x="233761" y="28217"/>
                </a:cubicBezTo>
                <a:cubicBezTo>
                  <a:pt x="239949" y="28217"/>
                  <a:pt x="245382" y="29115"/>
                  <a:pt x="250060" y="30909"/>
                </a:cubicBezTo>
                <a:cubicBezTo>
                  <a:pt x="254738" y="32702"/>
                  <a:pt x="258191" y="35132"/>
                  <a:pt x="260419" y="38198"/>
                </a:cubicBezTo>
                <a:cubicBezTo>
                  <a:pt x="262646" y="41262"/>
                  <a:pt x="264181" y="45361"/>
                  <a:pt x="265022" y="50494"/>
                </a:cubicBezTo>
                <a:lnTo>
                  <a:pt x="251953" y="52276"/>
                </a:lnTo>
                <a:cubicBezTo>
                  <a:pt x="251359" y="48217"/>
                  <a:pt x="249639" y="45049"/>
                  <a:pt x="246792" y="42772"/>
                </a:cubicBezTo>
                <a:cubicBezTo>
                  <a:pt x="243946" y="40494"/>
                  <a:pt x="239924" y="39356"/>
                  <a:pt x="234726" y="39356"/>
                </a:cubicBezTo>
                <a:cubicBezTo>
                  <a:pt x="228587" y="39356"/>
                  <a:pt x="224206" y="40366"/>
                  <a:pt x="221582" y="42386"/>
                </a:cubicBezTo>
                <a:cubicBezTo>
                  <a:pt x="218959" y="44405"/>
                  <a:pt x="217647" y="46770"/>
                  <a:pt x="217647" y="49480"/>
                </a:cubicBezTo>
                <a:cubicBezTo>
                  <a:pt x="217647" y="51204"/>
                  <a:pt x="218191" y="52755"/>
                  <a:pt x="219281" y="54135"/>
                </a:cubicBezTo>
                <a:cubicBezTo>
                  <a:pt x="220370" y="55563"/>
                  <a:pt x="222078" y="56745"/>
                  <a:pt x="224404" y="57681"/>
                </a:cubicBezTo>
                <a:cubicBezTo>
                  <a:pt x="225741" y="58174"/>
                  <a:pt x="229676" y="59308"/>
                  <a:pt x="236211" y="61080"/>
                </a:cubicBezTo>
                <a:cubicBezTo>
                  <a:pt x="245666" y="63604"/>
                  <a:pt x="252263" y="65669"/>
                  <a:pt x="256000" y="67276"/>
                </a:cubicBezTo>
                <a:cubicBezTo>
                  <a:pt x="259738" y="68883"/>
                  <a:pt x="262671" y="71221"/>
                  <a:pt x="264800" y="74289"/>
                </a:cubicBezTo>
                <a:cubicBezTo>
                  <a:pt x="266928" y="77355"/>
                  <a:pt x="267993" y="81163"/>
                  <a:pt x="267993" y="85713"/>
                </a:cubicBezTo>
                <a:cubicBezTo>
                  <a:pt x="267993" y="90165"/>
                  <a:pt x="266693" y="94357"/>
                  <a:pt x="264094" y="98290"/>
                </a:cubicBezTo>
                <a:cubicBezTo>
                  <a:pt x="261495" y="102221"/>
                  <a:pt x="257745" y="105262"/>
                  <a:pt x="252844" y="107414"/>
                </a:cubicBezTo>
                <a:cubicBezTo>
                  <a:pt x="247943" y="109566"/>
                  <a:pt x="242399" y="110642"/>
                  <a:pt x="236211" y="110642"/>
                </a:cubicBezTo>
                <a:cubicBezTo>
                  <a:pt x="225964" y="110642"/>
                  <a:pt x="218154" y="108507"/>
                  <a:pt x="212783" y="104237"/>
                </a:cubicBezTo>
                <a:cubicBezTo>
                  <a:pt x="207412" y="99967"/>
                  <a:pt x="203984" y="93637"/>
                  <a:pt x="202499" y="852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D65A5-6E4B-4E93-8573-21965324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206" y="2984990"/>
            <a:ext cx="419162" cy="10"/>
          </a:xfrm>
          <a:custGeom xmlns:a="http://schemas.openxmlformats.org/drawingml/2006/main">
            <a:pathLst>
              <a:path w="419162" h="1" fill="none">
                <a:moveTo>
                  <a:pt x="41916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68E8B-A95F-457B-BB38-7E2FED52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405" y="2918456"/>
            <a:ext cx="133067" cy="133067"/>
          </a:xfrm>
          <a:custGeom xmlns:a="http://schemas.openxmlformats.org/drawingml/2006/main">
            <a:pathLst>
              <a:path w="133067" h="133067">
                <a:moveTo>
                  <a:pt x="0" y="66534"/>
                </a:moveTo>
                <a:lnTo>
                  <a:pt x="133067" y="0"/>
                </a:lnTo>
                <a:lnTo>
                  <a:pt x="99800" y="66534"/>
                </a:lnTo>
                <a:lnTo>
                  <a:pt x="133067" y="133067"/>
                </a:lnTo>
                <a:lnTo>
                  <a:pt x="0" y="66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E8435-7579-4E3C-A405-8E2D183B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405" y="2918456"/>
            <a:ext cx="133067" cy="133067"/>
          </a:xfrm>
          <a:custGeom xmlns:a="http://schemas.openxmlformats.org/drawingml/2006/main">
            <a:pathLst>
              <a:path w="133067" h="133067" fill="none">
                <a:moveTo>
                  <a:pt x="0" y="66534"/>
                </a:moveTo>
                <a:lnTo>
                  <a:pt x="133067" y="0"/>
                </a:lnTo>
                <a:lnTo>
                  <a:pt x="99800" y="66534"/>
                </a:lnTo>
                <a:lnTo>
                  <a:pt x="133067" y="133067"/>
                </a:lnTo>
                <a:lnTo>
                  <a:pt x="0" y="665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16C9E-8FFE-41E6-B74B-80576856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578" y="409950"/>
            <a:ext cx="991540" cy="674841"/>
          </a:xfrm>
          <a:custGeom xmlns:a="http://schemas.openxmlformats.org/drawingml/2006/main">
            <a:pathLst>
              <a:path w="991540" h="674841" fill="none">
                <a:moveTo>
                  <a:pt x="991540" y="674841"/>
                </a:moveTo>
                <a:lnTo>
                  <a:pt x="99154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FD69F-1689-464A-AFD3-0625DB74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777" y="343417"/>
            <a:ext cx="133067" cy="133067"/>
          </a:xfrm>
          <a:custGeom xmlns:a="http://schemas.openxmlformats.org/drawingml/2006/main">
            <a:pathLst>
              <a:path w="133067" h="133067">
                <a:moveTo>
                  <a:pt x="0" y="66534"/>
                </a:moveTo>
                <a:lnTo>
                  <a:pt x="133067" y="0"/>
                </a:lnTo>
                <a:lnTo>
                  <a:pt x="99800" y="66534"/>
                </a:lnTo>
                <a:lnTo>
                  <a:pt x="133067" y="133067"/>
                </a:lnTo>
                <a:lnTo>
                  <a:pt x="0" y="66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C0D7F-2341-4CFC-B7F6-93F6AE3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777" y="343417"/>
            <a:ext cx="133067" cy="133067"/>
          </a:xfrm>
          <a:custGeom xmlns:a="http://schemas.openxmlformats.org/drawingml/2006/main">
            <a:pathLst>
              <a:path w="133067" h="133067" fill="none">
                <a:moveTo>
                  <a:pt x="0" y="66534"/>
                </a:moveTo>
                <a:lnTo>
                  <a:pt x="133067" y="0"/>
                </a:lnTo>
                <a:lnTo>
                  <a:pt x="99800" y="66534"/>
                </a:lnTo>
                <a:lnTo>
                  <a:pt x="133067" y="133067"/>
                </a:lnTo>
                <a:lnTo>
                  <a:pt x="0" y="665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AE9333-B15F-4190-B237-E77E31BF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061" y="1084792"/>
            <a:ext cx="228115" cy="2718372"/>
          </a:xfrm>
          <a:custGeom xmlns:a="http://schemas.openxmlformats.org/drawingml/2006/main">
            <a:pathLst>
              <a:path w="228115" h="2718372">
                <a:moveTo>
                  <a:pt x="0" y="2718372"/>
                </a:moveTo>
                <a:lnTo>
                  <a:pt x="0" y="0"/>
                </a:lnTo>
                <a:lnTo>
                  <a:pt x="228115" y="0"/>
                </a:lnTo>
                <a:lnTo>
                  <a:pt x="228115" y="2718372"/>
                </a:lnTo>
                <a:lnTo>
                  <a:pt x="0" y="27183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E1C4C-124A-49F1-A3B1-5799AB1F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061" y="1084792"/>
            <a:ext cx="228115" cy="2718372"/>
          </a:xfrm>
          <a:custGeom xmlns:a="http://schemas.openxmlformats.org/drawingml/2006/main">
            <a:pathLst>
              <a:path w="228115" h="2718372" fill="none">
                <a:moveTo>
                  <a:pt x="0" y="2718372"/>
                </a:moveTo>
                <a:lnTo>
                  <a:pt x="0" y="0"/>
                </a:lnTo>
                <a:lnTo>
                  <a:pt x="228115" y="0"/>
                </a:lnTo>
                <a:lnTo>
                  <a:pt x="228115" y="2718372"/>
                </a:lnTo>
                <a:lnTo>
                  <a:pt x="0" y="27183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00" name="Text N">
            <a:extLst xmlns:a="http://schemas.openxmlformats.org/drawingml/2006/main">
              <a:ext uri="{FF2B5EF4-FFF2-40B4-BE49-F238E27FC236}">
                <a16:creationId xmlns:a16="http://schemas.microsoft.com/office/drawing/2014/main" id="{7BFFF886-8EB1-4C87-8CDD-5F129F4D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00" y="3414423"/>
            <a:ext cx="95252" cy="75045"/>
          </a:xfrm>
          <a:custGeom xmlns:a="http://schemas.openxmlformats.org/drawingml/2006/main">
            <a:pathLst>
              <a:path w="95252" h="75045">
                <a:moveTo>
                  <a:pt x="95252" y="75045"/>
                </a:moveTo>
                <a:lnTo>
                  <a:pt x="0" y="75045"/>
                </a:lnTo>
                <a:lnTo>
                  <a:pt x="0" y="62115"/>
                </a:lnTo>
                <a:lnTo>
                  <a:pt x="74785" y="12085"/>
                </a:lnTo>
                <a:lnTo>
                  <a:pt x="0" y="12085"/>
                </a:lnTo>
                <a:lnTo>
                  <a:pt x="0" y="0"/>
                </a:lnTo>
                <a:lnTo>
                  <a:pt x="95252" y="0"/>
                </a:lnTo>
                <a:lnTo>
                  <a:pt x="95252" y="12930"/>
                </a:lnTo>
                <a:lnTo>
                  <a:pt x="20402" y="62960"/>
                </a:lnTo>
                <a:lnTo>
                  <a:pt x="95252" y="62960"/>
                </a:lnTo>
                <a:lnTo>
                  <a:pt x="95252" y="750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e">
            <a:extLst xmlns:a="http://schemas.openxmlformats.org/drawingml/2006/main">
              <a:ext uri="{FF2B5EF4-FFF2-40B4-BE49-F238E27FC236}">
                <a16:creationId xmlns:a16="http://schemas.microsoft.com/office/drawing/2014/main" id="{252B8B3B-87BF-48EE-82A8-B690B306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3335047"/>
            <a:ext cx="72121" cy="63610"/>
          </a:xfrm>
          <a:custGeom xmlns:a="http://schemas.openxmlformats.org/drawingml/2006/main">
            <a:pathLst>
              <a:path w="72121" h="63610">
                <a:moveTo>
                  <a:pt x="48341" y="12475"/>
                </a:moveTo>
                <a:lnTo>
                  <a:pt x="49835" y="390"/>
                </a:lnTo>
                <a:cubicBezTo>
                  <a:pt x="56896" y="2296"/>
                  <a:pt x="62375" y="5826"/>
                  <a:pt x="66274" y="10981"/>
                </a:cubicBezTo>
                <a:cubicBezTo>
                  <a:pt x="70172" y="16135"/>
                  <a:pt x="72121" y="22719"/>
                  <a:pt x="72121" y="30733"/>
                </a:cubicBezTo>
                <a:cubicBezTo>
                  <a:pt x="72121" y="40825"/>
                  <a:pt x="69013" y="48828"/>
                  <a:pt x="62798" y="54741"/>
                </a:cubicBezTo>
                <a:cubicBezTo>
                  <a:pt x="56582" y="60653"/>
                  <a:pt x="47864" y="63610"/>
                  <a:pt x="36645" y="63610"/>
                </a:cubicBezTo>
                <a:cubicBezTo>
                  <a:pt x="25037" y="63610"/>
                  <a:pt x="16027" y="60621"/>
                  <a:pt x="9616" y="54643"/>
                </a:cubicBezTo>
                <a:cubicBezTo>
                  <a:pt x="3205" y="48666"/>
                  <a:pt x="0" y="40912"/>
                  <a:pt x="0" y="31383"/>
                </a:cubicBezTo>
                <a:cubicBezTo>
                  <a:pt x="0" y="22156"/>
                  <a:pt x="3136" y="14619"/>
                  <a:pt x="9407" y="8772"/>
                </a:cubicBezTo>
                <a:cubicBezTo>
                  <a:pt x="15677" y="2924"/>
                  <a:pt x="24499" y="0"/>
                  <a:pt x="35872" y="0"/>
                </a:cubicBezTo>
                <a:cubicBezTo>
                  <a:pt x="36564" y="0"/>
                  <a:pt x="37601" y="22"/>
                  <a:pt x="38985" y="65"/>
                </a:cubicBezTo>
                <a:lnTo>
                  <a:pt x="38985" y="51525"/>
                </a:lnTo>
                <a:cubicBezTo>
                  <a:pt x="46543" y="51091"/>
                  <a:pt x="52331" y="48947"/>
                  <a:pt x="56349" y="45092"/>
                </a:cubicBezTo>
                <a:cubicBezTo>
                  <a:pt x="60366" y="41237"/>
                  <a:pt x="62375" y="36429"/>
                  <a:pt x="62375" y="30668"/>
                </a:cubicBezTo>
                <a:cubicBezTo>
                  <a:pt x="62375" y="26380"/>
                  <a:pt x="61260" y="22719"/>
                  <a:pt x="59029" y="19687"/>
                </a:cubicBezTo>
                <a:cubicBezTo>
                  <a:pt x="56797" y="16655"/>
                  <a:pt x="53234" y="14251"/>
                  <a:pt x="48341" y="12475"/>
                </a:cubicBezTo>
                <a:moveTo>
                  <a:pt x="29238" y="50875"/>
                </a:moveTo>
                <a:lnTo>
                  <a:pt x="29238" y="12345"/>
                </a:lnTo>
                <a:cubicBezTo>
                  <a:pt x="23529" y="12865"/>
                  <a:pt x="19247" y="14338"/>
                  <a:pt x="16392" y="16763"/>
                </a:cubicBezTo>
                <a:cubicBezTo>
                  <a:pt x="11961" y="20489"/>
                  <a:pt x="9746" y="25318"/>
                  <a:pt x="9746" y="31253"/>
                </a:cubicBezTo>
                <a:cubicBezTo>
                  <a:pt x="9746" y="36624"/>
                  <a:pt x="11515" y="41139"/>
                  <a:pt x="15052" y="44800"/>
                </a:cubicBezTo>
                <a:cubicBezTo>
                  <a:pt x="18587" y="48460"/>
                  <a:pt x="23316" y="50485"/>
                  <a:pt x="29238" y="50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t">
            <a:extLst xmlns:a="http://schemas.openxmlformats.org/drawingml/2006/main">
              <a:ext uri="{FF2B5EF4-FFF2-40B4-BE49-F238E27FC236}">
                <a16:creationId xmlns:a16="http://schemas.microsoft.com/office/drawing/2014/main" id="{F4CF8409-1353-4C96-9746-2B9EFC19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479" y="3293549"/>
            <a:ext cx="94083" cy="33657"/>
          </a:xfrm>
          <a:custGeom xmlns:a="http://schemas.openxmlformats.org/drawingml/2006/main">
            <a:pathLst>
              <a:path w="94083" h="33657">
                <a:moveTo>
                  <a:pt x="82842" y="1689"/>
                </a:moveTo>
                <a:lnTo>
                  <a:pt x="93173" y="0"/>
                </a:lnTo>
                <a:cubicBezTo>
                  <a:pt x="93779" y="3292"/>
                  <a:pt x="94083" y="6238"/>
                  <a:pt x="94083" y="8836"/>
                </a:cubicBezTo>
                <a:cubicBezTo>
                  <a:pt x="94083" y="13081"/>
                  <a:pt x="93411" y="16373"/>
                  <a:pt x="92068" y="18713"/>
                </a:cubicBezTo>
                <a:cubicBezTo>
                  <a:pt x="90726" y="21052"/>
                  <a:pt x="88961" y="22698"/>
                  <a:pt x="86773" y="23651"/>
                </a:cubicBezTo>
                <a:cubicBezTo>
                  <a:pt x="84586" y="24604"/>
                  <a:pt x="79983" y="25080"/>
                  <a:pt x="72966" y="25080"/>
                </a:cubicBezTo>
                <a:lnTo>
                  <a:pt x="33267" y="25080"/>
                </a:lnTo>
                <a:lnTo>
                  <a:pt x="33267" y="33657"/>
                </a:lnTo>
                <a:lnTo>
                  <a:pt x="24170" y="33657"/>
                </a:lnTo>
                <a:lnTo>
                  <a:pt x="24170" y="25080"/>
                </a:lnTo>
                <a:lnTo>
                  <a:pt x="7035" y="25080"/>
                </a:lnTo>
                <a:lnTo>
                  <a:pt x="0" y="13450"/>
                </a:lnTo>
                <a:lnTo>
                  <a:pt x="24170" y="13450"/>
                </a:lnTo>
                <a:lnTo>
                  <a:pt x="24170" y="1689"/>
                </a:lnTo>
                <a:lnTo>
                  <a:pt x="33267" y="1689"/>
                </a:lnTo>
                <a:lnTo>
                  <a:pt x="33267" y="13450"/>
                </a:lnTo>
                <a:lnTo>
                  <a:pt x="73616" y="13450"/>
                </a:lnTo>
                <a:cubicBezTo>
                  <a:pt x="76951" y="13450"/>
                  <a:pt x="79095" y="13244"/>
                  <a:pt x="80048" y="12832"/>
                </a:cubicBezTo>
                <a:cubicBezTo>
                  <a:pt x="81001" y="12421"/>
                  <a:pt x="81759" y="11750"/>
                  <a:pt x="82322" y="10818"/>
                </a:cubicBezTo>
                <a:cubicBezTo>
                  <a:pt x="82885" y="9887"/>
                  <a:pt x="83167" y="8555"/>
                  <a:pt x="83167" y="6822"/>
                </a:cubicBezTo>
                <a:cubicBezTo>
                  <a:pt x="83167" y="5523"/>
                  <a:pt x="83059" y="3812"/>
                  <a:pt x="82842" y="16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w">
            <a:extLst xmlns:a="http://schemas.openxmlformats.org/drawingml/2006/main">
              <a:ext uri="{FF2B5EF4-FFF2-40B4-BE49-F238E27FC236}">
                <a16:creationId xmlns:a16="http://schemas.microsoft.com/office/drawing/2014/main" id="{37EA96B5-36C1-4C68-883C-5D2A6CE1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649" y="3197494"/>
            <a:ext cx="69003" cy="94667"/>
          </a:xfrm>
          <a:custGeom xmlns:a="http://schemas.openxmlformats.org/drawingml/2006/main">
            <a:pathLst>
              <a:path w="69003" h="94667">
                <a:moveTo>
                  <a:pt x="69003" y="73551"/>
                </a:moveTo>
                <a:lnTo>
                  <a:pt x="0" y="94667"/>
                </a:lnTo>
                <a:lnTo>
                  <a:pt x="0" y="82582"/>
                </a:lnTo>
                <a:lnTo>
                  <a:pt x="39823" y="71602"/>
                </a:lnTo>
                <a:lnTo>
                  <a:pt x="54643" y="67508"/>
                </a:lnTo>
                <a:cubicBezTo>
                  <a:pt x="53908" y="67335"/>
                  <a:pt x="49170" y="66144"/>
                  <a:pt x="40428" y="63935"/>
                </a:cubicBezTo>
                <a:lnTo>
                  <a:pt x="0" y="52954"/>
                </a:lnTo>
                <a:lnTo>
                  <a:pt x="0" y="40934"/>
                </a:lnTo>
                <a:lnTo>
                  <a:pt x="40016" y="30603"/>
                </a:lnTo>
                <a:lnTo>
                  <a:pt x="53214" y="27159"/>
                </a:lnTo>
                <a:lnTo>
                  <a:pt x="39892" y="23196"/>
                </a:lnTo>
                <a:lnTo>
                  <a:pt x="0" y="11370"/>
                </a:lnTo>
                <a:lnTo>
                  <a:pt x="0" y="0"/>
                </a:lnTo>
                <a:lnTo>
                  <a:pt x="69003" y="21571"/>
                </a:lnTo>
                <a:lnTo>
                  <a:pt x="69003" y="33722"/>
                </a:lnTo>
                <a:lnTo>
                  <a:pt x="27657" y="44702"/>
                </a:lnTo>
                <a:lnTo>
                  <a:pt x="15919" y="47366"/>
                </a:lnTo>
                <a:lnTo>
                  <a:pt x="69003" y="61336"/>
                </a:lnTo>
                <a:lnTo>
                  <a:pt x="69003" y="73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o">
            <a:extLst xmlns:a="http://schemas.openxmlformats.org/drawingml/2006/main">
              <a:ext uri="{FF2B5EF4-FFF2-40B4-BE49-F238E27FC236}">
                <a16:creationId xmlns:a16="http://schemas.microsoft.com/office/drawing/2014/main" id="{3D3CCACD-DCE6-4835-99F0-A66B2168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3127410"/>
            <a:ext cx="72121" cy="64649"/>
          </a:xfrm>
          <a:custGeom xmlns:a="http://schemas.openxmlformats.org/drawingml/2006/main">
            <a:pathLst>
              <a:path w="72121" h="64649">
                <a:moveTo>
                  <a:pt x="36061" y="64649"/>
                </a:moveTo>
                <a:cubicBezTo>
                  <a:pt x="23282" y="64649"/>
                  <a:pt x="13818" y="61097"/>
                  <a:pt x="7667" y="53994"/>
                </a:cubicBezTo>
                <a:cubicBezTo>
                  <a:pt x="2556" y="48059"/>
                  <a:pt x="0" y="40825"/>
                  <a:pt x="0" y="32292"/>
                </a:cubicBezTo>
                <a:cubicBezTo>
                  <a:pt x="0" y="22806"/>
                  <a:pt x="3108" y="15052"/>
                  <a:pt x="9324" y="9031"/>
                </a:cubicBezTo>
                <a:cubicBezTo>
                  <a:pt x="15540" y="3010"/>
                  <a:pt x="24127" y="0"/>
                  <a:pt x="35086" y="0"/>
                </a:cubicBezTo>
                <a:cubicBezTo>
                  <a:pt x="43966" y="0"/>
                  <a:pt x="50951" y="1332"/>
                  <a:pt x="56040" y="3996"/>
                </a:cubicBezTo>
                <a:cubicBezTo>
                  <a:pt x="61130" y="6660"/>
                  <a:pt x="65082" y="10537"/>
                  <a:pt x="67898" y="15626"/>
                </a:cubicBezTo>
                <a:cubicBezTo>
                  <a:pt x="70714" y="20716"/>
                  <a:pt x="72121" y="26271"/>
                  <a:pt x="72121" y="32292"/>
                </a:cubicBezTo>
                <a:cubicBezTo>
                  <a:pt x="72121" y="41952"/>
                  <a:pt x="69024" y="49759"/>
                  <a:pt x="62830" y="55715"/>
                </a:cubicBezTo>
                <a:cubicBezTo>
                  <a:pt x="56636" y="61671"/>
                  <a:pt x="47713" y="64649"/>
                  <a:pt x="36061" y="64649"/>
                </a:cubicBezTo>
                <a:moveTo>
                  <a:pt x="36028" y="52629"/>
                </a:moveTo>
                <a:cubicBezTo>
                  <a:pt x="44832" y="52629"/>
                  <a:pt x="51424" y="50702"/>
                  <a:pt x="55805" y="46846"/>
                </a:cubicBezTo>
                <a:cubicBezTo>
                  <a:pt x="60185" y="42991"/>
                  <a:pt x="62375" y="38140"/>
                  <a:pt x="62375" y="32292"/>
                </a:cubicBezTo>
                <a:cubicBezTo>
                  <a:pt x="62375" y="26488"/>
                  <a:pt x="60174" y="21658"/>
                  <a:pt x="55772" y="17803"/>
                </a:cubicBezTo>
                <a:cubicBezTo>
                  <a:pt x="51370" y="13948"/>
                  <a:pt x="44660" y="12020"/>
                  <a:pt x="35640" y="12020"/>
                </a:cubicBezTo>
                <a:cubicBezTo>
                  <a:pt x="27138" y="12020"/>
                  <a:pt x="20697" y="13959"/>
                  <a:pt x="16317" y="17835"/>
                </a:cubicBezTo>
                <a:cubicBezTo>
                  <a:pt x="11936" y="21712"/>
                  <a:pt x="9746" y="26531"/>
                  <a:pt x="9746" y="32292"/>
                </a:cubicBezTo>
                <a:cubicBezTo>
                  <a:pt x="9746" y="38140"/>
                  <a:pt x="11925" y="42991"/>
                  <a:pt x="16284" y="46846"/>
                </a:cubicBezTo>
                <a:cubicBezTo>
                  <a:pt x="20643" y="50702"/>
                  <a:pt x="27224" y="52629"/>
                  <a:pt x="36028" y="52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r">
            <a:extLst xmlns:a="http://schemas.openxmlformats.org/drawingml/2006/main">
              <a:ext uri="{FF2B5EF4-FFF2-40B4-BE49-F238E27FC236}">
                <a16:creationId xmlns:a16="http://schemas.microsoft.com/office/drawing/2014/main" id="{7341EC32-AE05-4881-AE53-11D66FCD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3076360"/>
            <a:ext cx="70562" cy="37490"/>
          </a:xfrm>
          <a:custGeom xmlns:a="http://schemas.openxmlformats.org/drawingml/2006/main">
            <a:pathLst>
              <a:path w="70562" h="37490">
                <a:moveTo>
                  <a:pt x="70562" y="37490"/>
                </a:moveTo>
                <a:lnTo>
                  <a:pt x="1559" y="37490"/>
                </a:lnTo>
                <a:lnTo>
                  <a:pt x="1559" y="26964"/>
                </a:lnTo>
                <a:lnTo>
                  <a:pt x="11955" y="26964"/>
                </a:lnTo>
                <a:cubicBezTo>
                  <a:pt x="7088" y="24279"/>
                  <a:pt x="3878" y="21799"/>
                  <a:pt x="2327" y="19525"/>
                </a:cubicBezTo>
                <a:cubicBezTo>
                  <a:pt x="776" y="17251"/>
                  <a:pt x="0" y="14749"/>
                  <a:pt x="0" y="12020"/>
                </a:cubicBezTo>
                <a:cubicBezTo>
                  <a:pt x="0" y="8078"/>
                  <a:pt x="1251" y="4072"/>
                  <a:pt x="3752" y="0"/>
                </a:cubicBezTo>
                <a:lnTo>
                  <a:pt x="14554" y="4028"/>
                </a:lnTo>
                <a:cubicBezTo>
                  <a:pt x="12865" y="6887"/>
                  <a:pt x="12020" y="9746"/>
                  <a:pt x="12020" y="12605"/>
                </a:cubicBezTo>
                <a:cubicBezTo>
                  <a:pt x="12020" y="15161"/>
                  <a:pt x="12790" y="17456"/>
                  <a:pt x="14331" y="19492"/>
                </a:cubicBezTo>
                <a:cubicBezTo>
                  <a:pt x="15870" y="21528"/>
                  <a:pt x="18005" y="22979"/>
                  <a:pt x="20737" y="23846"/>
                </a:cubicBezTo>
                <a:cubicBezTo>
                  <a:pt x="24899" y="25145"/>
                  <a:pt x="29452" y="25795"/>
                  <a:pt x="34396" y="25795"/>
                </a:cubicBezTo>
                <a:lnTo>
                  <a:pt x="70562" y="25795"/>
                </a:lnTo>
                <a:lnTo>
                  <a:pt x="70562" y="374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k">
            <a:extLst xmlns:a="http://schemas.openxmlformats.org/drawingml/2006/main">
              <a:ext uri="{FF2B5EF4-FFF2-40B4-BE49-F238E27FC236}">
                <a16:creationId xmlns:a16="http://schemas.microsoft.com/office/drawing/2014/main" id="{E2FFDB94-F098-4C84-B239-C1FDC222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00" y="3012167"/>
            <a:ext cx="95252" cy="57177"/>
          </a:xfrm>
          <a:custGeom xmlns:a="http://schemas.openxmlformats.org/drawingml/2006/main">
            <a:pathLst>
              <a:path w="95252" h="57177">
                <a:moveTo>
                  <a:pt x="95252" y="57177"/>
                </a:moveTo>
                <a:lnTo>
                  <a:pt x="0" y="57177"/>
                </a:lnTo>
                <a:lnTo>
                  <a:pt x="0" y="45482"/>
                </a:lnTo>
                <a:lnTo>
                  <a:pt x="54318" y="45482"/>
                </a:lnTo>
                <a:lnTo>
                  <a:pt x="26250" y="17803"/>
                </a:lnTo>
                <a:lnTo>
                  <a:pt x="26250" y="2664"/>
                </a:lnTo>
                <a:lnTo>
                  <a:pt x="51849" y="29043"/>
                </a:lnTo>
                <a:lnTo>
                  <a:pt x="95252" y="0"/>
                </a:lnTo>
                <a:lnTo>
                  <a:pt x="95252" y="14424"/>
                </a:lnTo>
                <a:lnTo>
                  <a:pt x="59971" y="37230"/>
                </a:lnTo>
                <a:lnTo>
                  <a:pt x="67898" y="45482"/>
                </a:lnTo>
                <a:lnTo>
                  <a:pt x="95252" y="45482"/>
                </a:lnTo>
                <a:lnTo>
                  <a:pt x="95252" y="571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T">
            <a:extLst xmlns:a="http://schemas.openxmlformats.org/drawingml/2006/main">
              <a:ext uri="{FF2B5EF4-FFF2-40B4-BE49-F238E27FC236}">
                <a16:creationId xmlns:a16="http://schemas.microsoft.com/office/drawing/2014/main" id="{53091A55-02F4-4020-B63C-52063BE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00" y="2898398"/>
            <a:ext cx="95252" cy="75500"/>
          </a:xfrm>
          <a:custGeom xmlns:a="http://schemas.openxmlformats.org/drawingml/2006/main">
            <a:pathLst>
              <a:path w="95252" h="75500">
                <a:moveTo>
                  <a:pt x="95252" y="44117"/>
                </a:moveTo>
                <a:lnTo>
                  <a:pt x="11241" y="44117"/>
                </a:lnTo>
                <a:lnTo>
                  <a:pt x="11241" y="75500"/>
                </a:lnTo>
                <a:lnTo>
                  <a:pt x="0" y="75500"/>
                </a:lnTo>
                <a:lnTo>
                  <a:pt x="0" y="0"/>
                </a:lnTo>
                <a:lnTo>
                  <a:pt x="11241" y="0"/>
                </a:lnTo>
                <a:lnTo>
                  <a:pt x="11241" y="31512"/>
                </a:lnTo>
                <a:lnTo>
                  <a:pt x="95252" y="31512"/>
                </a:lnTo>
                <a:lnTo>
                  <a:pt x="95252" y="441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r">
            <a:extLst xmlns:a="http://schemas.openxmlformats.org/drawingml/2006/main">
              <a:ext uri="{FF2B5EF4-FFF2-40B4-BE49-F238E27FC236}">
                <a16:creationId xmlns:a16="http://schemas.microsoft.com/office/drawing/2014/main" id="{340E45E1-AE98-4396-A132-9865249B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854540"/>
            <a:ext cx="70562" cy="37490"/>
          </a:xfrm>
          <a:custGeom xmlns:a="http://schemas.openxmlformats.org/drawingml/2006/main">
            <a:pathLst>
              <a:path w="70562" h="37490">
                <a:moveTo>
                  <a:pt x="70562" y="37490"/>
                </a:moveTo>
                <a:lnTo>
                  <a:pt x="1559" y="37490"/>
                </a:lnTo>
                <a:lnTo>
                  <a:pt x="1559" y="26964"/>
                </a:lnTo>
                <a:lnTo>
                  <a:pt x="11955" y="26964"/>
                </a:lnTo>
                <a:cubicBezTo>
                  <a:pt x="7088" y="24279"/>
                  <a:pt x="3878" y="21799"/>
                  <a:pt x="2327" y="19525"/>
                </a:cubicBezTo>
                <a:cubicBezTo>
                  <a:pt x="776" y="17251"/>
                  <a:pt x="0" y="14749"/>
                  <a:pt x="0" y="12020"/>
                </a:cubicBezTo>
                <a:cubicBezTo>
                  <a:pt x="0" y="8078"/>
                  <a:pt x="1251" y="4072"/>
                  <a:pt x="3752" y="0"/>
                </a:cubicBezTo>
                <a:lnTo>
                  <a:pt x="14554" y="4028"/>
                </a:lnTo>
                <a:cubicBezTo>
                  <a:pt x="12865" y="6887"/>
                  <a:pt x="12020" y="9746"/>
                  <a:pt x="12020" y="12605"/>
                </a:cubicBezTo>
                <a:cubicBezTo>
                  <a:pt x="12020" y="15161"/>
                  <a:pt x="12790" y="17456"/>
                  <a:pt x="14331" y="19492"/>
                </a:cubicBezTo>
                <a:cubicBezTo>
                  <a:pt x="15870" y="21528"/>
                  <a:pt x="18005" y="22979"/>
                  <a:pt x="20737" y="23846"/>
                </a:cubicBezTo>
                <a:cubicBezTo>
                  <a:pt x="24899" y="25145"/>
                  <a:pt x="29452" y="25795"/>
                  <a:pt x="34396" y="25795"/>
                </a:cubicBezTo>
                <a:lnTo>
                  <a:pt x="70562" y="25795"/>
                </a:lnTo>
                <a:lnTo>
                  <a:pt x="70562" y="374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a">
            <a:extLst xmlns:a="http://schemas.openxmlformats.org/drawingml/2006/main">
              <a:ext uri="{FF2B5EF4-FFF2-40B4-BE49-F238E27FC236}">
                <a16:creationId xmlns:a16="http://schemas.microsoft.com/office/drawing/2014/main" id="{637D62F0-B1F5-4412-8E68-AF964F75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788008"/>
            <a:ext cx="72121" cy="63545"/>
          </a:xfrm>
          <a:custGeom xmlns:a="http://schemas.openxmlformats.org/drawingml/2006/main">
            <a:pathLst>
              <a:path w="72121" h="63545">
                <a:moveTo>
                  <a:pt x="62042" y="14554"/>
                </a:moveTo>
                <a:cubicBezTo>
                  <a:pt x="65727" y="18886"/>
                  <a:pt x="68328" y="23055"/>
                  <a:pt x="69845" y="27062"/>
                </a:cubicBezTo>
                <a:cubicBezTo>
                  <a:pt x="71363" y="31068"/>
                  <a:pt x="72121" y="35368"/>
                  <a:pt x="72121" y="39959"/>
                </a:cubicBezTo>
                <a:cubicBezTo>
                  <a:pt x="72121" y="47539"/>
                  <a:pt x="70268" y="53365"/>
                  <a:pt x="66562" y="57437"/>
                </a:cubicBezTo>
                <a:cubicBezTo>
                  <a:pt x="62856" y="61509"/>
                  <a:pt x="58120" y="63545"/>
                  <a:pt x="52355" y="63545"/>
                </a:cubicBezTo>
                <a:cubicBezTo>
                  <a:pt x="48975" y="63545"/>
                  <a:pt x="45887" y="62776"/>
                  <a:pt x="43092" y="61238"/>
                </a:cubicBezTo>
                <a:cubicBezTo>
                  <a:pt x="40296" y="59700"/>
                  <a:pt x="38052" y="57686"/>
                  <a:pt x="36361" y="55196"/>
                </a:cubicBezTo>
                <a:cubicBezTo>
                  <a:pt x="34671" y="52705"/>
                  <a:pt x="33392" y="49900"/>
                  <a:pt x="32526" y="46781"/>
                </a:cubicBezTo>
                <a:cubicBezTo>
                  <a:pt x="31918" y="44486"/>
                  <a:pt x="31332" y="41020"/>
                  <a:pt x="30769" y="36386"/>
                </a:cubicBezTo>
                <a:cubicBezTo>
                  <a:pt x="29651" y="26943"/>
                  <a:pt x="28318" y="19990"/>
                  <a:pt x="26769" y="15529"/>
                </a:cubicBezTo>
                <a:cubicBezTo>
                  <a:pt x="25173" y="15486"/>
                  <a:pt x="24160" y="15464"/>
                  <a:pt x="23728" y="15464"/>
                </a:cubicBezTo>
                <a:cubicBezTo>
                  <a:pt x="18981" y="15464"/>
                  <a:pt x="15636" y="16568"/>
                  <a:pt x="13695" y="18778"/>
                </a:cubicBezTo>
                <a:cubicBezTo>
                  <a:pt x="11063" y="21766"/>
                  <a:pt x="9746" y="26206"/>
                  <a:pt x="9746" y="32097"/>
                </a:cubicBezTo>
                <a:cubicBezTo>
                  <a:pt x="9746" y="37598"/>
                  <a:pt x="10710" y="41659"/>
                  <a:pt x="12637" y="44280"/>
                </a:cubicBezTo>
                <a:cubicBezTo>
                  <a:pt x="14565" y="46901"/>
                  <a:pt x="17976" y="48839"/>
                  <a:pt x="22871" y="50095"/>
                </a:cubicBezTo>
                <a:lnTo>
                  <a:pt x="21312" y="61531"/>
                </a:lnTo>
                <a:cubicBezTo>
                  <a:pt x="16402" y="60491"/>
                  <a:pt x="12437" y="58780"/>
                  <a:pt x="9417" y="56398"/>
                </a:cubicBezTo>
                <a:cubicBezTo>
                  <a:pt x="6397" y="54015"/>
                  <a:pt x="4073" y="50572"/>
                  <a:pt x="2445" y="46067"/>
                </a:cubicBezTo>
                <a:cubicBezTo>
                  <a:pt x="815" y="41562"/>
                  <a:pt x="0" y="36342"/>
                  <a:pt x="0" y="30408"/>
                </a:cubicBezTo>
                <a:cubicBezTo>
                  <a:pt x="0" y="24517"/>
                  <a:pt x="693" y="19731"/>
                  <a:pt x="2079" y="16049"/>
                </a:cubicBezTo>
                <a:cubicBezTo>
                  <a:pt x="3465" y="12367"/>
                  <a:pt x="5209" y="9660"/>
                  <a:pt x="7310" y="7927"/>
                </a:cubicBezTo>
                <a:cubicBezTo>
                  <a:pt x="9410" y="6194"/>
                  <a:pt x="12064" y="4981"/>
                  <a:pt x="15269" y="4288"/>
                </a:cubicBezTo>
                <a:cubicBezTo>
                  <a:pt x="17261" y="3898"/>
                  <a:pt x="20857" y="3704"/>
                  <a:pt x="26055" y="3704"/>
                </a:cubicBezTo>
                <a:lnTo>
                  <a:pt x="41648" y="3704"/>
                </a:lnTo>
                <a:cubicBezTo>
                  <a:pt x="52521" y="3704"/>
                  <a:pt x="59397" y="3454"/>
                  <a:pt x="62278" y="2956"/>
                </a:cubicBezTo>
                <a:cubicBezTo>
                  <a:pt x="65158" y="2458"/>
                  <a:pt x="67920" y="1473"/>
                  <a:pt x="70562" y="0"/>
                </a:cubicBezTo>
                <a:lnTo>
                  <a:pt x="70562" y="12215"/>
                </a:lnTo>
                <a:cubicBezTo>
                  <a:pt x="68134" y="13428"/>
                  <a:pt x="65294" y="14208"/>
                  <a:pt x="62042" y="14554"/>
                </a:cubicBezTo>
                <a:moveTo>
                  <a:pt x="35866" y="15529"/>
                </a:moveTo>
                <a:cubicBezTo>
                  <a:pt x="37613" y="19774"/>
                  <a:pt x="39098" y="26141"/>
                  <a:pt x="40321" y="34631"/>
                </a:cubicBezTo>
                <a:cubicBezTo>
                  <a:pt x="41016" y="39439"/>
                  <a:pt x="41799" y="42840"/>
                  <a:pt x="42670" y="44832"/>
                </a:cubicBezTo>
                <a:cubicBezTo>
                  <a:pt x="43539" y="46825"/>
                  <a:pt x="44811" y="48362"/>
                  <a:pt x="46487" y="49445"/>
                </a:cubicBezTo>
                <a:cubicBezTo>
                  <a:pt x="48161" y="50528"/>
                  <a:pt x="50021" y="51070"/>
                  <a:pt x="52065" y="51070"/>
                </a:cubicBezTo>
                <a:cubicBezTo>
                  <a:pt x="55196" y="51070"/>
                  <a:pt x="57805" y="49889"/>
                  <a:pt x="59894" y="47529"/>
                </a:cubicBezTo>
                <a:cubicBezTo>
                  <a:pt x="61981" y="45168"/>
                  <a:pt x="63025" y="41713"/>
                  <a:pt x="63025" y="37165"/>
                </a:cubicBezTo>
                <a:cubicBezTo>
                  <a:pt x="63025" y="32660"/>
                  <a:pt x="62035" y="28654"/>
                  <a:pt x="60054" y="25145"/>
                </a:cubicBezTo>
                <a:cubicBezTo>
                  <a:pt x="58074" y="21636"/>
                  <a:pt x="55365" y="19059"/>
                  <a:pt x="51927" y="17413"/>
                </a:cubicBezTo>
                <a:cubicBezTo>
                  <a:pt x="49271" y="16157"/>
                  <a:pt x="45353" y="15529"/>
                  <a:pt x="40174" y="15529"/>
                </a:cubicBezTo>
                <a:lnTo>
                  <a:pt x="35866" y="15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n">
            <a:extLst xmlns:a="http://schemas.openxmlformats.org/drawingml/2006/main">
              <a:ext uri="{FF2B5EF4-FFF2-40B4-BE49-F238E27FC236}">
                <a16:creationId xmlns:a16="http://schemas.microsoft.com/office/drawing/2014/main" id="{D32CA892-7835-48A5-B3C0-ED19D5DD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717531"/>
            <a:ext cx="70562" cy="56073"/>
          </a:xfrm>
          <a:custGeom xmlns:a="http://schemas.openxmlformats.org/drawingml/2006/main">
            <a:pathLst>
              <a:path w="70562" h="56073">
                <a:moveTo>
                  <a:pt x="70562" y="56073"/>
                </a:moveTo>
                <a:lnTo>
                  <a:pt x="1559" y="56073"/>
                </a:lnTo>
                <a:lnTo>
                  <a:pt x="1559" y="45547"/>
                </a:lnTo>
                <a:lnTo>
                  <a:pt x="11306" y="45547"/>
                </a:lnTo>
                <a:cubicBezTo>
                  <a:pt x="3769" y="40479"/>
                  <a:pt x="0" y="33159"/>
                  <a:pt x="0" y="23586"/>
                </a:cubicBezTo>
                <a:cubicBezTo>
                  <a:pt x="0" y="19427"/>
                  <a:pt x="747" y="15605"/>
                  <a:pt x="2242" y="12118"/>
                </a:cubicBezTo>
                <a:cubicBezTo>
                  <a:pt x="3736" y="8631"/>
                  <a:pt x="5696" y="6021"/>
                  <a:pt x="8122" y="4288"/>
                </a:cubicBezTo>
                <a:cubicBezTo>
                  <a:pt x="10547" y="2556"/>
                  <a:pt x="13428" y="1343"/>
                  <a:pt x="16763" y="650"/>
                </a:cubicBezTo>
                <a:cubicBezTo>
                  <a:pt x="18929" y="217"/>
                  <a:pt x="22719" y="0"/>
                  <a:pt x="28134" y="0"/>
                </a:cubicBezTo>
                <a:lnTo>
                  <a:pt x="70562" y="0"/>
                </a:lnTo>
                <a:lnTo>
                  <a:pt x="70562" y="11695"/>
                </a:lnTo>
                <a:lnTo>
                  <a:pt x="28544" y="11695"/>
                </a:lnTo>
                <a:cubicBezTo>
                  <a:pt x="23774" y="11695"/>
                  <a:pt x="20207" y="12150"/>
                  <a:pt x="17844" y="13060"/>
                </a:cubicBezTo>
                <a:cubicBezTo>
                  <a:pt x="15480" y="13969"/>
                  <a:pt x="13594" y="15583"/>
                  <a:pt x="12185" y="17900"/>
                </a:cubicBezTo>
                <a:cubicBezTo>
                  <a:pt x="10776" y="20218"/>
                  <a:pt x="10071" y="22936"/>
                  <a:pt x="10071" y="26055"/>
                </a:cubicBezTo>
                <a:cubicBezTo>
                  <a:pt x="10071" y="31036"/>
                  <a:pt x="11654" y="35335"/>
                  <a:pt x="14820" y="38952"/>
                </a:cubicBezTo>
                <a:cubicBezTo>
                  <a:pt x="17985" y="42569"/>
                  <a:pt x="23990" y="44377"/>
                  <a:pt x="32836" y="44377"/>
                </a:cubicBezTo>
                <a:lnTo>
                  <a:pt x="70562" y="44377"/>
                </a:lnTo>
                <a:lnTo>
                  <a:pt x="70562" y="560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s">
            <a:extLst xmlns:a="http://schemas.openxmlformats.org/drawingml/2006/main">
              <a:ext uri="{FF2B5EF4-FFF2-40B4-BE49-F238E27FC236}">
                <a16:creationId xmlns:a16="http://schemas.microsoft.com/office/drawing/2014/main" id="{8135B92B-3642-4E94-9D53-74AF224D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646989"/>
            <a:ext cx="72121" cy="57307"/>
          </a:xfrm>
          <a:custGeom xmlns:a="http://schemas.openxmlformats.org/drawingml/2006/main">
            <a:pathLst>
              <a:path w="72121" h="57307">
                <a:moveTo>
                  <a:pt x="49900" y="57307"/>
                </a:moveTo>
                <a:lnTo>
                  <a:pt x="48081" y="45742"/>
                </a:lnTo>
                <a:cubicBezTo>
                  <a:pt x="52695" y="45092"/>
                  <a:pt x="56232" y="43284"/>
                  <a:pt x="58690" y="40316"/>
                </a:cubicBezTo>
                <a:cubicBezTo>
                  <a:pt x="61147" y="37349"/>
                  <a:pt x="62375" y="33202"/>
                  <a:pt x="62375" y="27874"/>
                </a:cubicBezTo>
                <a:cubicBezTo>
                  <a:pt x="62375" y="22503"/>
                  <a:pt x="61290" y="18518"/>
                  <a:pt x="59120" y="15919"/>
                </a:cubicBezTo>
                <a:cubicBezTo>
                  <a:pt x="56949" y="13320"/>
                  <a:pt x="54403" y="12020"/>
                  <a:pt x="51482" y="12020"/>
                </a:cubicBezTo>
                <a:cubicBezTo>
                  <a:pt x="48860" y="12020"/>
                  <a:pt x="46797" y="13168"/>
                  <a:pt x="45293" y="15464"/>
                </a:cubicBezTo>
                <a:cubicBezTo>
                  <a:pt x="44262" y="17067"/>
                  <a:pt x="42951" y="21052"/>
                  <a:pt x="41360" y="27419"/>
                </a:cubicBezTo>
                <a:cubicBezTo>
                  <a:pt x="39193" y="35996"/>
                  <a:pt x="37318" y="41941"/>
                  <a:pt x="35736" y="45255"/>
                </a:cubicBezTo>
                <a:cubicBezTo>
                  <a:pt x="34153" y="48568"/>
                  <a:pt x="31964" y="51081"/>
                  <a:pt x="29167" y="52792"/>
                </a:cubicBezTo>
                <a:cubicBezTo>
                  <a:pt x="26371" y="54503"/>
                  <a:pt x="23282" y="55358"/>
                  <a:pt x="19900" y="55358"/>
                </a:cubicBezTo>
                <a:cubicBezTo>
                  <a:pt x="16822" y="55358"/>
                  <a:pt x="13971" y="54654"/>
                  <a:pt x="11348" y="53246"/>
                </a:cubicBezTo>
                <a:cubicBezTo>
                  <a:pt x="8725" y="51839"/>
                  <a:pt x="6546" y="49922"/>
                  <a:pt x="4812" y="47496"/>
                </a:cubicBezTo>
                <a:cubicBezTo>
                  <a:pt x="3468" y="45677"/>
                  <a:pt x="2330" y="43197"/>
                  <a:pt x="1399" y="40057"/>
                </a:cubicBezTo>
                <a:cubicBezTo>
                  <a:pt x="466" y="36916"/>
                  <a:pt x="0" y="33548"/>
                  <a:pt x="0" y="29953"/>
                </a:cubicBezTo>
                <a:cubicBezTo>
                  <a:pt x="0" y="24539"/>
                  <a:pt x="785" y="19785"/>
                  <a:pt x="2355" y="15691"/>
                </a:cubicBezTo>
                <a:cubicBezTo>
                  <a:pt x="3924" y="11598"/>
                  <a:pt x="6050" y="8577"/>
                  <a:pt x="8733" y="6627"/>
                </a:cubicBezTo>
                <a:cubicBezTo>
                  <a:pt x="11414" y="4678"/>
                  <a:pt x="15001" y="3335"/>
                  <a:pt x="19492" y="2599"/>
                </a:cubicBezTo>
                <a:lnTo>
                  <a:pt x="21052" y="14034"/>
                </a:lnTo>
                <a:cubicBezTo>
                  <a:pt x="17500" y="14554"/>
                  <a:pt x="14727" y="16059"/>
                  <a:pt x="12735" y="18550"/>
                </a:cubicBezTo>
                <a:cubicBezTo>
                  <a:pt x="10742" y="21041"/>
                  <a:pt x="9746" y="24560"/>
                  <a:pt x="9746" y="29108"/>
                </a:cubicBezTo>
                <a:cubicBezTo>
                  <a:pt x="9746" y="34480"/>
                  <a:pt x="10630" y="38313"/>
                  <a:pt x="12398" y="40609"/>
                </a:cubicBezTo>
                <a:cubicBezTo>
                  <a:pt x="14164" y="42905"/>
                  <a:pt x="16233" y="44053"/>
                  <a:pt x="18605" y="44053"/>
                </a:cubicBezTo>
                <a:cubicBezTo>
                  <a:pt x="20113" y="44053"/>
                  <a:pt x="21471" y="43576"/>
                  <a:pt x="22678" y="42623"/>
                </a:cubicBezTo>
                <a:cubicBezTo>
                  <a:pt x="23927" y="41670"/>
                  <a:pt x="24962" y="40176"/>
                  <a:pt x="25781" y="38140"/>
                </a:cubicBezTo>
                <a:cubicBezTo>
                  <a:pt x="26212" y="36970"/>
                  <a:pt x="27204" y="33527"/>
                  <a:pt x="28755" y="27809"/>
                </a:cubicBezTo>
                <a:cubicBezTo>
                  <a:pt x="30963" y="19536"/>
                  <a:pt x="32770" y="13764"/>
                  <a:pt x="34176" y="10493"/>
                </a:cubicBezTo>
                <a:cubicBezTo>
                  <a:pt x="35583" y="7223"/>
                  <a:pt x="37628" y="4656"/>
                  <a:pt x="40312" y="2794"/>
                </a:cubicBezTo>
                <a:cubicBezTo>
                  <a:pt x="42995" y="931"/>
                  <a:pt x="46327" y="0"/>
                  <a:pt x="50308" y="0"/>
                </a:cubicBezTo>
                <a:cubicBezTo>
                  <a:pt x="54204" y="0"/>
                  <a:pt x="57872" y="1137"/>
                  <a:pt x="61313" y="3411"/>
                </a:cubicBezTo>
                <a:cubicBezTo>
                  <a:pt x="64753" y="5685"/>
                  <a:pt x="67414" y="8966"/>
                  <a:pt x="69297" y="13255"/>
                </a:cubicBezTo>
                <a:cubicBezTo>
                  <a:pt x="71180" y="17543"/>
                  <a:pt x="72121" y="22394"/>
                  <a:pt x="72121" y="27809"/>
                </a:cubicBezTo>
                <a:cubicBezTo>
                  <a:pt x="72121" y="36775"/>
                  <a:pt x="70253" y="43609"/>
                  <a:pt x="66517" y="48308"/>
                </a:cubicBezTo>
                <a:cubicBezTo>
                  <a:pt x="62781" y="53008"/>
                  <a:pt x="57242" y="56008"/>
                  <a:pt x="49900" y="573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f">
            <a:extLst xmlns:a="http://schemas.openxmlformats.org/drawingml/2006/main">
              <a:ext uri="{FF2B5EF4-FFF2-40B4-BE49-F238E27FC236}">
                <a16:creationId xmlns:a16="http://schemas.microsoft.com/office/drawing/2014/main" id="{F9563EE3-3CF6-414D-89E8-D1567BED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840" y="2600273"/>
            <a:ext cx="96812" cy="40349"/>
          </a:xfrm>
          <a:custGeom xmlns:a="http://schemas.openxmlformats.org/drawingml/2006/main">
            <a:pathLst>
              <a:path w="96812" h="40349">
                <a:moveTo>
                  <a:pt x="96812" y="30018"/>
                </a:moveTo>
                <a:lnTo>
                  <a:pt x="36905" y="30018"/>
                </a:lnTo>
                <a:lnTo>
                  <a:pt x="36905" y="40349"/>
                </a:lnTo>
                <a:lnTo>
                  <a:pt x="27809" y="40349"/>
                </a:lnTo>
                <a:lnTo>
                  <a:pt x="27809" y="30018"/>
                </a:lnTo>
                <a:lnTo>
                  <a:pt x="20483" y="30018"/>
                </a:lnTo>
                <a:cubicBezTo>
                  <a:pt x="15859" y="30018"/>
                  <a:pt x="12424" y="29607"/>
                  <a:pt x="10177" y="28784"/>
                </a:cubicBezTo>
                <a:cubicBezTo>
                  <a:pt x="7153" y="27657"/>
                  <a:pt x="4700" y="25676"/>
                  <a:pt x="2820" y="22838"/>
                </a:cubicBezTo>
                <a:cubicBezTo>
                  <a:pt x="940" y="20001"/>
                  <a:pt x="0" y="16027"/>
                  <a:pt x="0" y="10916"/>
                </a:cubicBezTo>
                <a:cubicBezTo>
                  <a:pt x="0" y="7624"/>
                  <a:pt x="390" y="3985"/>
                  <a:pt x="1170" y="0"/>
                </a:cubicBezTo>
                <a:lnTo>
                  <a:pt x="11370" y="1754"/>
                </a:lnTo>
                <a:cubicBezTo>
                  <a:pt x="10937" y="4180"/>
                  <a:pt x="10721" y="6476"/>
                  <a:pt x="10721" y="8642"/>
                </a:cubicBezTo>
                <a:cubicBezTo>
                  <a:pt x="10721" y="12193"/>
                  <a:pt x="11476" y="14706"/>
                  <a:pt x="12987" y="16179"/>
                </a:cubicBezTo>
                <a:cubicBezTo>
                  <a:pt x="14497" y="17651"/>
                  <a:pt x="17324" y="18388"/>
                  <a:pt x="21466" y="18388"/>
                </a:cubicBezTo>
                <a:lnTo>
                  <a:pt x="27809" y="18388"/>
                </a:lnTo>
                <a:lnTo>
                  <a:pt x="27809" y="4938"/>
                </a:lnTo>
                <a:lnTo>
                  <a:pt x="36905" y="4938"/>
                </a:lnTo>
                <a:lnTo>
                  <a:pt x="36905" y="18388"/>
                </a:lnTo>
                <a:lnTo>
                  <a:pt x="96812" y="18388"/>
                </a:lnTo>
                <a:lnTo>
                  <a:pt x="96812" y="300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o">
            <a:extLst xmlns:a="http://schemas.openxmlformats.org/drawingml/2006/main">
              <a:ext uri="{FF2B5EF4-FFF2-40B4-BE49-F238E27FC236}">
                <a16:creationId xmlns:a16="http://schemas.microsoft.com/office/drawing/2014/main" id="{589070EE-9136-4B04-99F4-F8DF530D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535796"/>
            <a:ext cx="72121" cy="64649"/>
          </a:xfrm>
          <a:custGeom xmlns:a="http://schemas.openxmlformats.org/drawingml/2006/main">
            <a:pathLst>
              <a:path w="72121" h="64649">
                <a:moveTo>
                  <a:pt x="36061" y="64649"/>
                </a:moveTo>
                <a:cubicBezTo>
                  <a:pt x="23282" y="64649"/>
                  <a:pt x="13818" y="61097"/>
                  <a:pt x="7667" y="53994"/>
                </a:cubicBezTo>
                <a:cubicBezTo>
                  <a:pt x="2556" y="48059"/>
                  <a:pt x="0" y="40825"/>
                  <a:pt x="0" y="32292"/>
                </a:cubicBezTo>
                <a:cubicBezTo>
                  <a:pt x="0" y="22806"/>
                  <a:pt x="3108" y="15052"/>
                  <a:pt x="9324" y="9031"/>
                </a:cubicBezTo>
                <a:cubicBezTo>
                  <a:pt x="15540" y="3010"/>
                  <a:pt x="24127" y="0"/>
                  <a:pt x="35086" y="0"/>
                </a:cubicBezTo>
                <a:cubicBezTo>
                  <a:pt x="43966" y="0"/>
                  <a:pt x="50951" y="1332"/>
                  <a:pt x="56040" y="3996"/>
                </a:cubicBezTo>
                <a:cubicBezTo>
                  <a:pt x="61130" y="6660"/>
                  <a:pt x="65082" y="10537"/>
                  <a:pt x="67898" y="15626"/>
                </a:cubicBezTo>
                <a:cubicBezTo>
                  <a:pt x="70714" y="20716"/>
                  <a:pt x="72121" y="26271"/>
                  <a:pt x="72121" y="32292"/>
                </a:cubicBezTo>
                <a:cubicBezTo>
                  <a:pt x="72121" y="41952"/>
                  <a:pt x="69024" y="49759"/>
                  <a:pt x="62830" y="55715"/>
                </a:cubicBezTo>
                <a:cubicBezTo>
                  <a:pt x="56636" y="61671"/>
                  <a:pt x="47713" y="64649"/>
                  <a:pt x="36061" y="64649"/>
                </a:cubicBezTo>
                <a:moveTo>
                  <a:pt x="36028" y="52629"/>
                </a:moveTo>
                <a:cubicBezTo>
                  <a:pt x="44832" y="52629"/>
                  <a:pt x="51424" y="50702"/>
                  <a:pt x="55805" y="46846"/>
                </a:cubicBezTo>
                <a:cubicBezTo>
                  <a:pt x="60185" y="42991"/>
                  <a:pt x="62375" y="38140"/>
                  <a:pt x="62375" y="32292"/>
                </a:cubicBezTo>
                <a:cubicBezTo>
                  <a:pt x="62375" y="26488"/>
                  <a:pt x="60174" y="21658"/>
                  <a:pt x="55772" y="17803"/>
                </a:cubicBezTo>
                <a:cubicBezTo>
                  <a:pt x="51370" y="13948"/>
                  <a:pt x="44660" y="12020"/>
                  <a:pt x="35640" y="12020"/>
                </a:cubicBezTo>
                <a:cubicBezTo>
                  <a:pt x="27138" y="12020"/>
                  <a:pt x="20697" y="13959"/>
                  <a:pt x="16317" y="17835"/>
                </a:cubicBezTo>
                <a:cubicBezTo>
                  <a:pt x="11936" y="21712"/>
                  <a:pt x="9746" y="26531"/>
                  <a:pt x="9746" y="32292"/>
                </a:cubicBezTo>
                <a:cubicBezTo>
                  <a:pt x="9746" y="38140"/>
                  <a:pt x="11925" y="42991"/>
                  <a:pt x="16284" y="46846"/>
                </a:cubicBezTo>
                <a:cubicBezTo>
                  <a:pt x="20643" y="50702"/>
                  <a:pt x="27224" y="52629"/>
                  <a:pt x="36028" y="52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r">
            <a:extLst xmlns:a="http://schemas.openxmlformats.org/drawingml/2006/main">
              <a:ext uri="{FF2B5EF4-FFF2-40B4-BE49-F238E27FC236}">
                <a16:creationId xmlns:a16="http://schemas.microsoft.com/office/drawing/2014/main" id="{E1DA2510-A0E7-486B-ADE8-B0B17636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484747"/>
            <a:ext cx="70562" cy="37490"/>
          </a:xfrm>
          <a:custGeom xmlns:a="http://schemas.openxmlformats.org/drawingml/2006/main">
            <a:pathLst>
              <a:path w="70562" h="37490">
                <a:moveTo>
                  <a:pt x="70562" y="37490"/>
                </a:moveTo>
                <a:lnTo>
                  <a:pt x="1559" y="37490"/>
                </a:lnTo>
                <a:lnTo>
                  <a:pt x="1559" y="26964"/>
                </a:lnTo>
                <a:lnTo>
                  <a:pt x="11955" y="26964"/>
                </a:lnTo>
                <a:cubicBezTo>
                  <a:pt x="7088" y="24279"/>
                  <a:pt x="3878" y="21799"/>
                  <a:pt x="2327" y="19525"/>
                </a:cubicBezTo>
                <a:cubicBezTo>
                  <a:pt x="776" y="17251"/>
                  <a:pt x="0" y="14749"/>
                  <a:pt x="0" y="12020"/>
                </a:cubicBezTo>
                <a:cubicBezTo>
                  <a:pt x="0" y="8078"/>
                  <a:pt x="1251" y="4072"/>
                  <a:pt x="3752" y="0"/>
                </a:cubicBezTo>
                <a:lnTo>
                  <a:pt x="14554" y="4028"/>
                </a:lnTo>
                <a:cubicBezTo>
                  <a:pt x="12865" y="6887"/>
                  <a:pt x="12020" y="9746"/>
                  <a:pt x="12020" y="12605"/>
                </a:cubicBezTo>
                <a:cubicBezTo>
                  <a:pt x="12020" y="15161"/>
                  <a:pt x="12790" y="17456"/>
                  <a:pt x="14331" y="19492"/>
                </a:cubicBezTo>
                <a:cubicBezTo>
                  <a:pt x="15870" y="21528"/>
                  <a:pt x="18005" y="22979"/>
                  <a:pt x="20737" y="23846"/>
                </a:cubicBezTo>
                <a:cubicBezTo>
                  <a:pt x="24899" y="25145"/>
                  <a:pt x="29452" y="25795"/>
                  <a:pt x="34396" y="25795"/>
                </a:cubicBezTo>
                <a:lnTo>
                  <a:pt x="70562" y="25795"/>
                </a:lnTo>
                <a:lnTo>
                  <a:pt x="70562" y="374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m">
            <a:extLst xmlns:a="http://schemas.openxmlformats.org/drawingml/2006/main">
              <a:ext uri="{FF2B5EF4-FFF2-40B4-BE49-F238E27FC236}">
                <a16:creationId xmlns:a16="http://schemas.microsoft.com/office/drawing/2014/main" id="{00CD83F3-61C9-4F6E-BF1C-B6584246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384298"/>
            <a:ext cx="70562" cy="93498"/>
          </a:xfrm>
          <a:custGeom xmlns:a="http://schemas.openxmlformats.org/drawingml/2006/main">
            <a:pathLst>
              <a:path w="70562" h="93498">
                <a:moveTo>
                  <a:pt x="70562" y="93498"/>
                </a:moveTo>
                <a:lnTo>
                  <a:pt x="1559" y="93498"/>
                </a:lnTo>
                <a:lnTo>
                  <a:pt x="1559" y="83037"/>
                </a:lnTo>
                <a:lnTo>
                  <a:pt x="11176" y="83037"/>
                </a:lnTo>
                <a:cubicBezTo>
                  <a:pt x="7816" y="80871"/>
                  <a:pt x="5113" y="77991"/>
                  <a:pt x="3068" y="74395"/>
                </a:cubicBezTo>
                <a:cubicBezTo>
                  <a:pt x="1023" y="70800"/>
                  <a:pt x="0" y="66707"/>
                  <a:pt x="0" y="62115"/>
                </a:cubicBezTo>
                <a:cubicBezTo>
                  <a:pt x="0" y="57004"/>
                  <a:pt x="1056" y="52813"/>
                  <a:pt x="3167" y="49543"/>
                </a:cubicBezTo>
                <a:cubicBezTo>
                  <a:pt x="5278" y="46272"/>
                  <a:pt x="8229" y="43966"/>
                  <a:pt x="12020" y="42623"/>
                </a:cubicBezTo>
                <a:cubicBezTo>
                  <a:pt x="4007" y="37165"/>
                  <a:pt x="0" y="30061"/>
                  <a:pt x="0" y="21312"/>
                </a:cubicBezTo>
                <a:cubicBezTo>
                  <a:pt x="0" y="14468"/>
                  <a:pt x="1895" y="9205"/>
                  <a:pt x="5685" y="5523"/>
                </a:cubicBezTo>
                <a:cubicBezTo>
                  <a:pt x="9475" y="1841"/>
                  <a:pt x="15312" y="0"/>
                  <a:pt x="23196" y="0"/>
                </a:cubicBezTo>
                <a:lnTo>
                  <a:pt x="70562" y="0"/>
                </a:lnTo>
                <a:lnTo>
                  <a:pt x="70562" y="11630"/>
                </a:lnTo>
                <a:lnTo>
                  <a:pt x="27048" y="11630"/>
                </a:lnTo>
                <a:cubicBezTo>
                  <a:pt x="22364" y="11630"/>
                  <a:pt x="18993" y="12009"/>
                  <a:pt x="16934" y="12767"/>
                </a:cubicBezTo>
                <a:cubicBezTo>
                  <a:pt x="14874" y="13525"/>
                  <a:pt x="13215" y="14901"/>
                  <a:pt x="11957" y="16893"/>
                </a:cubicBezTo>
                <a:cubicBezTo>
                  <a:pt x="10700" y="18886"/>
                  <a:pt x="10071" y="21225"/>
                  <a:pt x="10071" y="23911"/>
                </a:cubicBezTo>
                <a:cubicBezTo>
                  <a:pt x="10071" y="28762"/>
                  <a:pt x="11687" y="32790"/>
                  <a:pt x="14918" y="35996"/>
                </a:cubicBezTo>
                <a:cubicBezTo>
                  <a:pt x="18147" y="39201"/>
                  <a:pt x="23318" y="40804"/>
                  <a:pt x="30430" y="40804"/>
                </a:cubicBezTo>
                <a:lnTo>
                  <a:pt x="70562" y="40804"/>
                </a:lnTo>
                <a:lnTo>
                  <a:pt x="70562" y="52499"/>
                </a:lnTo>
                <a:lnTo>
                  <a:pt x="25681" y="52499"/>
                </a:lnTo>
                <a:cubicBezTo>
                  <a:pt x="20478" y="52499"/>
                  <a:pt x="16575" y="53452"/>
                  <a:pt x="13974" y="55358"/>
                </a:cubicBezTo>
                <a:cubicBezTo>
                  <a:pt x="11372" y="57264"/>
                  <a:pt x="10071" y="60383"/>
                  <a:pt x="10071" y="64714"/>
                </a:cubicBezTo>
                <a:cubicBezTo>
                  <a:pt x="10071" y="68006"/>
                  <a:pt x="10939" y="71049"/>
                  <a:pt x="12674" y="73843"/>
                </a:cubicBezTo>
                <a:cubicBezTo>
                  <a:pt x="14408" y="76637"/>
                  <a:pt x="16945" y="78662"/>
                  <a:pt x="20284" y="79918"/>
                </a:cubicBezTo>
                <a:cubicBezTo>
                  <a:pt x="23622" y="81174"/>
                  <a:pt x="28435" y="81803"/>
                  <a:pt x="34723" y="81803"/>
                </a:cubicBezTo>
                <a:lnTo>
                  <a:pt x="70562" y="81803"/>
                </a:lnTo>
                <a:lnTo>
                  <a:pt x="70562" y="93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a">
            <a:extLst xmlns:a="http://schemas.openxmlformats.org/drawingml/2006/main">
              <a:ext uri="{FF2B5EF4-FFF2-40B4-BE49-F238E27FC236}">
                <a16:creationId xmlns:a16="http://schemas.microsoft.com/office/drawing/2014/main" id="{328E96FB-7EA5-45B1-9938-20688296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307369"/>
            <a:ext cx="72121" cy="63545"/>
          </a:xfrm>
          <a:custGeom xmlns:a="http://schemas.openxmlformats.org/drawingml/2006/main">
            <a:pathLst>
              <a:path w="72121" h="63545">
                <a:moveTo>
                  <a:pt x="62042" y="14554"/>
                </a:moveTo>
                <a:cubicBezTo>
                  <a:pt x="65727" y="18886"/>
                  <a:pt x="68328" y="23055"/>
                  <a:pt x="69845" y="27062"/>
                </a:cubicBezTo>
                <a:cubicBezTo>
                  <a:pt x="71363" y="31068"/>
                  <a:pt x="72121" y="35368"/>
                  <a:pt x="72121" y="39959"/>
                </a:cubicBezTo>
                <a:cubicBezTo>
                  <a:pt x="72121" y="47539"/>
                  <a:pt x="70268" y="53365"/>
                  <a:pt x="66562" y="57437"/>
                </a:cubicBezTo>
                <a:cubicBezTo>
                  <a:pt x="62856" y="61509"/>
                  <a:pt x="58120" y="63545"/>
                  <a:pt x="52355" y="63545"/>
                </a:cubicBezTo>
                <a:cubicBezTo>
                  <a:pt x="48975" y="63545"/>
                  <a:pt x="45887" y="62776"/>
                  <a:pt x="43092" y="61238"/>
                </a:cubicBezTo>
                <a:cubicBezTo>
                  <a:pt x="40296" y="59700"/>
                  <a:pt x="38052" y="57686"/>
                  <a:pt x="36361" y="55196"/>
                </a:cubicBezTo>
                <a:cubicBezTo>
                  <a:pt x="34671" y="52705"/>
                  <a:pt x="33392" y="49900"/>
                  <a:pt x="32526" y="46781"/>
                </a:cubicBezTo>
                <a:cubicBezTo>
                  <a:pt x="31918" y="44486"/>
                  <a:pt x="31332" y="41020"/>
                  <a:pt x="30769" y="36386"/>
                </a:cubicBezTo>
                <a:cubicBezTo>
                  <a:pt x="29651" y="26943"/>
                  <a:pt x="28318" y="19990"/>
                  <a:pt x="26769" y="15529"/>
                </a:cubicBezTo>
                <a:cubicBezTo>
                  <a:pt x="25173" y="15486"/>
                  <a:pt x="24160" y="15464"/>
                  <a:pt x="23728" y="15464"/>
                </a:cubicBezTo>
                <a:cubicBezTo>
                  <a:pt x="18981" y="15464"/>
                  <a:pt x="15636" y="16568"/>
                  <a:pt x="13695" y="18778"/>
                </a:cubicBezTo>
                <a:cubicBezTo>
                  <a:pt x="11063" y="21766"/>
                  <a:pt x="9746" y="26206"/>
                  <a:pt x="9746" y="32097"/>
                </a:cubicBezTo>
                <a:cubicBezTo>
                  <a:pt x="9746" y="37598"/>
                  <a:pt x="10710" y="41659"/>
                  <a:pt x="12637" y="44280"/>
                </a:cubicBezTo>
                <a:cubicBezTo>
                  <a:pt x="14565" y="46901"/>
                  <a:pt x="17976" y="48839"/>
                  <a:pt x="22871" y="50095"/>
                </a:cubicBezTo>
                <a:lnTo>
                  <a:pt x="21312" y="61531"/>
                </a:lnTo>
                <a:cubicBezTo>
                  <a:pt x="16402" y="60491"/>
                  <a:pt x="12437" y="58780"/>
                  <a:pt x="9417" y="56398"/>
                </a:cubicBezTo>
                <a:cubicBezTo>
                  <a:pt x="6397" y="54015"/>
                  <a:pt x="4073" y="50572"/>
                  <a:pt x="2445" y="46067"/>
                </a:cubicBezTo>
                <a:cubicBezTo>
                  <a:pt x="815" y="41562"/>
                  <a:pt x="0" y="36342"/>
                  <a:pt x="0" y="30408"/>
                </a:cubicBezTo>
                <a:cubicBezTo>
                  <a:pt x="0" y="24517"/>
                  <a:pt x="693" y="19731"/>
                  <a:pt x="2079" y="16049"/>
                </a:cubicBezTo>
                <a:cubicBezTo>
                  <a:pt x="3465" y="12367"/>
                  <a:pt x="5209" y="9660"/>
                  <a:pt x="7310" y="7927"/>
                </a:cubicBezTo>
                <a:cubicBezTo>
                  <a:pt x="9410" y="6194"/>
                  <a:pt x="12064" y="4981"/>
                  <a:pt x="15269" y="4288"/>
                </a:cubicBezTo>
                <a:cubicBezTo>
                  <a:pt x="17261" y="3898"/>
                  <a:pt x="20857" y="3704"/>
                  <a:pt x="26055" y="3704"/>
                </a:cubicBezTo>
                <a:lnTo>
                  <a:pt x="41648" y="3704"/>
                </a:lnTo>
                <a:cubicBezTo>
                  <a:pt x="52521" y="3704"/>
                  <a:pt x="59397" y="3454"/>
                  <a:pt x="62278" y="2956"/>
                </a:cubicBezTo>
                <a:cubicBezTo>
                  <a:pt x="65158" y="2458"/>
                  <a:pt x="67920" y="1473"/>
                  <a:pt x="70562" y="0"/>
                </a:cubicBezTo>
                <a:lnTo>
                  <a:pt x="70562" y="12215"/>
                </a:lnTo>
                <a:cubicBezTo>
                  <a:pt x="68134" y="13428"/>
                  <a:pt x="65294" y="14208"/>
                  <a:pt x="62042" y="14554"/>
                </a:cubicBezTo>
                <a:moveTo>
                  <a:pt x="35866" y="15529"/>
                </a:moveTo>
                <a:cubicBezTo>
                  <a:pt x="37613" y="19774"/>
                  <a:pt x="39098" y="26141"/>
                  <a:pt x="40321" y="34631"/>
                </a:cubicBezTo>
                <a:cubicBezTo>
                  <a:pt x="41016" y="39439"/>
                  <a:pt x="41799" y="42840"/>
                  <a:pt x="42670" y="44832"/>
                </a:cubicBezTo>
                <a:cubicBezTo>
                  <a:pt x="43539" y="46825"/>
                  <a:pt x="44811" y="48362"/>
                  <a:pt x="46487" y="49445"/>
                </a:cubicBezTo>
                <a:cubicBezTo>
                  <a:pt x="48161" y="50528"/>
                  <a:pt x="50021" y="51070"/>
                  <a:pt x="52065" y="51070"/>
                </a:cubicBezTo>
                <a:cubicBezTo>
                  <a:pt x="55196" y="51070"/>
                  <a:pt x="57805" y="49889"/>
                  <a:pt x="59894" y="47529"/>
                </a:cubicBezTo>
                <a:cubicBezTo>
                  <a:pt x="61981" y="45168"/>
                  <a:pt x="63025" y="41713"/>
                  <a:pt x="63025" y="37165"/>
                </a:cubicBezTo>
                <a:cubicBezTo>
                  <a:pt x="63025" y="32660"/>
                  <a:pt x="62035" y="28654"/>
                  <a:pt x="60054" y="25145"/>
                </a:cubicBezTo>
                <a:cubicBezTo>
                  <a:pt x="58074" y="21636"/>
                  <a:pt x="55365" y="19059"/>
                  <a:pt x="51927" y="17413"/>
                </a:cubicBezTo>
                <a:cubicBezTo>
                  <a:pt x="49271" y="16157"/>
                  <a:pt x="45353" y="15529"/>
                  <a:pt x="40174" y="15529"/>
                </a:cubicBezTo>
                <a:lnTo>
                  <a:pt x="35866" y="15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t">
            <a:extLst xmlns:a="http://schemas.openxmlformats.org/drawingml/2006/main">
              <a:ext uri="{FF2B5EF4-FFF2-40B4-BE49-F238E27FC236}">
                <a16:creationId xmlns:a16="http://schemas.microsoft.com/office/drawing/2014/main" id="{122BB4C0-E225-4D61-8180-05CF95DE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479" y="2265741"/>
            <a:ext cx="94083" cy="33657"/>
          </a:xfrm>
          <a:custGeom xmlns:a="http://schemas.openxmlformats.org/drawingml/2006/main">
            <a:pathLst>
              <a:path w="94083" h="33657">
                <a:moveTo>
                  <a:pt x="82842" y="1689"/>
                </a:moveTo>
                <a:lnTo>
                  <a:pt x="93173" y="0"/>
                </a:lnTo>
                <a:cubicBezTo>
                  <a:pt x="93779" y="3292"/>
                  <a:pt x="94083" y="6238"/>
                  <a:pt x="94083" y="8836"/>
                </a:cubicBezTo>
                <a:cubicBezTo>
                  <a:pt x="94083" y="13081"/>
                  <a:pt x="93411" y="16373"/>
                  <a:pt x="92068" y="18713"/>
                </a:cubicBezTo>
                <a:cubicBezTo>
                  <a:pt x="90726" y="21052"/>
                  <a:pt x="88961" y="22698"/>
                  <a:pt x="86773" y="23651"/>
                </a:cubicBezTo>
                <a:cubicBezTo>
                  <a:pt x="84586" y="24604"/>
                  <a:pt x="79983" y="25080"/>
                  <a:pt x="72966" y="25080"/>
                </a:cubicBezTo>
                <a:lnTo>
                  <a:pt x="33267" y="25080"/>
                </a:lnTo>
                <a:lnTo>
                  <a:pt x="33267" y="33657"/>
                </a:lnTo>
                <a:lnTo>
                  <a:pt x="24170" y="33657"/>
                </a:lnTo>
                <a:lnTo>
                  <a:pt x="24170" y="25080"/>
                </a:lnTo>
                <a:lnTo>
                  <a:pt x="7035" y="25080"/>
                </a:lnTo>
                <a:lnTo>
                  <a:pt x="0" y="13450"/>
                </a:lnTo>
                <a:lnTo>
                  <a:pt x="24170" y="13450"/>
                </a:lnTo>
                <a:lnTo>
                  <a:pt x="24170" y="1689"/>
                </a:lnTo>
                <a:lnTo>
                  <a:pt x="33267" y="1689"/>
                </a:lnTo>
                <a:lnTo>
                  <a:pt x="33267" y="13450"/>
                </a:lnTo>
                <a:lnTo>
                  <a:pt x="73616" y="13450"/>
                </a:lnTo>
                <a:cubicBezTo>
                  <a:pt x="76951" y="13450"/>
                  <a:pt x="79095" y="13244"/>
                  <a:pt x="80048" y="12832"/>
                </a:cubicBezTo>
                <a:cubicBezTo>
                  <a:pt x="81001" y="12421"/>
                  <a:pt x="81759" y="11750"/>
                  <a:pt x="82322" y="10818"/>
                </a:cubicBezTo>
                <a:cubicBezTo>
                  <a:pt x="82885" y="9887"/>
                  <a:pt x="83167" y="8555"/>
                  <a:pt x="83167" y="6822"/>
                </a:cubicBezTo>
                <a:cubicBezTo>
                  <a:pt x="83167" y="5523"/>
                  <a:pt x="83059" y="3812"/>
                  <a:pt x="82842" y="16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i">
            <a:extLst xmlns:a="http://schemas.openxmlformats.org/drawingml/2006/main">
              <a:ext uri="{FF2B5EF4-FFF2-40B4-BE49-F238E27FC236}">
                <a16:creationId xmlns:a16="http://schemas.microsoft.com/office/drawing/2014/main" id="{D06155E8-F0DA-4D25-A4F0-23C39556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00" y="2244212"/>
            <a:ext cx="95252" cy="11695"/>
          </a:xfrm>
          <a:custGeom xmlns:a="http://schemas.openxmlformats.org/drawingml/2006/main">
            <a:pathLst>
              <a:path w="95252" h="11695">
                <a:moveTo>
                  <a:pt x="13515" y="11695"/>
                </a:moveTo>
                <a:lnTo>
                  <a:pt x="0" y="11695"/>
                </a:lnTo>
                <a:lnTo>
                  <a:pt x="0" y="0"/>
                </a:lnTo>
                <a:lnTo>
                  <a:pt x="13515" y="0"/>
                </a:lnTo>
                <a:lnTo>
                  <a:pt x="13515" y="11695"/>
                </a:lnTo>
                <a:moveTo>
                  <a:pt x="95252" y="11695"/>
                </a:moveTo>
                <a:lnTo>
                  <a:pt x="26250" y="11695"/>
                </a:lnTo>
                <a:lnTo>
                  <a:pt x="26250" y="0"/>
                </a:lnTo>
                <a:lnTo>
                  <a:pt x="95252" y="0"/>
                </a:lnTo>
                <a:lnTo>
                  <a:pt x="95252" y="11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o">
            <a:extLst xmlns:a="http://schemas.openxmlformats.org/drawingml/2006/main">
              <a:ext uri="{FF2B5EF4-FFF2-40B4-BE49-F238E27FC236}">
                <a16:creationId xmlns:a16="http://schemas.microsoft.com/office/drawing/2014/main" id="{F275C555-B202-4040-A74A-599E6A48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166136"/>
            <a:ext cx="72121" cy="64649"/>
          </a:xfrm>
          <a:custGeom xmlns:a="http://schemas.openxmlformats.org/drawingml/2006/main">
            <a:pathLst>
              <a:path w="72121" h="64649">
                <a:moveTo>
                  <a:pt x="36061" y="64649"/>
                </a:moveTo>
                <a:cubicBezTo>
                  <a:pt x="23282" y="64649"/>
                  <a:pt x="13818" y="61097"/>
                  <a:pt x="7667" y="53994"/>
                </a:cubicBezTo>
                <a:cubicBezTo>
                  <a:pt x="2556" y="48059"/>
                  <a:pt x="0" y="40825"/>
                  <a:pt x="0" y="32292"/>
                </a:cubicBezTo>
                <a:cubicBezTo>
                  <a:pt x="0" y="22806"/>
                  <a:pt x="3108" y="15052"/>
                  <a:pt x="9324" y="9031"/>
                </a:cubicBezTo>
                <a:cubicBezTo>
                  <a:pt x="15540" y="3010"/>
                  <a:pt x="24127" y="0"/>
                  <a:pt x="35086" y="0"/>
                </a:cubicBezTo>
                <a:cubicBezTo>
                  <a:pt x="43966" y="0"/>
                  <a:pt x="50951" y="1332"/>
                  <a:pt x="56040" y="3996"/>
                </a:cubicBezTo>
                <a:cubicBezTo>
                  <a:pt x="61130" y="6660"/>
                  <a:pt x="65082" y="10537"/>
                  <a:pt x="67898" y="15626"/>
                </a:cubicBezTo>
                <a:cubicBezTo>
                  <a:pt x="70714" y="20716"/>
                  <a:pt x="72121" y="26271"/>
                  <a:pt x="72121" y="32292"/>
                </a:cubicBezTo>
                <a:cubicBezTo>
                  <a:pt x="72121" y="41952"/>
                  <a:pt x="69024" y="49759"/>
                  <a:pt x="62830" y="55715"/>
                </a:cubicBezTo>
                <a:cubicBezTo>
                  <a:pt x="56636" y="61671"/>
                  <a:pt x="47713" y="64649"/>
                  <a:pt x="36061" y="64649"/>
                </a:cubicBezTo>
                <a:moveTo>
                  <a:pt x="36028" y="52629"/>
                </a:moveTo>
                <a:cubicBezTo>
                  <a:pt x="44832" y="52629"/>
                  <a:pt x="51424" y="50702"/>
                  <a:pt x="55805" y="46846"/>
                </a:cubicBezTo>
                <a:cubicBezTo>
                  <a:pt x="60185" y="42991"/>
                  <a:pt x="62375" y="38140"/>
                  <a:pt x="62375" y="32292"/>
                </a:cubicBezTo>
                <a:cubicBezTo>
                  <a:pt x="62375" y="26488"/>
                  <a:pt x="60174" y="21658"/>
                  <a:pt x="55772" y="17803"/>
                </a:cubicBezTo>
                <a:cubicBezTo>
                  <a:pt x="51370" y="13948"/>
                  <a:pt x="44660" y="12020"/>
                  <a:pt x="35640" y="12020"/>
                </a:cubicBezTo>
                <a:cubicBezTo>
                  <a:pt x="27138" y="12020"/>
                  <a:pt x="20697" y="13959"/>
                  <a:pt x="16317" y="17835"/>
                </a:cubicBezTo>
                <a:cubicBezTo>
                  <a:pt x="11936" y="21712"/>
                  <a:pt x="9746" y="26531"/>
                  <a:pt x="9746" y="32292"/>
                </a:cubicBezTo>
                <a:cubicBezTo>
                  <a:pt x="9746" y="38140"/>
                  <a:pt x="11925" y="42991"/>
                  <a:pt x="16284" y="46846"/>
                </a:cubicBezTo>
                <a:cubicBezTo>
                  <a:pt x="20643" y="50702"/>
                  <a:pt x="27224" y="52629"/>
                  <a:pt x="36028" y="52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n">
            <a:extLst xmlns:a="http://schemas.openxmlformats.org/drawingml/2006/main">
              <a:ext uri="{FF2B5EF4-FFF2-40B4-BE49-F238E27FC236}">
                <a16:creationId xmlns:a16="http://schemas.microsoft.com/office/drawing/2014/main" id="{7D92F66B-4C88-4919-80F4-7009E05C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2096374"/>
            <a:ext cx="70562" cy="56073"/>
          </a:xfrm>
          <a:custGeom xmlns:a="http://schemas.openxmlformats.org/drawingml/2006/main">
            <a:pathLst>
              <a:path w="70562" h="56073">
                <a:moveTo>
                  <a:pt x="70562" y="56073"/>
                </a:moveTo>
                <a:lnTo>
                  <a:pt x="1559" y="56073"/>
                </a:lnTo>
                <a:lnTo>
                  <a:pt x="1559" y="45547"/>
                </a:lnTo>
                <a:lnTo>
                  <a:pt x="11306" y="45547"/>
                </a:lnTo>
                <a:cubicBezTo>
                  <a:pt x="3769" y="40479"/>
                  <a:pt x="0" y="33159"/>
                  <a:pt x="0" y="23586"/>
                </a:cubicBezTo>
                <a:cubicBezTo>
                  <a:pt x="0" y="19427"/>
                  <a:pt x="747" y="15605"/>
                  <a:pt x="2242" y="12118"/>
                </a:cubicBezTo>
                <a:cubicBezTo>
                  <a:pt x="3736" y="8631"/>
                  <a:pt x="5696" y="6021"/>
                  <a:pt x="8122" y="4288"/>
                </a:cubicBezTo>
                <a:cubicBezTo>
                  <a:pt x="10547" y="2556"/>
                  <a:pt x="13428" y="1343"/>
                  <a:pt x="16763" y="650"/>
                </a:cubicBezTo>
                <a:cubicBezTo>
                  <a:pt x="18929" y="217"/>
                  <a:pt x="22719" y="0"/>
                  <a:pt x="28134" y="0"/>
                </a:cubicBezTo>
                <a:lnTo>
                  <a:pt x="70562" y="0"/>
                </a:lnTo>
                <a:lnTo>
                  <a:pt x="70562" y="11695"/>
                </a:lnTo>
                <a:lnTo>
                  <a:pt x="28544" y="11695"/>
                </a:lnTo>
                <a:cubicBezTo>
                  <a:pt x="23774" y="11695"/>
                  <a:pt x="20207" y="12150"/>
                  <a:pt x="17844" y="13060"/>
                </a:cubicBezTo>
                <a:cubicBezTo>
                  <a:pt x="15480" y="13969"/>
                  <a:pt x="13594" y="15583"/>
                  <a:pt x="12185" y="17900"/>
                </a:cubicBezTo>
                <a:cubicBezTo>
                  <a:pt x="10776" y="20218"/>
                  <a:pt x="10071" y="22936"/>
                  <a:pt x="10071" y="26055"/>
                </a:cubicBezTo>
                <a:cubicBezTo>
                  <a:pt x="10071" y="31036"/>
                  <a:pt x="11654" y="35335"/>
                  <a:pt x="14820" y="38952"/>
                </a:cubicBezTo>
                <a:cubicBezTo>
                  <a:pt x="17985" y="42569"/>
                  <a:pt x="23990" y="44377"/>
                  <a:pt x="32836" y="44377"/>
                </a:cubicBezTo>
                <a:lnTo>
                  <a:pt x="70562" y="44377"/>
                </a:lnTo>
                <a:lnTo>
                  <a:pt x="70562" y="560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M">
            <a:extLst xmlns:a="http://schemas.openxmlformats.org/drawingml/2006/main">
              <a:ext uri="{FF2B5EF4-FFF2-40B4-BE49-F238E27FC236}">
                <a16:creationId xmlns:a16="http://schemas.microsoft.com/office/drawing/2014/main" id="{A18B490A-C9B0-44B8-BE4A-1735B2D6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00" y="1949465"/>
            <a:ext cx="95252" cy="90899"/>
          </a:xfrm>
          <a:custGeom xmlns:a="http://schemas.openxmlformats.org/drawingml/2006/main">
            <a:pathLst>
              <a:path w="95252" h="90899">
                <a:moveTo>
                  <a:pt x="95252" y="90899"/>
                </a:moveTo>
                <a:lnTo>
                  <a:pt x="0" y="90899"/>
                </a:lnTo>
                <a:lnTo>
                  <a:pt x="0" y="71926"/>
                </a:lnTo>
                <a:lnTo>
                  <a:pt x="67443" y="49380"/>
                </a:lnTo>
                <a:cubicBezTo>
                  <a:pt x="73724" y="47301"/>
                  <a:pt x="78424" y="45785"/>
                  <a:pt x="81543" y="44832"/>
                </a:cubicBezTo>
                <a:cubicBezTo>
                  <a:pt x="78077" y="43749"/>
                  <a:pt x="72988" y="42060"/>
                  <a:pt x="66274" y="39764"/>
                </a:cubicBezTo>
                <a:lnTo>
                  <a:pt x="0" y="16958"/>
                </a:lnTo>
                <a:lnTo>
                  <a:pt x="0" y="0"/>
                </a:lnTo>
                <a:lnTo>
                  <a:pt x="95252" y="0"/>
                </a:lnTo>
                <a:lnTo>
                  <a:pt x="95252" y="12150"/>
                </a:lnTo>
                <a:lnTo>
                  <a:pt x="15529" y="12150"/>
                </a:lnTo>
                <a:lnTo>
                  <a:pt x="95252" y="39829"/>
                </a:lnTo>
                <a:lnTo>
                  <a:pt x="95252" y="51200"/>
                </a:lnTo>
                <a:lnTo>
                  <a:pt x="14164" y="78749"/>
                </a:lnTo>
                <a:lnTo>
                  <a:pt x="95252" y="78749"/>
                </a:lnTo>
                <a:lnTo>
                  <a:pt x="95252" y="908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i">
            <a:extLst xmlns:a="http://schemas.openxmlformats.org/drawingml/2006/main">
              <a:ext uri="{FF2B5EF4-FFF2-40B4-BE49-F238E27FC236}">
                <a16:creationId xmlns:a16="http://schemas.microsoft.com/office/drawing/2014/main" id="{AF5E9A86-1973-4BF0-8161-C9A917B2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00" y="1918863"/>
            <a:ext cx="95252" cy="11695"/>
          </a:xfrm>
          <a:custGeom xmlns:a="http://schemas.openxmlformats.org/drawingml/2006/main">
            <a:pathLst>
              <a:path w="95252" h="11695">
                <a:moveTo>
                  <a:pt x="13515" y="11695"/>
                </a:moveTo>
                <a:lnTo>
                  <a:pt x="0" y="11695"/>
                </a:lnTo>
                <a:lnTo>
                  <a:pt x="0" y="0"/>
                </a:lnTo>
                <a:lnTo>
                  <a:pt x="13515" y="0"/>
                </a:lnTo>
                <a:lnTo>
                  <a:pt x="13515" y="11695"/>
                </a:lnTo>
                <a:moveTo>
                  <a:pt x="95252" y="11695"/>
                </a:moveTo>
                <a:lnTo>
                  <a:pt x="26250" y="11695"/>
                </a:lnTo>
                <a:lnTo>
                  <a:pt x="26250" y="0"/>
                </a:lnTo>
                <a:lnTo>
                  <a:pt x="95252" y="0"/>
                </a:lnTo>
                <a:lnTo>
                  <a:pt x="95252" y="11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d">
            <a:extLst xmlns:a="http://schemas.openxmlformats.org/drawingml/2006/main">
              <a:ext uri="{FF2B5EF4-FFF2-40B4-BE49-F238E27FC236}">
                <a16:creationId xmlns:a16="http://schemas.microsoft.com/office/drawing/2014/main" id="{83C14406-BEC0-400C-81FD-73A6EFC7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00" y="1845465"/>
            <a:ext cx="96812" cy="59841"/>
          </a:xfrm>
          <a:custGeom xmlns:a="http://schemas.openxmlformats.org/drawingml/2006/main">
            <a:pathLst>
              <a:path w="96812" h="59841">
                <a:moveTo>
                  <a:pt x="95252" y="10851"/>
                </a:moveTo>
                <a:lnTo>
                  <a:pt x="86546" y="10851"/>
                </a:lnTo>
                <a:cubicBezTo>
                  <a:pt x="93390" y="15226"/>
                  <a:pt x="96812" y="21658"/>
                  <a:pt x="96812" y="30148"/>
                </a:cubicBezTo>
                <a:cubicBezTo>
                  <a:pt x="96812" y="35649"/>
                  <a:pt x="95295" y="40706"/>
                  <a:pt x="92263" y="45320"/>
                </a:cubicBezTo>
                <a:cubicBezTo>
                  <a:pt x="89231" y="49933"/>
                  <a:pt x="84997" y="53506"/>
                  <a:pt x="79561" y="56040"/>
                </a:cubicBezTo>
                <a:cubicBezTo>
                  <a:pt x="74125" y="58574"/>
                  <a:pt x="67876" y="59841"/>
                  <a:pt x="60816" y="59841"/>
                </a:cubicBezTo>
                <a:cubicBezTo>
                  <a:pt x="53929" y="59841"/>
                  <a:pt x="47680" y="58693"/>
                  <a:pt x="42071" y="56398"/>
                </a:cubicBezTo>
                <a:cubicBezTo>
                  <a:pt x="36461" y="54102"/>
                  <a:pt x="32162" y="50658"/>
                  <a:pt x="29173" y="46067"/>
                </a:cubicBezTo>
                <a:cubicBezTo>
                  <a:pt x="26185" y="41475"/>
                  <a:pt x="24690" y="36342"/>
                  <a:pt x="24690" y="30668"/>
                </a:cubicBezTo>
                <a:cubicBezTo>
                  <a:pt x="24690" y="26509"/>
                  <a:pt x="25567" y="22806"/>
                  <a:pt x="27322" y="19557"/>
                </a:cubicBezTo>
                <a:cubicBezTo>
                  <a:pt x="29076" y="16309"/>
                  <a:pt x="31361" y="13666"/>
                  <a:pt x="34176" y="11630"/>
                </a:cubicBezTo>
                <a:lnTo>
                  <a:pt x="0" y="11630"/>
                </a:lnTo>
                <a:lnTo>
                  <a:pt x="0" y="0"/>
                </a:lnTo>
                <a:lnTo>
                  <a:pt x="95252" y="0"/>
                </a:lnTo>
                <a:lnTo>
                  <a:pt x="95252" y="10851"/>
                </a:lnTo>
                <a:moveTo>
                  <a:pt x="60783" y="47821"/>
                </a:moveTo>
                <a:cubicBezTo>
                  <a:pt x="69587" y="47821"/>
                  <a:pt x="76169" y="45958"/>
                  <a:pt x="80527" y="42233"/>
                </a:cubicBezTo>
                <a:cubicBezTo>
                  <a:pt x="84886" y="38508"/>
                  <a:pt x="87065" y="34111"/>
                  <a:pt x="87065" y="29043"/>
                </a:cubicBezTo>
                <a:cubicBezTo>
                  <a:pt x="87065" y="23932"/>
                  <a:pt x="84984" y="19590"/>
                  <a:pt x="80820" y="16016"/>
                </a:cubicBezTo>
                <a:cubicBezTo>
                  <a:pt x="76655" y="12443"/>
                  <a:pt x="70299" y="10656"/>
                  <a:pt x="61754" y="10656"/>
                </a:cubicBezTo>
                <a:cubicBezTo>
                  <a:pt x="52346" y="10656"/>
                  <a:pt x="45441" y="12475"/>
                  <a:pt x="41039" y="16114"/>
                </a:cubicBezTo>
                <a:cubicBezTo>
                  <a:pt x="36637" y="19752"/>
                  <a:pt x="34436" y="24235"/>
                  <a:pt x="34436" y="29563"/>
                </a:cubicBezTo>
                <a:cubicBezTo>
                  <a:pt x="34436" y="34761"/>
                  <a:pt x="36551" y="39104"/>
                  <a:pt x="40781" y="42591"/>
                </a:cubicBezTo>
                <a:cubicBezTo>
                  <a:pt x="45010" y="46078"/>
                  <a:pt x="51677" y="47821"/>
                  <a:pt x="60783" y="478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d">
            <a:extLst xmlns:a="http://schemas.openxmlformats.org/drawingml/2006/main">
              <a:ext uri="{FF2B5EF4-FFF2-40B4-BE49-F238E27FC236}">
                <a16:creationId xmlns:a16="http://schemas.microsoft.com/office/drawing/2014/main" id="{D7BB97F3-BAD5-4427-B83C-57481C29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00" y="1771479"/>
            <a:ext cx="96812" cy="59841"/>
          </a:xfrm>
          <a:custGeom xmlns:a="http://schemas.openxmlformats.org/drawingml/2006/main">
            <a:pathLst>
              <a:path w="96812" h="59841">
                <a:moveTo>
                  <a:pt x="95252" y="10851"/>
                </a:moveTo>
                <a:lnTo>
                  <a:pt x="86546" y="10851"/>
                </a:lnTo>
                <a:cubicBezTo>
                  <a:pt x="93390" y="15226"/>
                  <a:pt x="96812" y="21658"/>
                  <a:pt x="96812" y="30148"/>
                </a:cubicBezTo>
                <a:cubicBezTo>
                  <a:pt x="96812" y="35649"/>
                  <a:pt x="95295" y="40706"/>
                  <a:pt x="92263" y="45320"/>
                </a:cubicBezTo>
                <a:cubicBezTo>
                  <a:pt x="89231" y="49933"/>
                  <a:pt x="84997" y="53506"/>
                  <a:pt x="79561" y="56040"/>
                </a:cubicBezTo>
                <a:cubicBezTo>
                  <a:pt x="74125" y="58574"/>
                  <a:pt x="67876" y="59841"/>
                  <a:pt x="60816" y="59841"/>
                </a:cubicBezTo>
                <a:cubicBezTo>
                  <a:pt x="53929" y="59841"/>
                  <a:pt x="47680" y="58693"/>
                  <a:pt x="42071" y="56398"/>
                </a:cubicBezTo>
                <a:cubicBezTo>
                  <a:pt x="36461" y="54102"/>
                  <a:pt x="32162" y="50658"/>
                  <a:pt x="29173" y="46067"/>
                </a:cubicBezTo>
                <a:cubicBezTo>
                  <a:pt x="26185" y="41475"/>
                  <a:pt x="24690" y="36342"/>
                  <a:pt x="24690" y="30668"/>
                </a:cubicBezTo>
                <a:cubicBezTo>
                  <a:pt x="24690" y="26509"/>
                  <a:pt x="25567" y="22806"/>
                  <a:pt x="27322" y="19557"/>
                </a:cubicBezTo>
                <a:cubicBezTo>
                  <a:pt x="29076" y="16309"/>
                  <a:pt x="31361" y="13666"/>
                  <a:pt x="34176" y="11630"/>
                </a:cubicBezTo>
                <a:lnTo>
                  <a:pt x="0" y="11630"/>
                </a:lnTo>
                <a:lnTo>
                  <a:pt x="0" y="0"/>
                </a:lnTo>
                <a:lnTo>
                  <a:pt x="95252" y="0"/>
                </a:lnTo>
                <a:lnTo>
                  <a:pt x="95252" y="10851"/>
                </a:lnTo>
                <a:moveTo>
                  <a:pt x="60783" y="47821"/>
                </a:moveTo>
                <a:cubicBezTo>
                  <a:pt x="69587" y="47821"/>
                  <a:pt x="76169" y="45958"/>
                  <a:pt x="80527" y="42233"/>
                </a:cubicBezTo>
                <a:cubicBezTo>
                  <a:pt x="84886" y="38508"/>
                  <a:pt x="87065" y="34111"/>
                  <a:pt x="87065" y="29043"/>
                </a:cubicBezTo>
                <a:cubicBezTo>
                  <a:pt x="87065" y="23932"/>
                  <a:pt x="84984" y="19590"/>
                  <a:pt x="80820" y="16016"/>
                </a:cubicBezTo>
                <a:cubicBezTo>
                  <a:pt x="76655" y="12443"/>
                  <a:pt x="70299" y="10656"/>
                  <a:pt x="61754" y="10656"/>
                </a:cubicBezTo>
                <a:cubicBezTo>
                  <a:pt x="52346" y="10656"/>
                  <a:pt x="45441" y="12475"/>
                  <a:pt x="41039" y="16114"/>
                </a:cubicBezTo>
                <a:cubicBezTo>
                  <a:pt x="36637" y="19752"/>
                  <a:pt x="34436" y="24235"/>
                  <a:pt x="34436" y="29563"/>
                </a:cubicBezTo>
                <a:cubicBezTo>
                  <a:pt x="34436" y="34761"/>
                  <a:pt x="36551" y="39104"/>
                  <a:pt x="40781" y="42591"/>
                </a:cubicBezTo>
                <a:cubicBezTo>
                  <a:pt x="45010" y="46078"/>
                  <a:pt x="51677" y="47821"/>
                  <a:pt x="60783" y="478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l">
            <a:extLst xmlns:a="http://schemas.openxmlformats.org/drawingml/2006/main">
              <a:ext uri="{FF2B5EF4-FFF2-40B4-BE49-F238E27FC236}">
                <a16:creationId xmlns:a16="http://schemas.microsoft.com/office/drawing/2014/main" id="{071D0729-F4CB-4D0C-976A-9D1CC29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400" y="1741677"/>
            <a:ext cx="95252" cy="11695"/>
          </a:xfrm>
          <a:custGeom xmlns:a="http://schemas.openxmlformats.org/drawingml/2006/main">
            <a:pathLst>
              <a:path w="95252" h="11695">
                <a:moveTo>
                  <a:pt x="95252" y="11695"/>
                </a:moveTo>
                <a:lnTo>
                  <a:pt x="0" y="11695"/>
                </a:lnTo>
                <a:lnTo>
                  <a:pt x="0" y="0"/>
                </a:lnTo>
                <a:lnTo>
                  <a:pt x="95252" y="0"/>
                </a:lnTo>
                <a:lnTo>
                  <a:pt x="95252" y="11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e">
            <a:extLst xmlns:a="http://schemas.openxmlformats.org/drawingml/2006/main">
              <a:ext uri="{FF2B5EF4-FFF2-40B4-BE49-F238E27FC236}">
                <a16:creationId xmlns:a16="http://schemas.microsoft.com/office/drawing/2014/main" id="{C2AA2897-CCC1-4B78-8574-7C68E0E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1663860"/>
            <a:ext cx="72121" cy="63610"/>
          </a:xfrm>
          <a:custGeom xmlns:a="http://schemas.openxmlformats.org/drawingml/2006/main">
            <a:pathLst>
              <a:path w="72121" h="63610">
                <a:moveTo>
                  <a:pt x="48341" y="12475"/>
                </a:moveTo>
                <a:lnTo>
                  <a:pt x="49835" y="390"/>
                </a:lnTo>
                <a:cubicBezTo>
                  <a:pt x="56896" y="2296"/>
                  <a:pt x="62375" y="5826"/>
                  <a:pt x="66274" y="10981"/>
                </a:cubicBezTo>
                <a:cubicBezTo>
                  <a:pt x="70172" y="16135"/>
                  <a:pt x="72121" y="22719"/>
                  <a:pt x="72121" y="30733"/>
                </a:cubicBezTo>
                <a:cubicBezTo>
                  <a:pt x="72121" y="40825"/>
                  <a:pt x="69013" y="48828"/>
                  <a:pt x="62798" y="54741"/>
                </a:cubicBezTo>
                <a:cubicBezTo>
                  <a:pt x="56582" y="60653"/>
                  <a:pt x="47864" y="63610"/>
                  <a:pt x="36645" y="63610"/>
                </a:cubicBezTo>
                <a:cubicBezTo>
                  <a:pt x="25037" y="63610"/>
                  <a:pt x="16027" y="60621"/>
                  <a:pt x="9616" y="54643"/>
                </a:cubicBezTo>
                <a:cubicBezTo>
                  <a:pt x="3205" y="48666"/>
                  <a:pt x="0" y="40912"/>
                  <a:pt x="0" y="31383"/>
                </a:cubicBezTo>
                <a:cubicBezTo>
                  <a:pt x="0" y="22156"/>
                  <a:pt x="3136" y="14619"/>
                  <a:pt x="9407" y="8772"/>
                </a:cubicBezTo>
                <a:cubicBezTo>
                  <a:pt x="15677" y="2924"/>
                  <a:pt x="24499" y="0"/>
                  <a:pt x="35872" y="0"/>
                </a:cubicBezTo>
                <a:cubicBezTo>
                  <a:pt x="36564" y="0"/>
                  <a:pt x="37601" y="22"/>
                  <a:pt x="38985" y="65"/>
                </a:cubicBezTo>
                <a:lnTo>
                  <a:pt x="38985" y="51525"/>
                </a:lnTo>
                <a:cubicBezTo>
                  <a:pt x="46543" y="51091"/>
                  <a:pt x="52331" y="48947"/>
                  <a:pt x="56349" y="45092"/>
                </a:cubicBezTo>
                <a:cubicBezTo>
                  <a:pt x="60366" y="41237"/>
                  <a:pt x="62375" y="36429"/>
                  <a:pt x="62375" y="30668"/>
                </a:cubicBezTo>
                <a:cubicBezTo>
                  <a:pt x="62375" y="26380"/>
                  <a:pt x="61260" y="22719"/>
                  <a:pt x="59029" y="19687"/>
                </a:cubicBezTo>
                <a:cubicBezTo>
                  <a:pt x="56797" y="16655"/>
                  <a:pt x="53234" y="14251"/>
                  <a:pt x="48341" y="12475"/>
                </a:cubicBezTo>
                <a:moveTo>
                  <a:pt x="29238" y="50875"/>
                </a:moveTo>
                <a:lnTo>
                  <a:pt x="29238" y="12345"/>
                </a:lnTo>
                <a:cubicBezTo>
                  <a:pt x="23529" y="12865"/>
                  <a:pt x="19247" y="14338"/>
                  <a:pt x="16392" y="16763"/>
                </a:cubicBezTo>
                <a:cubicBezTo>
                  <a:pt x="11961" y="20489"/>
                  <a:pt x="9746" y="25318"/>
                  <a:pt x="9746" y="31253"/>
                </a:cubicBezTo>
                <a:cubicBezTo>
                  <a:pt x="9746" y="36624"/>
                  <a:pt x="11515" y="41139"/>
                  <a:pt x="15052" y="44800"/>
                </a:cubicBezTo>
                <a:cubicBezTo>
                  <a:pt x="18587" y="48460"/>
                  <a:pt x="23316" y="50485"/>
                  <a:pt x="29238" y="50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w">
            <a:extLst xmlns:a="http://schemas.openxmlformats.org/drawingml/2006/main">
              <a:ext uri="{FF2B5EF4-FFF2-40B4-BE49-F238E27FC236}">
                <a16:creationId xmlns:a16="http://schemas.microsoft.com/office/drawing/2014/main" id="{5FEC5366-C3E8-4604-879F-456437D1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649" y="1563300"/>
            <a:ext cx="69003" cy="94667"/>
          </a:xfrm>
          <a:custGeom xmlns:a="http://schemas.openxmlformats.org/drawingml/2006/main">
            <a:pathLst>
              <a:path w="69003" h="94667">
                <a:moveTo>
                  <a:pt x="69003" y="73551"/>
                </a:moveTo>
                <a:lnTo>
                  <a:pt x="0" y="94667"/>
                </a:lnTo>
                <a:lnTo>
                  <a:pt x="0" y="82582"/>
                </a:lnTo>
                <a:lnTo>
                  <a:pt x="39823" y="71602"/>
                </a:lnTo>
                <a:lnTo>
                  <a:pt x="54643" y="67508"/>
                </a:lnTo>
                <a:cubicBezTo>
                  <a:pt x="53908" y="67335"/>
                  <a:pt x="49170" y="66144"/>
                  <a:pt x="40428" y="63935"/>
                </a:cubicBezTo>
                <a:lnTo>
                  <a:pt x="0" y="52954"/>
                </a:lnTo>
                <a:lnTo>
                  <a:pt x="0" y="40934"/>
                </a:lnTo>
                <a:lnTo>
                  <a:pt x="40016" y="30603"/>
                </a:lnTo>
                <a:lnTo>
                  <a:pt x="53214" y="27159"/>
                </a:lnTo>
                <a:lnTo>
                  <a:pt x="39892" y="23196"/>
                </a:lnTo>
                <a:lnTo>
                  <a:pt x="0" y="11370"/>
                </a:lnTo>
                <a:lnTo>
                  <a:pt x="0" y="0"/>
                </a:lnTo>
                <a:lnTo>
                  <a:pt x="69003" y="21571"/>
                </a:lnTo>
                <a:lnTo>
                  <a:pt x="69003" y="33722"/>
                </a:lnTo>
                <a:lnTo>
                  <a:pt x="27657" y="44702"/>
                </a:lnTo>
                <a:lnTo>
                  <a:pt x="15919" y="47366"/>
                </a:lnTo>
                <a:lnTo>
                  <a:pt x="69003" y="61336"/>
                </a:lnTo>
                <a:lnTo>
                  <a:pt x="69003" y="73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a">
            <a:extLst xmlns:a="http://schemas.openxmlformats.org/drawingml/2006/main">
              <a:ext uri="{FF2B5EF4-FFF2-40B4-BE49-F238E27FC236}">
                <a16:creationId xmlns:a16="http://schemas.microsoft.com/office/drawing/2014/main" id="{4EB9A977-DD62-4B81-9766-1FDAAAE5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1493930"/>
            <a:ext cx="72121" cy="63545"/>
          </a:xfrm>
          <a:custGeom xmlns:a="http://schemas.openxmlformats.org/drawingml/2006/main">
            <a:pathLst>
              <a:path w="72121" h="63545">
                <a:moveTo>
                  <a:pt x="62042" y="14554"/>
                </a:moveTo>
                <a:cubicBezTo>
                  <a:pt x="65727" y="18886"/>
                  <a:pt x="68328" y="23055"/>
                  <a:pt x="69845" y="27062"/>
                </a:cubicBezTo>
                <a:cubicBezTo>
                  <a:pt x="71363" y="31068"/>
                  <a:pt x="72121" y="35368"/>
                  <a:pt x="72121" y="39959"/>
                </a:cubicBezTo>
                <a:cubicBezTo>
                  <a:pt x="72121" y="47539"/>
                  <a:pt x="70268" y="53365"/>
                  <a:pt x="66562" y="57437"/>
                </a:cubicBezTo>
                <a:cubicBezTo>
                  <a:pt x="62856" y="61509"/>
                  <a:pt x="58120" y="63545"/>
                  <a:pt x="52355" y="63545"/>
                </a:cubicBezTo>
                <a:cubicBezTo>
                  <a:pt x="48975" y="63545"/>
                  <a:pt x="45887" y="62776"/>
                  <a:pt x="43092" y="61238"/>
                </a:cubicBezTo>
                <a:cubicBezTo>
                  <a:pt x="40296" y="59700"/>
                  <a:pt x="38052" y="57686"/>
                  <a:pt x="36361" y="55196"/>
                </a:cubicBezTo>
                <a:cubicBezTo>
                  <a:pt x="34671" y="52705"/>
                  <a:pt x="33392" y="49900"/>
                  <a:pt x="32526" y="46781"/>
                </a:cubicBezTo>
                <a:cubicBezTo>
                  <a:pt x="31918" y="44486"/>
                  <a:pt x="31332" y="41020"/>
                  <a:pt x="30769" y="36386"/>
                </a:cubicBezTo>
                <a:cubicBezTo>
                  <a:pt x="29651" y="26943"/>
                  <a:pt x="28318" y="19990"/>
                  <a:pt x="26769" y="15529"/>
                </a:cubicBezTo>
                <a:cubicBezTo>
                  <a:pt x="25173" y="15486"/>
                  <a:pt x="24160" y="15464"/>
                  <a:pt x="23728" y="15464"/>
                </a:cubicBezTo>
                <a:cubicBezTo>
                  <a:pt x="18981" y="15464"/>
                  <a:pt x="15636" y="16568"/>
                  <a:pt x="13695" y="18778"/>
                </a:cubicBezTo>
                <a:cubicBezTo>
                  <a:pt x="11063" y="21766"/>
                  <a:pt x="9746" y="26206"/>
                  <a:pt x="9746" y="32097"/>
                </a:cubicBezTo>
                <a:cubicBezTo>
                  <a:pt x="9746" y="37598"/>
                  <a:pt x="10710" y="41659"/>
                  <a:pt x="12637" y="44280"/>
                </a:cubicBezTo>
                <a:cubicBezTo>
                  <a:pt x="14565" y="46901"/>
                  <a:pt x="17976" y="48839"/>
                  <a:pt x="22871" y="50095"/>
                </a:cubicBezTo>
                <a:lnTo>
                  <a:pt x="21312" y="61531"/>
                </a:lnTo>
                <a:cubicBezTo>
                  <a:pt x="16402" y="60491"/>
                  <a:pt x="12437" y="58780"/>
                  <a:pt x="9417" y="56398"/>
                </a:cubicBezTo>
                <a:cubicBezTo>
                  <a:pt x="6397" y="54015"/>
                  <a:pt x="4073" y="50572"/>
                  <a:pt x="2445" y="46067"/>
                </a:cubicBezTo>
                <a:cubicBezTo>
                  <a:pt x="815" y="41562"/>
                  <a:pt x="0" y="36342"/>
                  <a:pt x="0" y="30408"/>
                </a:cubicBezTo>
                <a:cubicBezTo>
                  <a:pt x="0" y="24517"/>
                  <a:pt x="693" y="19731"/>
                  <a:pt x="2079" y="16049"/>
                </a:cubicBezTo>
                <a:cubicBezTo>
                  <a:pt x="3465" y="12367"/>
                  <a:pt x="5209" y="9660"/>
                  <a:pt x="7310" y="7927"/>
                </a:cubicBezTo>
                <a:cubicBezTo>
                  <a:pt x="9410" y="6194"/>
                  <a:pt x="12064" y="4981"/>
                  <a:pt x="15269" y="4288"/>
                </a:cubicBezTo>
                <a:cubicBezTo>
                  <a:pt x="17261" y="3898"/>
                  <a:pt x="20857" y="3704"/>
                  <a:pt x="26055" y="3704"/>
                </a:cubicBezTo>
                <a:lnTo>
                  <a:pt x="41648" y="3704"/>
                </a:lnTo>
                <a:cubicBezTo>
                  <a:pt x="52521" y="3704"/>
                  <a:pt x="59397" y="3454"/>
                  <a:pt x="62278" y="2956"/>
                </a:cubicBezTo>
                <a:cubicBezTo>
                  <a:pt x="65158" y="2458"/>
                  <a:pt x="67920" y="1473"/>
                  <a:pt x="70562" y="0"/>
                </a:cubicBezTo>
                <a:lnTo>
                  <a:pt x="70562" y="12215"/>
                </a:lnTo>
                <a:cubicBezTo>
                  <a:pt x="68134" y="13428"/>
                  <a:pt x="65294" y="14208"/>
                  <a:pt x="62042" y="14554"/>
                </a:cubicBezTo>
                <a:moveTo>
                  <a:pt x="35866" y="15529"/>
                </a:moveTo>
                <a:cubicBezTo>
                  <a:pt x="37613" y="19774"/>
                  <a:pt x="39098" y="26141"/>
                  <a:pt x="40321" y="34631"/>
                </a:cubicBezTo>
                <a:cubicBezTo>
                  <a:pt x="41016" y="39439"/>
                  <a:pt x="41799" y="42840"/>
                  <a:pt x="42670" y="44832"/>
                </a:cubicBezTo>
                <a:cubicBezTo>
                  <a:pt x="43539" y="46825"/>
                  <a:pt x="44811" y="48362"/>
                  <a:pt x="46487" y="49445"/>
                </a:cubicBezTo>
                <a:cubicBezTo>
                  <a:pt x="48161" y="50528"/>
                  <a:pt x="50021" y="51070"/>
                  <a:pt x="52065" y="51070"/>
                </a:cubicBezTo>
                <a:cubicBezTo>
                  <a:pt x="55196" y="51070"/>
                  <a:pt x="57805" y="49889"/>
                  <a:pt x="59894" y="47529"/>
                </a:cubicBezTo>
                <a:cubicBezTo>
                  <a:pt x="61981" y="45168"/>
                  <a:pt x="63025" y="41713"/>
                  <a:pt x="63025" y="37165"/>
                </a:cubicBezTo>
                <a:cubicBezTo>
                  <a:pt x="63025" y="32660"/>
                  <a:pt x="62035" y="28654"/>
                  <a:pt x="60054" y="25145"/>
                </a:cubicBezTo>
                <a:cubicBezTo>
                  <a:pt x="58074" y="21636"/>
                  <a:pt x="55365" y="19059"/>
                  <a:pt x="51927" y="17413"/>
                </a:cubicBezTo>
                <a:cubicBezTo>
                  <a:pt x="49271" y="16157"/>
                  <a:pt x="45353" y="15529"/>
                  <a:pt x="40174" y="15529"/>
                </a:cubicBezTo>
                <a:lnTo>
                  <a:pt x="35866" y="155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r">
            <a:extLst xmlns:a="http://schemas.openxmlformats.org/drawingml/2006/main">
              <a:ext uri="{FF2B5EF4-FFF2-40B4-BE49-F238E27FC236}">
                <a16:creationId xmlns:a16="http://schemas.microsoft.com/office/drawing/2014/main" id="{ABC1D8B3-B252-4407-B4C1-6244E236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1442166"/>
            <a:ext cx="70562" cy="37490"/>
          </a:xfrm>
          <a:custGeom xmlns:a="http://schemas.openxmlformats.org/drawingml/2006/main">
            <a:pathLst>
              <a:path w="70562" h="37490">
                <a:moveTo>
                  <a:pt x="70562" y="37490"/>
                </a:moveTo>
                <a:lnTo>
                  <a:pt x="1559" y="37490"/>
                </a:lnTo>
                <a:lnTo>
                  <a:pt x="1559" y="26964"/>
                </a:lnTo>
                <a:lnTo>
                  <a:pt x="11955" y="26964"/>
                </a:lnTo>
                <a:cubicBezTo>
                  <a:pt x="7088" y="24279"/>
                  <a:pt x="3878" y="21799"/>
                  <a:pt x="2327" y="19525"/>
                </a:cubicBezTo>
                <a:cubicBezTo>
                  <a:pt x="776" y="17251"/>
                  <a:pt x="0" y="14749"/>
                  <a:pt x="0" y="12020"/>
                </a:cubicBezTo>
                <a:cubicBezTo>
                  <a:pt x="0" y="8078"/>
                  <a:pt x="1251" y="4072"/>
                  <a:pt x="3752" y="0"/>
                </a:cubicBezTo>
                <a:lnTo>
                  <a:pt x="14554" y="4028"/>
                </a:lnTo>
                <a:cubicBezTo>
                  <a:pt x="12865" y="6887"/>
                  <a:pt x="12020" y="9746"/>
                  <a:pt x="12020" y="12605"/>
                </a:cubicBezTo>
                <a:cubicBezTo>
                  <a:pt x="12020" y="15161"/>
                  <a:pt x="12790" y="17456"/>
                  <a:pt x="14331" y="19492"/>
                </a:cubicBezTo>
                <a:cubicBezTo>
                  <a:pt x="15870" y="21528"/>
                  <a:pt x="18005" y="22979"/>
                  <a:pt x="20737" y="23846"/>
                </a:cubicBezTo>
                <a:cubicBezTo>
                  <a:pt x="24899" y="25145"/>
                  <a:pt x="29452" y="25795"/>
                  <a:pt x="34396" y="25795"/>
                </a:cubicBezTo>
                <a:lnTo>
                  <a:pt x="70562" y="25795"/>
                </a:lnTo>
                <a:lnTo>
                  <a:pt x="70562" y="374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e">
            <a:extLst xmlns:a="http://schemas.openxmlformats.org/drawingml/2006/main">
              <a:ext uri="{FF2B5EF4-FFF2-40B4-BE49-F238E27FC236}">
                <a16:creationId xmlns:a16="http://schemas.microsoft.com/office/drawing/2014/main" id="{6A3603E7-3C15-41B2-8D27-06DA4BDE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090" y="1375504"/>
            <a:ext cx="72121" cy="63610"/>
          </a:xfrm>
          <a:custGeom xmlns:a="http://schemas.openxmlformats.org/drawingml/2006/main">
            <a:pathLst>
              <a:path w="72121" h="63610">
                <a:moveTo>
                  <a:pt x="48341" y="12475"/>
                </a:moveTo>
                <a:lnTo>
                  <a:pt x="49835" y="390"/>
                </a:lnTo>
                <a:cubicBezTo>
                  <a:pt x="56896" y="2296"/>
                  <a:pt x="62375" y="5826"/>
                  <a:pt x="66274" y="10981"/>
                </a:cubicBezTo>
                <a:cubicBezTo>
                  <a:pt x="70172" y="16135"/>
                  <a:pt x="72121" y="22719"/>
                  <a:pt x="72121" y="30733"/>
                </a:cubicBezTo>
                <a:cubicBezTo>
                  <a:pt x="72121" y="40825"/>
                  <a:pt x="69013" y="48828"/>
                  <a:pt x="62798" y="54741"/>
                </a:cubicBezTo>
                <a:cubicBezTo>
                  <a:pt x="56582" y="60653"/>
                  <a:pt x="47864" y="63610"/>
                  <a:pt x="36645" y="63610"/>
                </a:cubicBezTo>
                <a:cubicBezTo>
                  <a:pt x="25037" y="63610"/>
                  <a:pt x="16027" y="60621"/>
                  <a:pt x="9616" y="54643"/>
                </a:cubicBezTo>
                <a:cubicBezTo>
                  <a:pt x="3205" y="48666"/>
                  <a:pt x="0" y="40912"/>
                  <a:pt x="0" y="31383"/>
                </a:cubicBezTo>
                <a:cubicBezTo>
                  <a:pt x="0" y="22156"/>
                  <a:pt x="3136" y="14619"/>
                  <a:pt x="9407" y="8772"/>
                </a:cubicBezTo>
                <a:cubicBezTo>
                  <a:pt x="15677" y="2924"/>
                  <a:pt x="24499" y="0"/>
                  <a:pt x="35872" y="0"/>
                </a:cubicBezTo>
                <a:cubicBezTo>
                  <a:pt x="36564" y="0"/>
                  <a:pt x="37601" y="22"/>
                  <a:pt x="38985" y="65"/>
                </a:cubicBezTo>
                <a:lnTo>
                  <a:pt x="38985" y="51525"/>
                </a:lnTo>
                <a:cubicBezTo>
                  <a:pt x="46543" y="51091"/>
                  <a:pt x="52331" y="48947"/>
                  <a:pt x="56349" y="45092"/>
                </a:cubicBezTo>
                <a:cubicBezTo>
                  <a:pt x="60366" y="41237"/>
                  <a:pt x="62375" y="36429"/>
                  <a:pt x="62375" y="30668"/>
                </a:cubicBezTo>
                <a:cubicBezTo>
                  <a:pt x="62375" y="26380"/>
                  <a:pt x="61260" y="22719"/>
                  <a:pt x="59029" y="19687"/>
                </a:cubicBezTo>
                <a:cubicBezTo>
                  <a:pt x="56797" y="16655"/>
                  <a:pt x="53234" y="14251"/>
                  <a:pt x="48341" y="12475"/>
                </a:cubicBezTo>
                <a:moveTo>
                  <a:pt x="29238" y="50875"/>
                </a:moveTo>
                <a:lnTo>
                  <a:pt x="29238" y="12345"/>
                </a:lnTo>
                <a:cubicBezTo>
                  <a:pt x="23529" y="12865"/>
                  <a:pt x="19247" y="14338"/>
                  <a:pt x="16392" y="16763"/>
                </a:cubicBezTo>
                <a:cubicBezTo>
                  <a:pt x="11961" y="20489"/>
                  <a:pt x="9746" y="25318"/>
                  <a:pt x="9746" y="31253"/>
                </a:cubicBezTo>
                <a:cubicBezTo>
                  <a:pt x="9746" y="36624"/>
                  <a:pt x="11515" y="41139"/>
                  <a:pt x="15052" y="44800"/>
                </a:cubicBezTo>
                <a:cubicBezTo>
                  <a:pt x="18587" y="48460"/>
                  <a:pt x="23316" y="50485"/>
                  <a:pt x="29238" y="50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BF607-8343-472E-998C-B993D104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15" y="980238"/>
            <a:ext cx="285144" cy="285144"/>
          </a:xfrm>
          <a:custGeom xmlns:a="http://schemas.openxmlformats.org/drawingml/2006/main">
            <a:pathLst>
              <a:path w="285144" h="285144">
                <a:moveTo>
                  <a:pt x="285144" y="142572"/>
                </a:moveTo>
                <a:cubicBezTo>
                  <a:pt x="285144" y="151933"/>
                  <a:pt x="284231" y="161205"/>
                  <a:pt x="282405" y="170386"/>
                </a:cubicBezTo>
                <a:cubicBezTo>
                  <a:pt x="280578" y="179567"/>
                  <a:pt x="277874" y="188483"/>
                  <a:pt x="274292" y="197132"/>
                </a:cubicBezTo>
                <a:cubicBezTo>
                  <a:pt x="270709" y="205781"/>
                  <a:pt x="266317" y="213997"/>
                  <a:pt x="261116" y="221781"/>
                </a:cubicBezTo>
                <a:cubicBezTo>
                  <a:pt x="255915" y="229564"/>
                  <a:pt x="250005" y="236766"/>
                  <a:pt x="243386" y="243386"/>
                </a:cubicBezTo>
                <a:cubicBezTo>
                  <a:pt x="236767" y="250005"/>
                  <a:pt x="229565" y="255915"/>
                  <a:pt x="221781" y="261116"/>
                </a:cubicBezTo>
                <a:cubicBezTo>
                  <a:pt x="213997" y="266317"/>
                  <a:pt x="205781" y="270708"/>
                  <a:pt x="197132" y="274291"/>
                </a:cubicBezTo>
                <a:cubicBezTo>
                  <a:pt x="188483" y="277873"/>
                  <a:pt x="179568" y="280577"/>
                  <a:pt x="170387" y="282404"/>
                </a:cubicBezTo>
                <a:cubicBezTo>
                  <a:pt x="161205" y="284230"/>
                  <a:pt x="151934" y="285144"/>
                  <a:pt x="142572" y="285144"/>
                </a:cubicBezTo>
                <a:cubicBezTo>
                  <a:pt x="133211" y="285144"/>
                  <a:pt x="123939" y="284230"/>
                  <a:pt x="114757" y="282404"/>
                </a:cubicBezTo>
                <a:cubicBezTo>
                  <a:pt x="105576" y="280577"/>
                  <a:pt x="96660" y="277873"/>
                  <a:pt x="88012" y="274291"/>
                </a:cubicBezTo>
                <a:cubicBezTo>
                  <a:pt x="79364" y="270708"/>
                  <a:pt x="71147" y="266317"/>
                  <a:pt x="63364" y="261116"/>
                </a:cubicBezTo>
                <a:cubicBezTo>
                  <a:pt x="55580" y="255915"/>
                  <a:pt x="48378" y="250005"/>
                  <a:pt x="41759" y="243386"/>
                </a:cubicBezTo>
                <a:cubicBezTo>
                  <a:pt x="35139" y="236766"/>
                  <a:pt x="29229" y="229564"/>
                  <a:pt x="24028" y="221781"/>
                </a:cubicBezTo>
                <a:cubicBezTo>
                  <a:pt x="18827" y="213997"/>
                  <a:pt x="14435" y="205781"/>
                  <a:pt x="10853" y="197132"/>
                </a:cubicBezTo>
                <a:cubicBezTo>
                  <a:pt x="7270" y="188483"/>
                  <a:pt x="4566" y="179567"/>
                  <a:pt x="2740" y="170386"/>
                </a:cubicBezTo>
                <a:cubicBezTo>
                  <a:pt x="913" y="161205"/>
                  <a:pt x="0" y="151933"/>
                  <a:pt x="0" y="142572"/>
                </a:cubicBezTo>
                <a:cubicBezTo>
                  <a:pt x="0" y="133210"/>
                  <a:pt x="913" y="123939"/>
                  <a:pt x="2740" y="114757"/>
                </a:cubicBezTo>
                <a:cubicBezTo>
                  <a:pt x="4566" y="105575"/>
                  <a:pt x="7270" y="96661"/>
                  <a:pt x="10853" y="88012"/>
                </a:cubicBezTo>
                <a:cubicBezTo>
                  <a:pt x="14435" y="79363"/>
                  <a:pt x="18827" y="71146"/>
                  <a:pt x="24028" y="63363"/>
                </a:cubicBezTo>
                <a:cubicBezTo>
                  <a:pt x="29229" y="55579"/>
                  <a:pt x="35139" y="48377"/>
                  <a:pt x="41759" y="41758"/>
                </a:cubicBezTo>
                <a:cubicBezTo>
                  <a:pt x="48378" y="35139"/>
                  <a:pt x="55580" y="29229"/>
                  <a:pt x="63364" y="24027"/>
                </a:cubicBezTo>
                <a:cubicBezTo>
                  <a:pt x="71147" y="18827"/>
                  <a:pt x="79364" y="14435"/>
                  <a:pt x="88012" y="10852"/>
                </a:cubicBezTo>
                <a:cubicBezTo>
                  <a:pt x="96660" y="7270"/>
                  <a:pt x="105575" y="4566"/>
                  <a:pt x="114757" y="2739"/>
                </a:cubicBezTo>
                <a:cubicBezTo>
                  <a:pt x="123939" y="913"/>
                  <a:pt x="133211" y="0"/>
                  <a:pt x="142572" y="0"/>
                </a:cubicBezTo>
                <a:cubicBezTo>
                  <a:pt x="151934" y="0"/>
                  <a:pt x="161205" y="913"/>
                  <a:pt x="170387" y="2739"/>
                </a:cubicBezTo>
                <a:cubicBezTo>
                  <a:pt x="179568" y="4566"/>
                  <a:pt x="188483" y="7270"/>
                  <a:pt x="197132" y="10852"/>
                </a:cubicBezTo>
                <a:cubicBezTo>
                  <a:pt x="205781" y="14435"/>
                  <a:pt x="213997" y="18827"/>
                  <a:pt x="221781" y="24027"/>
                </a:cubicBezTo>
                <a:cubicBezTo>
                  <a:pt x="229565" y="29229"/>
                  <a:pt x="236767" y="35139"/>
                  <a:pt x="243386" y="41758"/>
                </a:cubicBezTo>
                <a:cubicBezTo>
                  <a:pt x="250005" y="48377"/>
                  <a:pt x="255915" y="55579"/>
                  <a:pt x="261116" y="63363"/>
                </a:cubicBezTo>
                <a:cubicBezTo>
                  <a:pt x="266317" y="71146"/>
                  <a:pt x="270709" y="79363"/>
                  <a:pt x="274292" y="88012"/>
                </a:cubicBezTo>
                <a:cubicBezTo>
                  <a:pt x="277874" y="96661"/>
                  <a:pt x="280578" y="105575"/>
                  <a:pt x="282405" y="114757"/>
                </a:cubicBezTo>
                <a:cubicBezTo>
                  <a:pt x="284231" y="123939"/>
                  <a:pt x="285144" y="133210"/>
                  <a:pt x="285144" y="142572"/>
                </a:cubicBezTo>
                <a:close/>
              </a:path>
            </a:pathLst>
          </a:custGeom>
          <a:solidFill xmlns:a="http://schemas.openxmlformats.org/drawingml/2006/main">
            <a:srgbClr val="339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47B4F-0112-4E70-ADF3-9557B3AA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15" y="980238"/>
            <a:ext cx="285144" cy="285144"/>
          </a:xfrm>
          <a:custGeom xmlns:a="http://schemas.openxmlformats.org/drawingml/2006/main">
            <a:pathLst>
              <a:path w="285144" h="285144" fill="none">
                <a:moveTo>
                  <a:pt x="285144" y="142572"/>
                </a:moveTo>
                <a:cubicBezTo>
                  <a:pt x="285144" y="151933"/>
                  <a:pt x="284231" y="161205"/>
                  <a:pt x="282405" y="170386"/>
                </a:cubicBezTo>
                <a:cubicBezTo>
                  <a:pt x="280578" y="179567"/>
                  <a:pt x="277874" y="188483"/>
                  <a:pt x="274292" y="197132"/>
                </a:cubicBezTo>
                <a:cubicBezTo>
                  <a:pt x="270709" y="205781"/>
                  <a:pt x="266317" y="213997"/>
                  <a:pt x="261116" y="221781"/>
                </a:cubicBezTo>
                <a:cubicBezTo>
                  <a:pt x="255915" y="229564"/>
                  <a:pt x="250005" y="236766"/>
                  <a:pt x="243386" y="243386"/>
                </a:cubicBezTo>
                <a:cubicBezTo>
                  <a:pt x="236767" y="250005"/>
                  <a:pt x="229565" y="255915"/>
                  <a:pt x="221781" y="261116"/>
                </a:cubicBezTo>
                <a:cubicBezTo>
                  <a:pt x="213997" y="266317"/>
                  <a:pt x="205781" y="270708"/>
                  <a:pt x="197132" y="274291"/>
                </a:cubicBezTo>
                <a:cubicBezTo>
                  <a:pt x="188483" y="277873"/>
                  <a:pt x="179568" y="280577"/>
                  <a:pt x="170387" y="282404"/>
                </a:cubicBezTo>
                <a:cubicBezTo>
                  <a:pt x="161205" y="284230"/>
                  <a:pt x="151934" y="285144"/>
                  <a:pt x="142572" y="285144"/>
                </a:cubicBezTo>
                <a:cubicBezTo>
                  <a:pt x="133211" y="285144"/>
                  <a:pt x="123939" y="284230"/>
                  <a:pt x="114757" y="282404"/>
                </a:cubicBezTo>
                <a:cubicBezTo>
                  <a:pt x="105576" y="280577"/>
                  <a:pt x="96660" y="277873"/>
                  <a:pt x="88012" y="274291"/>
                </a:cubicBezTo>
                <a:cubicBezTo>
                  <a:pt x="79364" y="270708"/>
                  <a:pt x="71147" y="266317"/>
                  <a:pt x="63364" y="261116"/>
                </a:cubicBezTo>
                <a:cubicBezTo>
                  <a:pt x="55580" y="255915"/>
                  <a:pt x="48378" y="250005"/>
                  <a:pt x="41759" y="243386"/>
                </a:cubicBezTo>
                <a:cubicBezTo>
                  <a:pt x="35139" y="236766"/>
                  <a:pt x="29229" y="229564"/>
                  <a:pt x="24028" y="221781"/>
                </a:cubicBezTo>
                <a:cubicBezTo>
                  <a:pt x="18827" y="213997"/>
                  <a:pt x="14435" y="205781"/>
                  <a:pt x="10853" y="197132"/>
                </a:cubicBezTo>
                <a:cubicBezTo>
                  <a:pt x="7270" y="188483"/>
                  <a:pt x="4566" y="179567"/>
                  <a:pt x="2740" y="170386"/>
                </a:cubicBezTo>
                <a:cubicBezTo>
                  <a:pt x="913" y="161205"/>
                  <a:pt x="0" y="151933"/>
                  <a:pt x="0" y="142572"/>
                </a:cubicBezTo>
                <a:cubicBezTo>
                  <a:pt x="0" y="133210"/>
                  <a:pt x="913" y="123939"/>
                  <a:pt x="2740" y="114757"/>
                </a:cubicBezTo>
                <a:cubicBezTo>
                  <a:pt x="4566" y="105575"/>
                  <a:pt x="7270" y="96661"/>
                  <a:pt x="10853" y="88012"/>
                </a:cubicBezTo>
                <a:cubicBezTo>
                  <a:pt x="14435" y="79363"/>
                  <a:pt x="18827" y="71146"/>
                  <a:pt x="24028" y="63363"/>
                </a:cubicBezTo>
                <a:cubicBezTo>
                  <a:pt x="29229" y="55579"/>
                  <a:pt x="35139" y="48377"/>
                  <a:pt x="41759" y="41758"/>
                </a:cubicBezTo>
                <a:cubicBezTo>
                  <a:pt x="48378" y="35139"/>
                  <a:pt x="55580" y="29229"/>
                  <a:pt x="63364" y="24027"/>
                </a:cubicBezTo>
                <a:cubicBezTo>
                  <a:pt x="71147" y="18827"/>
                  <a:pt x="79364" y="14435"/>
                  <a:pt x="88012" y="10852"/>
                </a:cubicBezTo>
                <a:cubicBezTo>
                  <a:pt x="96660" y="7270"/>
                  <a:pt x="105575" y="4566"/>
                  <a:pt x="114757" y="2739"/>
                </a:cubicBezTo>
                <a:cubicBezTo>
                  <a:pt x="123939" y="913"/>
                  <a:pt x="133211" y="0"/>
                  <a:pt x="142572" y="0"/>
                </a:cubicBezTo>
                <a:cubicBezTo>
                  <a:pt x="151934" y="0"/>
                  <a:pt x="161205" y="913"/>
                  <a:pt x="170387" y="2739"/>
                </a:cubicBezTo>
                <a:cubicBezTo>
                  <a:pt x="179568" y="4566"/>
                  <a:pt x="188483" y="7270"/>
                  <a:pt x="197132" y="10852"/>
                </a:cubicBezTo>
                <a:cubicBezTo>
                  <a:pt x="205781" y="14435"/>
                  <a:pt x="213997" y="18827"/>
                  <a:pt x="221781" y="24027"/>
                </a:cubicBezTo>
                <a:cubicBezTo>
                  <a:pt x="229565" y="29229"/>
                  <a:pt x="236767" y="35139"/>
                  <a:pt x="243386" y="41758"/>
                </a:cubicBezTo>
                <a:cubicBezTo>
                  <a:pt x="250005" y="48377"/>
                  <a:pt x="255915" y="55579"/>
                  <a:pt x="261116" y="63363"/>
                </a:cubicBezTo>
                <a:cubicBezTo>
                  <a:pt x="266317" y="71146"/>
                  <a:pt x="270709" y="79363"/>
                  <a:pt x="274292" y="88012"/>
                </a:cubicBezTo>
                <a:cubicBezTo>
                  <a:pt x="277874" y="96661"/>
                  <a:pt x="280578" y="105575"/>
                  <a:pt x="282405" y="114757"/>
                </a:cubicBezTo>
                <a:cubicBezTo>
                  <a:pt x="284231" y="123939"/>
                  <a:pt x="285144" y="133210"/>
                  <a:pt x="285144" y="1425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3399FF"/>
            </a:solidFill>
            <a:miter/>
          </a:ln>
        </p:spPr>
      </p:sp>
      <p:sp>
        <p:nvSpPr>
          <p:cNvPr id="133" name="Text 4">
            <a:extLst xmlns:a="http://schemas.openxmlformats.org/drawingml/2006/main">
              <a:ext uri="{FF2B5EF4-FFF2-40B4-BE49-F238E27FC236}">
                <a16:creationId xmlns:a16="http://schemas.microsoft.com/office/drawing/2014/main" id="{9C0CBDB6-1C63-4233-8AC6-2CA81E03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127" y="1070980"/>
            <a:ext cx="75296" cy="108860"/>
          </a:xfrm>
          <a:custGeom xmlns:a="http://schemas.openxmlformats.org/drawingml/2006/main">
            <a:pathLst>
              <a:path w="75296" h="108860">
                <a:moveTo>
                  <a:pt x="47227" y="108860"/>
                </a:moveTo>
                <a:lnTo>
                  <a:pt x="47227" y="82796"/>
                </a:lnTo>
                <a:lnTo>
                  <a:pt x="0" y="82796"/>
                </a:lnTo>
                <a:lnTo>
                  <a:pt x="0" y="70543"/>
                </a:lnTo>
                <a:lnTo>
                  <a:pt x="49677" y="0"/>
                </a:lnTo>
                <a:lnTo>
                  <a:pt x="60593" y="0"/>
                </a:lnTo>
                <a:lnTo>
                  <a:pt x="60593" y="70543"/>
                </a:lnTo>
                <a:lnTo>
                  <a:pt x="75296" y="70543"/>
                </a:lnTo>
                <a:lnTo>
                  <a:pt x="75296" y="82796"/>
                </a:lnTo>
                <a:lnTo>
                  <a:pt x="60593" y="82796"/>
                </a:lnTo>
                <a:lnTo>
                  <a:pt x="60593" y="108860"/>
                </a:lnTo>
                <a:lnTo>
                  <a:pt x="47227" y="108860"/>
                </a:lnTo>
                <a:moveTo>
                  <a:pt x="47227" y="70543"/>
                </a:moveTo>
                <a:lnTo>
                  <a:pt x="47227" y="21460"/>
                </a:lnTo>
                <a:lnTo>
                  <a:pt x="13143" y="70543"/>
                </a:lnTo>
                <a:lnTo>
                  <a:pt x="47227" y="7054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7C9A1-B94F-48A9-BAED-971B8671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143" y="3454146"/>
            <a:ext cx="4752" cy="662674"/>
          </a:xfrm>
          <a:custGeom xmlns:a="http://schemas.openxmlformats.org/drawingml/2006/main">
            <a:pathLst>
              <a:path w="4752" h="662674" fill="none">
                <a:moveTo>
                  <a:pt x="0" y="662674"/>
                </a:moveTo>
                <a:lnTo>
                  <a:pt x="0" y="282483"/>
                </a:lnTo>
                <a:lnTo>
                  <a:pt x="47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E7967-D380-4301-8CF0-17B7F56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792" y="3354346"/>
            <a:ext cx="133067" cy="134208"/>
          </a:xfrm>
          <a:custGeom xmlns:a="http://schemas.openxmlformats.org/drawingml/2006/main">
            <a:pathLst>
              <a:path w="133067" h="134208">
                <a:moveTo>
                  <a:pt x="68815" y="0"/>
                </a:moveTo>
                <a:lnTo>
                  <a:pt x="133067" y="134208"/>
                </a:lnTo>
                <a:lnTo>
                  <a:pt x="67104" y="99800"/>
                </a:lnTo>
                <a:lnTo>
                  <a:pt x="0" y="131927"/>
                </a:lnTo>
                <a:lnTo>
                  <a:pt x="688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5E0A4-00CE-4101-9714-1CC92966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792" y="3354346"/>
            <a:ext cx="133067" cy="134208"/>
          </a:xfrm>
          <a:custGeom xmlns:a="http://schemas.openxmlformats.org/drawingml/2006/main">
            <a:pathLst>
              <a:path w="133067" h="134208" fill="none">
                <a:moveTo>
                  <a:pt x="68815" y="0"/>
                </a:moveTo>
                <a:lnTo>
                  <a:pt x="133067" y="134208"/>
                </a:lnTo>
                <a:lnTo>
                  <a:pt x="67104" y="99800"/>
                </a:lnTo>
                <a:lnTo>
                  <a:pt x="0" y="131927"/>
                </a:lnTo>
                <a:lnTo>
                  <a:pt x="6881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9E6A4-8D91-4F4A-A93A-BF3D00AD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797" y="1350925"/>
            <a:ext cx="376390" cy="380192"/>
          </a:xfrm>
          <a:custGeom xmlns:a="http://schemas.openxmlformats.org/drawingml/2006/main">
            <a:pathLst>
              <a:path w="376390" h="380192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1A5F2-72AB-4CBD-A9E0-F561CBB2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797" y="1350925"/>
            <a:ext cx="376390" cy="380192"/>
          </a:xfrm>
          <a:custGeom xmlns:a="http://schemas.openxmlformats.org/drawingml/2006/main">
            <a:pathLst>
              <a:path w="376390" h="380192" fill="none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D7AD9-E6FD-4971-A49C-E3788507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190" y="1350925"/>
            <a:ext cx="72997" cy="55508"/>
          </a:xfrm>
          <a:custGeom xmlns:a="http://schemas.openxmlformats.org/drawingml/2006/main">
            <a:pathLst>
              <a:path w="72997" h="55508" fill="none">
                <a:moveTo>
                  <a:pt x="19200" y="0"/>
                </a:moveTo>
                <a:cubicBezTo>
                  <a:pt x="23572" y="12736"/>
                  <a:pt x="16348" y="25853"/>
                  <a:pt x="0" y="34978"/>
                </a:cubicBezTo>
                <a:lnTo>
                  <a:pt x="72997" y="55508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40" name="Text BE">
            <a:extLst xmlns:a="http://schemas.openxmlformats.org/drawingml/2006/main">
              <a:ext uri="{FF2B5EF4-FFF2-40B4-BE49-F238E27FC236}">
                <a16:creationId xmlns:a16="http://schemas.microsoft.com/office/drawing/2014/main" id="{61D26C1D-B145-49D7-87B4-3BB92556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515" y="1483788"/>
            <a:ext cx="160618" cy="95252"/>
          </a:xfrm>
          <a:custGeom xmlns:a="http://schemas.openxmlformats.org/drawingml/2006/main">
            <a:pathLst>
              <a:path w="160618" h="95252">
                <a:moveTo>
                  <a:pt x="0" y="95252"/>
                </a:moveTo>
                <a:lnTo>
                  <a:pt x="0" y="0"/>
                </a:lnTo>
                <a:lnTo>
                  <a:pt x="35736" y="0"/>
                </a:lnTo>
                <a:cubicBezTo>
                  <a:pt x="43013" y="0"/>
                  <a:pt x="48850" y="964"/>
                  <a:pt x="53246" y="2891"/>
                </a:cubicBezTo>
                <a:cubicBezTo>
                  <a:pt x="57643" y="4819"/>
                  <a:pt x="61087" y="7786"/>
                  <a:pt x="63577" y="11793"/>
                </a:cubicBezTo>
                <a:cubicBezTo>
                  <a:pt x="66068" y="15800"/>
                  <a:pt x="67313" y="19990"/>
                  <a:pt x="67313" y="24365"/>
                </a:cubicBezTo>
                <a:cubicBezTo>
                  <a:pt x="67313" y="28437"/>
                  <a:pt x="66209" y="32271"/>
                  <a:pt x="64000" y="35866"/>
                </a:cubicBezTo>
                <a:cubicBezTo>
                  <a:pt x="61790" y="39461"/>
                  <a:pt x="58455" y="42363"/>
                  <a:pt x="53994" y="44572"/>
                </a:cubicBezTo>
                <a:cubicBezTo>
                  <a:pt x="59755" y="46262"/>
                  <a:pt x="64184" y="49142"/>
                  <a:pt x="67281" y="53214"/>
                </a:cubicBezTo>
                <a:cubicBezTo>
                  <a:pt x="70378" y="57286"/>
                  <a:pt x="71926" y="62094"/>
                  <a:pt x="71926" y="67638"/>
                </a:cubicBezTo>
                <a:cubicBezTo>
                  <a:pt x="71926" y="72100"/>
                  <a:pt x="70984" y="76247"/>
                  <a:pt x="69100" y="80081"/>
                </a:cubicBezTo>
                <a:cubicBezTo>
                  <a:pt x="67216" y="83914"/>
                  <a:pt x="64888" y="86871"/>
                  <a:pt x="62115" y="88950"/>
                </a:cubicBezTo>
                <a:cubicBezTo>
                  <a:pt x="59343" y="91029"/>
                  <a:pt x="55867" y="92599"/>
                  <a:pt x="51687" y="93660"/>
                </a:cubicBezTo>
                <a:cubicBezTo>
                  <a:pt x="47507" y="94722"/>
                  <a:pt x="42385" y="95252"/>
                  <a:pt x="36321" y="95252"/>
                </a:cubicBezTo>
                <a:lnTo>
                  <a:pt x="0" y="95252"/>
                </a:lnTo>
                <a:moveTo>
                  <a:pt x="12605" y="40024"/>
                </a:moveTo>
                <a:lnTo>
                  <a:pt x="33202" y="40024"/>
                </a:lnTo>
                <a:cubicBezTo>
                  <a:pt x="38790" y="40024"/>
                  <a:pt x="42796" y="39656"/>
                  <a:pt x="45222" y="38920"/>
                </a:cubicBezTo>
                <a:cubicBezTo>
                  <a:pt x="48427" y="37967"/>
                  <a:pt x="50842" y="36386"/>
                  <a:pt x="52467" y="34176"/>
                </a:cubicBezTo>
                <a:cubicBezTo>
                  <a:pt x="54091" y="31967"/>
                  <a:pt x="54903" y="29195"/>
                  <a:pt x="54903" y="25860"/>
                </a:cubicBezTo>
                <a:cubicBezTo>
                  <a:pt x="54903" y="22698"/>
                  <a:pt x="54145" y="19915"/>
                  <a:pt x="52629" y="17511"/>
                </a:cubicBezTo>
                <a:cubicBezTo>
                  <a:pt x="51113" y="15107"/>
                  <a:pt x="48947" y="13460"/>
                  <a:pt x="46132" y="12573"/>
                </a:cubicBezTo>
                <a:cubicBezTo>
                  <a:pt x="43316" y="11685"/>
                  <a:pt x="38486" y="11241"/>
                  <a:pt x="31642" y="11241"/>
                </a:cubicBezTo>
                <a:lnTo>
                  <a:pt x="12605" y="11241"/>
                </a:lnTo>
                <a:lnTo>
                  <a:pt x="12605" y="40024"/>
                </a:lnTo>
                <a:moveTo>
                  <a:pt x="12605" y="84012"/>
                </a:moveTo>
                <a:lnTo>
                  <a:pt x="36321" y="84012"/>
                </a:lnTo>
                <a:cubicBezTo>
                  <a:pt x="40392" y="84012"/>
                  <a:pt x="43251" y="83860"/>
                  <a:pt x="44897" y="83557"/>
                </a:cubicBezTo>
                <a:cubicBezTo>
                  <a:pt x="47799" y="83037"/>
                  <a:pt x="50225" y="82171"/>
                  <a:pt x="52174" y="80958"/>
                </a:cubicBezTo>
                <a:cubicBezTo>
                  <a:pt x="54124" y="79745"/>
                  <a:pt x="55726" y="77980"/>
                  <a:pt x="56982" y="75662"/>
                </a:cubicBezTo>
                <a:cubicBezTo>
                  <a:pt x="58239" y="73345"/>
                  <a:pt x="58867" y="70670"/>
                  <a:pt x="58867" y="67638"/>
                </a:cubicBezTo>
                <a:cubicBezTo>
                  <a:pt x="58867" y="64086"/>
                  <a:pt x="57957" y="61000"/>
                  <a:pt x="56138" y="58379"/>
                </a:cubicBezTo>
                <a:cubicBezTo>
                  <a:pt x="54318" y="55759"/>
                  <a:pt x="51795" y="53918"/>
                  <a:pt x="48568" y="52857"/>
                </a:cubicBezTo>
                <a:cubicBezTo>
                  <a:pt x="45341" y="51795"/>
                  <a:pt x="40696" y="51265"/>
                  <a:pt x="34631" y="51265"/>
                </a:cubicBezTo>
                <a:lnTo>
                  <a:pt x="12605" y="51265"/>
                </a:lnTo>
                <a:lnTo>
                  <a:pt x="12605" y="84012"/>
                </a:lnTo>
                <a:close/>
                <a:moveTo>
                  <a:pt x="89536" y="95252"/>
                </a:moveTo>
                <a:lnTo>
                  <a:pt x="89536" y="0"/>
                </a:lnTo>
                <a:lnTo>
                  <a:pt x="158409" y="0"/>
                </a:lnTo>
                <a:lnTo>
                  <a:pt x="158409" y="11241"/>
                </a:lnTo>
                <a:lnTo>
                  <a:pt x="102141" y="11241"/>
                </a:lnTo>
                <a:lnTo>
                  <a:pt x="102141" y="40414"/>
                </a:lnTo>
                <a:lnTo>
                  <a:pt x="154835" y="40414"/>
                </a:lnTo>
                <a:lnTo>
                  <a:pt x="154835" y="51460"/>
                </a:lnTo>
                <a:lnTo>
                  <a:pt x="102141" y="51460"/>
                </a:lnTo>
                <a:lnTo>
                  <a:pt x="102141" y="84012"/>
                </a:lnTo>
                <a:lnTo>
                  <a:pt x="160618" y="84012"/>
                </a:lnTo>
                <a:lnTo>
                  <a:pt x="160618" y="95252"/>
                </a:lnTo>
                <a:lnTo>
                  <a:pt x="89536" y="952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87FD3-E423-466A-8565-D0A2C5D2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211" y="1826165"/>
            <a:ext cx="376390" cy="380192"/>
          </a:xfrm>
          <a:custGeom xmlns:a="http://schemas.openxmlformats.org/drawingml/2006/main">
            <a:pathLst>
              <a:path w="376390" h="380192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1E002-80EC-46DC-8DB9-3B3945C6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211" y="1826165"/>
            <a:ext cx="376390" cy="380192"/>
          </a:xfrm>
          <a:custGeom xmlns:a="http://schemas.openxmlformats.org/drawingml/2006/main">
            <a:pathLst>
              <a:path w="376390" h="380192" fill="none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2E951-8B99-436F-9D9F-AF1F1C0C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604" y="1826165"/>
            <a:ext cx="72997" cy="55508"/>
          </a:xfrm>
          <a:custGeom xmlns:a="http://schemas.openxmlformats.org/drawingml/2006/main">
            <a:pathLst>
              <a:path w="72997" h="55508" fill="none">
                <a:moveTo>
                  <a:pt x="19200" y="0"/>
                </a:moveTo>
                <a:cubicBezTo>
                  <a:pt x="23572" y="12736"/>
                  <a:pt x="16348" y="25853"/>
                  <a:pt x="0" y="34978"/>
                </a:cubicBezTo>
                <a:lnTo>
                  <a:pt x="72997" y="55508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44" name="Text WW">
            <a:extLst xmlns:a="http://schemas.openxmlformats.org/drawingml/2006/main">
              <a:ext uri="{FF2B5EF4-FFF2-40B4-BE49-F238E27FC236}">
                <a16:creationId xmlns:a16="http://schemas.microsoft.com/office/drawing/2014/main" id="{41AFB090-CA1B-4142-AB3B-AD1CA519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562" y="1959028"/>
            <a:ext cx="248092" cy="95252"/>
          </a:xfrm>
          <a:custGeom xmlns:a="http://schemas.openxmlformats.org/drawingml/2006/main">
            <a:pathLst>
              <a:path w="248092" h="95252">
                <a:moveTo>
                  <a:pt x="25275" y="95252"/>
                </a:moveTo>
                <a:lnTo>
                  <a:pt x="0" y="0"/>
                </a:lnTo>
                <a:lnTo>
                  <a:pt x="12930" y="0"/>
                </a:lnTo>
                <a:lnTo>
                  <a:pt x="27419" y="62440"/>
                </a:lnTo>
                <a:cubicBezTo>
                  <a:pt x="28978" y="68981"/>
                  <a:pt x="30321" y="75478"/>
                  <a:pt x="31448" y="81932"/>
                </a:cubicBezTo>
                <a:cubicBezTo>
                  <a:pt x="33873" y="71753"/>
                  <a:pt x="35303" y="65884"/>
                  <a:pt x="35736" y="64324"/>
                </a:cubicBezTo>
                <a:lnTo>
                  <a:pt x="53864" y="0"/>
                </a:lnTo>
                <a:lnTo>
                  <a:pt x="69068" y="0"/>
                </a:lnTo>
                <a:lnTo>
                  <a:pt x="82712" y="48211"/>
                </a:lnTo>
                <a:cubicBezTo>
                  <a:pt x="86134" y="60166"/>
                  <a:pt x="88603" y="71407"/>
                  <a:pt x="90119" y="81932"/>
                </a:cubicBezTo>
                <a:cubicBezTo>
                  <a:pt x="91332" y="75912"/>
                  <a:pt x="92913" y="69003"/>
                  <a:pt x="94862" y="61206"/>
                </a:cubicBezTo>
                <a:lnTo>
                  <a:pt x="109806" y="0"/>
                </a:lnTo>
                <a:lnTo>
                  <a:pt x="122476" y="0"/>
                </a:lnTo>
                <a:lnTo>
                  <a:pt x="96357" y="95252"/>
                </a:lnTo>
                <a:lnTo>
                  <a:pt x="84207" y="95252"/>
                </a:lnTo>
                <a:lnTo>
                  <a:pt x="64130" y="22676"/>
                </a:lnTo>
                <a:cubicBezTo>
                  <a:pt x="62440" y="16612"/>
                  <a:pt x="61444" y="12887"/>
                  <a:pt x="61141" y="11500"/>
                </a:cubicBezTo>
                <a:cubicBezTo>
                  <a:pt x="60144" y="15875"/>
                  <a:pt x="59213" y="19601"/>
                  <a:pt x="58347" y="22676"/>
                </a:cubicBezTo>
                <a:lnTo>
                  <a:pt x="38140" y="95252"/>
                </a:lnTo>
                <a:lnTo>
                  <a:pt x="25275" y="95252"/>
                </a:lnTo>
                <a:close/>
                <a:moveTo>
                  <a:pt x="150890" y="95252"/>
                </a:moveTo>
                <a:lnTo>
                  <a:pt x="125615" y="0"/>
                </a:lnTo>
                <a:lnTo>
                  <a:pt x="138545" y="0"/>
                </a:lnTo>
                <a:lnTo>
                  <a:pt x="153035" y="62440"/>
                </a:lnTo>
                <a:cubicBezTo>
                  <a:pt x="154594" y="68981"/>
                  <a:pt x="155937" y="75478"/>
                  <a:pt x="157063" y="81932"/>
                </a:cubicBezTo>
                <a:cubicBezTo>
                  <a:pt x="159489" y="71753"/>
                  <a:pt x="160918" y="65884"/>
                  <a:pt x="161351" y="64324"/>
                </a:cubicBezTo>
                <a:lnTo>
                  <a:pt x="179479" y="0"/>
                </a:lnTo>
                <a:lnTo>
                  <a:pt x="194683" y="0"/>
                </a:lnTo>
                <a:lnTo>
                  <a:pt x="208328" y="48211"/>
                </a:lnTo>
                <a:cubicBezTo>
                  <a:pt x="211750" y="60166"/>
                  <a:pt x="214219" y="71407"/>
                  <a:pt x="215735" y="81932"/>
                </a:cubicBezTo>
                <a:cubicBezTo>
                  <a:pt x="216947" y="75912"/>
                  <a:pt x="218529" y="69003"/>
                  <a:pt x="220478" y="61206"/>
                </a:cubicBezTo>
                <a:lnTo>
                  <a:pt x="235422" y="0"/>
                </a:lnTo>
                <a:lnTo>
                  <a:pt x="248092" y="0"/>
                </a:lnTo>
                <a:lnTo>
                  <a:pt x="221972" y="95252"/>
                </a:lnTo>
                <a:lnTo>
                  <a:pt x="209822" y="95252"/>
                </a:lnTo>
                <a:lnTo>
                  <a:pt x="189745" y="22676"/>
                </a:lnTo>
                <a:cubicBezTo>
                  <a:pt x="188056" y="16612"/>
                  <a:pt x="187059" y="12887"/>
                  <a:pt x="186756" y="11500"/>
                </a:cubicBezTo>
                <a:cubicBezTo>
                  <a:pt x="185760" y="15875"/>
                  <a:pt x="184829" y="19601"/>
                  <a:pt x="183962" y="22676"/>
                </a:cubicBezTo>
                <a:lnTo>
                  <a:pt x="163755" y="95252"/>
                </a:lnTo>
                <a:lnTo>
                  <a:pt x="150890" y="952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994E2-49A4-4FFE-90DE-9B33516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211" y="2282395"/>
            <a:ext cx="376390" cy="380192"/>
          </a:xfrm>
          <a:custGeom xmlns:a="http://schemas.openxmlformats.org/drawingml/2006/main">
            <a:pathLst>
              <a:path w="376390" h="380192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6B694-02C2-4E53-A5FB-A0E5E063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211" y="2282395"/>
            <a:ext cx="376390" cy="380192"/>
          </a:xfrm>
          <a:custGeom xmlns:a="http://schemas.openxmlformats.org/drawingml/2006/main">
            <a:pathLst>
              <a:path w="376390" h="380192" fill="none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98BE3-7F16-4A40-A730-B8942287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604" y="2282395"/>
            <a:ext cx="72997" cy="55508"/>
          </a:xfrm>
          <a:custGeom xmlns:a="http://schemas.openxmlformats.org/drawingml/2006/main">
            <a:pathLst>
              <a:path w="72997" h="55508" fill="none">
                <a:moveTo>
                  <a:pt x="19200" y="0"/>
                </a:moveTo>
                <a:cubicBezTo>
                  <a:pt x="23572" y="12736"/>
                  <a:pt x="16348" y="25853"/>
                  <a:pt x="0" y="34978"/>
                </a:cubicBezTo>
                <a:lnTo>
                  <a:pt x="72997" y="55508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48" name="Text Wa">
            <a:extLst xmlns:a="http://schemas.openxmlformats.org/drawingml/2006/main">
              <a:ext uri="{FF2B5EF4-FFF2-40B4-BE49-F238E27FC236}">
                <a16:creationId xmlns:a16="http://schemas.microsoft.com/office/drawing/2014/main" id="{C3059D9A-21FC-4706-BACC-A490B030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779" y="2415258"/>
            <a:ext cx="187386" cy="96812"/>
          </a:xfrm>
          <a:custGeom xmlns:a="http://schemas.openxmlformats.org/drawingml/2006/main">
            <a:pathLst>
              <a:path w="187386" h="96812">
                <a:moveTo>
                  <a:pt x="25275" y="95252"/>
                </a:moveTo>
                <a:lnTo>
                  <a:pt x="0" y="0"/>
                </a:lnTo>
                <a:lnTo>
                  <a:pt x="12930" y="0"/>
                </a:lnTo>
                <a:lnTo>
                  <a:pt x="27419" y="62440"/>
                </a:lnTo>
                <a:cubicBezTo>
                  <a:pt x="28978" y="68981"/>
                  <a:pt x="30321" y="75478"/>
                  <a:pt x="31448" y="81932"/>
                </a:cubicBezTo>
                <a:cubicBezTo>
                  <a:pt x="33873" y="71753"/>
                  <a:pt x="35303" y="65884"/>
                  <a:pt x="35736" y="64324"/>
                </a:cubicBezTo>
                <a:lnTo>
                  <a:pt x="53864" y="0"/>
                </a:lnTo>
                <a:lnTo>
                  <a:pt x="69068" y="0"/>
                </a:lnTo>
                <a:lnTo>
                  <a:pt x="82712" y="48211"/>
                </a:lnTo>
                <a:cubicBezTo>
                  <a:pt x="86134" y="60166"/>
                  <a:pt x="88603" y="71407"/>
                  <a:pt x="90119" y="81932"/>
                </a:cubicBezTo>
                <a:cubicBezTo>
                  <a:pt x="91332" y="75912"/>
                  <a:pt x="92913" y="69003"/>
                  <a:pt x="94862" y="61206"/>
                </a:cubicBezTo>
                <a:lnTo>
                  <a:pt x="109806" y="0"/>
                </a:lnTo>
                <a:lnTo>
                  <a:pt x="122476" y="0"/>
                </a:lnTo>
                <a:lnTo>
                  <a:pt x="96357" y="95252"/>
                </a:lnTo>
                <a:lnTo>
                  <a:pt x="84207" y="95252"/>
                </a:lnTo>
                <a:lnTo>
                  <a:pt x="64130" y="22676"/>
                </a:lnTo>
                <a:cubicBezTo>
                  <a:pt x="62440" y="16612"/>
                  <a:pt x="61444" y="12887"/>
                  <a:pt x="61141" y="11500"/>
                </a:cubicBezTo>
                <a:cubicBezTo>
                  <a:pt x="60144" y="15875"/>
                  <a:pt x="59213" y="19601"/>
                  <a:pt x="58347" y="22676"/>
                </a:cubicBezTo>
                <a:lnTo>
                  <a:pt x="38140" y="95252"/>
                </a:lnTo>
                <a:lnTo>
                  <a:pt x="25275" y="95252"/>
                </a:lnTo>
                <a:close/>
                <a:moveTo>
                  <a:pt x="172831" y="86732"/>
                </a:moveTo>
                <a:cubicBezTo>
                  <a:pt x="168500" y="90417"/>
                  <a:pt x="164331" y="93018"/>
                  <a:pt x="160324" y="94535"/>
                </a:cubicBezTo>
                <a:cubicBezTo>
                  <a:pt x="156317" y="96053"/>
                  <a:pt x="152018" y="96812"/>
                  <a:pt x="147426" y="96812"/>
                </a:cubicBezTo>
                <a:cubicBezTo>
                  <a:pt x="139846" y="96812"/>
                  <a:pt x="134020" y="94958"/>
                  <a:pt x="129948" y="91252"/>
                </a:cubicBezTo>
                <a:cubicBezTo>
                  <a:pt x="125877" y="87546"/>
                  <a:pt x="123841" y="82810"/>
                  <a:pt x="123841" y="77045"/>
                </a:cubicBezTo>
                <a:cubicBezTo>
                  <a:pt x="123841" y="73665"/>
                  <a:pt x="124610" y="70578"/>
                  <a:pt x="126147" y="67782"/>
                </a:cubicBezTo>
                <a:cubicBezTo>
                  <a:pt x="127685" y="64986"/>
                  <a:pt x="129699" y="62742"/>
                  <a:pt x="132190" y="61051"/>
                </a:cubicBezTo>
                <a:cubicBezTo>
                  <a:pt x="134681" y="59361"/>
                  <a:pt x="137485" y="58082"/>
                  <a:pt x="140604" y="57216"/>
                </a:cubicBezTo>
                <a:cubicBezTo>
                  <a:pt x="142900" y="56608"/>
                  <a:pt x="146365" y="56023"/>
                  <a:pt x="151000" y="55460"/>
                </a:cubicBezTo>
                <a:cubicBezTo>
                  <a:pt x="160443" y="54341"/>
                  <a:pt x="167395" y="53008"/>
                  <a:pt x="171857" y="51460"/>
                </a:cubicBezTo>
                <a:cubicBezTo>
                  <a:pt x="171900" y="49864"/>
                  <a:pt x="171922" y="48850"/>
                  <a:pt x="171922" y="48418"/>
                </a:cubicBezTo>
                <a:cubicBezTo>
                  <a:pt x="171922" y="43671"/>
                  <a:pt x="170817" y="40327"/>
                  <a:pt x="168608" y="38386"/>
                </a:cubicBezTo>
                <a:cubicBezTo>
                  <a:pt x="165619" y="35753"/>
                  <a:pt x="161179" y="34436"/>
                  <a:pt x="155288" y="34436"/>
                </a:cubicBezTo>
                <a:cubicBezTo>
                  <a:pt x="149787" y="34436"/>
                  <a:pt x="145726" y="35400"/>
                  <a:pt x="143106" y="37328"/>
                </a:cubicBezTo>
                <a:cubicBezTo>
                  <a:pt x="140485" y="39255"/>
                  <a:pt x="138547" y="42666"/>
                  <a:pt x="137290" y="47561"/>
                </a:cubicBezTo>
                <a:lnTo>
                  <a:pt x="125855" y="46002"/>
                </a:lnTo>
                <a:cubicBezTo>
                  <a:pt x="126895" y="41092"/>
                  <a:pt x="128606" y="37127"/>
                  <a:pt x="130988" y="34107"/>
                </a:cubicBezTo>
                <a:cubicBezTo>
                  <a:pt x="133370" y="31087"/>
                  <a:pt x="136814" y="28763"/>
                  <a:pt x="141319" y="27135"/>
                </a:cubicBezTo>
                <a:cubicBezTo>
                  <a:pt x="145824" y="25505"/>
                  <a:pt x="151043" y="24690"/>
                  <a:pt x="156978" y="24690"/>
                </a:cubicBezTo>
                <a:cubicBezTo>
                  <a:pt x="162869" y="24690"/>
                  <a:pt x="167655" y="25383"/>
                  <a:pt x="171337" y="26769"/>
                </a:cubicBezTo>
                <a:cubicBezTo>
                  <a:pt x="175019" y="28155"/>
                  <a:pt x="177726" y="29899"/>
                  <a:pt x="179459" y="32000"/>
                </a:cubicBezTo>
                <a:cubicBezTo>
                  <a:pt x="181191" y="34101"/>
                  <a:pt x="182404" y="36754"/>
                  <a:pt x="183097" y="39959"/>
                </a:cubicBezTo>
                <a:cubicBezTo>
                  <a:pt x="183487" y="41952"/>
                  <a:pt x="183682" y="45547"/>
                  <a:pt x="183682" y="50745"/>
                </a:cubicBezTo>
                <a:lnTo>
                  <a:pt x="183682" y="66339"/>
                </a:lnTo>
                <a:cubicBezTo>
                  <a:pt x="183682" y="77211"/>
                  <a:pt x="183931" y="84087"/>
                  <a:pt x="184429" y="86968"/>
                </a:cubicBezTo>
                <a:cubicBezTo>
                  <a:pt x="184927" y="89848"/>
                  <a:pt x="185913" y="92610"/>
                  <a:pt x="187386" y="95252"/>
                </a:cubicBezTo>
                <a:lnTo>
                  <a:pt x="175170" y="95252"/>
                </a:lnTo>
                <a:cubicBezTo>
                  <a:pt x="173958" y="92824"/>
                  <a:pt x="173178" y="89984"/>
                  <a:pt x="172831" y="86732"/>
                </a:cubicBezTo>
                <a:moveTo>
                  <a:pt x="171857" y="60556"/>
                </a:moveTo>
                <a:cubicBezTo>
                  <a:pt x="167612" y="62303"/>
                  <a:pt x="161244" y="63788"/>
                  <a:pt x="152754" y="65011"/>
                </a:cubicBezTo>
                <a:cubicBezTo>
                  <a:pt x="147946" y="65707"/>
                  <a:pt x="144546" y="66490"/>
                  <a:pt x="142553" y="67360"/>
                </a:cubicBezTo>
                <a:cubicBezTo>
                  <a:pt x="140561" y="68229"/>
                  <a:pt x="139023" y="69501"/>
                  <a:pt x="137940" y="71177"/>
                </a:cubicBezTo>
                <a:cubicBezTo>
                  <a:pt x="136857" y="72852"/>
                  <a:pt x="136316" y="74711"/>
                  <a:pt x="136316" y="76755"/>
                </a:cubicBezTo>
                <a:cubicBezTo>
                  <a:pt x="136316" y="79886"/>
                  <a:pt x="137496" y="82496"/>
                  <a:pt x="139857" y="84584"/>
                </a:cubicBezTo>
                <a:cubicBezTo>
                  <a:pt x="142218" y="86672"/>
                  <a:pt x="145672" y="87715"/>
                  <a:pt x="150220" y="87715"/>
                </a:cubicBezTo>
                <a:cubicBezTo>
                  <a:pt x="154725" y="87715"/>
                  <a:pt x="158732" y="86725"/>
                  <a:pt x="162241" y="84745"/>
                </a:cubicBezTo>
                <a:cubicBezTo>
                  <a:pt x="165749" y="82764"/>
                  <a:pt x="168326" y="80055"/>
                  <a:pt x="169972" y="76617"/>
                </a:cubicBezTo>
                <a:cubicBezTo>
                  <a:pt x="171229" y="73961"/>
                  <a:pt x="171857" y="70044"/>
                  <a:pt x="171857" y="64865"/>
                </a:cubicBezTo>
                <a:lnTo>
                  <a:pt x="171857" y="605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ACA01-FCCF-4DB5-9EDC-708165A4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211" y="2757635"/>
            <a:ext cx="376390" cy="380192"/>
          </a:xfrm>
          <a:custGeom xmlns:a="http://schemas.openxmlformats.org/drawingml/2006/main">
            <a:pathLst>
              <a:path w="376390" h="380192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C4374-95B3-43C5-8AC3-9D311C1C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211" y="2757635"/>
            <a:ext cx="376390" cy="380192"/>
          </a:xfrm>
          <a:custGeom xmlns:a="http://schemas.openxmlformats.org/drawingml/2006/main">
            <a:pathLst>
              <a:path w="376390" h="380192" fill="none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9C7B0-DD00-4F77-9B4C-AF4E8DB4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604" y="2757635"/>
            <a:ext cx="72997" cy="55508"/>
          </a:xfrm>
          <a:custGeom xmlns:a="http://schemas.openxmlformats.org/drawingml/2006/main">
            <a:pathLst>
              <a:path w="72997" h="55508" fill="none">
                <a:moveTo>
                  <a:pt x="19200" y="0"/>
                </a:moveTo>
                <a:cubicBezTo>
                  <a:pt x="23572" y="12736"/>
                  <a:pt x="16348" y="25853"/>
                  <a:pt x="0" y="34978"/>
                </a:cubicBezTo>
                <a:lnTo>
                  <a:pt x="72997" y="55508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52" name="Text VI">
            <a:extLst xmlns:a="http://schemas.openxmlformats.org/drawingml/2006/main">
              <a:ext uri="{FF2B5EF4-FFF2-40B4-BE49-F238E27FC236}">
                <a16:creationId xmlns:a16="http://schemas.microsoft.com/office/drawing/2014/main" id="{EC5F7677-8678-4005-911C-794733CA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4" y="2890498"/>
            <a:ext cx="113187" cy="95252"/>
          </a:xfrm>
          <a:custGeom xmlns:a="http://schemas.openxmlformats.org/drawingml/2006/main">
            <a:pathLst>
              <a:path w="113187" h="95252">
                <a:moveTo>
                  <a:pt x="36905" y="95252"/>
                </a:moveTo>
                <a:lnTo>
                  <a:pt x="0" y="0"/>
                </a:lnTo>
                <a:lnTo>
                  <a:pt x="13645" y="0"/>
                </a:lnTo>
                <a:lnTo>
                  <a:pt x="38400" y="69198"/>
                </a:lnTo>
                <a:cubicBezTo>
                  <a:pt x="40392" y="74742"/>
                  <a:pt x="42060" y="79940"/>
                  <a:pt x="43403" y="84791"/>
                </a:cubicBezTo>
                <a:cubicBezTo>
                  <a:pt x="44876" y="79593"/>
                  <a:pt x="46587" y="74395"/>
                  <a:pt x="48536" y="69198"/>
                </a:cubicBezTo>
                <a:lnTo>
                  <a:pt x="74266" y="0"/>
                </a:lnTo>
                <a:lnTo>
                  <a:pt x="87130" y="0"/>
                </a:lnTo>
                <a:lnTo>
                  <a:pt x="49835" y="95252"/>
                </a:lnTo>
                <a:lnTo>
                  <a:pt x="36905" y="95252"/>
                </a:lnTo>
                <a:close/>
                <a:moveTo>
                  <a:pt x="100582" y="95252"/>
                </a:moveTo>
                <a:lnTo>
                  <a:pt x="100582" y="0"/>
                </a:lnTo>
                <a:lnTo>
                  <a:pt x="113187" y="0"/>
                </a:lnTo>
                <a:lnTo>
                  <a:pt x="113187" y="95252"/>
                </a:lnTo>
                <a:lnTo>
                  <a:pt x="100582" y="952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41330-B360-494E-A185-E77C5628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401" y="3232875"/>
            <a:ext cx="376390" cy="380192"/>
          </a:xfrm>
          <a:custGeom xmlns:a="http://schemas.openxmlformats.org/drawingml/2006/main">
            <a:pathLst>
              <a:path w="376390" h="380192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DE943-4CE5-4598-901B-41CA2E4B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401" y="3232875"/>
            <a:ext cx="376390" cy="380192"/>
          </a:xfrm>
          <a:custGeom xmlns:a="http://schemas.openxmlformats.org/drawingml/2006/main">
            <a:pathLst>
              <a:path w="376390" h="380192" fill="none">
                <a:moveTo>
                  <a:pt x="376390" y="54367"/>
                </a:moveTo>
                <a:lnTo>
                  <a:pt x="376390" y="380192"/>
                </a:lnTo>
                <a:lnTo>
                  <a:pt x="0" y="380192"/>
                </a:lnTo>
                <a:lnTo>
                  <a:pt x="0" y="0"/>
                </a:lnTo>
                <a:lnTo>
                  <a:pt x="322593" y="0"/>
                </a:lnTo>
                <a:lnTo>
                  <a:pt x="376390" y="543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C5822-49C6-4BBE-BF0F-E0FD73A6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794" y="3232875"/>
            <a:ext cx="72997" cy="55508"/>
          </a:xfrm>
          <a:custGeom xmlns:a="http://schemas.openxmlformats.org/drawingml/2006/main">
            <a:pathLst>
              <a:path w="72997" h="55508" fill="none">
                <a:moveTo>
                  <a:pt x="19200" y="0"/>
                </a:moveTo>
                <a:cubicBezTo>
                  <a:pt x="23572" y="12736"/>
                  <a:pt x="16348" y="25853"/>
                  <a:pt x="0" y="34978"/>
                </a:cubicBezTo>
                <a:lnTo>
                  <a:pt x="72997" y="55508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56" name="Text MS">
            <a:extLst xmlns:a="http://schemas.openxmlformats.org/drawingml/2006/main">
              <a:ext uri="{FF2B5EF4-FFF2-40B4-BE49-F238E27FC236}">
                <a16:creationId xmlns:a16="http://schemas.microsoft.com/office/drawing/2014/main" id="{7D3291AE-7B26-4965-A025-97E83FAF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655" y="3364049"/>
            <a:ext cx="182771" cy="98501"/>
          </a:xfrm>
          <a:custGeom xmlns:a="http://schemas.openxmlformats.org/drawingml/2006/main">
            <a:pathLst>
              <a:path w="182771" h="98501">
                <a:moveTo>
                  <a:pt x="0" y="96942"/>
                </a:moveTo>
                <a:lnTo>
                  <a:pt x="0" y="1689"/>
                </a:lnTo>
                <a:lnTo>
                  <a:pt x="18972" y="1689"/>
                </a:lnTo>
                <a:lnTo>
                  <a:pt x="41519" y="69133"/>
                </a:lnTo>
                <a:cubicBezTo>
                  <a:pt x="43598" y="75413"/>
                  <a:pt x="45114" y="80113"/>
                  <a:pt x="46067" y="83232"/>
                </a:cubicBezTo>
                <a:cubicBezTo>
                  <a:pt x="47150" y="79767"/>
                  <a:pt x="48839" y="74677"/>
                  <a:pt x="51135" y="67963"/>
                </a:cubicBezTo>
                <a:lnTo>
                  <a:pt x="73941" y="1689"/>
                </a:lnTo>
                <a:lnTo>
                  <a:pt x="90899" y="1689"/>
                </a:lnTo>
                <a:lnTo>
                  <a:pt x="90899" y="96942"/>
                </a:lnTo>
                <a:lnTo>
                  <a:pt x="78749" y="96942"/>
                </a:lnTo>
                <a:lnTo>
                  <a:pt x="78749" y="17218"/>
                </a:lnTo>
                <a:lnTo>
                  <a:pt x="51070" y="96942"/>
                </a:lnTo>
                <a:lnTo>
                  <a:pt x="39699" y="96942"/>
                </a:lnTo>
                <a:lnTo>
                  <a:pt x="12150" y="15854"/>
                </a:lnTo>
                <a:lnTo>
                  <a:pt x="12150" y="96942"/>
                </a:lnTo>
                <a:lnTo>
                  <a:pt x="0" y="96942"/>
                </a:lnTo>
                <a:close/>
                <a:moveTo>
                  <a:pt x="106947" y="66274"/>
                </a:moveTo>
                <a:lnTo>
                  <a:pt x="118837" y="65234"/>
                </a:lnTo>
                <a:cubicBezTo>
                  <a:pt x="119400" y="69999"/>
                  <a:pt x="120710" y="73908"/>
                  <a:pt x="122768" y="76962"/>
                </a:cubicBezTo>
                <a:cubicBezTo>
                  <a:pt x="124825" y="80016"/>
                  <a:pt x="128020" y="82485"/>
                  <a:pt x="132351" y="84369"/>
                </a:cubicBezTo>
                <a:cubicBezTo>
                  <a:pt x="136683" y="86253"/>
                  <a:pt x="141556" y="87195"/>
                  <a:pt x="146971" y="87195"/>
                </a:cubicBezTo>
                <a:cubicBezTo>
                  <a:pt x="151779" y="87195"/>
                  <a:pt x="156024" y="86481"/>
                  <a:pt x="159706" y="85051"/>
                </a:cubicBezTo>
                <a:cubicBezTo>
                  <a:pt x="163387" y="83622"/>
                  <a:pt x="166127" y="81662"/>
                  <a:pt x="167925" y="79171"/>
                </a:cubicBezTo>
                <a:cubicBezTo>
                  <a:pt x="169722" y="76680"/>
                  <a:pt x="170621" y="73962"/>
                  <a:pt x="170621" y="71017"/>
                </a:cubicBezTo>
                <a:cubicBezTo>
                  <a:pt x="170621" y="68028"/>
                  <a:pt x="169755" y="65418"/>
                  <a:pt x="168022" y="63187"/>
                </a:cubicBezTo>
                <a:cubicBezTo>
                  <a:pt x="166290" y="60957"/>
                  <a:pt x="163431" y="59083"/>
                  <a:pt x="159446" y="57567"/>
                </a:cubicBezTo>
                <a:cubicBezTo>
                  <a:pt x="156890" y="56571"/>
                  <a:pt x="151237" y="55022"/>
                  <a:pt x="142487" y="52921"/>
                </a:cubicBezTo>
                <a:cubicBezTo>
                  <a:pt x="133738" y="50821"/>
                  <a:pt x="127608" y="48839"/>
                  <a:pt x="124100" y="46976"/>
                </a:cubicBezTo>
                <a:cubicBezTo>
                  <a:pt x="119552" y="44594"/>
                  <a:pt x="116162" y="41638"/>
                  <a:pt x="113931" y="38107"/>
                </a:cubicBezTo>
                <a:cubicBezTo>
                  <a:pt x="111700" y="34577"/>
                  <a:pt x="110585" y="30625"/>
                  <a:pt x="110585" y="26250"/>
                </a:cubicBezTo>
                <a:cubicBezTo>
                  <a:pt x="110585" y="21441"/>
                  <a:pt x="111950" y="16947"/>
                  <a:pt x="114678" y="12767"/>
                </a:cubicBezTo>
                <a:cubicBezTo>
                  <a:pt x="117407" y="8587"/>
                  <a:pt x="121392" y="5415"/>
                  <a:pt x="126634" y="3249"/>
                </a:cubicBezTo>
                <a:cubicBezTo>
                  <a:pt x="131875" y="1083"/>
                  <a:pt x="137701" y="0"/>
                  <a:pt x="144112" y="0"/>
                </a:cubicBezTo>
                <a:cubicBezTo>
                  <a:pt x="151172" y="0"/>
                  <a:pt x="157399" y="1137"/>
                  <a:pt x="162792" y="3411"/>
                </a:cubicBezTo>
                <a:cubicBezTo>
                  <a:pt x="168185" y="5685"/>
                  <a:pt x="172332" y="9031"/>
                  <a:pt x="175234" y="13450"/>
                </a:cubicBezTo>
                <a:cubicBezTo>
                  <a:pt x="178137" y="17868"/>
                  <a:pt x="179696" y="22871"/>
                  <a:pt x="179913" y="28459"/>
                </a:cubicBezTo>
                <a:lnTo>
                  <a:pt x="167827" y="29368"/>
                </a:lnTo>
                <a:cubicBezTo>
                  <a:pt x="167178" y="23326"/>
                  <a:pt x="164979" y="18761"/>
                  <a:pt x="161232" y="15675"/>
                </a:cubicBezTo>
                <a:cubicBezTo>
                  <a:pt x="157486" y="12589"/>
                  <a:pt x="151952" y="11046"/>
                  <a:pt x="144632" y="11046"/>
                </a:cubicBezTo>
                <a:cubicBezTo>
                  <a:pt x="137008" y="11046"/>
                  <a:pt x="131453" y="12444"/>
                  <a:pt x="127966" y="15241"/>
                </a:cubicBezTo>
                <a:cubicBezTo>
                  <a:pt x="124479" y="18036"/>
                  <a:pt x="122735" y="21406"/>
                  <a:pt x="122735" y="25350"/>
                </a:cubicBezTo>
                <a:cubicBezTo>
                  <a:pt x="122735" y="28775"/>
                  <a:pt x="123970" y="31592"/>
                  <a:pt x="126439" y="33803"/>
                </a:cubicBezTo>
                <a:cubicBezTo>
                  <a:pt x="128865" y="36015"/>
                  <a:pt x="135199" y="38280"/>
                  <a:pt x="145444" y="40599"/>
                </a:cubicBezTo>
                <a:cubicBezTo>
                  <a:pt x="155688" y="42917"/>
                  <a:pt x="162716" y="44944"/>
                  <a:pt x="166528" y="46678"/>
                </a:cubicBezTo>
                <a:cubicBezTo>
                  <a:pt x="172072" y="49235"/>
                  <a:pt x="176166" y="52475"/>
                  <a:pt x="178808" y="56400"/>
                </a:cubicBezTo>
                <a:cubicBezTo>
                  <a:pt x="181450" y="60322"/>
                  <a:pt x="182771" y="64842"/>
                  <a:pt x="182771" y="69957"/>
                </a:cubicBezTo>
                <a:cubicBezTo>
                  <a:pt x="182771" y="75028"/>
                  <a:pt x="181320" y="79807"/>
                  <a:pt x="178418" y="84294"/>
                </a:cubicBezTo>
                <a:cubicBezTo>
                  <a:pt x="175516" y="88780"/>
                  <a:pt x="171347" y="92269"/>
                  <a:pt x="165911" y="94763"/>
                </a:cubicBezTo>
                <a:cubicBezTo>
                  <a:pt x="160474" y="97255"/>
                  <a:pt x="154356" y="98501"/>
                  <a:pt x="147555" y="98501"/>
                </a:cubicBezTo>
                <a:cubicBezTo>
                  <a:pt x="138936" y="98501"/>
                  <a:pt x="131713" y="97245"/>
                  <a:pt x="125887" y="94732"/>
                </a:cubicBezTo>
                <a:cubicBezTo>
                  <a:pt x="120061" y="92220"/>
                  <a:pt x="115491" y="88441"/>
                  <a:pt x="112177" y="83394"/>
                </a:cubicBezTo>
                <a:cubicBezTo>
                  <a:pt x="108863" y="78348"/>
                  <a:pt x="107120" y="72641"/>
                  <a:pt x="106947" y="662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C140E-655B-4460-94F2-07D1D389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696" y="2455763"/>
            <a:ext cx="395400" cy="1521"/>
          </a:xfrm>
          <a:custGeom xmlns:a="http://schemas.openxmlformats.org/drawingml/2006/main">
            <a:pathLst>
              <a:path w="395400" h="1521" fill="none">
                <a:moveTo>
                  <a:pt x="395400" y="1331"/>
                </a:moveTo>
                <a:lnTo>
                  <a:pt x="14447" y="152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FEA0F-ECAB-413C-8F32-6A3DD5CB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276" y="2392841"/>
            <a:ext cx="138960" cy="132497"/>
          </a:xfrm>
          <a:custGeom xmlns:a="http://schemas.openxmlformats.org/drawingml/2006/main">
            <a:pathLst>
              <a:path w="138960" h="132497">
                <a:moveTo>
                  <a:pt x="0" y="53227"/>
                </a:moveTo>
                <a:lnTo>
                  <a:pt x="138960" y="0"/>
                </a:lnTo>
                <a:lnTo>
                  <a:pt x="99420" y="62922"/>
                </a:lnTo>
                <a:lnTo>
                  <a:pt x="126034" y="132497"/>
                </a:lnTo>
                <a:lnTo>
                  <a:pt x="0" y="532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59B2F-F90F-4DA7-BA5A-9B7DE5EF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276" y="2392841"/>
            <a:ext cx="138960" cy="132497"/>
          </a:xfrm>
          <a:custGeom xmlns:a="http://schemas.openxmlformats.org/drawingml/2006/main">
            <a:pathLst>
              <a:path w="138960" h="132497" fill="none">
                <a:moveTo>
                  <a:pt x="0" y="53227"/>
                </a:moveTo>
                <a:lnTo>
                  <a:pt x="138960" y="0"/>
                </a:lnTo>
                <a:lnTo>
                  <a:pt x="99420" y="62922"/>
                </a:lnTo>
                <a:lnTo>
                  <a:pt x="126034" y="132497"/>
                </a:lnTo>
                <a:lnTo>
                  <a:pt x="0" y="532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BE317-8BB9-4172-9573-1C3ABBD5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187" y="111165"/>
            <a:ext cx="1836840" cy="749313"/>
          </a:xfrm>
          <a:custGeom xmlns:a="http://schemas.openxmlformats.org/drawingml/2006/main">
            <a:pathLst>
              <a:path w="1836840" h="749313">
                <a:moveTo>
                  <a:pt x="283138" y="141531"/>
                </a:moveTo>
                <a:lnTo>
                  <a:pt x="240062" y="146683"/>
                </a:lnTo>
                <a:lnTo>
                  <a:pt x="200350" y="153600"/>
                </a:lnTo>
                <a:lnTo>
                  <a:pt x="164056" y="162111"/>
                </a:lnTo>
                <a:lnTo>
                  <a:pt x="131233" y="172045"/>
                </a:lnTo>
                <a:lnTo>
                  <a:pt x="101933" y="183232"/>
                </a:lnTo>
                <a:lnTo>
                  <a:pt x="76212" y="195500"/>
                </a:lnTo>
                <a:lnTo>
                  <a:pt x="54121" y="208679"/>
                </a:lnTo>
                <a:lnTo>
                  <a:pt x="35714" y="222599"/>
                </a:lnTo>
                <a:lnTo>
                  <a:pt x="21046" y="237087"/>
                </a:lnTo>
                <a:lnTo>
                  <a:pt x="10168" y="251974"/>
                </a:lnTo>
                <a:lnTo>
                  <a:pt x="3135" y="267089"/>
                </a:lnTo>
                <a:lnTo>
                  <a:pt x="0" y="282261"/>
                </a:lnTo>
                <a:lnTo>
                  <a:pt x="816" y="297319"/>
                </a:lnTo>
                <a:lnTo>
                  <a:pt x="5637" y="312092"/>
                </a:lnTo>
                <a:lnTo>
                  <a:pt x="14515" y="326410"/>
                </a:lnTo>
                <a:lnTo>
                  <a:pt x="27506" y="340102"/>
                </a:lnTo>
                <a:lnTo>
                  <a:pt x="44661" y="352996"/>
                </a:lnTo>
                <a:lnTo>
                  <a:pt x="66034" y="364923"/>
                </a:lnTo>
                <a:lnTo>
                  <a:pt x="91678" y="375711"/>
                </a:lnTo>
                <a:lnTo>
                  <a:pt x="121648" y="385190"/>
                </a:lnTo>
                <a:lnTo>
                  <a:pt x="155996" y="393189"/>
                </a:lnTo>
                <a:lnTo>
                  <a:pt x="194775" y="399536"/>
                </a:lnTo>
                <a:lnTo>
                  <a:pt x="157335" y="412122"/>
                </a:lnTo>
                <a:lnTo>
                  <a:pt x="126809" y="425714"/>
                </a:lnTo>
                <a:lnTo>
                  <a:pt x="102850" y="440133"/>
                </a:lnTo>
                <a:lnTo>
                  <a:pt x="85112" y="455201"/>
                </a:lnTo>
                <a:lnTo>
                  <a:pt x="73247" y="470740"/>
                </a:lnTo>
                <a:lnTo>
                  <a:pt x="66909" y="486571"/>
                </a:lnTo>
                <a:lnTo>
                  <a:pt x="65750" y="502515"/>
                </a:lnTo>
                <a:lnTo>
                  <a:pt x="69425" y="518396"/>
                </a:lnTo>
                <a:lnTo>
                  <a:pt x="77584" y="534033"/>
                </a:lnTo>
                <a:lnTo>
                  <a:pt x="89883" y="549249"/>
                </a:lnTo>
                <a:lnTo>
                  <a:pt x="105974" y="563865"/>
                </a:lnTo>
                <a:lnTo>
                  <a:pt x="125509" y="577704"/>
                </a:lnTo>
                <a:lnTo>
                  <a:pt x="148142" y="590586"/>
                </a:lnTo>
                <a:lnTo>
                  <a:pt x="173527" y="602333"/>
                </a:lnTo>
                <a:lnTo>
                  <a:pt x="201315" y="612767"/>
                </a:lnTo>
                <a:lnTo>
                  <a:pt x="231161" y="621709"/>
                </a:lnTo>
                <a:lnTo>
                  <a:pt x="262717" y="628982"/>
                </a:lnTo>
                <a:lnTo>
                  <a:pt x="295636" y="634406"/>
                </a:lnTo>
                <a:lnTo>
                  <a:pt x="329571" y="637803"/>
                </a:lnTo>
                <a:lnTo>
                  <a:pt x="364176" y="638996"/>
                </a:lnTo>
                <a:lnTo>
                  <a:pt x="399103" y="637804"/>
                </a:lnTo>
                <a:lnTo>
                  <a:pt x="434006" y="634052"/>
                </a:lnTo>
                <a:lnTo>
                  <a:pt x="468537" y="627558"/>
                </a:lnTo>
                <a:lnTo>
                  <a:pt x="502350" y="618147"/>
                </a:lnTo>
                <a:lnTo>
                  <a:pt x="527582" y="639097"/>
                </a:lnTo>
                <a:lnTo>
                  <a:pt x="556936" y="658225"/>
                </a:lnTo>
                <a:lnTo>
                  <a:pt x="590047" y="675532"/>
                </a:lnTo>
                <a:lnTo>
                  <a:pt x="626551" y="691017"/>
                </a:lnTo>
                <a:lnTo>
                  <a:pt x="666082" y="704680"/>
                </a:lnTo>
                <a:lnTo>
                  <a:pt x="708275" y="716521"/>
                </a:lnTo>
                <a:lnTo>
                  <a:pt x="752765" y="726541"/>
                </a:lnTo>
                <a:lnTo>
                  <a:pt x="799189" y="734739"/>
                </a:lnTo>
                <a:lnTo>
                  <a:pt x="847180" y="741115"/>
                </a:lnTo>
                <a:lnTo>
                  <a:pt x="896373" y="745669"/>
                </a:lnTo>
                <a:lnTo>
                  <a:pt x="946405" y="748402"/>
                </a:lnTo>
                <a:lnTo>
                  <a:pt x="996909" y="749313"/>
                </a:lnTo>
                <a:lnTo>
                  <a:pt x="1047521" y="748402"/>
                </a:lnTo>
                <a:lnTo>
                  <a:pt x="1097876" y="745669"/>
                </a:lnTo>
                <a:lnTo>
                  <a:pt x="1147609" y="741115"/>
                </a:lnTo>
                <a:lnTo>
                  <a:pt x="1196355" y="734739"/>
                </a:lnTo>
                <a:lnTo>
                  <a:pt x="1243750" y="726541"/>
                </a:lnTo>
                <a:lnTo>
                  <a:pt x="1289428" y="716521"/>
                </a:lnTo>
                <a:lnTo>
                  <a:pt x="1333024" y="704680"/>
                </a:lnTo>
                <a:lnTo>
                  <a:pt x="1374173" y="691017"/>
                </a:lnTo>
                <a:lnTo>
                  <a:pt x="1412512" y="675532"/>
                </a:lnTo>
                <a:lnTo>
                  <a:pt x="1447673" y="658225"/>
                </a:lnTo>
                <a:lnTo>
                  <a:pt x="1479293" y="639097"/>
                </a:lnTo>
                <a:lnTo>
                  <a:pt x="1507007" y="618147"/>
                </a:lnTo>
                <a:lnTo>
                  <a:pt x="1556138" y="617255"/>
                </a:lnTo>
                <a:lnTo>
                  <a:pt x="1601063" y="614655"/>
                </a:lnTo>
                <a:lnTo>
                  <a:pt x="1641851" y="610461"/>
                </a:lnTo>
                <a:lnTo>
                  <a:pt x="1678568" y="604787"/>
                </a:lnTo>
                <a:lnTo>
                  <a:pt x="1711281" y="597747"/>
                </a:lnTo>
                <a:lnTo>
                  <a:pt x="1740056" y="589454"/>
                </a:lnTo>
                <a:lnTo>
                  <a:pt x="1764961" y="580023"/>
                </a:lnTo>
                <a:lnTo>
                  <a:pt x="1786061" y="569567"/>
                </a:lnTo>
                <a:lnTo>
                  <a:pt x="1803424" y="558200"/>
                </a:lnTo>
                <a:lnTo>
                  <a:pt x="1817117" y="546036"/>
                </a:lnTo>
                <a:lnTo>
                  <a:pt x="1827206" y="533188"/>
                </a:lnTo>
                <a:lnTo>
                  <a:pt x="1833759" y="519772"/>
                </a:lnTo>
                <a:lnTo>
                  <a:pt x="1836840" y="505900"/>
                </a:lnTo>
                <a:lnTo>
                  <a:pt x="1836519" y="491687"/>
                </a:lnTo>
                <a:lnTo>
                  <a:pt x="1832860" y="477245"/>
                </a:lnTo>
                <a:lnTo>
                  <a:pt x="1825932" y="462690"/>
                </a:lnTo>
                <a:lnTo>
                  <a:pt x="1815800" y="448135"/>
                </a:lnTo>
                <a:lnTo>
                  <a:pt x="1802532" y="433694"/>
                </a:lnTo>
                <a:lnTo>
                  <a:pt x="1786194" y="419481"/>
                </a:lnTo>
                <a:lnTo>
                  <a:pt x="1766854" y="405609"/>
                </a:lnTo>
                <a:lnTo>
                  <a:pt x="1744576" y="392192"/>
                </a:lnTo>
                <a:lnTo>
                  <a:pt x="1719430" y="379345"/>
                </a:lnTo>
                <a:lnTo>
                  <a:pt x="1691480" y="367181"/>
                </a:lnTo>
                <a:lnTo>
                  <a:pt x="1660795" y="355814"/>
                </a:lnTo>
                <a:lnTo>
                  <a:pt x="1689408" y="333972"/>
                </a:lnTo>
                <a:lnTo>
                  <a:pt x="1711392" y="312244"/>
                </a:lnTo>
                <a:lnTo>
                  <a:pt x="1727058" y="290744"/>
                </a:lnTo>
                <a:lnTo>
                  <a:pt x="1736717" y="269585"/>
                </a:lnTo>
                <a:lnTo>
                  <a:pt x="1740682" y="248881"/>
                </a:lnTo>
                <a:lnTo>
                  <a:pt x="1739263" y="228747"/>
                </a:lnTo>
                <a:lnTo>
                  <a:pt x="1732772" y="209296"/>
                </a:lnTo>
                <a:lnTo>
                  <a:pt x="1721520" y="190642"/>
                </a:lnTo>
                <a:lnTo>
                  <a:pt x="1705819" y="172899"/>
                </a:lnTo>
                <a:lnTo>
                  <a:pt x="1685979" y="156181"/>
                </a:lnTo>
                <a:lnTo>
                  <a:pt x="1662313" y="140601"/>
                </a:lnTo>
                <a:lnTo>
                  <a:pt x="1635132" y="126273"/>
                </a:lnTo>
                <a:lnTo>
                  <a:pt x="1604747" y="113312"/>
                </a:lnTo>
                <a:lnTo>
                  <a:pt x="1571469" y="101832"/>
                </a:lnTo>
                <a:lnTo>
                  <a:pt x="1535610" y="91945"/>
                </a:lnTo>
                <a:lnTo>
                  <a:pt x="1497481" y="83766"/>
                </a:lnTo>
                <a:lnTo>
                  <a:pt x="1457394" y="77409"/>
                </a:lnTo>
                <a:lnTo>
                  <a:pt x="1415660" y="72987"/>
                </a:lnTo>
                <a:lnTo>
                  <a:pt x="1372591" y="70615"/>
                </a:lnTo>
                <a:lnTo>
                  <a:pt x="1328497" y="70406"/>
                </a:lnTo>
                <a:lnTo>
                  <a:pt x="1283690" y="72475"/>
                </a:lnTo>
                <a:lnTo>
                  <a:pt x="1238482" y="76934"/>
                </a:lnTo>
                <a:lnTo>
                  <a:pt x="1193183" y="83899"/>
                </a:lnTo>
                <a:lnTo>
                  <a:pt x="1148106" y="93482"/>
                </a:lnTo>
                <a:lnTo>
                  <a:pt x="1115307" y="77772"/>
                </a:lnTo>
                <a:lnTo>
                  <a:pt x="1081107" y="63448"/>
                </a:lnTo>
                <a:lnTo>
                  <a:pt x="1045705" y="50528"/>
                </a:lnTo>
                <a:lnTo>
                  <a:pt x="1009301" y="39032"/>
                </a:lnTo>
                <a:lnTo>
                  <a:pt x="972096" y="28977"/>
                </a:lnTo>
                <a:lnTo>
                  <a:pt x="934290" y="20384"/>
                </a:lnTo>
                <a:lnTo>
                  <a:pt x="896083" y="13271"/>
                </a:lnTo>
                <a:lnTo>
                  <a:pt x="857675" y="7657"/>
                </a:lnTo>
                <a:lnTo>
                  <a:pt x="819266" y="3561"/>
                </a:lnTo>
                <a:lnTo>
                  <a:pt x="781057" y="1003"/>
                </a:lnTo>
                <a:lnTo>
                  <a:pt x="743248" y="0"/>
                </a:lnTo>
                <a:lnTo>
                  <a:pt x="706038" y="572"/>
                </a:lnTo>
                <a:lnTo>
                  <a:pt x="669629" y="2739"/>
                </a:lnTo>
                <a:lnTo>
                  <a:pt x="634219" y="6518"/>
                </a:lnTo>
                <a:lnTo>
                  <a:pt x="600010" y="11930"/>
                </a:lnTo>
                <a:lnTo>
                  <a:pt x="567201" y="18992"/>
                </a:lnTo>
                <a:lnTo>
                  <a:pt x="535993" y="27725"/>
                </a:lnTo>
                <a:lnTo>
                  <a:pt x="506586" y="38146"/>
                </a:lnTo>
                <a:lnTo>
                  <a:pt x="479180" y="50275"/>
                </a:lnTo>
                <a:lnTo>
                  <a:pt x="453974" y="64131"/>
                </a:lnTo>
                <a:lnTo>
                  <a:pt x="431171" y="79733"/>
                </a:lnTo>
                <a:lnTo>
                  <a:pt x="410968" y="97100"/>
                </a:lnTo>
                <a:lnTo>
                  <a:pt x="393567" y="116251"/>
                </a:lnTo>
                <a:lnTo>
                  <a:pt x="379168" y="137204"/>
                </a:lnTo>
                <a:lnTo>
                  <a:pt x="329524" y="138314"/>
                </a:lnTo>
                <a:lnTo>
                  <a:pt x="283138" y="1415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7A9B1-B1D9-46C3-94F4-FEF55C84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187" y="111165"/>
            <a:ext cx="1836840" cy="749313"/>
          </a:xfrm>
          <a:custGeom xmlns:a="http://schemas.openxmlformats.org/drawingml/2006/main">
            <a:pathLst>
              <a:path w="1836840" h="749313" fill="none">
                <a:moveTo>
                  <a:pt x="379168" y="137204"/>
                </a:moveTo>
                <a:lnTo>
                  <a:pt x="329524" y="138314"/>
                </a:lnTo>
                <a:lnTo>
                  <a:pt x="283138" y="141531"/>
                </a:lnTo>
                <a:lnTo>
                  <a:pt x="240062" y="146683"/>
                </a:lnTo>
                <a:lnTo>
                  <a:pt x="200350" y="153600"/>
                </a:lnTo>
                <a:lnTo>
                  <a:pt x="164056" y="162111"/>
                </a:lnTo>
                <a:lnTo>
                  <a:pt x="131233" y="172045"/>
                </a:lnTo>
                <a:lnTo>
                  <a:pt x="101933" y="183232"/>
                </a:lnTo>
                <a:lnTo>
                  <a:pt x="76212" y="195500"/>
                </a:lnTo>
                <a:lnTo>
                  <a:pt x="54121" y="208679"/>
                </a:lnTo>
                <a:lnTo>
                  <a:pt x="35714" y="222599"/>
                </a:lnTo>
                <a:lnTo>
                  <a:pt x="21046" y="237087"/>
                </a:lnTo>
                <a:lnTo>
                  <a:pt x="10168" y="251974"/>
                </a:lnTo>
                <a:lnTo>
                  <a:pt x="3135" y="267089"/>
                </a:lnTo>
                <a:lnTo>
                  <a:pt x="0" y="282261"/>
                </a:lnTo>
                <a:lnTo>
                  <a:pt x="816" y="297319"/>
                </a:lnTo>
                <a:lnTo>
                  <a:pt x="5637" y="312092"/>
                </a:lnTo>
                <a:lnTo>
                  <a:pt x="14515" y="326410"/>
                </a:lnTo>
                <a:lnTo>
                  <a:pt x="27506" y="340102"/>
                </a:lnTo>
                <a:lnTo>
                  <a:pt x="44661" y="352996"/>
                </a:lnTo>
                <a:lnTo>
                  <a:pt x="66034" y="364923"/>
                </a:lnTo>
                <a:lnTo>
                  <a:pt x="91678" y="375711"/>
                </a:lnTo>
                <a:lnTo>
                  <a:pt x="121648" y="385190"/>
                </a:lnTo>
                <a:lnTo>
                  <a:pt x="155996" y="393189"/>
                </a:lnTo>
                <a:lnTo>
                  <a:pt x="194775" y="399536"/>
                </a:lnTo>
                <a:lnTo>
                  <a:pt x="157335" y="412122"/>
                </a:lnTo>
                <a:lnTo>
                  <a:pt x="126809" y="425714"/>
                </a:lnTo>
                <a:lnTo>
                  <a:pt x="102850" y="440133"/>
                </a:lnTo>
                <a:lnTo>
                  <a:pt x="85112" y="455201"/>
                </a:lnTo>
                <a:lnTo>
                  <a:pt x="73247" y="470740"/>
                </a:lnTo>
                <a:lnTo>
                  <a:pt x="66909" y="486571"/>
                </a:lnTo>
                <a:lnTo>
                  <a:pt x="65750" y="502515"/>
                </a:lnTo>
                <a:lnTo>
                  <a:pt x="69425" y="518396"/>
                </a:lnTo>
                <a:lnTo>
                  <a:pt x="77584" y="534033"/>
                </a:lnTo>
                <a:lnTo>
                  <a:pt x="89883" y="549249"/>
                </a:lnTo>
                <a:lnTo>
                  <a:pt x="105974" y="563865"/>
                </a:lnTo>
                <a:lnTo>
                  <a:pt x="125509" y="577704"/>
                </a:lnTo>
                <a:lnTo>
                  <a:pt x="148142" y="590586"/>
                </a:lnTo>
                <a:lnTo>
                  <a:pt x="173527" y="602333"/>
                </a:lnTo>
                <a:lnTo>
                  <a:pt x="201315" y="612767"/>
                </a:lnTo>
                <a:lnTo>
                  <a:pt x="231161" y="621709"/>
                </a:lnTo>
                <a:lnTo>
                  <a:pt x="262717" y="628982"/>
                </a:lnTo>
                <a:lnTo>
                  <a:pt x="295636" y="634406"/>
                </a:lnTo>
                <a:lnTo>
                  <a:pt x="329571" y="637803"/>
                </a:lnTo>
                <a:lnTo>
                  <a:pt x="364176" y="638996"/>
                </a:lnTo>
                <a:lnTo>
                  <a:pt x="399103" y="637804"/>
                </a:lnTo>
                <a:lnTo>
                  <a:pt x="434006" y="634052"/>
                </a:lnTo>
                <a:lnTo>
                  <a:pt x="468537" y="627558"/>
                </a:lnTo>
                <a:lnTo>
                  <a:pt x="502350" y="618147"/>
                </a:lnTo>
                <a:lnTo>
                  <a:pt x="527582" y="639097"/>
                </a:lnTo>
                <a:lnTo>
                  <a:pt x="556936" y="658225"/>
                </a:lnTo>
                <a:lnTo>
                  <a:pt x="590047" y="675532"/>
                </a:lnTo>
                <a:lnTo>
                  <a:pt x="626551" y="691017"/>
                </a:lnTo>
                <a:lnTo>
                  <a:pt x="666082" y="704680"/>
                </a:lnTo>
                <a:lnTo>
                  <a:pt x="708275" y="716521"/>
                </a:lnTo>
                <a:lnTo>
                  <a:pt x="752765" y="726541"/>
                </a:lnTo>
                <a:lnTo>
                  <a:pt x="799189" y="734739"/>
                </a:lnTo>
                <a:lnTo>
                  <a:pt x="847180" y="741115"/>
                </a:lnTo>
                <a:lnTo>
                  <a:pt x="896373" y="745669"/>
                </a:lnTo>
                <a:lnTo>
                  <a:pt x="946405" y="748402"/>
                </a:lnTo>
                <a:lnTo>
                  <a:pt x="996909" y="749313"/>
                </a:lnTo>
                <a:lnTo>
                  <a:pt x="1047521" y="748402"/>
                </a:lnTo>
                <a:lnTo>
                  <a:pt x="1097876" y="745669"/>
                </a:lnTo>
                <a:lnTo>
                  <a:pt x="1147609" y="741115"/>
                </a:lnTo>
                <a:lnTo>
                  <a:pt x="1196355" y="734739"/>
                </a:lnTo>
                <a:lnTo>
                  <a:pt x="1243750" y="726541"/>
                </a:lnTo>
                <a:lnTo>
                  <a:pt x="1289428" y="716521"/>
                </a:lnTo>
                <a:lnTo>
                  <a:pt x="1333024" y="704680"/>
                </a:lnTo>
                <a:lnTo>
                  <a:pt x="1374173" y="691017"/>
                </a:lnTo>
                <a:lnTo>
                  <a:pt x="1412512" y="675532"/>
                </a:lnTo>
                <a:lnTo>
                  <a:pt x="1447673" y="658225"/>
                </a:lnTo>
                <a:lnTo>
                  <a:pt x="1479293" y="639097"/>
                </a:lnTo>
                <a:lnTo>
                  <a:pt x="1507007" y="618147"/>
                </a:lnTo>
                <a:lnTo>
                  <a:pt x="1556138" y="617255"/>
                </a:lnTo>
                <a:lnTo>
                  <a:pt x="1601063" y="614655"/>
                </a:lnTo>
                <a:lnTo>
                  <a:pt x="1641851" y="610461"/>
                </a:lnTo>
                <a:lnTo>
                  <a:pt x="1678568" y="604787"/>
                </a:lnTo>
                <a:lnTo>
                  <a:pt x="1711281" y="597747"/>
                </a:lnTo>
                <a:lnTo>
                  <a:pt x="1740056" y="589454"/>
                </a:lnTo>
                <a:lnTo>
                  <a:pt x="1764961" y="580023"/>
                </a:lnTo>
                <a:lnTo>
                  <a:pt x="1786061" y="569567"/>
                </a:lnTo>
                <a:lnTo>
                  <a:pt x="1803424" y="558200"/>
                </a:lnTo>
                <a:lnTo>
                  <a:pt x="1817117" y="546036"/>
                </a:lnTo>
                <a:lnTo>
                  <a:pt x="1827206" y="533188"/>
                </a:lnTo>
                <a:lnTo>
                  <a:pt x="1833759" y="519772"/>
                </a:lnTo>
                <a:lnTo>
                  <a:pt x="1836840" y="505900"/>
                </a:lnTo>
                <a:lnTo>
                  <a:pt x="1836519" y="491687"/>
                </a:lnTo>
                <a:lnTo>
                  <a:pt x="1832860" y="477245"/>
                </a:lnTo>
                <a:lnTo>
                  <a:pt x="1825932" y="462690"/>
                </a:lnTo>
                <a:lnTo>
                  <a:pt x="1815800" y="448135"/>
                </a:lnTo>
                <a:lnTo>
                  <a:pt x="1802532" y="433694"/>
                </a:lnTo>
                <a:lnTo>
                  <a:pt x="1786194" y="419481"/>
                </a:lnTo>
                <a:lnTo>
                  <a:pt x="1766854" y="405609"/>
                </a:lnTo>
                <a:lnTo>
                  <a:pt x="1744576" y="392192"/>
                </a:lnTo>
                <a:lnTo>
                  <a:pt x="1719430" y="379345"/>
                </a:lnTo>
                <a:lnTo>
                  <a:pt x="1691480" y="367181"/>
                </a:lnTo>
                <a:lnTo>
                  <a:pt x="1660795" y="355814"/>
                </a:lnTo>
                <a:lnTo>
                  <a:pt x="1689408" y="333972"/>
                </a:lnTo>
                <a:lnTo>
                  <a:pt x="1711392" y="312244"/>
                </a:lnTo>
                <a:lnTo>
                  <a:pt x="1727058" y="290744"/>
                </a:lnTo>
                <a:lnTo>
                  <a:pt x="1736717" y="269585"/>
                </a:lnTo>
                <a:lnTo>
                  <a:pt x="1740682" y="248881"/>
                </a:lnTo>
                <a:lnTo>
                  <a:pt x="1739263" y="228747"/>
                </a:lnTo>
                <a:lnTo>
                  <a:pt x="1732772" y="209296"/>
                </a:lnTo>
                <a:lnTo>
                  <a:pt x="1721520" y="190642"/>
                </a:lnTo>
                <a:lnTo>
                  <a:pt x="1705819" y="172899"/>
                </a:lnTo>
                <a:lnTo>
                  <a:pt x="1685979" y="156181"/>
                </a:lnTo>
                <a:lnTo>
                  <a:pt x="1662313" y="140601"/>
                </a:lnTo>
                <a:lnTo>
                  <a:pt x="1635132" y="126273"/>
                </a:lnTo>
                <a:lnTo>
                  <a:pt x="1604747" y="113312"/>
                </a:lnTo>
                <a:lnTo>
                  <a:pt x="1571469" y="101832"/>
                </a:lnTo>
                <a:lnTo>
                  <a:pt x="1535610" y="91945"/>
                </a:lnTo>
                <a:lnTo>
                  <a:pt x="1497481" y="83766"/>
                </a:lnTo>
                <a:lnTo>
                  <a:pt x="1457394" y="77409"/>
                </a:lnTo>
                <a:lnTo>
                  <a:pt x="1415660" y="72987"/>
                </a:lnTo>
                <a:lnTo>
                  <a:pt x="1372591" y="70615"/>
                </a:lnTo>
                <a:lnTo>
                  <a:pt x="1328497" y="70406"/>
                </a:lnTo>
                <a:lnTo>
                  <a:pt x="1283690" y="72475"/>
                </a:lnTo>
                <a:lnTo>
                  <a:pt x="1238482" y="76934"/>
                </a:lnTo>
                <a:lnTo>
                  <a:pt x="1193183" y="83899"/>
                </a:lnTo>
                <a:lnTo>
                  <a:pt x="1148106" y="93482"/>
                </a:lnTo>
                <a:lnTo>
                  <a:pt x="1115307" y="77772"/>
                </a:lnTo>
                <a:lnTo>
                  <a:pt x="1081107" y="63448"/>
                </a:lnTo>
                <a:lnTo>
                  <a:pt x="1045705" y="50528"/>
                </a:lnTo>
                <a:lnTo>
                  <a:pt x="1009301" y="39032"/>
                </a:lnTo>
                <a:lnTo>
                  <a:pt x="972096" y="28977"/>
                </a:lnTo>
                <a:lnTo>
                  <a:pt x="934290" y="20384"/>
                </a:lnTo>
                <a:lnTo>
                  <a:pt x="896083" y="13271"/>
                </a:lnTo>
                <a:lnTo>
                  <a:pt x="857675" y="7657"/>
                </a:lnTo>
                <a:lnTo>
                  <a:pt x="819266" y="3561"/>
                </a:lnTo>
                <a:lnTo>
                  <a:pt x="781057" y="1003"/>
                </a:lnTo>
                <a:lnTo>
                  <a:pt x="743248" y="0"/>
                </a:lnTo>
                <a:lnTo>
                  <a:pt x="706038" y="572"/>
                </a:lnTo>
                <a:lnTo>
                  <a:pt x="669629" y="2739"/>
                </a:lnTo>
                <a:lnTo>
                  <a:pt x="634219" y="6518"/>
                </a:lnTo>
                <a:lnTo>
                  <a:pt x="600010" y="11930"/>
                </a:lnTo>
                <a:lnTo>
                  <a:pt x="567201" y="18992"/>
                </a:lnTo>
                <a:lnTo>
                  <a:pt x="535993" y="27725"/>
                </a:lnTo>
                <a:lnTo>
                  <a:pt x="506586" y="38146"/>
                </a:lnTo>
                <a:lnTo>
                  <a:pt x="479180" y="50275"/>
                </a:lnTo>
                <a:lnTo>
                  <a:pt x="453974" y="64131"/>
                </a:lnTo>
                <a:lnTo>
                  <a:pt x="431171" y="79733"/>
                </a:lnTo>
                <a:lnTo>
                  <a:pt x="410968" y="97100"/>
                </a:lnTo>
                <a:lnTo>
                  <a:pt x="393567" y="116251"/>
                </a:lnTo>
                <a:lnTo>
                  <a:pt x="379168" y="137204"/>
                </a:lnTo>
              </a:path>
            </a:pathLst>
          </a:custGeom>
          <a:noFill xmlns:a="http://schemas.openxmlformats.org/drawingml/2006/main"/>
          <a:ln xmlns:a="http://schemas.openxmlformats.org/drawingml/2006/main" w="19010" cap="flat">
            <a:solidFill>
              <a:srgbClr val="000000"/>
            </a:solidFill>
            <a:miter/>
          </a:ln>
        </p:spPr>
      </p:sp>
      <p:sp>
        <p:nvSpPr>
          <p:cNvPr id="162" name="Text Internet">
            <a:extLst xmlns:a="http://schemas.openxmlformats.org/drawingml/2006/main">
              <a:ext uri="{FF2B5EF4-FFF2-40B4-BE49-F238E27FC236}">
                <a16:creationId xmlns:a16="http://schemas.microsoft.com/office/drawing/2014/main" id="{8AD4C138-C481-4189-9F9B-FDD6A962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295" y="370223"/>
            <a:ext cx="750554" cy="165963"/>
          </a:xfrm>
          <a:custGeom xmlns:a="http://schemas.openxmlformats.org/drawingml/2006/main">
            <a:pathLst>
              <a:path w="750554" h="165963">
                <a:moveTo>
                  <a:pt x="0" y="163289"/>
                </a:moveTo>
                <a:lnTo>
                  <a:pt x="0" y="0"/>
                </a:lnTo>
                <a:lnTo>
                  <a:pt x="21609" y="0"/>
                </a:lnTo>
                <a:lnTo>
                  <a:pt x="21609" y="163289"/>
                </a:lnTo>
                <a:lnTo>
                  <a:pt x="0" y="163289"/>
                </a:lnTo>
                <a:close/>
                <a:moveTo>
                  <a:pt x="57178" y="163289"/>
                </a:moveTo>
                <a:lnTo>
                  <a:pt x="57178" y="44999"/>
                </a:lnTo>
                <a:lnTo>
                  <a:pt x="75223" y="44999"/>
                </a:lnTo>
                <a:lnTo>
                  <a:pt x="75223" y="61707"/>
                </a:lnTo>
                <a:cubicBezTo>
                  <a:pt x="83911" y="48786"/>
                  <a:pt x="96460" y="42326"/>
                  <a:pt x="112871" y="42326"/>
                </a:cubicBezTo>
                <a:cubicBezTo>
                  <a:pt x="119999" y="42326"/>
                  <a:pt x="126552" y="43607"/>
                  <a:pt x="132530" y="46169"/>
                </a:cubicBezTo>
                <a:cubicBezTo>
                  <a:pt x="138508" y="48731"/>
                  <a:pt x="142981" y="52091"/>
                  <a:pt x="145952" y="56249"/>
                </a:cubicBezTo>
                <a:cubicBezTo>
                  <a:pt x="148922" y="60407"/>
                  <a:pt x="151001" y="65345"/>
                  <a:pt x="152189" y="71063"/>
                </a:cubicBezTo>
                <a:cubicBezTo>
                  <a:pt x="152932" y="74776"/>
                  <a:pt x="153303" y="81273"/>
                  <a:pt x="153303" y="90555"/>
                </a:cubicBezTo>
                <a:lnTo>
                  <a:pt x="153303" y="163289"/>
                </a:lnTo>
                <a:lnTo>
                  <a:pt x="133254" y="163289"/>
                </a:lnTo>
                <a:lnTo>
                  <a:pt x="133254" y="91259"/>
                </a:lnTo>
                <a:cubicBezTo>
                  <a:pt x="133254" y="83081"/>
                  <a:pt x="132474" y="76967"/>
                  <a:pt x="130915" y="72915"/>
                </a:cubicBezTo>
                <a:cubicBezTo>
                  <a:pt x="129355" y="68863"/>
                  <a:pt x="126589" y="65630"/>
                  <a:pt x="122617" y="63214"/>
                </a:cubicBezTo>
                <a:cubicBezTo>
                  <a:pt x="118644" y="60798"/>
                  <a:pt x="113984" y="59591"/>
                  <a:pt x="108638" y="59591"/>
                </a:cubicBezTo>
                <a:cubicBezTo>
                  <a:pt x="100098" y="59591"/>
                  <a:pt x="92729" y="62304"/>
                  <a:pt x="86528" y="67732"/>
                </a:cubicBezTo>
                <a:cubicBezTo>
                  <a:pt x="80328" y="73157"/>
                  <a:pt x="77228" y="83452"/>
                  <a:pt x="77228" y="98617"/>
                </a:cubicBezTo>
                <a:lnTo>
                  <a:pt x="77228" y="163289"/>
                </a:lnTo>
                <a:lnTo>
                  <a:pt x="57178" y="163289"/>
                </a:lnTo>
                <a:close/>
                <a:moveTo>
                  <a:pt x="227785" y="145579"/>
                </a:moveTo>
                <a:lnTo>
                  <a:pt x="230681" y="163289"/>
                </a:lnTo>
                <a:cubicBezTo>
                  <a:pt x="225037" y="164329"/>
                  <a:pt x="219988" y="164849"/>
                  <a:pt x="215532" y="164849"/>
                </a:cubicBezTo>
                <a:cubicBezTo>
                  <a:pt x="208255" y="164849"/>
                  <a:pt x="202612" y="163698"/>
                  <a:pt x="198602" y="161396"/>
                </a:cubicBezTo>
                <a:cubicBezTo>
                  <a:pt x="194592" y="159094"/>
                  <a:pt x="191770" y="156068"/>
                  <a:pt x="190137" y="152318"/>
                </a:cubicBezTo>
                <a:cubicBezTo>
                  <a:pt x="188503" y="148568"/>
                  <a:pt x="187686" y="140678"/>
                  <a:pt x="187686" y="128649"/>
                </a:cubicBezTo>
                <a:lnTo>
                  <a:pt x="187686" y="60593"/>
                </a:lnTo>
                <a:lnTo>
                  <a:pt x="172983" y="60593"/>
                </a:lnTo>
                <a:lnTo>
                  <a:pt x="172983" y="44999"/>
                </a:lnTo>
                <a:lnTo>
                  <a:pt x="187686" y="44999"/>
                </a:lnTo>
                <a:lnTo>
                  <a:pt x="187686" y="15625"/>
                </a:lnTo>
                <a:lnTo>
                  <a:pt x="207624" y="3564"/>
                </a:lnTo>
                <a:lnTo>
                  <a:pt x="207624" y="44999"/>
                </a:lnTo>
                <a:lnTo>
                  <a:pt x="227785" y="44999"/>
                </a:lnTo>
                <a:lnTo>
                  <a:pt x="227785" y="60593"/>
                </a:lnTo>
                <a:lnTo>
                  <a:pt x="207624" y="60593"/>
                </a:lnTo>
                <a:lnTo>
                  <a:pt x="207624" y="129763"/>
                </a:lnTo>
                <a:cubicBezTo>
                  <a:pt x="207624" y="135480"/>
                  <a:pt x="207977" y="139156"/>
                  <a:pt x="208682" y="140790"/>
                </a:cubicBezTo>
                <a:cubicBezTo>
                  <a:pt x="209388" y="142423"/>
                  <a:pt x="210539" y="143723"/>
                  <a:pt x="212135" y="144688"/>
                </a:cubicBezTo>
                <a:cubicBezTo>
                  <a:pt x="213732" y="145654"/>
                  <a:pt x="216015" y="146136"/>
                  <a:pt x="218985" y="146136"/>
                </a:cubicBezTo>
                <a:cubicBezTo>
                  <a:pt x="221213" y="146136"/>
                  <a:pt x="224146" y="145951"/>
                  <a:pt x="227785" y="145579"/>
                </a:cubicBezTo>
                <a:close/>
                <a:moveTo>
                  <a:pt x="328403" y="125196"/>
                </a:moveTo>
                <a:lnTo>
                  <a:pt x="349120" y="127758"/>
                </a:lnTo>
                <a:cubicBezTo>
                  <a:pt x="345853" y="139862"/>
                  <a:pt x="339801" y="149255"/>
                  <a:pt x="330964" y="155938"/>
                </a:cubicBezTo>
                <a:cubicBezTo>
                  <a:pt x="322128" y="162621"/>
                  <a:pt x="310841" y="165963"/>
                  <a:pt x="297104" y="165963"/>
                </a:cubicBezTo>
                <a:cubicBezTo>
                  <a:pt x="279802" y="165963"/>
                  <a:pt x="266083" y="160635"/>
                  <a:pt x="255947" y="149979"/>
                </a:cubicBezTo>
                <a:cubicBezTo>
                  <a:pt x="245811" y="139323"/>
                  <a:pt x="240743" y="124379"/>
                  <a:pt x="240743" y="105147"/>
                </a:cubicBezTo>
                <a:cubicBezTo>
                  <a:pt x="240743" y="85246"/>
                  <a:pt x="245867" y="69801"/>
                  <a:pt x="256114" y="58811"/>
                </a:cubicBezTo>
                <a:cubicBezTo>
                  <a:pt x="266362" y="47821"/>
                  <a:pt x="279653" y="42326"/>
                  <a:pt x="295990" y="42326"/>
                </a:cubicBezTo>
                <a:cubicBezTo>
                  <a:pt x="311806" y="42326"/>
                  <a:pt x="324727" y="47701"/>
                  <a:pt x="334752" y="58452"/>
                </a:cubicBezTo>
                <a:cubicBezTo>
                  <a:pt x="344776" y="69201"/>
                  <a:pt x="349788" y="84324"/>
                  <a:pt x="349788" y="103821"/>
                </a:cubicBezTo>
                <a:cubicBezTo>
                  <a:pt x="349788" y="105006"/>
                  <a:pt x="349751" y="106785"/>
                  <a:pt x="349677" y="109157"/>
                </a:cubicBezTo>
                <a:lnTo>
                  <a:pt x="261461" y="109157"/>
                </a:lnTo>
                <a:cubicBezTo>
                  <a:pt x="262203" y="122114"/>
                  <a:pt x="265879" y="132037"/>
                  <a:pt x="272488" y="138924"/>
                </a:cubicBezTo>
                <a:cubicBezTo>
                  <a:pt x="279096" y="145811"/>
                  <a:pt x="287339" y="149255"/>
                  <a:pt x="297215" y="149255"/>
                </a:cubicBezTo>
                <a:cubicBezTo>
                  <a:pt x="304566" y="149255"/>
                  <a:pt x="310841" y="147343"/>
                  <a:pt x="316039" y="143519"/>
                </a:cubicBezTo>
                <a:cubicBezTo>
                  <a:pt x="321237" y="139692"/>
                  <a:pt x="325358" y="133585"/>
                  <a:pt x="328403" y="125196"/>
                </a:cubicBezTo>
                <a:moveTo>
                  <a:pt x="262574" y="92449"/>
                </a:moveTo>
                <a:lnTo>
                  <a:pt x="328625" y="92449"/>
                </a:lnTo>
                <a:cubicBezTo>
                  <a:pt x="327734" y="82661"/>
                  <a:pt x="325210" y="75320"/>
                  <a:pt x="321051" y="70426"/>
                </a:cubicBezTo>
                <a:cubicBezTo>
                  <a:pt x="314665" y="62831"/>
                  <a:pt x="306386" y="59034"/>
                  <a:pt x="296213" y="59034"/>
                </a:cubicBezTo>
                <a:cubicBezTo>
                  <a:pt x="287005" y="59034"/>
                  <a:pt x="279264" y="62065"/>
                  <a:pt x="272989" y="68129"/>
                </a:cubicBezTo>
                <a:cubicBezTo>
                  <a:pt x="266714" y="74190"/>
                  <a:pt x="263243" y="82297"/>
                  <a:pt x="262574" y="92449"/>
                </a:cubicBezTo>
                <a:close/>
                <a:moveTo>
                  <a:pt x="374035" y="163289"/>
                </a:moveTo>
                <a:lnTo>
                  <a:pt x="374035" y="44999"/>
                </a:lnTo>
                <a:lnTo>
                  <a:pt x="392080" y="44999"/>
                </a:lnTo>
                <a:lnTo>
                  <a:pt x="392080" y="62821"/>
                </a:lnTo>
                <a:cubicBezTo>
                  <a:pt x="396683" y="54476"/>
                  <a:pt x="400935" y="48974"/>
                  <a:pt x="404833" y="46315"/>
                </a:cubicBezTo>
                <a:cubicBezTo>
                  <a:pt x="408731" y="43656"/>
                  <a:pt x="413020" y="42326"/>
                  <a:pt x="417698" y="42326"/>
                </a:cubicBezTo>
                <a:cubicBezTo>
                  <a:pt x="424455" y="42326"/>
                  <a:pt x="431324" y="44470"/>
                  <a:pt x="438304" y="48758"/>
                </a:cubicBezTo>
                <a:lnTo>
                  <a:pt x="431398" y="67276"/>
                </a:lnTo>
                <a:cubicBezTo>
                  <a:pt x="426497" y="64380"/>
                  <a:pt x="421596" y="62932"/>
                  <a:pt x="416695" y="62932"/>
                </a:cubicBezTo>
                <a:cubicBezTo>
                  <a:pt x="412314" y="62932"/>
                  <a:pt x="408379" y="64253"/>
                  <a:pt x="404889" y="66893"/>
                </a:cubicBezTo>
                <a:cubicBezTo>
                  <a:pt x="401399" y="69532"/>
                  <a:pt x="398911" y="73192"/>
                  <a:pt x="397426" y="77875"/>
                </a:cubicBezTo>
                <a:cubicBezTo>
                  <a:pt x="395198" y="85011"/>
                  <a:pt x="394084" y="92816"/>
                  <a:pt x="394084" y="101290"/>
                </a:cubicBezTo>
                <a:lnTo>
                  <a:pt x="394084" y="163289"/>
                </a:lnTo>
                <a:lnTo>
                  <a:pt x="374035" y="163289"/>
                </a:lnTo>
                <a:close/>
                <a:moveTo>
                  <a:pt x="450221" y="163289"/>
                </a:moveTo>
                <a:lnTo>
                  <a:pt x="450221" y="44999"/>
                </a:lnTo>
                <a:lnTo>
                  <a:pt x="468265" y="44999"/>
                </a:lnTo>
                <a:lnTo>
                  <a:pt x="468265" y="61707"/>
                </a:lnTo>
                <a:cubicBezTo>
                  <a:pt x="476953" y="48786"/>
                  <a:pt x="489502" y="42326"/>
                  <a:pt x="505913" y="42326"/>
                </a:cubicBezTo>
                <a:cubicBezTo>
                  <a:pt x="513041" y="42326"/>
                  <a:pt x="519595" y="43607"/>
                  <a:pt x="525572" y="46169"/>
                </a:cubicBezTo>
                <a:cubicBezTo>
                  <a:pt x="531550" y="48731"/>
                  <a:pt x="536024" y="52091"/>
                  <a:pt x="538994" y="56249"/>
                </a:cubicBezTo>
                <a:cubicBezTo>
                  <a:pt x="541964" y="60407"/>
                  <a:pt x="544043" y="65345"/>
                  <a:pt x="545232" y="71063"/>
                </a:cubicBezTo>
                <a:cubicBezTo>
                  <a:pt x="545974" y="74776"/>
                  <a:pt x="546345" y="81273"/>
                  <a:pt x="546345" y="90555"/>
                </a:cubicBezTo>
                <a:lnTo>
                  <a:pt x="546345" y="163289"/>
                </a:lnTo>
                <a:lnTo>
                  <a:pt x="526296" y="163289"/>
                </a:lnTo>
                <a:lnTo>
                  <a:pt x="526296" y="91259"/>
                </a:lnTo>
                <a:cubicBezTo>
                  <a:pt x="526296" y="83081"/>
                  <a:pt x="525516" y="76967"/>
                  <a:pt x="523957" y="72915"/>
                </a:cubicBezTo>
                <a:cubicBezTo>
                  <a:pt x="522398" y="68863"/>
                  <a:pt x="519632" y="65630"/>
                  <a:pt x="515659" y="63214"/>
                </a:cubicBezTo>
                <a:cubicBezTo>
                  <a:pt x="511686" y="60798"/>
                  <a:pt x="507027" y="59591"/>
                  <a:pt x="501680" y="59591"/>
                </a:cubicBezTo>
                <a:cubicBezTo>
                  <a:pt x="493141" y="59591"/>
                  <a:pt x="485771" y="62304"/>
                  <a:pt x="479570" y="67732"/>
                </a:cubicBezTo>
                <a:cubicBezTo>
                  <a:pt x="473370" y="73157"/>
                  <a:pt x="470270" y="83452"/>
                  <a:pt x="470270" y="98617"/>
                </a:cubicBezTo>
                <a:lnTo>
                  <a:pt x="470270" y="163289"/>
                </a:lnTo>
                <a:lnTo>
                  <a:pt x="450221" y="163289"/>
                </a:lnTo>
                <a:close/>
                <a:moveTo>
                  <a:pt x="658029" y="125196"/>
                </a:moveTo>
                <a:lnTo>
                  <a:pt x="678747" y="127758"/>
                </a:lnTo>
                <a:cubicBezTo>
                  <a:pt x="675479" y="139862"/>
                  <a:pt x="669427" y="149255"/>
                  <a:pt x="660591" y="155938"/>
                </a:cubicBezTo>
                <a:cubicBezTo>
                  <a:pt x="651755" y="162621"/>
                  <a:pt x="640468" y="165963"/>
                  <a:pt x="626730" y="165963"/>
                </a:cubicBezTo>
                <a:cubicBezTo>
                  <a:pt x="609428" y="165963"/>
                  <a:pt x="595710" y="160635"/>
                  <a:pt x="585574" y="149979"/>
                </a:cubicBezTo>
                <a:cubicBezTo>
                  <a:pt x="575438" y="139323"/>
                  <a:pt x="570370" y="124379"/>
                  <a:pt x="570370" y="105147"/>
                </a:cubicBezTo>
                <a:cubicBezTo>
                  <a:pt x="570370" y="85246"/>
                  <a:pt x="575493" y="69801"/>
                  <a:pt x="585741" y="58811"/>
                </a:cubicBezTo>
                <a:cubicBezTo>
                  <a:pt x="595988" y="47821"/>
                  <a:pt x="609280" y="42326"/>
                  <a:pt x="625616" y="42326"/>
                </a:cubicBezTo>
                <a:cubicBezTo>
                  <a:pt x="641433" y="42326"/>
                  <a:pt x="654353" y="47701"/>
                  <a:pt x="664378" y="58452"/>
                </a:cubicBezTo>
                <a:cubicBezTo>
                  <a:pt x="674403" y="69201"/>
                  <a:pt x="679415" y="84324"/>
                  <a:pt x="679415" y="103821"/>
                </a:cubicBezTo>
                <a:cubicBezTo>
                  <a:pt x="679415" y="105006"/>
                  <a:pt x="679378" y="106785"/>
                  <a:pt x="679304" y="109157"/>
                </a:cubicBezTo>
                <a:lnTo>
                  <a:pt x="591087" y="109157"/>
                </a:lnTo>
                <a:cubicBezTo>
                  <a:pt x="591830" y="122114"/>
                  <a:pt x="595505" y="132037"/>
                  <a:pt x="602114" y="138924"/>
                </a:cubicBezTo>
                <a:cubicBezTo>
                  <a:pt x="608723" y="145811"/>
                  <a:pt x="616965" y="149255"/>
                  <a:pt x="626842" y="149255"/>
                </a:cubicBezTo>
                <a:cubicBezTo>
                  <a:pt x="634193" y="149255"/>
                  <a:pt x="640468" y="147343"/>
                  <a:pt x="645666" y="143519"/>
                </a:cubicBezTo>
                <a:cubicBezTo>
                  <a:pt x="650863" y="139692"/>
                  <a:pt x="654985" y="133585"/>
                  <a:pt x="658029" y="125196"/>
                </a:cubicBezTo>
                <a:moveTo>
                  <a:pt x="592201" y="92449"/>
                </a:moveTo>
                <a:lnTo>
                  <a:pt x="658252" y="92449"/>
                </a:lnTo>
                <a:cubicBezTo>
                  <a:pt x="657361" y="82661"/>
                  <a:pt x="654836" y="75320"/>
                  <a:pt x="650678" y="70426"/>
                </a:cubicBezTo>
                <a:cubicBezTo>
                  <a:pt x="644292" y="62831"/>
                  <a:pt x="636012" y="59034"/>
                  <a:pt x="625839" y="59034"/>
                </a:cubicBezTo>
                <a:cubicBezTo>
                  <a:pt x="616631" y="59034"/>
                  <a:pt x="608890" y="62065"/>
                  <a:pt x="602615" y="68129"/>
                </a:cubicBezTo>
                <a:cubicBezTo>
                  <a:pt x="596341" y="74190"/>
                  <a:pt x="592869" y="82297"/>
                  <a:pt x="592201" y="92449"/>
                </a:cubicBezTo>
                <a:close/>
                <a:moveTo>
                  <a:pt x="747658" y="145579"/>
                </a:moveTo>
                <a:lnTo>
                  <a:pt x="750554" y="163289"/>
                </a:lnTo>
                <a:cubicBezTo>
                  <a:pt x="744911" y="164329"/>
                  <a:pt x="739862" y="164849"/>
                  <a:pt x="735406" y="164849"/>
                </a:cubicBezTo>
                <a:cubicBezTo>
                  <a:pt x="728129" y="164849"/>
                  <a:pt x="722486" y="163698"/>
                  <a:pt x="718476" y="161396"/>
                </a:cubicBezTo>
                <a:cubicBezTo>
                  <a:pt x="714466" y="159094"/>
                  <a:pt x="711644" y="156068"/>
                  <a:pt x="710011" y="152318"/>
                </a:cubicBezTo>
                <a:cubicBezTo>
                  <a:pt x="708377" y="148568"/>
                  <a:pt x="707560" y="140678"/>
                  <a:pt x="707560" y="128649"/>
                </a:cubicBezTo>
                <a:lnTo>
                  <a:pt x="707560" y="60593"/>
                </a:lnTo>
                <a:lnTo>
                  <a:pt x="692857" y="60593"/>
                </a:lnTo>
                <a:lnTo>
                  <a:pt x="692857" y="44999"/>
                </a:lnTo>
                <a:lnTo>
                  <a:pt x="707560" y="44999"/>
                </a:lnTo>
                <a:lnTo>
                  <a:pt x="707560" y="15625"/>
                </a:lnTo>
                <a:lnTo>
                  <a:pt x="727498" y="3564"/>
                </a:lnTo>
                <a:lnTo>
                  <a:pt x="727498" y="44999"/>
                </a:lnTo>
                <a:lnTo>
                  <a:pt x="747658" y="44999"/>
                </a:lnTo>
                <a:lnTo>
                  <a:pt x="747658" y="60593"/>
                </a:lnTo>
                <a:lnTo>
                  <a:pt x="727498" y="60593"/>
                </a:lnTo>
                <a:lnTo>
                  <a:pt x="727498" y="129763"/>
                </a:lnTo>
                <a:cubicBezTo>
                  <a:pt x="727498" y="135480"/>
                  <a:pt x="727851" y="139156"/>
                  <a:pt x="728556" y="140790"/>
                </a:cubicBezTo>
                <a:cubicBezTo>
                  <a:pt x="729261" y="142423"/>
                  <a:pt x="730412" y="143723"/>
                  <a:pt x="732009" y="144688"/>
                </a:cubicBezTo>
                <a:cubicBezTo>
                  <a:pt x="733605" y="145654"/>
                  <a:pt x="735889" y="146136"/>
                  <a:pt x="738859" y="146136"/>
                </a:cubicBezTo>
                <a:cubicBezTo>
                  <a:pt x="741087" y="146136"/>
                  <a:pt x="744020" y="145951"/>
                  <a:pt x="747658" y="1455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036061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2026-09-05T18:29:18.1670000Z</dcterms:created>
  <dcterms:modified xsi:type="dcterms:W3CDTF">2026-09-05T18:29:18.1670000Z</dcterms:modified>
</coreProperties>
</file>